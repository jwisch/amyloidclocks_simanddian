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B6BE"/>
    <a:srgbClr val="007B82"/>
    <a:srgbClr val="C77CFF"/>
    <a:srgbClr val="F28780"/>
    <a:srgbClr val="FEF1F0"/>
    <a:srgbClr val="D4D2E0"/>
    <a:srgbClr val="EAE5F3"/>
    <a:srgbClr val="D3E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25" d="100"/>
          <a:sy n="125" d="100"/>
        </p:scale>
        <p:origin x="1818" y="1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C1EE1-C6C1-4699-A55D-E20E009ECBC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2E66A-27E7-4234-8A72-DCE771215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7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2E66A-27E7-4234-8A72-DCE7712151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1724025" y="836612"/>
            <a:ext cx="41148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rc5"/>
          <p:cNvSpPr/>
          <p:nvPr/>
        </p:nvSpPr>
        <p:spPr>
          <a:xfrm>
            <a:off x="2070153" y="1059253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pl6"/>
          <p:cNvSpPr/>
          <p:nvPr/>
        </p:nvSpPr>
        <p:spPr>
          <a:xfrm>
            <a:off x="2070153" y="1600174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2070153" y="1405217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/>
          <p:cNvSpPr/>
          <p:nvPr/>
        </p:nvSpPr>
        <p:spPr>
          <a:xfrm>
            <a:off x="2070153" y="1210260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2377204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2849589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3321975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2070153" y="169765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2070153" y="1502696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2070153" y="1307739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2070153" y="111278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2141011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2613397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3085782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3558168" y="1059253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2400823" y="1213585"/>
            <a:ext cx="1157344" cy="469121"/>
          </a:xfrm>
          <a:custGeom>
            <a:avLst/>
            <a:gdLst/>
            <a:ahLst/>
            <a:cxnLst/>
            <a:rect l="0" t="0" r="0" b="0"/>
            <a:pathLst>
              <a:path w="1157344" h="469121">
                <a:moveTo>
                  <a:pt x="0" y="469121"/>
                </a:moveTo>
                <a:lnTo>
                  <a:pt x="23619" y="466181"/>
                </a:lnTo>
                <a:lnTo>
                  <a:pt x="47238" y="462628"/>
                </a:lnTo>
                <a:lnTo>
                  <a:pt x="70857" y="459065"/>
                </a:lnTo>
                <a:lnTo>
                  <a:pt x="94477" y="455219"/>
                </a:lnTo>
                <a:lnTo>
                  <a:pt x="118096" y="451194"/>
                </a:lnTo>
                <a:lnTo>
                  <a:pt x="141715" y="446818"/>
                </a:lnTo>
                <a:lnTo>
                  <a:pt x="165334" y="442157"/>
                </a:lnTo>
                <a:lnTo>
                  <a:pt x="188954" y="436963"/>
                </a:lnTo>
                <a:lnTo>
                  <a:pt x="212573" y="431381"/>
                </a:lnTo>
                <a:lnTo>
                  <a:pt x="236192" y="426208"/>
                </a:lnTo>
                <a:lnTo>
                  <a:pt x="259812" y="420393"/>
                </a:lnTo>
                <a:lnTo>
                  <a:pt x="283431" y="414205"/>
                </a:lnTo>
                <a:lnTo>
                  <a:pt x="307050" y="407697"/>
                </a:lnTo>
                <a:lnTo>
                  <a:pt x="330669" y="400762"/>
                </a:lnTo>
                <a:lnTo>
                  <a:pt x="354289" y="393388"/>
                </a:lnTo>
                <a:lnTo>
                  <a:pt x="377908" y="385707"/>
                </a:lnTo>
                <a:lnTo>
                  <a:pt x="401527" y="377842"/>
                </a:lnTo>
                <a:lnTo>
                  <a:pt x="425146" y="369703"/>
                </a:lnTo>
                <a:lnTo>
                  <a:pt x="448766" y="361138"/>
                </a:lnTo>
                <a:lnTo>
                  <a:pt x="472385" y="352307"/>
                </a:lnTo>
                <a:lnTo>
                  <a:pt x="496004" y="343361"/>
                </a:lnTo>
                <a:lnTo>
                  <a:pt x="519624" y="333862"/>
                </a:lnTo>
                <a:lnTo>
                  <a:pt x="543243" y="324288"/>
                </a:lnTo>
                <a:lnTo>
                  <a:pt x="566862" y="314750"/>
                </a:lnTo>
                <a:lnTo>
                  <a:pt x="590481" y="304972"/>
                </a:lnTo>
                <a:lnTo>
                  <a:pt x="614101" y="294819"/>
                </a:lnTo>
                <a:lnTo>
                  <a:pt x="637720" y="284133"/>
                </a:lnTo>
                <a:lnTo>
                  <a:pt x="661339" y="273397"/>
                </a:lnTo>
                <a:lnTo>
                  <a:pt x="684958" y="262441"/>
                </a:lnTo>
                <a:lnTo>
                  <a:pt x="708578" y="251742"/>
                </a:lnTo>
                <a:lnTo>
                  <a:pt x="732197" y="240580"/>
                </a:lnTo>
                <a:lnTo>
                  <a:pt x="755816" y="229421"/>
                </a:lnTo>
                <a:lnTo>
                  <a:pt x="779436" y="218156"/>
                </a:lnTo>
                <a:lnTo>
                  <a:pt x="803055" y="206398"/>
                </a:lnTo>
                <a:lnTo>
                  <a:pt x="826674" y="194503"/>
                </a:lnTo>
                <a:lnTo>
                  <a:pt x="850293" y="183028"/>
                </a:lnTo>
                <a:lnTo>
                  <a:pt x="873913" y="170460"/>
                </a:lnTo>
                <a:lnTo>
                  <a:pt x="897532" y="157764"/>
                </a:lnTo>
                <a:lnTo>
                  <a:pt x="921151" y="145372"/>
                </a:lnTo>
                <a:lnTo>
                  <a:pt x="944771" y="132451"/>
                </a:lnTo>
                <a:lnTo>
                  <a:pt x="968390" y="118965"/>
                </a:lnTo>
                <a:lnTo>
                  <a:pt x="992009" y="105045"/>
                </a:lnTo>
                <a:lnTo>
                  <a:pt x="1015628" y="90112"/>
                </a:lnTo>
                <a:lnTo>
                  <a:pt x="1039248" y="75403"/>
                </a:lnTo>
                <a:lnTo>
                  <a:pt x="1062867" y="60148"/>
                </a:lnTo>
                <a:lnTo>
                  <a:pt x="1086486" y="44257"/>
                </a:lnTo>
                <a:lnTo>
                  <a:pt x="1110105" y="29651"/>
                </a:lnTo>
                <a:lnTo>
                  <a:pt x="1133725" y="14922"/>
                </a:lnTo>
                <a:lnTo>
                  <a:pt x="115734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l22"/>
          <p:cNvSpPr/>
          <p:nvPr/>
        </p:nvSpPr>
        <p:spPr>
          <a:xfrm>
            <a:off x="2400823" y="1089251"/>
            <a:ext cx="1157344" cy="586947"/>
          </a:xfrm>
          <a:custGeom>
            <a:avLst/>
            <a:gdLst/>
            <a:ahLst/>
            <a:cxnLst/>
            <a:rect l="0" t="0" r="0" b="0"/>
            <a:pathLst>
              <a:path w="1157344" h="586947">
                <a:moveTo>
                  <a:pt x="0" y="586947"/>
                </a:moveTo>
                <a:lnTo>
                  <a:pt x="23619" y="583870"/>
                </a:lnTo>
                <a:lnTo>
                  <a:pt x="47238" y="578447"/>
                </a:lnTo>
                <a:lnTo>
                  <a:pt x="70857" y="573880"/>
                </a:lnTo>
                <a:lnTo>
                  <a:pt x="94477" y="570972"/>
                </a:lnTo>
                <a:lnTo>
                  <a:pt x="118096" y="568869"/>
                </a:lnTo>
                <a:lnTo>
                  <a:pt x="141715" y="561942"/>
                </a:lnTo>
                <a:lnTo>
                  <a:pt x="165334" y="559743"/>
                </a:lnTo>
                <a:lnTo>
                  <a:pt x="188954" y="552000"/>
                </a:lnTo>
                <a:lnTo>
                  <a:pt x="212573" y="553547"/>
                </a:lnTo>
                <a:lnTo>
                  <a:pt x="236192" y="544268"/>
                </a:lnTo>
                <a:lnTo>
                  <a:pt x="259812" y="534988"/>
                </a:lnTo>
                <a:lnTo>
                  <a:pt x="283431" y="528675"/>
                </a:lnTo>
                <a:lnTo>
                  <a:pt x="307050" y="520768"/>
                </a:lnTo>
                <a:lnTo>
                  <a:pt x="330669" y="508962"/>
                </a:lnTo>
                <a:lnTo>
                  <a:pt x="354289" y="501640"/>
                </a:lnTo>
                <a:lnTo>
                  <a:pt x="377908" y="495074"/>
                </a:lnTo>
                <a:lnTo>
                  <a:pt x="401527" y="484906"/>
                </a:lnTo>
                <a:lnTo>
                  <a:pt x="425146" y="475333"/>
                </a:lnTo>
                <a:lnTo>
                  <a:pt x="448766" y="464592"/>
                </a:lnTo>
                <a:lnTo>
                  <a:pt x="472385" y="455120"/>
                </a:lnTo>
                <a:lnTo>
                  <a:pt x="496004" y="440496"/>
                </a:lnTo>
                <a:lnTo>
                  <a:pt x="519624" y="432158"/>
                </a:lnTo>
                <a:lnTo>
                  <a:pt x="543243" y="416685"/>
                </a:lnTo>
                <a:lnTo>
                  <a:pt x="566862" y="406836"/>
                </a:lnTo>
                <a:lnTo>
                  <a:pt x="590481" y="395740"/>
                </a:lnTo>
                <a:lnTo>
                  <a:pt x="614101" y="371685"/>
                </a:lnTo>
                <a:lnTo>
                  <a:pt x="637720" y="352642"/>
                </a:lnTo>
                <a:lnTo>
                  <a:pt x="661339" y="346251"/>
                </a:lnTo>
                <a:lnTo>
                  <a:pt x="684958" y="339284"/>
                </a:lnTo>
                <a:lnTo>
                  <a:pt x="708578" y="328353"/>
                </a:lnTo>
                <a:lnTo>
                  <a:pt x="732197" y="317643"/>
                </a:lnTo>
                <a:lnTo>
                  <a:pt x="755816" y="295925"/>
                </a:lnTo>
                <a:lnTo>
                  <a:pt x="779436" y="290616"/>
                </a:lnTo>
                <a:lnTo>
                  <a:pt x="803055" y="270893"/>
                </a:lnTo>
                <a:lnTo>
                  <a:pt x="826674" y="257229"/>
                </a:lnTo>
                <a:lnTo>
                  <a:pt x="850293" y="236671"/>
                </a:lnTo>
                <a:lnTo>
                  <a:pt x="873913" y="222442"/>
                </a:lnTo>
                <a:lnTo>
                  <a:pt x="897532" y="214870"/>
                </a:lnTo>
                <a:lnTo>
                  <a:pt x="921151" y="200358"/>
                </a:lnTo>
                <a:lnTo>
                  <a:pt x="944771" y="183615"/>
                </a:lnTo>
                <a:lnTo>
                  <a:pt x="968390" y="165638"/>
                </a:lnTo>
                <a:lnTo>
                  <a:pt x="992009" y="140970"/>
                </a:lnTo>
                <a:lnTo>
                  <a:pt x="1015628" y="129142"/>
                </a:lnTo>
                <a:lnTo>
                  <a:pt x="1039248" y="109308"/>
                </a:lnTo>
                <a:lnTo>
                  <a:pt x="1062867" y="83905"/>
                </a:lnTo>
                <a:lnTo>
                  <a:pt x="1086486" y="67094"/>
                </a:lnTo>
                <a:lnTo>
                  <a:pt x="1110105" y="40357"/>
                </a:lnTo>
                <a:lnTo>
                  <a:pt x="1133725" y="16868"/>
                </a:lnTo>
                <a:lnTo>
                  <a:pt x="1157344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" name="pl23"/>
          <p:cNvSpPr/>
          <p:nvPr/>
        </p:nvSpPr>
        <p:spPr>
          <a:xfrm>
            <a:off x="2400823" y="1337919"/>
            <a:ext cx="1157344" cy="351296"/>
          </a:xfrm>
          <a:custGeom>
            <a:avLst/>
            <a:gdLst/>
            <a:ahLst/>
            <a:cxnLst/>
            <a:rect l="0" t="0" r="0" b="0"/>
            <a:pathLst>
              <a:path w="1157344" h="351296">
                <a:moveTo>
                  <a:pt x="1157344" y="0"/>
                </a:moveTo>
                <a:lnTo>
                  <a:pt x="1133725" y="12976"/>
                </a:lnTo>
                <a:lnTo>
                  <a:pt x="1110105" y="18944"/>
                </a:lnTo>
                <a:lnTo>
                  <a:pt x="1086486" y="21420"/>
                </a:lnTo>
                <a:lnTo>
                  <a:pt x="1062867" y="36390"/>
                </a:lnTo>
                <a:lnTo>
                  <a:pt x="1039248" y="41497"/>
                </a:lnTo>
                <a:lnTo>
                  <a:pt x="1015628" y="51082"/>
                </a:lnTo>
                <a:lnTo>
                  <a:pt x="992009" y="69120"/>
                </a:lnTo>
                <a:lnTo>
                  <a:pt x="968390" y="72293"/>
                </a:lnTo>
                <a:lnTo>
                  <a:pt x="944771" y="81288"/>
                </a:lnTo>
                <a:lnTo>
                  <a:pt x="921151" y="90386"/>
                </a:lnTo>
                <a:lnTo>
                  <a:pt x="897532" y="100657"/>
                </a:lnTo>
                <a:lnTo>
                  <a:pt x="873913" y="118479"/>
                </a:lnTo>
                <a:lnTo>
                  <a:pt x="850293" y="129385"/>
                </a:lnTo>
                <a:lnTo>
                  <a:pt x="826674" y="131777"/>
                </a:lnTo>
                <a:lnTo>
                  <a:pt x="803055" y="141902"/>
                </a:lnTo>
                <a:lnTo>
                  <a:pt x="779436" y="145696"/>
                </a:lnTo>
                <a:lnTo>
                  <a:pt x="755816" y="162917"/>
                </a:lnTo>
                <a:lnTo>
                  <a:pt x="732197" y="163517"/>
                </a:lnTo>
                <a:lnTo>
                  <a:pt x="708578" y="175131"/>
                </a:lnTo>
                <a:lnTo>
                  <a:pt x="684958" y="185597"/>
                </a:lnTo>
                <a:lnTo>
                  <a:pt x="661339" y="200543"/>
                </a:lnTo>
                <a:lnTo>
                  <a:pt x="637720" y="215624"/>
                </a:lnTo>
                <a:lnTo>
                  <a:pt x="614101" y="217953"/>
                </a:lnTo>
                <a:lnTo>
                  <a:pt x="590481" y="214204"/>
                </a:lnTo>
                <a:lnTo>
                  <a:pt x="566862" y="222665"/>
                </a:lnTo>
                <a:lnTo>
                  <a:pt x="543243" y="231890"/>
                </a:lnTo>
                <a:lnTo>
                  <a:pt x="519624" y="235567"/>
                </a:lnTo>
                <a:lnTo>
                  <a:pt x="496004" y="246225"/>
                </a:lnTo>
                <a:lnTo>
                  <a:pt x="472385" y="249494"/>
                </a:lnTo>
                <a:lnTo>
                  <a:pt x="448766" y="257684"/>
                </a:lnTo>
                <a:lnTo>
                  <a:pt x="425146" y="264072"/>
                </a:lnTo>
                <a:lnTo>
                  <a:pt x="401527" y="270777"/>
                </a:lnTo>
                <a:lnTo>
                  <a:pt x="377908" y="276341"/>
                </a:lnTo>
                <a:lnTo>
                  <a:pt x="354289" y="285136"/>
                </a:lnTo>
                <a:lnTo>
                  <a:pt x="330669" y="292563"/>
                </a:lnTo>
                <a:lnTo>
                  <a:pt x="307050" y="294626"/>
                </a:lnTo>
                <a:lnTo>
                  <a:pt x="283431" y="299735"/>
                </a:lnTo>
                <a:lnTo>
                  <a:pt x="259812" y="305798"/>
                </a:lnTo>
                <a:lnTo>
                  <a:pt x="236192" y="308148"/>
                </a:lnTo>
                <a:lnTo>
                  <a:pt x="212573" y="309215"/>
                </a:lnTo>
                <a:lnTo>
                  <a:pt x="188954" y="321925"/>
                </a:lnTo>
                <a:lnTo>
                  <a:pt x="165334" y="324570"/>
                </a:lnTo>
                <a:lnTo>
                  <a:pt x="141715" y="331694"/>
                </a:lnTo>
                <a:lnTo>
                  <a:pt x="118096" y="333518"/>
                </a:lnTo>
                <a:lnTo>
                  <a:pt x="94477" y="339466"/>
                </a:lnTo>
                <a:lnTo>
                  <a:pt x="70857" y="344251"/>
                </a:lnTo>
                <a:lnTo>
                  <a:pt x="47238" y="346808"/>
                </a:lnTo>
                <a:lnTo>
                  <a:pt x="23619" y="348491"/>
                </a:lnTo>
                <a:lnTo>
                  <a:pt x="0" y="35129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" name="rc24"/>
          <p:cNvSpPr/>
          <p:nvPr/>
        </p:nvSpPr>
        <p:spPr>
          <a:xfrm>
            <a:off x="2070153" y="1059253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tx25"/>
          <p:cNvSpPr/>
          <p:nvPr/>
        </p:nvSpPr>
        <p:spPr>
          <a:xfrm>
            <a:off x="1945368" y="1655961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6" name="tx26"/>
          <p:cNvSpPr/>
          <p:nvPr/>
        </p:nvSpPr>
        <p:spPr>
          <a:xfrm>
            <a:off x="1883212" y="1461004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7" name="tx27"/>
          <p:cNvSpPr/>
          <p:nvPr/>
        </p:nvSpPr>
        <p:spPr>
          <a:xfrm>
            <a:off x="1883212" y="1266047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28" name="tx28"/>
          <p:cNvSpPr/>
          <p:nvPr/>
        </p:nvSpPr>
        <p:spPr>
          <a:xfrm>
            <a:off x="1883212" y="1071035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29" name="pl29"/>
          <p:cNvSpPr/>
          <p:nvPr/>
        </p:nvSpPr>
        <p:spPr>
          <a:xfrm>
            <a:off x="2035359" y="169765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l30"/>
          <p:cNvSpPr/>
          <p:nvPr/>
        </p:nvSpPr>
        <p:spPr>
          <a:xfrm>
            <a:off x="2035359" y="150269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l31"/>
          <p:cNvSpPr/>
          <p:nvPr/>
        </p:nvSpPr>
        <p:spPr>
          <a:xfrm>
            <a:off x="2035359" y="130773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l32"/>
          <p:cNvSpPr/>
          <p:nvPr/>
        </p:nvSpPr>
        <p:spPr>
          <a:xfrm>
            <a:off x="2035359" y="111278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l33"/>
          <p:cNvSpPr/>
          <p:nvPr/>
        </p:nvSpPr>
        <p:spPr>
          <a:xfrm>
            <a:off x="2141011" y="171921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l34"/>
          <p:cNvSpPr/>
          <p:nvPr/>
        </p:nvSpPr>
        <p:spPr>
          <a:xfrm>
            <a:off x="2613397" y="171921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5"/>
          <p:cNvSpPr/>
          <p:nvPr/>
        </p:nvSpPr>
        <p:spPr>
          <a:xfrm>
            <a:off x="3085782" y="171921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/>
          <p:cNvSpPr/>
          <p:nvPr/>
        </p:nvSpPr>
        <p:spPr>
          <a:xfrm>
            <a:off x="3558168" y="171921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tx37"/>
          <p:cNvSpPr/>
          <p:nvPr/>
        </p:nvSpPr>
        <p:spPr>
          <a:xfrm>
            <a:off x="2060247" y="1780153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-10</a:t>
            </a:r>
          </a:p>
        </p:txBody>
      </p:sp>
      <p:sp>
        <p:nvSpPr>
          <p:cNvPr id="38" name="tx38"/>
          <p:cNvSpPr/>
          <p:nvPr/>
        </p:nvSpPr>
        <p:spPr>
          <a:xfrm>
            <a:off x="2582319" y="178015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9" name="tx39"/>
          <p:cNvSpPr/>
          <p:nvPr/>
        </p:nvSpPr>
        <p:spPr>
          <a:xfrm>
            <a:off x="3023627" y="1780153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40" name="tx40"/>
          <p:cNvSpPr/>
          <p:nvPr/>
        </p:nvSpPr>
        <p:spPr>
          <a:xfrm>
            <a:off x="3496012" y="1780153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41" name="tx41"/>
          <p:cNvSpPr/>
          <p:nvPr/>
        </p:nvSpPr>
        <p:spPr>
          <a:xfrm>
            <a:off x="2121758" y="1927597"/>
            <a:ext cx="1455663" cy="1033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Estimated time from A+</a:t>
            </a:r>
          </a:p>
        </p:txBody>
      </p:sp>
      <p:sp>
        <p:nvSpPr>
          <p:cNvPr id="43" name="rc43"/>
          <p:cNvSpPr/>
          <p:nvPr/>
        </p:nvSpPr>
        <p:spPr>
          <a:xfrm>
            <a:off x="4010025" y="992573"/>
            <a:ext cx="2057400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rc44"/>
          <p:cNvSpPr/>
          <p:nvPr/>
        </p:nvSpPr>
        <p:spPr>
          <a:xfrm>
            <a:off x="4438963" y="10621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pl45"/>
          <p:cNvSpPr/>
          <p:nvPr/>
        </p:nvSpPr>
        <p:spPr>
          <a:xfrm>
            <a:off x="4438963" y="165683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l46"/>
          <p:cNvSpPr/>
          <p:nvPr/>
        </p:nvSpPr>
        <p:spPr>
          <a:xfrm>
            <a:off x="4438963" y="148037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4438963" y="130391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l48"/>
          <p:cNvSpPr/>
          <p:nvPr/>
        </p:nvSpPr>
        <p:spPr>
          <a:xfrm>
            <a:off x="4438963" y="112745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l49"/>
          <p:cNvSpPr/>
          <p:nvPr/>
        </p:nvSpPr>
        <p:spPr>
          <a:xfrm>
            <a:off x="4593183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l50"/>
          <p:cNvSpPr/>
          <p:nvPr/>
        </p:nvSpPr>
        <p:spPr>
          <a:xfrm>
            <a:off x="5009994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l51"/>
          <p:cNvSpPr/>
          <p:nvPr/>
        </p:nvSpPr>
        <p:spPr>
          <a:xfrm>
            <a:off x="5426805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52"/>
          <p:cNvSpPr/>
          <p:nvPr/>
        </p:nvSpPr>
        <p:spPr>
          <a:xfrm>
            <a:off x="5843615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l53"/>
          <p:cNvSpPr/>
          <p:nvPr/>
        </p:nvSpPr>
        <p:spPr>
          <a:xfrm>
            <a:off x="4438963" y="156860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l54"/>
          <p:cNvSpPr/>
          <p:nvPr/>
        </p:nvSpPr>
        <p:spPr>
          <a:xfrm>
            <a:off x="4438963" y="139214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55"/>
          <p:cNvSpPr/>
          <p:nvPr/>
        </p:nvSpPr>
        <p:spPr>
          <a:xfrm>
            <a:off x="4438963" y="121568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/>
          <p:cNvSpPr/>
          <p:nvPr/>
        </p:nvSpPr>
        <p:spPr>
          <a:xfrm>
            <a:off x="4801589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/>
          <p:cNvSpPr/>
          <p:nvPr/>
        </p:nvSpPr>
        <p:spPr>
          <a:xfrm>
            <a:off x="5218399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58"/>
          <p:cNvSpPr/>
          <p:nvPr/>
        </p:nvSpPr>
        <p:spPr>
          <a:xfrm>
            <a:off x="5635210" y="10621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/>
          <p:cNvSpPr/>
          <p:nvPr/>
        </p:nvSpPr>
        <p:spPr>
          <a:xfrm>
            <a:off x="4438963" y="1062162"/>
            <a:ext cx="1558872" cy="659961"/>
          </a:xfrm>
          <a:custGeom>
            <a:avLst/>
            <a:gdLst/>
            <a:ahLst/>
            <a:cxnLst/>
            <a:rect l="0" t="0" r="0" b="0"/>
            <a:pathLst>
              <a:path w="1558872" h="659961">
                <a:moveTo>
                  <a:pt x="0" y="659961"/>
                </a:moveTo>
                <a:lnTo>
                  <a:pt x="155887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t63"/>
          <p:cNvSpPr/>
          <p:nvPr/>
        </p:nvSpPr>
        <p:spPr>
          <a:xfrm>
            <a:off x="5147265" y="138371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t64"/>
          <p:cNvSpPr/>
          <p:nvPr/>
        </p:nvSpPr>
        <p:spPr>
          <a:xfrm>
            <a:off x="4752693" y="160187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t65"/>
          <p:cNvSpPr/>
          <p:nvPr/>
        </p:nvSpPr>
        <p:spPr>
          <a:xfrm>
            <a:off x="5173525" y="139092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t66"/>
          <p:cNvSpPr/>
          <p:nvPr/>
        </p:nvSpPr>
        <p:spPr>
          <a:xfrm>
            <a:off x="4614085" y="1626125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t67"/>
          <p:cNvSpPr/>
          <p:nvPr/>
        </p:nvSpPr>
        <p:spPr>
          <a:xfrm>
            <a:off x="4585802" y="1644816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t68"/>
          <p:cNvSpPr/>
          <p:nvPr/>
        </p:nvSpPr>
        <p:spPr>
          <a:xfrm>
            <a:off x="5393581" y="128969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t69"/>
          <p:cNvSpPr/>
          <p:nvPr/>
        </p:nvSpPr>
        <p:spPr>
          <a:xfrm>
            <a:off x="5843820" y="111796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t70"/>
          <p:cNvSpPr/>
          <p:nvPr/>
        </p:nvSpPr>
        <p:spPr>
          <a:xfrm>
            <a:off x="5834164" y="1209469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t71"/>
          <p:cNvSpPr/>
          <p:nvPr/>
        </p:nvSpPr>
        <p:spPr>
          <a:xfrm>
            <a:off x="4485929" y="165631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2" name="pt72"/>
          <p:cNvSpPr/>
          <p:nvPr/>
        </p:nvSpPr>
        <p:spPr>
          <a:xfrm>
            <a:off x="4753578" y="156038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3" name="pt73"/>
          <p:cNvSpPr/>
          <p:nvPr/>
        </p:nvSpPr>
        <p:spPr>
          <a:xfrm>
            <a:off x="5152950" y="138776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t74"/>
          <p:cNvSpPr/>
          <p:nvPr/>
        </p:nvSpPr>
        <p:spPr>
          <a:xfrm>
            <a:off x="4906753" y="150289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" name="pt75"/>
          <p:cNvSpPr/>
          <p:nvPr/>
        </p:nvSpPr>
        <p:spPr>
          <a:xfrm>
            <a:off x="4795809" y="1425814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6" name="pt76"/>
          <p:cNvSpPr/>
          <p:nvPr/>
        </p:nvSpPr>
        <p:spPr>
          <a:xfrm>
            <a:off x="4868900" y="1520086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7" name="pt77"/>
          <p:cNvSpPr/>
          <p:nvPr/>
        </p:nvSpPr>
        <p:spPr>
          <a:xfrm>
            <a:off x="5646211" y="117683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8" name="pt78"/>
          <p:cNvSpPr/>
          <p:nvPr/>
        </p:nvSpPr>
        <p:spPr>
          <a:xfrm>
            <a:off x="5832410" y="1096719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pt79"/>
          <p:cNvSpPr/>
          <p:nvPr/>
        </p:nvSpPr>
        <p:spPr>
          <a:xfrm>
            <a:off x="4764040" y="154984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0" name="pt80"/>
          <p:cNvSpPr/>
          <p:nvPr/>
        </p:nvSpPr>
        <p:spPr>
          <a:xfrm>
            <a:off x="4654982" y="159413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pt81"/>
          <p:cNvSpPr/>
          <p:nvPr/>
        </p:nvSpPr>
        <p:spPr>
          <a:xfrm>
            <a:off x="5015553" y="146030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2" name="pt82"/>
          <p:cNvSpPr/>
          <p:nvPr/>
        </p:nvSpPr>
        <p:spPr>
          <a:xfrm>
            <a:off x="5175625" y="134202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pt83"/>
          <p:cNvSpPr/>
          <p:nvPr/>
        </p:nvSpPr>
        <p:spPr>
          <a:xfrm>
            <a:off x="5640241" y="110448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t84"/>
          <p:cNvSpPr/>
          <p:nvPr/>
        </p:nvSpPr>
        <p:spPr>
          <a:xfrm>
            <a:off x="4788629" y="149345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t85"/>
          <p:cNvSpPr/>
          <p:nvPr/>
        </p:nvSpPr>
        <p:spPr>
          <a:xfrm>
            <a:off x="4560777" y="1608990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t86"/>
          <p:cNvSpPr/>
          <p:nvPr/>
        </p:nvSpPr>
        <p:spPr>
          <a:xfrm>
            <a:off x="4843459" y="1441476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t87"/>
          <p:cNvSpPr/>
          <p:nvPr/>
        </p:nvSpPr>
        <p:spPr>
          <a:xfrm>
            <a:off x="5511695" y="1244044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t88"/>
          <p:cNvSpPr/>
          <p:nvPr/>
        </p:nvSpPr>
        <p:spPr>
          <a:xfrm>
            <a:off x="5396981" y="1288940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t89"/>
          <p:cNvSpPr/>
          <p:nvPr/>
        </p:nvSpPr>
        <p:spPr>
          <a:xfrm>
            <a:off x="4811787" y="1501079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" name="pt90"/>
          <p:cNvSpPr/>
          <p:nvPr/>
        </p:nvSpPr>
        <p:spPr>
          <a:xfrm>
            <a:off x="4682793" y="1579755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" name="pt91"/>
          <p:cNvSpPr/>
          <p:nvPr/>
        </p:nvSpPr>
        <p:spPr>
          <a:xfrm>
            <a:off x="5221730" y="140852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t92"/>
          <p:cNvSpPr/>
          <p:nvPr/>
        </p:nvSpPr>
        <p:spPr>
          <a:xfrm>
            <a:off x="4676002" y="156318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t93"/>
          <p:cNvSpPr/>
          <p:nvPr/>
        </p:nvSpPr>
        <p:spPr>
          <a:xfrm>
            <a:off x="5886796" y="1123859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t94"/>
          <p:cNvSpPr/>
          <p:nvPr/>
        </p:nvSpPr>
        <p:spPr>
          <a:xfrm>
            <a:off x="5063653" y="1481594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t95"/>
          <p:cNvSpPr/>
          <p:nvPr/>
        </p:nvSpPr>
        <p:spPr>
          <a:xfrm>
            <a:off x="4837486" y="147998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rc96"/>
          <p:cNvSpPr/>
          <p:nvPr/>
        </p:nvSpPr>
        <p:spPr>
          <a:xfrm>
            <a:off x="4438963" y="10621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tx97"/>
          <p:cNvSpPr/>
          <p:nvPr/>
        </p:nvSpPr>
        <p:spPr>
          <a:xfrm>
            <a:off x="4252022" y="1526857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98" name="tx98"/>
          <p:cNvSpPr/>
          <p:nvPr/>
        </p:nvSpPr>
        <p:spPr>
          <a:xfrm>
            <a:off x="4252022" y="135045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99" name="tx99"/>
          <p:cNvSpPr/>
          <p:nvPr/>
        </p:nvSpPr>
        <p:spPr>
          <a:xfrm>
            <a:off x="4252022" y="117399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00" name="pl100"/>
          <p:cNvSpPr/>
          <p:nvPr/>
        </p:nvSpPr>
        <p:spPr>
          <a:xfrm>
            <a:off x="4404169" y="156860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1" name="pl101"/>
          <p:cNvSpPr/>
          <p:nvPr/>
        </p:nvSpPr>
        <p:spPr>
          <a:xfrm>
            <a:off x="4404169" y="139214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l102"/>
          <p:cNvSpPr/>
          <p:nvPr/>
        </p:nvSpPr>
        <p:spPr>
          <a:xfrm>
            <a:off x="4404169" y="121568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" name="pl103"/>
          <p:cNvSpPr/>
          <p:nvPr/>
        </p:nvSpPr>
        <p:spPr>
          <a:xfrm>
            <a:off x="4801589" y="17221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l104"/>
          <p:cNvSpPr/>
          <p:nvPr/>
        </p:nvSpPr>
        <p:spPr>
          <a:xfrm>
            <a:off x="5218399" y="17221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pl105"/>
          <p:cNvSpPr/>
          <p:nvPr/>
        </p:nvSpPr>
        <p:spPr>
          <a:xfrm>
            <a:off x="5635210" y="17221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tx106"/>
          <p:cNvSpPr/>
          <p:nvPr/>
        </p:nvSpPr>
        <p:spPr>
          <a:xfrm>
            <a:off x="4739433" y="1783007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07" name="tx107"/>
          <p:cNvSpPr/>
          <p:nvPr/>
        </p:nvSpPr>
        <p:spPr>
          <a:xfrm>
            <a:off x="5156244" y="17830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08" name="tx108"/>
          <p:cNvSpPr/>
          <p:nvPr/>
        </p:nvSpPr>
        <p:spPr>
          <a:xfrm>
            <a:off x="5573055" y="17830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09" name="tx109"/>
          <p:cNvSpPr/>
          <p:nvPr/>
        </p:nvSpPr>
        <p:spPr>
          <a:xfrm>
            <a:off x="4321502" y="1902675"/>
            <a:ext cx="1793794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Observed Age at Conversion</a:t>
            </a:r>
          </a:p>
        </p:txBody>
      </p:sp>
      <p:sp>
        <p:nvSpPr>
          <p:cNvPr id="110" name="tx110"/>
          <p:cNvSpPr/>
          <p:nvPr/>
        </p:nvSpPr>
        <p:spPr>
          <a:xfrm rot="16200000">
            <a:off x="3207717" y="1405904"/>
            <a:ext cx="1778310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Predicted Age </a:t>
            </a:r>
            <a:endParaRPr lang="en-US" sz="11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at Conversion</a:t>
            </a:r>
          </a:p>
        </p:txBody>
      </p:sp>
      <p:sp>
        <p:nvSpPr>
          <p:cNvPr id="111" name="rc111"/>
          <p:cNvSpPr/>
          <p:nvPr/>
        </p:nvSpPr>
        <p:spPr>
          <a:xfrm>
            <a:off x="1724025" y="2290194"/>
            <a:ext cx="2057399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rc112"/>
          <p:cNvSpPr/>
          <p:nvPr/>
        </p:nvSpPr>
        <p:spPr>
          <a:xfrm>
            <a:off x="2065156" y="2614851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" name="pl113"/>
          <p:cNvSpPr/>
          <p:nvPr/>
        </p:nvSpPr>
        <p:spPr>
          <a:xfrm>
            <a:off x="2065156" y="3197847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l114"/>
          <p:cNvSpPr/>
          <p:nvPr/>
        </p:nvSpPr>
        <p:spPr>
          <a:xfrm>
            <a:off x="2065156" y="3029764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l115"/>
          <p:cNvSpPr/>
          <p:nvPr/>
        </p:nvSpPr>
        <p:spPr>
          <a:xfrm>
            <a:off x="2065156" y="286168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l116"/>
          <p:cNvSpPr/>
          <p:nvPr/>
        </p:nvSpPr>
        <p:spPr>
          <a:xfrm>
            <a:off x="2065156" y="2693598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l117"/>
          <p:cNvSpPr/>
          <p:nvPr/>
        </p:nvSpPr>
        <p:spPr>
          <a:xfrm>
            <a:off x="2372207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l118"/>
          <p:cNvSpPr/>
          <p:nvPr/>
        </p:nvSpPr>
        <p:spPr>
          <a:xfrm>
            <a:off x="2844592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l119"/>
          <p:cNvSpPr/>
          <p:nvPr/>
        </p:nvSpPr>
        <p:spPr>
          <a:xfrm>
            <a:off x="3316978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" name="pl120"/>
          <p:cNvSpPr/>
          <p:nvPr/>
        </p:nvSpPr>
        <p:spPr>
          <a:xfrm>
            <a:off x="2065156" y="311380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" name="pl121"/>
          <p:cNvSpPr/>
          <p:nvPr/>
        </p:nvSpPr>
        <p:spPr>
          <a:xfrm>
            <a:off x="2065156" y="294572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" name="pl122"/>
          <p:cNvSpPr/>
          <p:nvPr/>
        </p:nvSpPr>
        <p:spPr>
          <a:xfrm>
            <a:off x="2065156" y="2777640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" name="pl123"/>
          <p:cNvSpPr/>
          <p:nvPr/>
        </p:nvSpPr>
        <p:spPr>
          <a:xfrm>
            <a:off x="2136014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" name="pl124"/>
          <p:cNvSpPr/>
          <p:nvPr/>
        </p:nvSpPr>
        <p:spPr>
          <a:xfrm>
            <a:off x="2608400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5" name="pl125"/>
          <p:cNvSpPr/>
          <p:nvPr/>
        </p:nvSpPr>
        <p:spPr>
          <a:xfrm>
            <a:off x="3080785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l126"/>
          <p:cNvSpPr/>
          <p:nvPr/>
        </p:nvSpPr>
        <p:spPr>
          <a:xfrm>
            <a:off x="3553171" y="261485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2324968" y="2644850"/>
            <a:ext cx="1228202" cy="235236"/>
          </a:xfrm>
          <a:custGeom>
            <a:avLst/>
            <a:gdLst/>
            <a:ahLst/>
            <a:cxnLst/>
            <a:rect l="0" t="0" r="0" b="0"/>
            <a:pathLst>
              <a:path w="1228202" h="235236">
                <a:moveTo>
                  <a:pt x="0" y="235236"/>
                </a:moveTo>
                <a:lnTo>
                  <a:pt x="23619" y="233148"/>
                </a:lnTo>
                <a:lnTo>
                  <a:pt x="47238" y="230537"/>
                </a:lnTo>
                <a:lnTo>
                  <a:pt x="70857" y="226201"/>
                </a:lnTo>
                <a:lnTo>
                  <a:pt x="94477" y="220879"/>
                </a:lnTo>
                <a:lnTo>
                  <a:pt x="118096" y="216439"/>
                </a:lnTo>
                <a:lnTo>
                  <a:pt x="141715" y="211910"/>
                </a:lnTo>
                <a:lnTo>
                  <a:pt x="165334" y="206220"/>
                </a:lnTo>
                <a:lnTo>
                  <a:pt x="188954" y="204028"/>
                </a:lnTo>
                <a:lnTo>
                  <a:pt x="212573" y="199620"/>
                </a:lnTo>
                <a:lnTo>
                  <a:pt x="236192" y="195235"/>
                </a:lnTo>
                <a:lnTo>
                  <a:pt x="259812" y="193838"/>
                </a:lnTo>
                <a:lnTo>
                  <a:pt x="283431" y="191287"/>
                </a:lnTo>
                <a:lnTo>
                  <a:pt x="307050" y="188294"/>
                </a:lnTo>
                <a:lnTo>
                  <a:pt x="330669" y="183256"/>
                </a:lnTo>
                <a:lnTo>
                  <a:pt x="354289" y="176868"/>
                </a:lnTo>
                <a:lnTo>
                  <a:pt x="377908" y="171135"/>
                </a:lnTo>
                <a:lnTo>
                  <a:pt x="401527" y="166675"/>
                </a:lnTo>
                <a:lnTo>
                  <a:pt x="425146" y="161759"/>
                </a:lnTo>
                <a:lnTo>
                  <a:pt x="448766" y="158035"/>
                </a:lnTo>
                <a:lnTo>
                  <a:pt x="472385" y="154707"/>
                </a:lnTo>
                <a:lnTo>
                  <a:pt x="496004" y="149179"/>
                </a:lnTo>
                <a:lnTo>
                  <a:pt x="519624" y="142250"/>
                </a:lnTo>
                <a:lnTo>
                  <a:pt x="543243" y="136794"/>
                </a:lnTo>
                <a:lnTo>
                  <a:pt x="566862" y="134146"/>
                </a:lnTo>
                <a:lnTo>
                  <a:pt x="590481" y="128928"/>
                </a:lnTo>
                <a:lnTo>
                  <a:pt x="614101" y="124500"/>
                </a:lnTo>
                <a:lnTo>
                  <a:pt x="637720" y="116302"/>
                </a:lnTo>
                <a:lnTo>
                  <a:pt x="661339" y="111269"/>
                </a:lnTo>
                <a:lnTo>
                  <a:pt x="684958" y="103073"/>
                </a:lnTo>
                <a:lnTo>
                  <a:pt x="708578" y="93886"/>
                </a:lnTo>
                <a:lnTo>
                  <a:pt x="732197" y="83867"/>
                </a:lnTo>
                <a:lnTo>
                  <a:pt x="755816" y="80739"/>
                </a:lnTo>
                <a:lnTo>
                  <a:pt x="779436" y="74838"/>
                </a:lnTo>
                <a:lnTo>
                  <a:pt x="803055" y="69722"/>
                </a:lnTo>
                <a:lnTo>
                  <a:pt x="826674" y="62530"/>
                </a:lnTo>
                <a:lnTo>
                  <a:pt x="850293" y="56970"/>
                </a:lnTo>
                <a:lnTo>
                  <a:pt x="873913" y="49397"/>
                </a:lnTo>
                <a:lnTo>
                  <a:pt x="897532" y="44955"/>
                </a:lnTo>
                <a:lnTo>
                  <a:pt x="921151" y="39754"/>
                </a:lnTo>
                <a:lnTo>
                  <a:pt x="944771" y="34308"/>
                </a:lnTo>
                <a:lnTo>
                  <a:pt x="968390" y="32537"/>
                </a:lnTo>
                <a:lnTo>
                  <a:pt x="992009" y="27553"/>
                </a:lnTo>
                <a:lnTo>
                  <a:pt x="1015628" y="24200"/>
                </a:lnTo>
                <a:lnTo>
                  <a:pt x="1039248" y="19095"/>
                </a:lnTo>
                <a:lnTo>
                  <a:pt x="1062867" y="15194"/>
                </a:lnTo>
                <a:lnTo>
                  <a:pt x="1086486" y="13156"/>
                </a:lnTo>
                <a:lnTo>
                  <a:pt x="1110105" y="11684"/>
                </a:lnTo>
                <a:lnTo>
                  <a:pt x="1133725" y="7876"/>
                </a:lnTo>
                <a:lnTo>
                  <a:pt x="1157344" y="4672"/>
                </a:lnTo>
                <a:lnTo>
                  <a:pt x="1180963" y="2078"/>
                </a:lnTo>
                <a:lnTo>
                  <a:pt x="1204583" y="1287"/>
                </a:lnTo>
                <a:lnTo>
                  <a:pt x="1228202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0" name="pl130"/>
          <p:cNvSpPr/>
          <p:nvPr/>
        </p:nvSpPr>
        <p:spPr>
          <a:xfrm>
            <a:off x="2324968" y="3134168"/>
            <a:ext cx="1228202" cy="110646"/>
          </a:xfrm>
          <a:custGeom>
            <a:avLst/>
            <a:gdLst/>
            <a:ahLst/>
            <a:cxnLst/>
            <a:rect l="0" t="0" r="0" b="0"/>
            <a:pathLst>
              <a:path w="1228202" h="110646">
                <a:moveTo>
                  <a:pt x="1228202" y="26571"/>
                </a:moveTo>
                <a:lnTo>
                  <a:pt x="1204583" y="24963"/>
                </a:lnTo>
                <a:lnTo>
                  <a:pt x="1180963" y="24347"/>
                </a:lnTo>
                <a:lnTo>
                  <a:pt x="1157344" y="22691"/>
                </a:lnTo>
                <a:lnTo>
                  <a:pt x="1133725" y="21801"/>
                </a:lnTo>
                <a:lnTo>
                  <a:pt x="1110105" y="19609"/>
                </a:lnTo>
                <a:lnTo>
                  <a:pt x="1086486" y="14961"/>
                </a:lnTo>
                <a:lnTo>
                  <a:pt x="1062867" y="13790"/>
                </a:lnTo>
                <a:lnTo>
                  <a:pt x="1039248" y="11270"/>
                </a:lnTo>
                <a:lnTo>
                  <a:pt x="1015628" y="8559"/>
                </a:lnTo>
                <a:lnTo>
                  <a:pt x="992009" y="6638"/>
                </a:lnTo>
                <a:lnTo>
                  <a:pt x="968390" y="1655"/>
                </a:lnTo>
                <a:lnTo>
                  <a:pt x="944771" y="2930"/>
                </a:lnTo>
                <a:lnTo>
                  <a:pt x="921151" y="2109"/>
                </a:lnTo>
                <a:lnTo>
                  <a:pt x="897532" y="3078"/>
                </a:lnTo>
                <a:lnTo>
                  <a:pt x="873913" y="3669"/>
                </a:lnTo>
                <a:lnTo>
                  <a:pt x="850293" y="5317"/>
                </a:lnTo>
                <a:lnTo>
                  <a:pt x="826674" y="2368"/>
                </a:lnTo>
                <a:lnTo>
                  <a:pt x="803055" y="0"/>
                </a:lnTo>
                <a:lnTo>
                  <a:pt x="779436" y="3512"/>
                </a:lnTo>
                <a:lnTo>
                  <a:pt x="755816" y="1220"/>
                </a:lnTo>
                <a:lnTo>
                  <a:pt x="732197" y="1626"/>
                </a:lnTo>
                <a:lnTo>
                  <a:pt x="708578" y="4036"/>
                </a:lnTo>
                <a:lnTo>
                  <a:pt x="684958" y="7738"/>
                </a:lnTo>
                <a:lnTo>
                  <a:pt x="661339" y="8861"/>
                </a:lnTo>
                <a:lnTo>
                  <a:pt x="637720" y="13553"/>
                </a:lnTo>
                <a:lnTo>
                  <a:pt x="614101" y="16278"/>
                </a:lnTo>
                <a:lnTo>
                  <a:pt x="590481" y="21684"/>
                </a:lnTo>
                <a:lnTo>
                  <a:pt x="566862" y="24300"/>
                </a:lnTo>
                <a:lnTo>
                  <a:pt x="543243" y="30046"/>
                </a:lnTo>
                <a:lnTo>
                  <a:pt x="519624" y="35846"/>
                </a:lnTo>
                <a:lnTo>
                  <a:pt x="496004" y="39307"/>
                </a:lnTo>
                <a:lnTo>
                  <a:pt x="472385" y="41133"/>
                </a:lnTo>
                <a:lnTo>
                  <a:pt x="448766" y="46041"/>
                </a:lnTo>
                <a:lnTo>
                  <a:pt x="425146" y="50689"/>
                </a:lnTo>
                <a:lnTo>
                  <a:pt x="401527" y="57266"/>
                </a:lnTo>
                <a:lnTo>
                  <a:pt x="377908" y="62352"/>
                </a:lnTo>
                <a:lnTo>
                  <a:pt x="354289" y="63533"/>
                </a:lnTo>
                <a:lnTo>
                  <a:pt x="330669" y="67272"/>
                </a:lnTo>
                <a:lnTo>
                  <a:pt x="307050" y="71179"/>
                </a:lnTo>
                <a:lnTo>
                  <a:pt x="283431" y="74334"/>
                </a:lnTo>
                <a:lnTo>
                  <a:pt x="259812" y="78367"/>
                </a:lnTo>
                <a:lnTo>
                  <a:pt x="236192" y="81979"/>
                </a:lnTo>
                <a:lnTo>
                  <a:pt x="212573" y="85333"/>
                </a:lnTo>
                <a:lnTo>
                  <a:pt x="188954" y="89138"/>
                </a:lnTo>
                <a:lnTo>
                  <a:pt x="165334" y="94157"/>
                </a:lnTo>
                <a:lnTo>
                  <a:pt x="141715" y="96392"/>
                </a:lnTo>
                <a:lnTo>
                  <a:pt x="118096" y="98537"/>
                </a:lnTo>
                <a:lnTo>
                  <a:pt x="94477" y="102814"/>
                </a:lnTo>
                <a:lnTo>
                  <a:pt x="70857" y="105443"/>
                </a:lnTo>
                <a:lnTo>
                  <a:pt x="47238" y="106470"/>
                </a:lnTo>
                <a:lnTo>
                  <a:pt x="23619" y="108866"/>
                </a:lnTo>
                <a:lnTo>
                  <a:pt x="0" y="11064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1" name="rc131"/>
          <p:cNvSpPr/>
          <p:nvPr/>
        </p:nvSpPr>
        <p:spPr>
          <a:xfrm>
            <a:off x="2065156" y="2614851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tx132"/>
          <p:cNvSpPr/>
          <p:nvPr/>
        </p:nvSpPr>
        <p:spPr>
          <a:xfrm>
            <a:off x="1940371" y="307211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33" name="tx133"/>
          <p:cNvSpPr/>
          <p:nvPr/>
        </p:nvSpPr>
        <p:spPr>
          <a:xfrm>
            <a:off x="1878215" y="290403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34" name="tx134"/>
          <p:cNvSpPr/>
          <p:nvPr/>
        </p:nvSpPr>
        <p:spPr>
          <a:xfrm>
            <a:off x="1878215" y="2735948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35" name="pl135"/>
          <p:cNvSpPr/>
          <p:nvPr/>
        </p:nvSpPr>
        <p:spPr>
          <a:xfrm>
            <a:off x="2030362" y="311380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6" name="pl136"/>
          <p:cNvSpPr/>
          <p:nvPr/>
        </p:nvSpPr>
        <p:spPr>
          <a:xfrm>
            <a:off x="2030362" y="294572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7" name="pl137"/>
          <p:cNvSpPr/>
          <p:nvPr/>
        </p:nvSpPr>
        <p:spPr>
          <a:xfrm>
            <a:off x="2030362" y="277764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l138"/>
          <p:cNvSpPr/>
          <p:nvPr/>
        </p:nvSpPr>
        <p:spPr>
          <a:xfrm>
            <a:off x="2136014" y="327481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l139"/>
          <p:cNvSpPr/>
          <p:nvPr/>
        </p:nvSpPr>
        <p:spPr>
          <a:xfrm>
            <a:off x="2608400" y="327481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3080785" y="327481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3553171" y="327481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tx142"/>
          <p:cNvSpPr/>
          <p:nvPr/>
        </p:nvSpPr>
        <p:spPr>
          <a:xfrm>
            <a:off x="2055250" y="3335751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-10</a:t>
            </a:r>
          </a:p>
        </p:txBody>
      </p:sp>
      <p:sp>
        <p:nvSpPr>
          <p:cNvPr id="143" name="tx143"/>
          <p:cNvSpPr/>
          <p:nvPr/>
        </p:nvSpPr>
        <p:spPr>
          <a:xfrm>
            <a:off x="2577322" y="3335751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4" name="tx144"/>
          <p:cNvSpPr/>
          <p:nvPr/>
        </p:nvSpPr>
        <p:spPr>
          <a:xfrm>
            <a:off x="3018630" y="333575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45" name="tx145"/>
          <p:cNvSpPr/>
          <p:nvPr/>
        </p:nvSpPr>
        <p:spPr>
          <a:xfrm>
            <a:off x="3491015" y="333575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46" name="tx146"/>
          <p:cNvSpPr/>
          <p:nvPr/>
        </p:nvSpPr>
        <p:spPr>
          <a:xfrm>
            <a:off x="2116761" y="3483195"/>
            <a:ext cx="1455663" cy="1033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Estimated time from A+</a:t>
            </a:r>
          </a:p>
        </p:txBody>
      </p:sp>
      <p:sp>
        <p:nvSpPr>
          <p:cNvPr id="148" name="rc148"/>
          <p:cNvSpPr/>
          <p:nvPr/>
        </p:nvSpPr>
        <p:spPr>
          <a:xfrm>
            <a:off x="3781425" y="2290194"/>
            <a:ext cx="2057400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9" name="rc149"/>
          <p:cNvSpPr/>
          <p:nvPr/>
        </p:nvSpPr>
        <p:spPr>
          <a:xfrm>
            <a:off x="4391092" y="2614094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" name="pl150"/>
          <p:cNvSpPr/>
          <p:nvPr/>
        </p:nvSpPr>
        <p:spPr>
          <a:xfrm>
            <a:off x="4391092" y="320876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1" name="pl151"/>
          <p:cNvSpPr/>
          <p:nvPr/>
        </p:nvSpPr>
        <p:spPr>
          <a:xfrm>
            <a:off x="4391092" y="303230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2" name="pl152"/>
          <p:cNvSpPr/>
          <p:nvPr/>
        </p:nvSpPr>
        <p:spPr>
          <a:xfrm>
            <a:off x="4391092" y="285584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4391092" y="267938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l154"/>
          <p:cNvSpPr/>
          <p:nvPr/>
        </p:nvSpPr>
        <p:spPr>
          <a:xfrm>
            <a:off x="4545312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4962123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l156"/>
          <p:cNvSpPr/>
          <p:nvPr/>
        </p:nvSpPr>
        <p:spPr>
          <a:xfrm>
            <a:off x="5378934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5795744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l158"/>
          <p:cNvSpPr/>
          <p:nvPr/>
        </p:nvSpPr>
        <p:spPr>
          <a:xfrm>
            <a:off x="4391092" y="312053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" name="pl159"/>
          <p:cNvSpPr/>
          <p:nvPr/>
        </p:nvSpPr>
        <p:spPr>
          <a:xfrm>
            <a:off x="4391092" y="294407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" name="pl160"/>
          <p:cNvSpPr/>
          <p:nvPr/>
        </p:nvSpPr>
        <p:spPr>
          <a:xfrm>
            <a:off x="4391092" y="276761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" name="pl161"/>
          <p:cNvSpPr/>
          <p:nvPr/>
        </p:nvSpPr>
        <p:spPr>
          <a:xfrm>
            <a:off x="4753718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" name="pl162"/>
          <p:cNvSpPr/>
          <p:nvPr/>
        </p:nvSpPr>
        <p:spPr>
          <a:xfrm>
            <a:off x="5170528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" name="pl163"/>
          <p:cNvSpPr/>
          <p:nvPr/>
        </p:nvSpPr>
        <p:spPr>
          <a:xfrm>
            <a:off x="5587339" y="2614094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4" name="pl164"/>
          <p:cNvSpPr/>
          <p:nvPr/>
        </p:nvSpPr>
        <p:spPr>
          <a:xfrm>
            <a:off x="4391092" y="2614094"/>
            <a:ext cx="1558872" cy="659961"/>
          </a:xfrm>
          <a:custGeom>
            <a:avLst/>
            <a:gdLst/>
            <a:ahLst/>
            <a:cxnLst/>
            <a:rect l="0" t="0" r="0" b="0"/>
            <a:pathLst>
              <a:path w="1558872" h="659961">
                <a:moveTo>
                  <a:pt x="0" y="659961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8" name="pt168"/>
          <p:cNvSpPr/>
          <p:nvPr/>
        </p:nvSpPr>
        <p:spPr>
          <a:xfrm>
            <a:off x="5099394" y="2919398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t169"/>
          <p:cNvSpPr/>
          <p:nvPr/>
        </p:nvSpPr>
        <p:spPr>
          <a:xfrm>
            <a:off x="4474340" y="3095587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0" name="pt170"/>
          <p:cNvSpPr/>
          <p:nvPr/>
        </p:nvSpPr>
        <p:spPr>
          <a:xfrm>
            <a:off x="4566214" y="3076890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1" name="pt171"/>
          <p:cNvSpPr/>
          <p:nvPr/>
        </p:nvSpPr>
        <p:spPr>
          <a:xfrm>
            <a:off x="5730942" y="2629336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2" name="pt172"/>
          <p:cNvSpPr/>
          <p:nvPr/>
        </p:nvSpPr>
        <p:spPr>
          <a:xfrm>
            <a:off x="4500209" y="3150975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t173"/>
          <p:cNvSpPr/>
          <p:nvPr/>
        </p:nvSpPr>
        <p:spPr>
          <a:xfrm>
            <a:off x="4705707" y="3143880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4" name="pt174"/>
          <p:cNvSpPr/>
          <p:nvPr/>
        </p:nvSpPr>
        <p:spPr>
          <a:xfrm>
            <a:off x="5194210" y="3037638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5" name="pt175"/>
          <p:cNvSpPr/>
          <p:nvPr/>
        </p:nvSpPr>
        <p:spPr>
          <a:xfrm>
            <a:off x="4726464" y="3055304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6" name="pt176"/>
          <p:cNvSpPr/>
          <p:nvPr/>
        </p:nvSpPr>
        <p:spPr>
          <a:xfrm>
            <a:off x="5245424" y="3029799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t177"/>
          <p:cNvSpPr/>
          <p:nvPr/>
        </p:nvSpPr>
        <p:spPr>
          <a:xfrm>
            <a:off x="4512906" y="3118578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pt178"/>
          <p:cNvSpPr/>
          <p:nvPr/>
        </p:nvSpPr>
        <p:spPr>
          <a:xfrm>
            <a:off x="4770022" y="3034679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9" name="pt179"/>
          <p:cNvSpPr/>
          <p:nvPr/>
        </p:nvSpPr>
        <p:spPr>
          <a:xfrm>
            <a:off x="4767800" y="3027256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" name="pt180"/>
          <p:cNvSpPr/>
          <p:nvPr/>
        </p:nvSpPr>
        <p:spPr>
          <a:xfrm>
            <a:off x="4715273" y="3107997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1" name="pt181"/>
          <p:cNvSpPr/>
          <p:nvPr/>
        </p:nvSpPr>
        <p:spPr>
          <a:xfrm>
            <a:off x="4931429" y="3102925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2" name="pt182"/>
          <p:cNvSpPr/>
          <p:nvPr/>
        </p:nvSpPr>
        <p:spPr>
          <a:xfrm>
            <a:off x="4627436" y="3086490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3" name="rc183"/>
          <p:cNvSpPr/>
          <p:nvPr/>
        </p:nvSpPr>
        <p:spPr>
          <a:xfrm>
            <a:off x="4391092" y="2614094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4" name="tx184"/>
          <p:cNvSpPr/>
          <p:nvPr/>
        </p:nvSpPr>
        <p:spPr>
          <a:xfrm>
            <a:off x="4204151" y="3078789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85" name="tx185"/>
          <p:cNvSpPr/>
          <p:nvPr/>
        </p:nvSpPr>
        <p:spPr>
          <a:xfrm>
            <a:off x="4204151" y="2902383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86" name="tx186"/>
          <p:cNvSpPr/>
          <p:nvPr/>
        </p:nvSpPr>
        <p:spPr>
          <a:xfrm>
            <a:off x="4204151" y="2725923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87" name="pl187"/>
          <p:cNvSpPr/>
          <p:nvPr/>
        </p:nvSpPr>
        <p:spPr>
          <a:xfrm>
            <a:off x="4356298" y="312053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8" name="pl188"/>
          <p:cNvSpPr/>
          <p:nvPr/>
        </p:nvSpPr>
        <p:spPr>
          <a:xfrm>
            <a:off x="4356298" y="294407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9" name="pl189"/>
          <p:cNvSpPr/>
          <p:nvPr/>
        </p:nvSpPr>
        <p:spPr>
          <a:xfrm>
            <a:off x="4356298" y="276761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0" name="pl190"/>
          <p:cNvSpPr/>
          <p:nvPr/>
        </p:nvSpPr>
        <p:spPr>
          <a:xfrm>
            <a:off x="4753718" y="327405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1" name="pl191"/>
          <p:cNvSpPr/>
          <p:nvPr/>
        </p:nvSpPr>
        <p:spPr>
          <a:xfrm>
            <a:off x="5170528" y="327405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2" name="pl192"/>
          <p:cNvSpPr/>
          <p:nvPr/>
        </p:nvSpPr>
        <p:spPr>
          <a:xfrm>
            <a:off x="5587339" y="327405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3" name="tx193"/>
          <p:cNvSpPr/>
          <p:nvPr/>
        </p:nvSpPr>
        <p:spPr>
          <a:xfrm>
            <a:off x="4691562" y="3334940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94" name="tx194"/>
          <p:cNvSpPr/>
          <p:nvPr/>
        </p:nvSpPr>
        <p:spPr>
          <a:xfrm>
            <a:off x="5108373" y="3334994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95" name="tx195"/>
          <p:cNvSpPr/>
          <p:nvPr/>
        </p:nvSpPr>
        <p:spPr>
          <a:xfrm>
            <a:off x="5525184" y="3334994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96" name="tx196"/>
          <p:cNvSpPr/>
          <p:nvPr/>
        </p:nvSpPr>
        <p:spPr>
          <a:xfrm>
            <a:off x="4273631" y="3454607"/>
            <a:ext cx="1793794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Observed Age at Conversion</a:t>
            </a:r>
          </a:p>
        </p:txBody>
      </p:sp>
      <p:sp>
        <p:nvSpPr>
          <p:cNvPr id="197" name="tx197"/>
          <p:cNvSpPr/>
          <p:nvPr/>
        </p:nvSpPr>
        <p:spPr>
          <a:xfrm rot="16200000">
            <a:off x="3177035" y="2879415"/>
            <a:ext cx="1778310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Predicted Age</a:t>
            </a:r>
            <a:endParaRPr lang="en-US" sz="11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at Conversion</a:t>
            </a:r>
          </a:p>
        </p:txBody>
      </p:sp>
      <p:sp>
        <p:nvSpPr>
          <p:cNvPr id="198" name="rc198"/>
          <p:cNvSpPr/>
          <p:nvPr/>
        </p:nvSpPr>
        <p:spPr>
          <a:xfrm>
            <a:off x="1647825" y="4192973"/>
            <a:ext cx="2057399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rc199"/>
          <p:cNvSpPr/>
          <p:nvPr/>
        </p:nvSpPr>
        <p:spPr>
          <a:xfrm>
            <a:off x="2076763" y="42625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" name="pl200"/>
          <p:cNvSpPr/>
          <p:nvPr/>
        </p:nvSpPr>
        <p:spPr>
          <a:xfrm>
            <a:off x="2076763" y="4885897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1" name="pl201"/>
          <p:cNvSpPr/>
          <p:nvPr/>
        </p:nvSpPr>
        <p:spPr>
          <a:xfrm>
            <a:off x="2076763" y="4654386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2" name="pl202"/>
          <p:cNvSpPr/>
          <p:nvPr/>
        </p:nvSpPr>
        <p:spPr>
          <a:xfrm>
            <a:off x="2076763" y="4422876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3" name="pl203"/>
          <p:cNvSpPr/>
          <p:nvPr/>
        </p:nvSpPr>
        <p:spPr>
          <a:xfrm>
            <a:off x="2383814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4" name="pl204"/>
          <p:cNvSpPr/>
          <p:nvPr/>
        </p:nvSpPr>
        <p:spPr>
          <a:xfrm>
            <a:off x="2856199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5" name="pl205"/>
          <p:cNvSpPr/>
          <p:nvPr/>
        </p:nvSpPr>
        <p:spPr>
          <a:xfrm>
            <a:off x="3328585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6" name="pl206"/>
          <p:cNvSpPr/>
          <p:nvPr/>
        </p:nvSpPr>
        <p:spPr>
          <a:xfrm>
            <a:off x="2076763" y="477014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7" name="pl207"/>
          <p:cNvSpPr/>
          <p:nvPr/>
        </p:nvSpPr>
        <p:spPr>
          <a:xfrm>
            <a:off x="2076763" y="453863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8" name="pl208"/>
          <p:cNvSpPr/>
          <p:nvPr/>
        </p:nvSpPr>
        <p:spPr>
          <a:xfrm>
            <a:off x="2076763" y="430712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9" name="pl209"/>
          <p:cNvSpPr/>
          <p:nvPr/>
        </p:nvSpPr>
        <p:spPr>
          <a:xfrm>
            <a:off x="2147621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0" name="pl210"/>
          <p:cNvSpPr/>
          <p:nvPr/>
        </p:nvSpPr>
        <p:spPr>
          <a:xfrm>
            <a:off x="2620007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1" name="pl211"/>
          <p:cNvSpPr/>
          <p:nvPr/>
        </p:nvSpPr>
        <p:spPr>
          <a:xfrm>
            <a:off x="3092392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2" name="pl212"/>
          <p:cNvSpPr/>
          <p:nvPr/>
        </p:nvSpPr>
        <p:spPr>
          <a:xfrm>
            <a:off x="3564778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4" name="pg214"/>
          <p:cNvSpPr/>
          <p:nvPr/>
        </p:nvSpPr>
        <p:spPr>
          <a:xfrm>
            <a:off x="2740152" y="4276294"/>
            <a:ext cx="826674" cy="599964"/>
          </a:xfrm>
          <a:custGeom>
            <a:avLst/>
            <a:gdLst/>
            <a:ahLst/>
            <a:cxnLst/>
            <a:rect l="0" t="0" r="0" b="0"/>
            <a:pathLst>
              <a:path w="826674" h="599964">
                <a:moveTo>
                  <a:pt x="0" y="278552"/>
                </a:moveTo>
                <a:lnTo>
                  <a:pt x="23619" y="277877"/>
                </a:lnTo>
                <a:lnTo>
                  <a:pt x="47238" y="277914"/>
                </a:lnTo>
                <a:lnTo>
                  <a:pt x="70857" y="278593"/>
                </a:lnTo>
                <a:lnTo>
                  <a:pt x="94477" y="271108"/>
                </a:lnTo>
                <a:lnTo>
                  <a:pt x="118096" y="262272"/>
                </a:lnTo>
                <a:lnTo>
                  <a:pt x="141715" y="259023"/>
                </a:lnTo>
                <a:lnTo>
                  <a:pt x="165334" y="257447"/>
                </a:lnTo>
                <a:lnTo>
                  <a:pt x="188954" y="249112"/>
                </a:lnTo>
                <a:lnTo>
                  <a:pt x="212573" y="239516"/>
                </a:lnTo>
                <a:lnTo>
                  <a:pt x="236192" y="230761"/>
                </a:lnTo>
                <a:lnTo>
                  <a:pt x="259812" y="226449"/>
                </a:lnTo>
                <a:lnTo>
                  <a:pt x="283431" y="218296"/>
                </a:lnTo>
                <a:lnTo>
                  <a:pt x="307050" y="211223"/>
                </a:lnTo>
                <a:lnTo>
                  <a:pt x="330669" y="202455"/>
                </a:lnTo>
                <a:lnTo>
                  <a:pt x="354289" y="194228"/>
                </a:lnTo>
                <a:lnTo>
                  <a:pt x="377908" y="186595"/>
                </a:lnTo>
                <a:lnTo>
                  <a:pt x="401527" y="179427"/>
                </a:lnTo>
                <a:lnTo>
                  <a:pt x="425146" y="170719"/>
                </a:lnTo>
                <a:lnTo>
                  <a:pt x="448766" y="163244"/>
                </a:lnTo>
                <a:lnTo>
                  <a:pt x="472385" y="152886"/>
                </a:lnTo>
                <a:lnTo>
                  <a:pt x="496004" y="139738"/>
                </a:lnTo>
                <a:lnTo>
                  <a:pt x="519624" y="135621"/>
                </a:lnTo>
                <a:lnTo>
                  <a:pt x="543243" y="126917"/>
                </a:lnTo>
                <a:lnTo>
                  <a:pt x="566862" y="117435"/>
                </a:lnTo>
                <a:lnTo>
                  <a:pt x="590481" y="111681"/>
                </a:lnTo>
                <a:lnTo>
                  <a:pt x="614101" y="101979"/>
                </a:lnTo>
                <a:lnTo>
                  <a:pt x="637720" y="89275"/>
                </a:lnTo>
                <a:lnTo>
                  <a:pt x="661339" y="77615"/>
                </a:lnTo>
                <a:lnTo>
                  <a:pt x="684958" y="64752"/>
                </a:lnTo>
                <a:lnTo>
                  <a:pt x="708578" y="52949"/>
                </a:lnTo>
                <a:lnTo>
                  <a:pt x="732197" y="42680"/>
                </a:lnTo>
                <a:lnTo>
                  <a:pt x="755816" y="32123"/>
                </a:lnTo>
                <a:lnTo>
                  <a:pt x="779436" y="19283"/>
                </a:lnTo>
                <a:lnTo>
                  <a:pt x="803055" y="13086"/>
                </a:lnTo>
                <a:lnTo>
                  <a:pt x="826674" y="0"/>
                </a:lnTo>
                <a:lnTo>
                  <a:pt x="826674" y="496854"/>
                </a:lnTo>
                <a:lnTo>
                  <a:pt x="803055" y="496716"/>
                </a:lnTo>
                <a:lnTo>
                  <a:pt x="779436" y="492762"/>
                </a:lnTo>
                <a:lnTo>
                  <a:pt x="755816" y="496892"/>
                </a:lnTo>
                <a:lnTo>
                  <a:pt x="732197" y="498318"/>
                </a:lnTo>
                <a:lnTo>
                  <a:pt x="708578" y="502877"/>
                </a:lnTo>
                <a:lnTo>
                  <a:pt x="684958" y="504379"/>
                </a:lnTo>
                <a:lnTo>
                  <a:pt x="661339" y="509036"/>
                </a:lnTo>
                <a:lnTo>
                  <a:pt x="637720" y="510021"/>
                </a:lnTo>
                <a:lnTo>
                  <a:pt x="614101" y="514031"/>
                </a:lnTo>
                <a:lnTo>
                  <a:pt x="590481" y="515316"/>
                </a:lnTo>
                <a:lnTo>
                  <a:pt x="566862" y="518159"/>
                </a:lnTo>
                <a:lnTo>
                  <a:pt x="543243" y="521354"/>
                </a:lnTo>
                <a:lnTo>
                  <a:pt x="519624" y="524636"/>
                </a:lnTo>
                <a:lnTo>
                  <a:pt x="496004" y="527057"/>
                </a:lnTo>
                <a:lnTo>
                  <a:pt x="472385" y="529597"/>
                </a:lnTo>
                <a:lnTo>
                  <a:pt x="448766" y="530997"/>
                </a:lnTo>
                <a:lnTo>
                  <a:pt x="425146" y="534343"/>
                </a:lnTo>
                <a:lnTo>
                  <a:pt x="401527" y="541360"/>
                </a:lnTo>
                <a:lnTo>
                  <a:pt x="377908" y="546877"/>
                </a:lnTo>
                <a:lnTo>
                  <a:pt x="354289" y="552760"/>
                </a:lnTo>
                <a:lnTo>
                  <a:pt x="330669" y="556534"/>
                </a:lnTo>
                <a:lnTo>
                  <a:pt x="307050" y="558829"/>
                </a:lnTo>
                <a:lnTo>
                  <a:pt x="283431" y="563151"/>
                </a:lnTo>
                <a:lnTo>
                  <a:pt x="259812" y="565402"/>
                </a:lnTo>
                <a:lnTo>
                  <a:pt x="236192" y="568660"/>
                </a:lnTo>
                <a:lnTo>
                  <a:pt x="212573" y="569470"/>
                </a:lnTo>
                <a:lnTo>
                  <a:pt x="188954" y="569450"/>
                </a:lnTo>
                <a:lnTo>
                  <a:pt x="165334" y="570893"/>
                </a:lnTo>
                <a:lnTo>
                  <a:pt x="141715" y="576737"/>
                </a:lnTo>
                <a:lnTo>
                  <a:pt x="118096" y="581593"/>
                </a:lnTo>
                <a:lnTo>
                  <a:pt x="94477" y="580418"/>
                </a:lnTo>
                <a:lnTo>
                  <a:pt x="70857" y="581399"/>
                </a:lnTo>
                <a:lnTo>
                  <a:pt x="47238" y="588304"/>
                </a:lnTo>
                <a:lnTo>
                  <a:pt x="23619" y="594041"/>
                </a:lnTo>
                <a:lnTo>
                  <a:pt x="0" y="599964"/>
                </a:lnTo>
                <a:close/>
              </a:path>
            </a:pathLst>
          </a:custGeom>
          <a:solidFill>
            <a:srgbClr val="FEF1F0"/>
          </a:solidFill>
        </p:spPr>
        <p:txBody>
          <a:bodyPr/>
          <a:lstStyle/>
          <a:p>
            <a:endParaRPr/>
          </a:p>
        </p:txBody>
      </p:sp>
      <p:sp>
        <p:nvSpPr>
          <p:cNvPr id="215" name="pl215"/>
          <p:cNvSpPr/>
          <p:nvPr/>
        </p:nvSpPr>
        <p:spPr>
          <a:xfrm>
            <a:off x="2738103" y="4292560"/>
            <a:ext cx="826674" cy="278593"/>
          </a:xfrm>
          <a:custGeom>
            <a:avLst/>
            <a:gdLst/>
            <a:ahLst/>
            <a:cxnLst/>
            <a:rect l="0" t="0" r="0" b="0"/>
            <a:pathLst>
              <a:path w="826674" h="278593">
                <a:moveTo>
                  <a:pt x="0" y="278552"/>
                </a:moveTo>
                <a:lnTo>
                  <a:pt x="23619" y="277877"/>
                </a:lnTo>
                <a:lnTo>
                  <a:pt x="47238" y="277914"/>
                </a:lnTo>
                <a:lnTo>
                  <a:pt x="70857" y="278593"/>
                </a:lnTo>
                <a:lnTo>
                  <a:pt x="94477" y="271108"/>
                </a:lnTo>
                <a:lnTo>
                  <a:pt x="118096" y="262272"/>
                </a:lnTo>
                <a:lnTo>
                  <a:pt x="141715" y="259023"/>
                </a:lnTo>
                <a:lnTo>
                  <a:pt x="165334" y="257447"/>
                </a:lnTo>
                <a:lnTo>
                  <a:pt x="188954" y="249112"/>
                </a:lnTo>
                <a:lnTo>
                  <a:pt x="212573" y="239516"/>
                </a:lnTo>
                <a:lnTo>
                  <a:pt x="236192" y="230761"/>
                </a:lnTo>
                <a:lnTo>
                  <a:pt x="259812" y="226449"/>
                </a:lnTo>
                <a:lnTo>
                  <a:pt x="283431" y="218296"/>
                </a:lnTo>
                <a:lnTo>
                  <a:pt x="307050" y="211223"/>
                </a:lnTo>
                <a:lnTo>
                  <a:pt x="330669" y="202455"/>
                </a:lnTo>
                <a:lnTo>
                  <a:pt x="354289" y="194228"/>
                </a:lnTo>
                <a:lnTo>
                  <a:pt x="377908" y="186595"/>
                </a:lnTo>
                <a:lnTo>
                  <a:pt x="401527" y="179427"/>
                </a:lnTo>
                <a:lnTo>
                  <a:pt x="425146" y="170719"/>
                </a:lnTo>
                <a:lnTo>
                  <a:pt x="448766" y="163244"/>
                </a:lnTo>
                <a:lnTo>
                  <a:pt x="472385" y="152886"/>
                </a:lnTo>
                <a:lnTo>
                  <a:pt x="496004" y="139738"/>
                </a:lnTo>
                <a:lnTo>
                  <a:pt x="519624" y="135621"/>
                </a:lnTo>
                <a:lnTo>
                  <a:pt x="543243" y="126917"/>
                </a:lnTo>
                <a:lnTo>
                  <a:pt x="566862" y="117435"/>
                </a:lnTo>
                <a:lnTo>
                  <a:pt x="590481" y="111681"/>
                </a:lnTo>
                <a:lnTo>
                  <a:pt x="614101" y="101979"/>
                </a:lnTo>
                <a:lnTo>
                  <a:pt x="637720" y="89275"/>
                </a:lnTo>
                <a:lnTo>
                  <a:pt x="661339" y="77615"/>
                </a:lnTo>
                <a:lnTo>
                  <a:pt x="684958" y="64752"/>
                </a:lnTo>
                <a:lnTo>
                  <a:pt x="708578" y="52949"/>
                </a:lnTo>
                <a:lnTo>
                  <a:pt x="732197" y="42680"/>
                </a:lnTo>
                <a:lnTo>
                  <a:pt x="755816" y="32123"/>
                </a:lnTo>
                <a:lnTo>
                  <a:pt x="779436" y="19283"/>
                </a:lnTo>
                <a:lnTo>
                  <a:pt x="803055" y="13086"/>
                </a:lnTo>
                <a:lnTo>
                  <a:pt x="826674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6" name="pl216"/>
          <p:cNvSpPr/>
          <p:nvPr/>
        </p:nvSpPr>
        <p:spPr>
          <a:xfrm>
            <a:off x="2738103" y="4785322"/>
            <a:ext cx="826674" cy="107202"/>
          </a:xfrm>
          <a:custGeom>
            <a:avLst/>
            <a:gdLst/>
            <a:ahLst/>
            <a:cxnLst/>
            <a:rect l="0" t="0" r="0" b="0"/>
            <a:pathLst>
              <a:path w="826674" h="107202">
                <a:moveTo>
                  <a:pt x="826674" y="4091"/>
                </a:moveTo>
                <a:lnTo>
                  <a:pt x="803055" y="3954"/>
                </a:lnTo>
                <a:lnTo>
                  <a:pt x="779436" y="0"/>
                </a:lnTo>
                <a:lnTo>
                  <a:pt x="755816" y="4129"/>
                </a:lnTo>
                <a:lnTo>
                  <a:pt x="732197" y="5555"/>
                </a:lnTo>
                <a:lnTo>
                  <a:pt x="708578" y="10114"/>
                </a:lnTo>
                <a:lnTo>
                  <a:pt x="684958" y="11616"/>
                </a:lnTo>
                <a:lnTo>
                  <a:pt x="661339" y="16273"/>
                </a:lnTo>
                <a:lnTo>
                  <a:pt x="637720" y="17258"/>
                </a:lnTo>
                <a:lnTo>
                  <a:pt x="614101" y="21269"/>
                </a:lnTo>
                <a:lnTo>
                  <a:pt x="590481" y="22554"/>
                </a:lnTo>
                <a:lnTo>
                  <a:pt x="566862" y="25396"/>
                </a:lnTo>
                <a:lnTo>
                  <a:pt x="543243" y="28591"/>
                </a:lnTo>
                <a:lnTo>
                  <a:pt x="519624" y="31873"/>
                </a:lnTo>
                <a:lnTo>
                  <a:pt x="496004" y="34294"/>
                </a:lnTo>
                <a:lnTo>
                  <a:pt x="472385" y="36834"/>
                </a:lnTo>
                <a:lnTo>
                  <a:pt x="448766" y="38234"/>
                </a:lnTo>
                <a:lnTo>
                  <a:pt x="425146" y="41580"/>
                </a:lnTo>
                <a:lnTo>
                  <a:pt x="401527" y="48598"/>
                </a:lnTo>
                <a:lnTo>
                  <a:pt x="377908" y="54115"/>
                </a:lnTo>
                <a:lnTo>
                  <a:pt x="354289" y="59998"/>
                </a:lnTo>
                <a:lnTo>
                  <a:pt x="330669" y="63772"/>
                </a:lnTo>
                <a:lnTo>
                  <a:pt x="307050" y="66067"/>
                </a:lnTo>
                <a:lnTo>
                  <a:pt x="283431" y="70389"/>
                </a:lnTo>
                <a:lnTo>
                  <a:pt x="259812" y="72639"/>
                </a:lnTo>
                <a:lnTo>
                  <a:pt x="236192" y="75898"/>
                </a:lnTo>
                <a:lnTo>
                  <a:pt x="212573" y="76707"/>
                </a:lnTo>
                <a:lnTo>
                  <a:pt x="188954" y="76687"/>
                </a:lnTo>
                <a:lnTo>
                  <a:pt x="165334" y="78130"/>
                </a:lnTo>
                <a:lnTo>
                  <a:pt x="141715" y="83974"/>
                </a:lnTo>
                <a:lnTo>
                  <a:pt x="118096" y="88831"/>
                </a:lnTo>
                <a:lnTo>
                  <a:pt x="94477" y="87655"/>
                </a:lnTo>
                <a:lnTo>
                  <a:pt x="70857" y="88636"/>
                </a:lnTo>
                <a:lnTo>
                  <a:pt x="47238" y="95541"/>
                </a:lnTo>
                <a:lnTo>
                  <a:pt x="23619" y="101279"/>
                </a:lnTo>
                <a:lnTo>
                  <a:pt x="0" y="107202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7" name="rc217"/>
          <p:cNvSpPr/>
          <p:nvPr/>
        </p:nvSpPr>
        <p:spPr>
          <a:xfrm>
            <a:off x="2076763" y="42625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8" name="tx218"/>
          <p:cNvSpPr/>
          <p:nvPr/>
        </p:nvSpPr>
        <p:spPr>
          <a:xfrm>
            <a:off x="1951978" y="4728450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19" name="tx219"/>
          <p:cNvSpPr/>
          <p:nvPr/>
        </p:nvSpPr>
        <p:spPr>
          <a:xfrm>
            <a:off x="1889822" y="4496940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20" name="tx220"/>
          <p:cNvSpPr/>
          <p:nvPr/>
        </p:nvSpPr>
        <p:spPr>
          <a:xfrm>
            <a:off x="1889822" y="4265429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221" name="pl221"/>
          <p:cNvSpPr/>
          <p:nvPr/>
        </p:nvSpPr>
        <p:spPr>
          <a:xfrm>
            <a:off x="2041969" y="477014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2" name="pl222"/>
          <p:cNvSpPr/>
          <p:nvPr/>
        </p:nvSpPr>
        <p:spPr>
          <a:xfrm>
            <a:off x="2041969" y="453863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3" name="pl223"/>
          <p:cNvSpPr/>
          <p:nvPr/>
        </p:nvSpPr>
        <p:spPr>
          <a:xfrm>
            <a:off x="2041969" y="430712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4" name="pl224"/>
          <p:cNvSpPr/>
          <p:nvPr/>
        </p:nvSpPr>
        <p:spPr>
          <a:xfrm>
            <a:off x="2147621" y="49225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5" name="pl225"/>
          <p:cNvSpPr/>
          <p:nvPr/>
        </p:nvSpPr>
        <p:spPr>
          <a:xfrm>
            <a:off x="2620007" y="49225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6" name="pl226"/>
          <p:cNvSpPr/>
          <p:nvPr/>
        </p:nvSpPr>
        <p:spPr>
          <a:xfrm>
            <a:off x="3092392" y="49225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7" name="pl227"/>
          <p:cNvSpPr/>
          <p:nvPr/>
        </p:nvSpPr>
        <p:spPr>
          <a:xfrm>
            <a:off x="3555531" y="493347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8" name="tx228"/>
          <p:cNvSpPr/>
          <p:nvPr/>
        </p:nvSpPr>
        <p:spPr>
          <a:xfrm>
            <a:off x="2066857" y="4983461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-10</a:t>
            </a:r>
          </a:p>
        </p:txBody>
      </p:sp>
      <p:sp>
        <p:nvSpPr>
          <p:cNvPr id="229" name="tx229"/>
          <p:cNvSpPr/>
          <p:nvPr/>
        </p:nvSpPr>
        <p:spPr>
          <a:xfrm>
            <a:off x="2588929" y="4983461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30" name="tx230"/>
          <p:cNvSpPr/>
          <p:nvPr/>
        </p:nvSpPr>
        <p:spPr>
          <a:xfrm>
            <a:off x="3030237" y="49834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31" name="tx231"/>
          <p:cNvSpPr/>
          <p:nvPr/>
        </p:nvSpPr>
        <p:spPr>
          <a:xfrm>
            <a:off x="3493375" y="4994413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232" name="tx232"/>
          <p:cNvSpPr/>
          <p:nvPr/>
        </p:nvSpPr>
        <p:spPr>
          <a:xfrm>
            <a:off x="2128368" y="5130905"/>
            <a:ext cx="1455663" cy="1033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Estimated time from A+</a:t>
            </a:r>
          </a:p>
        </p:txBody>
      </p:sp>
      <p:sp>
        <p:nvSpPr>
          <p:cNvPr id="233" name="tx233"/>
          <p:cNvSpPr/>
          <p:nvPr/>
        </p:nvSpPr>
        <p:spPr>
          <a:xfrm rot="16200000">
            <a:off x="932069" y="4562778"/>
            <a:ext cx="1715895" cy="1281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234" name="rc234"/>
          <p:cNvSpPr/>
          <p:nvPr/>
        </p:nvSpPr>
        <p:spPr>
          <a:xfrm>
            <a:off x="3962154" y="4192973"/>
            <a:ext cx="2057400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" name="rc235"/>
          <p:cNvSpPr/>
          <p:nvPr/>
        </p:nvSpPr>
        <p:spPr>
          <a:xfrm>
            <a:off x="4391092" y="42625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6" name="pl236"/>
          <p:cNvSpPr/>
          <p:nvPr/>
        </p:nvSpPr>
        <p:spPr>
          <a:xfrm>
            <a:off x="4391092" y="485723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7" name="pl237"/>
          <p:cNvSpPr/>
          <p:nvPr/>
        </p:nvSpPr>
        <p:spPr>
          <a:xfrm>
            <a:off x="4391092" y="468077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" name="pl238"/>
          <p:cNvSpPr/>
          <p:nvPr/>
        </p:nvSpPr>
        <p:spPr>
          <a:xfrm>
            <a:off x="4391092" y="450431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" name="pl239"/>
          <p:cNvSpPr/>
          <p:nvPr/>
        </p:nvSpPr>
        <p:spPr>
          <a:xfrm>
            <a:off x="4391092" y="432785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" name="pl240"/>
          <p:cNvSpPr/>
          <p:nvPr/>
        </p:nvSpPr>
        <p:spPr>
          <a:xfrm>
            <a:off x="4545312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1" name="pl241"/>
          <p:cNvSpPr/>
          <p:nvPr/>
        </p:nvSpPr>
        <p:spPr>
          <a:xfrm>
            <a:off x="4962123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2" name="pl242"/>
          <p:cNvSpPr/>
          <p:nvPr/>
        </p:nvSpPr>
        <p:spPr>
          <a:xfrm>
            <a:off x="5378934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3" name="pl243"/>
          <p:cNvSpPr/>
          <p:nvPr/>
        </p:nvSpPr>
        <p:spPr>
          <a:xfrm>
            <a:off x="5795744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4" name="pl244"/>
          <p:cNvSpPr/>
          <p:nvPr/>
        </p:nvSpPr>
        <p:spPr>
          <a:xfrm>
            <a:off x="4391092" y="476900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5" name="pl245"/>
          <p:cNvSpPr/>
          <p:nvPr/>
        </p:nvSpPr>
        <p:spPr>
          <a:xfrm>
            <a:off x="4391092" y="459254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6" name="pl246"/>
          <p:cNvSpPr/>
          <p:nvPr/>
        </p:nvSpPr>
        <p:spPr>
          <a:xfrm>
            <a:off x="4391092" y="441608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7" name="pl247"/>
          <p:cNvSpPr/>
          <p:nvPr/>
        </p:nvSpPr>
        <p:spPr>
          <a:xfrm>
            <a:off x="4753718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8" name="pl248"/>
          <p:cNvSpPr/>
          <p:nvPr/>
        </p:nvSpPr>
        <p:spPr>
          <a:xfrm>
            <a:off x="5170528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9" name="pl249"/>
          <p:cNvSpPr/>
          <p:nvPr/>
        </p:nvSpPr>
        <p:spPr>
          <a:xfrm>
            <a:off x="5587339" y="42625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0" name="pl250"/>
          <p:cNvSpPr/>
          <p:nvPr/>
        </p:nvSpPr>
        <p:spPr>
          <a:xfrm>
            <a:off x="4391092" y="4262562"/>
            <a:ext cx="1558872" cy="659961"/>
          </a:xfrm>
          <a:custGeom>
            <a:avLst/>
            <a:gdLst/>
            <a:ahLst/>
            <a:cxnLst/>
            <a:rect l="0" t="0" r="0" b="0"/>
            <a:pathLst>
              <a:path w="1558872" h="659961">
                <a:moveTo>
                  <a:pt x="0" y="659961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4" name="pt254"/>
          <p:cNvSpPr/>
          <p:nvPr/>
        </p:nvSpPr>
        <p:spPr>
          <a:xfrm>
            <a:off x="4596376" y="475288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5" name="pt255"/>
          <p:cNvSpPr/>
          <p:nvPr/>
        </p:nvSpPr>
        <p:spPr>
          <a:xfrm>
            <a:off x="5099394" y="4550820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6" name="pt256"/>
          <p:cNvSpPr/>
          <p:nvPr/>
        </p:nvSpPr>
        <p:spPr>
          <a:xfrm>
            <a:off x="4741441" y="477562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7" name="pt257"/>
          <p:cNvSpPr/>
          <p:nvPr/>
        </p:nvSpPr>
        <p:spPr>
          <a:xfrm>
            <a:off x="5599572" y="447684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8" name="pt258"/>
          <p:cNvSpPr/>
          <p:nvPr/>
        </p:nvSpPr>
        <p:spPr>
          <a:xfrm>
            <a:off x="5296489" y="4779405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9" name="pt259"/>
          <p:cNvSpPr/>
          <p:nvPr/>
        </p:nvSpPr>
        <p:spPr>
          <a:xfrm>
            <a:off x="5641697" y="464760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0" name="pt260"/>
          <p:cNvSpPr/>
          <p:nvPr/>
        </p:nvSpPr>
        <p:spPr>
          <a:xfrm>
            <a:off x="5373514" y="4526625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1" name="pt261"/>
          <p:cNvSpPr/>
          <p:nvPr/>
        </p:nvSpPr>
        <p:spPr>
          <a:xfrm>
            <a:off x="5445466" y="438397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2" name="pt262"/>
          <p:cNvSpPr/>
          <p:nvPr/>
        </p:nvSpPr>
        <p:spPr>
          <a:xfrm>
            <a:off x="4447086" y="483223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3" name="pt263"/>
          <p:cNvSpPr/>
          <p:nvPr/>
        </p:nvSpPr>
        <p:spPr>
          <a:xfrm>
            <a:off x="5111341" y="480004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4" name="pt264"/>
          <p:cNvSpPr/>
          <p:nvPr/>
        </p:nvSpPr>
        <p:spPr>
          <a:xfrm>
            <a:off x="5409963" y="436960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5" name="pt265"/>
          <p:cNvSpPr/>
          <p:nvPr/>
        </p:nvSpPr>
        <p:spPr>
          <a:xfrm>
            <a:off x="4759911" y="4604714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6" name="pt266"/>
          <p:cNvSpPr/>
          <p:nvPr/>
        </p:nvSpPr>
        <p:spPr>
          <a:xfrm>
            <a:off x="5801744" y="444921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7" name="pt267"/>
          <p:cNvSpPr/>
          <p:nvPr/>
        </p:nvSpPr>
        <p:spPr>
          <a:xfrm>
            <a:off x="5075311" y="468802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8" name="pt268"/>
          <p:cNvSpPr/>
          <p:nvPr/>
        </p:nvSpPr>
        <p:spPr>
          <a:xfrm>
            <a:off x="5598340" y="438868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9" name="pt269"/>
          <p:cNvSpPr/>
          <p:nvPr/>
        </p:nvSpPr>
        <p:spPr>
          <a:xfrm>
            <a:off x="5069659" y="479049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0" name="pt270"/>
          <p:cNvSpPr/>
          <p:nvPr/>
        </p:nvSpPr>
        <p:spPr>
          <a:xfrm>
            <a:off x="5142672" y="481425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1" name="pt271"/>
          <p:cNvSpPr/>
          <p:nvPr/>
        </p:nvSpPr>
        <p:spPr>
          <a:xfrm>
            <a:off x="5141366" y="4678455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2" name="pt272"/>
          <p:cNvSpPr/>
          <p:nvPr/>
        </p:nvSpPr>
        <p:spPr>
          <a:xfrm>
            <a:off x="4607111" y="481323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3" name="pt273"/>
          <p:cNvSpPr/>
          <p:nvPr/>
        </p:nvSpPr>
        <p:spPr>
          <a:xfrm>
            <a:off x="4967682" y="459622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4" name="pt274"/>
          <p:cNvSpPr/>
          <p:nvPr/>
        </p:nvSpPr>
        <p:spPr>
          <a:xfrm>
            <a:off x="4942614" y="473910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5" name="pt275"/>
          <p:cNvSpPr/>
          <p:nvPr/>
        </p:nvSpPr>
        <p:spPr>
          <a:xfrm>
            <a:off x="4897507" y="476912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6" name="pt276"/>
          <p:cNvSpPr/>
          <p:nvPr/>
        </p:nvSpPr>
        <p:spPr>
          <a:xfrm>
            <a:off x="4926464" y="4684444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7" name="pt277"/>
          <p:cNvSpPr/>
          <p:nvPr/>
        </p:nvSpPr>
        <p:spPr>
          <a:xfrm>
            <a:off x="4795588" y="467694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8" name="pt278"/>
          <p:cNvSpPr/>
          <p:nvPr/>
        </p:nvSpPr>
        <p:spPr>
          <a:xfrm>
            <a:off x="5649093" y="4528550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9" name="pt279"/>
          <p:cNvSpPr/>
          <p:nvPr/>
        </p:nvSpPr>
        <p:spPr>
          <a:xfrm>
            <a:off x="4631028" y="467777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0" name="pt280"/>
          <p:cNvSpPr/>
          <p:nvPr/>
        </p:nvSpPr>
        <p:spPr>
          <a:xfrm>
            <a:off x="5845310" y="438323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1" name="pt281"/>
          <p:cNvSpPr/>
          <p:nvPr/>
        </p:nvSpPr>
        <p:spPr>
          <a:xfrm>
            <a:off x="5766153" y="440966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2" name="pt282"/>
          <p:cNvSpPr/>
          <p:nvPr/>
        </p:nvSpPr>
        <p:spPr>
          <a:xfrm>
            <a:off x="4964499" y="455198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3" name="pt283"/>
          <p:cNvSpPr/>
          <p:nvPr/>
        </p:nvSpPr>
        <p:spPr>
          <a:xfrm>
            <a:off x="4915882" y="4718407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4" name="pt284"/>
          <p:cNvSpPr/>
          <p:nvPr/>
        </p:nvSpPr>
        <p:spPr>
          <a:xfrm>
            <a:off x="5838067" y="432239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5" name="pt285"/>
          <p:cNvSpPr/>
          <p:nvPr/>
        </p:nvSpPr>
        <p:spPr>
          <a:xfrm>
            <a:off x="5592017" y="4428624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6" name="pt286"/>
          <p:cNvSpPr/>
          <p:nvPr/>
        </p:nvSpPr>
        <p:spPr>
          <a:xfrm>
            <a:off x="5314284" y="449213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7" name="pt287"/>
          <p:cNvSpPr/>
          <p:nvPr/>
        </p:nvSpPr>
        <p:spPr>
          <a:xfrm>
            <a:off x="4532810" y="475710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8" name="pt288"/>
          <p:cNvSpPr/>
          <p:nvPr/>
        </p:nvSpPr>
        <p:spPr>
          <a:xfrm>
            <a:off x="4763916" y="464233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9" name="pt289"/>
          <p:cNvSpPr/>
          <p:nvPr/>
        </p:nvSpPr>
        <p:spPr>
          <a:xfrm>
            <a:off x="4546960" y="477914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0" name="pt290"/>
          <p:cNvSpPr/>
          <p:nvPr/>
        </p:nvSpPr>
        <p:spPr>
          <a:xfrm>
            <a:off x="5607322" y="4458558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1" name="pt291"/>
          <p:cNvSpPr/>
          <p:nvPr/>
        </p:nvSpPr>
        <p:spPr>
          <a:xfrm>
            <a:off x="5047947" y="466010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t292"/>
          <p:cNvSpPr/>
          <p:nvPr/>
        </p:nvSpPr>
        <p:spPr>
          <a:xfrm>
            <a:off x="5080908" y="474546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3" name="pt293"/>
          <p:cNvSpPr/>
          <p:nvPr/>
        </p:nvSpPr>
        <p:spPr>
          <a:xfrm>
            <a:off x="5851576" y="444776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t294"/>
          <p:cNvSpPr/>
          <p:nvPr/>
        </p:nvSpPr>
        <p:spPr>
          <a:xfrm>
            <a:off x="5482557" y="461426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5" name="rc295"/>
          <p:cNvSpPr/>
          <p:nvPr/>
        </p:nvSpPr>
        <p:spPr>
          <a:xfrm>
            <a:off x="4391092" y="42625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tx296"/>
          <p:cNvSpPr/>
          <p:nvPr/>
        </p:nvSpPr>
        <p:spPr>
          <a:xfrm>
            <a:off x="4204151" y="4727256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297" name="tx297"/>
          <p:cNvSpPr/>
          <p:nvPr/>
        </p:nvSpPr>
        <p:spPr>
          <a:xfrm>
            <a:off x="4204151" y="455085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298" name="tx298"/>
          <p:cNvSpPr/>
          <p:nvPr/>
        </p:nvSpPr>
        <p:spPr>
          <a:xfrm>
            <a:off x="4204151" y="4374390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299" name="pl299"/>
          <p:cNvSpPr/>
          <p:nvPr/>
        </p:nvSpPr>
        <p:spPr>
          <a:xfrm>
            <a:off x="4356298" y="476900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0" name="pl300"/>
          <p:cNvSpPr/>
          <p:nvPr/>
        </p:nvSpPr>
        <p:spPr>
          <a:xfrm>
            <a:off x="4356298" y="459254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1" name="pl301"/>
          <p:cNvSpPr/>
          <p:nvPr/>
        </p:nvSpPr>
        <p:spPr>
          <a:xfrm>
            <a:off x="4356298" y="441608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2" name="pl302"/>
          <p:cNvSpPr/>
          <p:nvPr/>
        </p:nvSpPr>
        <p:spPr>
          <a:xfrm>
            <a:off x="4753718" y="49225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3" name="pl303"/>
          <p:cNvSpPr/>
          <p:nvPr/>
        </p:nvSpPr>
        <p:spPr>
          <a:xfrm>
            <a:off x="5170528" y="49225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4" name="pl304"/>
          <p:cNvSpPr/>
          <p:nvPr/>
        </p:nvSpPr>
        <p:spPr>
          <a:xfrm>
            <a:off x="5587339" y="49225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5" name="tx305"/>
          <p:cNvSpPr/>
          <p:nvPr/>
        </p:nvSpPr>
        <p:spPr>
          <a:xfrm>
            <a:off x="4691562" y="4983407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306" name="tx306"/>
          <p:cNvSpPr/>
          <p:nvPr/>
        </p:nvSpPr>
        <p:spPr>
          <a:xfrm>
            <a:off x="5108373" y="49834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307" name="tx307"/>
          <p:cNvSpPr/>
          <p:nvPr/>
        </p:nvSpPr>
        <p:spPr>
          <a:xfrm>
            <a:off x="5525184" y="49834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308" name="tx308"/>
          <p:cNvSpPr/>
          <p:nvPr/>
        </p:nvSpPr>
        <p:spPr>
          <a:xfrm>
            <a:off x="4273631" y="5103074"/>
            <a:ext cx="1793794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Observed Age at Conversion</a:t>
            </a:r>
          </a:p>
        </p:txBody>
      </p:sp>
      <p:sp>
        <p:nvSpPr>
          <p:cNvPr id="309" name="tx309"/>
          <p:cNvSpPr/>
          <p:nvPr/>
        </p:nvSpPr>
        <p:spPr>
          <a:xfrm rot="16200000">
            <a:off x="3186424" y="4682504"/>
            <a:ext cx="1778310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Predicted Age </a:t>
            </a:r>
            <a:endParaRPr lang="en-US" sz="11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at Conversion</a:t>
            </a:r>
          </a:p>
        </p:txBody>
      </p:sp>
      <p:sp>
        <p:nvSpPr>
          <p:cNvPr id="313" name="pl313"/>
          <p:cNvSpPr/>
          <p:nvPr/>
        </p:nvSpPr>
        <p:spPr>
          <a:xfrm>
            <a:off x="3564777" y="5048758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4" name="pl314"/>
          <p:cNvSpPr/>
          <p:nvPr/>
        </p:nvSpPr>
        <p:spPr>
          <a:xfrm>
            <a:off x="4172710" y="5037806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5" name="pl315"/>
          <p:cNvSpPr/>
          <p:nvPr/>
        </p:nvSpPr>
        <p:spPr>
          <a:xfrm>
            <a:off x="4514467" y="5037806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6" name="pl316"/>
          <p:cNvSpPr/>
          <p:nvPr/>
        </p:nvSpPr>
        <p:spPr>
          <a:xfrm>
            <a:off x="3564777" y="5264876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7" name="pl317"/>
          <p:cNvSpPr/>
          <p:nvPr/>
        </p:nvSpPr>
        <p:spPr>
          <a:xfrm>
            <a:off x="4172710" y="525392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pg128"/>
          <p:cNvSpPr/>
          <p:nvPr/>
        </p:nvSpPr>
        <p:spPr>
          <a:xfrm>
            <a:off x="2322018" y="2634659"/>
            <a:ext cx="1228202" cy="599964"/>
          </a:xfrm>
          <a:custGeom>
            <a:avLst/>
            <a:gdLst/>
            <a:ahLst/>
            <a:cxnLst/>
            <a:rect l="0" t="0" r="0" b="0"/>
            <a:pathLst>
              <a:path w="1228202" h="599964">
                <a:moveTo>
                  <a:pt x="0" y="235236"/>
                </a:moveTo>
                <a:lnTo>
                  <a:pt x="23619" y="233148"/>
                </a:lnTo>
                <a:lnTo>
                  <a:pt x="47238" y="230537"/>
                </a:lnTo>
                <a:lnTo>
                  <a:pt x="70857" y="226201"/>
                </a:lnTo>
                <a:lnTo>
                  <a:pt x="94477" y="220879"/>
                </a:lnTo>
                <a:lnTo>
                  <a:pt x="118096" y="216439"/>
                </a:lnTo>
                <a:lnTo>
                  <a:pt x="141715" y="211910"/>
                </a:lnTo>
                <a:lnTo>
                  <a:pt x="165334" y="206220"/>
                </a:lnTo>
                <a:lnTo>
                  <a:pt x="188954" y="204028"/>
                </a:lnTo>
                <a:lnTo>
                  <a:pt x="212573" y="199620"/>
                </a:lnTo>
                <a:lnTo>
                  <a:pt x="236192" y="195235"/>
                </a:lnTo>
                <a:lnTo>
                  <a:pt x="259812" y="193838"/>
                </a:lnTo>
                <a:lnTo>
                  <a:pt x="283431" y="191287"/>
                </a:lnTo>
                <a:lnTo>
                  <a:pt x="307050" y="188294"/>
                </a:lnTo>
                <a:lnTo>
                  <a:pt x="330669" y="183256"/>
                </a:lnTo>
                <a:lnTo>
                  <a:pt x="354289" y="176868"/>
                </a:lnTo>
                <a:lnTo>
                  <a:pt x="377908" y="171135"/>
                </a:lnTo>
                <a:lnTo>
                  <a:pt x="401527" y="166675"/>
                </a:lnTo>
                <a:lnTo>
                  <a:pt x="425146" y="161759"/>
                </a:lnTo>
                <a:lnTo>
                  <a:pt x="448766" y="158035"/>
                </a:lnTo>
                <a:lnTo>
                  <a:pt x="472385" y="154707"/>
                </a:lnTo>
                <a:lnTo>
                  <a:pt x="496004" y="149179"/>
                </a:lnTo>
                <a:lnTo>
                  <a:pt x="519624" y="142250"/>
                </a:lnTo>
                <a:lnTo>
                  <a:pt x="543243" y="136794"/>
                </a:lnTo>
                <a:lnTo>
                  <a:pt x="566862" y="134146"/>
                </a:lnTo>
                <a:lnTo>
                  <a:pt x="590481" y="128928"/>
                </a:lnTo>
                <a:lnTo>
                  <a:pt x="614101" y="124500"/>
                </a:lnTo>
                <a:lnTo>
                  <a:pt x="637720" y="116302"/>
                </a:lnTo>
                <a:lnTo>
                  <a:pt x="661339" y="111269"/>
                </a:lnTo>
                <a:lnTo>
                  <a:pt x="684958" y="103073"/>
                </a:lnTo>
                <a:lnTo>
                  <a:pt x="708578" y="93886"/>
                </a:lnTo>
                <a:lnTo>
                  <a:pt x="732197" y="83867"/>
                </a:lnTo>
                <a:lnTo>
                  <a:pt x="755816" y="80739"/>
                </a:lnTo>
                <a:lnTo>
                  <a:pt x="779436" y="74838"/>
                </a:lnTo>
                <a:lnTo>
                  <a:pt x="803055" y="69722"/>
                </a:lnTo>
                <a:lnTo>
                  <a:pt x="826674" y="62530"/>
                </a:lnTo>
                <a:lnTo>
                  <a:pt x="850293" y="56970"/>
                </a:lnTo>
                <a:lnTo>
                  <a:pt x="873913" y="49397"/>
                </a:lnTo>
                <a:lnTo>
                  <a:pt x="897532" y="44955"/>
                </a:lnTo>
                <a:lnTo>
                  <a:pt x="921151" y="39754"/>
                </a:lnTo>
                <a:lnTo>
                  <a:pt x="944771" y="34308"/>
                </a:lnTo>
                <a:lnTo>
                  <a:pt x="968390" y="32537"/>
                </a:lnTo>
                <a:lnTo>
                  <a:pt x="992009" y="27553"/>
                </a:lnTo>
                <a:lnTo>
                  <a:pt x="1015628" y="24200"/>
                </a:lnTo>
                <a:lnTo>
                  <a:pt x="1039248" y="19095"/>
                </a:lnTo>
                <a:lnTo>
                  <a:pt x="1062867" y="15194"/>
                </a:lnTo>
                <a:lnTo>
                  <a:pt x="1086486" y="13156"/>
                </a:lnTo>
                <a:lnTo>
                  <a:pt x="1110105" y="11684"/>
                </a:lnTo>
                <a:lnTo>
                  <a:pt x="1133725" y="7876"/>
                </a:lnTo>
                <a:lnTo>
                  <a:pt x="1157344" y="4672"/>
                </a:lnTo>
                <a:lnTo>
                  <a:pt x="1180963" y="2078"/>
                </a:lnTo>
                <a:lnTo>
                  <a:pt x="1204583" y="1287"/>
                </a:lnTo>
                <a:lnTo>
                  <a:pt x="1228202" y="0"/>
                </a:lnTo>
                <a:lnTo>
                  <a:pt x="1228202" y="515890"/>
                </a:lnTo>
                <a:lnTo>
                  <a:pt x="1204583" y="514282"/>
                </a:lnTo>
                <a:lnTo>
                  <a:pt x="1180963" y="513666"/>
                </a:lnTo>
                <a:lnTo>
                  <a:pt x="1157344" y="512009"/>
                </a:lnTo>
                <a:lnTo>
                  <a:pt x="1133725" y="511119"/>
                </a:lnTo>
                <a:lnTo>
                  <a:pt x="1110105" y="508927"/>
                </a:lnTo>
                <a:lnTo>
                  <a:pt x="1086486" y="504279"/>
                </a:lnTo>
                <a:lnTo>
                  <a:pt x="1062867" y="503109"/>
                </a:lnTo>
                <a:lnTo>
                  <a:pt x="1039248" y="500589"/>
                </a:lnTo>
                <a:lnTo>
                  <a:pt x="1015628" y="497877"/>
                </a:lnTo>
                <a:lnTo>
                  <a:pt x="992009" y="495957"/>
                </a:lnTo>
                <a:lnTo>
                  <a:pt x="968390" y="490974"/>
                </a:lnTo>
                <a:lnTo>
                  <a:pt x="944771" y="492248"/>
                </a:lnTo>
                <a:lnTo>
                  <a:pt x="921151" y="491428"/>
                </a:lnTo>
                <a:lnTo>
                  <a:pt x="897532" y="492397"/>
                </a:lnTo>
                <a:lnTo>
                  <a:pt x="873913" y="492988"/>
                </a:lnTo>
                <a:lnTo>
                  <a:pt x="850293" y="494636"/>
                </a:lnTo>
                <a:lnTo>
                  <a:pt x="826674" y="491687"/>
                </a:lnTo>
                <a:lnTo>
                  <a:pt x="803055" y="489318"/>
                </a:lnTo>
                <a:lnTo>
                  <a:pt x="779436" y="492831"/>
                </a:lnTo>
                <a:lnTo>
                  <a:pt x="755816" y="490539"/>
                </a:lnTo>
                <a:lnTo>
                  <a:pt x="732197" y="490945"/>
                </a:lnTo>
                <a:lnTo>
                  <a:pt x="708578" y="493354"/>
                </a:lnTo>
                <a:lnTo>
                  <a:pt x="684958" y="497056"/>
                </a:lnTo>
                <a:lnTo>
                  <a:pt x="661339" y="498180"/>
                </a:lnTo>
                <a:lnTo>
                  <a:pt x="637720" y="502872"/>
                </a:lnTo>
                <a:lnTo>
                  <a:pt x="614101" y="505596"/>
                </a:lnTo>
                <a:lnTo>
                  <a:pt x="590481" y="511003"/>
                </a:lnTo>
                <a:lnTo>
                  <a:pt x="566862" y="513619"/>
                </a:lnTo>
                <a:lnTo>
                  <a:pt x="543243" y="519365"/>
                </a:lnTo>
                <a:lnTo>
                  <a:pt x="519624" y="525165"/>
                </a:lnTo>
                <a:lnTo>
                  <a:pt x="496004" y="528625"/>
                </a:lnTo>
                <a:lnTo>
                  <a:pt x="472385" y="530452"/>
                </a:lnTo>
                <a:lnTo>
                  <a:pt x="448766" y="535360"/>
                </a:lnTo>
                <a:lnTo>
                  <a:pt x="425146" y="540007"/>
                </a:lnTo>
                <a:lnTo>
                  <a:pt x="401527" y="546585"/>
                </a:lnTo>
                <a:lnTo>
                  <a:pt x="377908" y="551671"/>
                </a:lnTo>
                <a:lnTo>
                  <a:pt x="354289" y="552851"/>
                </a:lnTo>
                <a:lnTo>
                  <a:pt x="330669" y="556590"/>
                </a:lnTo>
                <a:lnTo>
                  <a:pt x="307050" y="560498"/>
                </a:lnTo>
                <a:lnTo>
                  <a:pt x="283431" y="563652"/>
                </a:lnTo>
                <a:lnTo>
                  <a:pt x="259812" y="567685"/>
                </a:lnTo>
                <a:lnTo>
                  <a:pt x="236192" y="571297"/>
                </a:lnTo>
                <a:lnTo>
                  <a:pt x="212573" y="574652"/>
                </a:lnTo>
                <a:lnTo>
                  <a:pt x="188954" y="578456"/>
                </a:lnTo>
                <a:lnTo>
                  <a:pt x="165334" y="583476"/>
                </a:lnTo>
                <a:lnTo>
                  <a:pt x="141715" y="585711"/>
                </a:lnTo>
                <a:lnTo>
                  <a:pt x="118096" y="587855"/>
                </a:lnTo>
                <a:lnTo>
                  <a:pt x="94477" y="592133"/>
                </a:lnTo>
                <a:lnTo>
                  <a:pt x="70857" y="594761"/>
                </a:lnTo>
                <a:lnTo>
                  <a:pt x="47238" y="595789"/>
                </a:lnTo>
                <a:lnTo>
                  <a:pt x="23619" y="598185"/>
                </a:lnTo>
                <a:lnTo>
                  <a:pt x="0" y="599964"/>
                </a:lnTo>
                <a:close/>
              </a:path>
            </a:pathLst>
          </a:custGeom>
          <a:solidFill>
            <a:srgbClr val="EAE5F3"/>
          </a:solidFill>
        </p:spPr>
        <p:txBody>
          <a:bodyPr/>
          <a:lstStyle/>
          <a:p>
            <a:endParaRPr/>
          </a:p>
        </p:txBody>
      </p:sp>
      <p:sp>
        <p:nvSpPr>
          <p:cNvPr id="318" name="pl318"/>
          <p:cNvSpPr/>
          <p:nvPr/>
        </p:nvSpPr>
        <p:spPr>
          <a:xfrm>
            <a:off x="4514467" y="525392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21"/>
          <p:cNvSpPr/>
          <p:nvPr/>
        </p:nvSpPr>
        <p:spPr>
          <a:xfrm>
            <a:off x="2400823" y="1089251"/>
            <a:ext cx="1157344" cy="599964"/>
          </a:xfrm>
          <a:custGeom>
            <a:avLst/>
            <a:gdLst/>
            <a:ahLst/>
            <a:cxnLst/>
            <a:rect l="0" t="0" r="0" b="0"/>
            <a:pathLst>
              <a:path w="1157344" h="599964">
                <a:moveTo>
                  <a:pt x="0" y="586947"/>
                </a:moveTo>
                <a:lnTo>
                  <a:pt x="23619" y="583870"/>
                </a:lnTo>
                <a:lnTo>
                  <a:pt x="47238" y="578447"/>
                </a:lnTo>
                <a:lnTo>
                  <a:pt x="70857" y="573880"/>
                </a:lnTo>
                <a:lnTo>
                  <a:pt x="94477" y="570972"/>
                </a:lnTo>
                <a:lnTo>
                  <a:pt x="118096" y="568869"/>
                </a:lnTo>
                <a:lnTo>
                  <a:pt x="141715" y="561942"/>
                </a:lnTo>
                <a:lnTo>
                  <a:pt x="165334" y="559743"/>
                </a:lnTo>
                <a:lnTo>
                  <a:pt x="188954" y="552000"/>
                </a:lnTo>
                <a:lnTo>
                  <a:pt x="212573" y="553547"/>
                </a:lnTo>
                <a:lnTo>
                  <a:pt x="236192" y="544268"/>
                </a:lnTo>
                <a:lnTo>
                  <a:pt x="259812" y="534988"/>
                </a:lnTo>
                <a:lnTo>
                  <a:pt x="283431" y="528675"/>
                </a:lnTo>
                <a:lnTo>
                  <a:pt x="307050" y="520768"/>
                </a:lnTo>
                <a:lnTo>
                  <a:pt x="330669" y="508962"/>
                </a:lnTo>
                <a:lnTo>
                  <a:pt x="354289" y="501640"/>
                </a:lnTo>
                <a:lnTo>
                  <a:pt x="377908" y="495074"/>
                </a:lnTo>
                <a:lnTo>
                  <a:pt x="401527" y="484906"/>
                </a:lnTo>
                <a:lnTo>
                  <a:pt x="425146" y="475333"/>
                </a:lnTo>
                <a:lnTo>
                  <a:pt x="448766" y="464592"/>
                </a:lnTo>
                <a:lnTo>
                  <a:pt x="472385" y="455120"/>
                </a:lnTo>
                <a:lnTo>
                  <a:pt x="496004" y="440496"/>
                </a:lnTo>
                <a:lnTo>
                  <a:pt x="519624" y="432158"/>
                </a:lnTo>
                <a:lnTo>
                  <a:pt x="543243" y="416685"/>
                </a:lnTo>
                <a:lnTo>
                  <a:pt x="566862" y="406836"/>
                </a:lnTo>
                <a:lnTo>
                  <a:pt x="590481" y="395740"/>
                </a:lnTo>
                <a:lnTo>
                  <a:pt x="614101" y="371685"/>
                </a:lnTo>
                <a:lnTo>
                  <a:pt x="637720" y="352642"/>
                </a:lnTo>
                <a:lnTo>
                  <a:pt x="661339" y="346251"/>
                </a:lnTo>
                <a:lnTo>
                  <a:pt x="684958" y="339284"/>
                </a:lnTo>
                <a:lnTo>
                  <a:pt x="708578" y="328353"/>
                </a:lnTo>
                <a:lnTo>
                  <a:pt x="732197" y="317643"/>
                </a:lnTo>
                <a:lnTo>
                  <a:pt x="755816" y="295925"/>
                </a:lnTo>
                <a:lnTo>
                  <a:pt x="779436" y="290616"/>
                </a:lnTo>
                <a:lnTo>
                  <a:pt x="803055" y="270893"/>
                </a:lnTo>
                <a:lnTo>
                  <a:pt x="826674" y="257229"/>
                </a:lnTo>
                <a:lnTo>
                  <a:pt x="850293" y="236671"/>
                </a:lnTo>
                <a:lnTo>
                  <a:pt x="873913" y="222442"/>
                </a:lnTo>
                <a:lnTo>
                  <a:pt x="897532" y="214870"/>
                </a:lnTo>
                <a:lnTo>
                  <a:pt x="921151" y="200358"/>
                </a:lnTo>
                <a:lnTo>
                  <a:pt x="944771" y="183615"/>
                </a:lnTo>
                <a:lnTo>
                  <a:pt x="968390" y="165638"/>
                </a:lnTo>
                <a:lnTo>
                  <a:pt x="992009" y="140970"/>
                </a:lnTo>
                <a:lnTo>
                  <a:pt x="1015628" y="129142"/>
                </a:lnTo>
                <a:lnTo>
                  <a:pt x="1039248" y="109308"/>
                </a:lnTo>
                <a:lnTo>
                  <a:pt x="1062867" y="83905"/>
                </a:lnTo>
                <a:lnTo>
                  <a:pt x="1086486" y="67094"/>
                </a:lnTo>
                <a:lnTo>
                  <a:pt x="1110105" y="40357"/>
                </a:lnTo>
                <a:lnTo>
                  <a:pt x="1133725" y="16868"/>
                </a:lnTo>
                <a:lnTo>
                  <a:pt x="1157344" y="0"/>
                </a:lnTo>
                <a:lnTo>
                  <a:pt x="1157344" y="248668"/>
                </a:lnTo>
                <a:lnTo>
                  <a:pt x="1133725" y="261644"/>
                </a:lnTo>
                <a:lnTo>
                  <a:pt x="1110105" y="267612"/>
                </a:lnTo>
                <a:lnTo>
                  <a:pt x="1086486" y="270088"/>
                </a:lnTo>
                <a:lnTo>
                  <a:pt x="1062867" y="285058"/>
                </a:lnTo>
                <a:lnTo>
                  <a:pt x="1039248" y="290165"/>
                </a:lnTo>
                <a:lnTo>
                  <a:pt x="1015628" y="299750"/>
                </a:lnTo>
                <a:lnTo>
                  <a:pt x="992009" y="317788"/>
                </a:lnTo>
                <a:lnTo>
                  <a:pt x="968390" y="320961"/>
                </a:lnTo>
                <a:lnTo>
                  <a:pt x="944771" y="329956"/>
                </a:lnTo>
                <a:lnTo>
                  <a:pt x="921151" y="339054"/>
                </a:lnTo>
                <a:lnTo>
                  <a:pt x="897532" y="349325"/>
                </a:lnTo>
                <a:lnTo>
                  <a:pt x="873913" y="367147"/>
                </a:lnTo>
                <a:lnTo>
                  <a:pt x="850293" y="378053"/>
                </a:lnTo>
                <a:lnTo>
                  <a:pt x="826674" y="380445"/>
                </a:lnTo>
                <a:lnTo>
                  <a:pt x="803055" y="390570"/>
                </a:lnTo>
                <a:lnTo>
                  <a:pt x="779436" y="394364"/>
                </a:lnTo>
                <a:lnTo>
                  <a:pt x="755816" y="411585"/>
                </a:lnTo>
                <a:lnTo>
                  <a:pt x="732197" y="412185"/>
                </a:lnTo>
                <a:lnTo>
                  <a:pt x="708578" y="423799"/>
                </a:lnTo>
                <a:lnTo>
                  <a:pt x="684958" y="434265"/>
                </a:lnTo>
                <a:lnTo>
                  <a:pt x="661339" y="449211"/>
                </a:lnTo>
                <a:lnTo>
                  <a:pt x="637720" y="464292"/>
                </a:lnTo>
                <a:lnTo>
                  <a:pt x="614101" y="466621"/>
                </a:lnTo>
                <a:lnTo>
                  <a:pt x="590481" y="462872"/>
                </a:lnTo>
                <a:lnTo>
                  <a:pt x="566862" y="471333"/>
                </a:lnTo>
                <a:lnTo>
                  <a:pt x="543243" y="480558"/>
                </a:lnTo>
                <a:lnTo>
                  <a:pt x="519624" y="484235"/>
                </a:lnTo>
                <a:lnTo>
                  <a:pt x="496004" y="494893"/>
                </a:lnTo>
                <a:lnTo>
                  <a:pt x="472385" y="498162"/>
                </a:lnTo>
                <a:lnTo>
                  <a:pt x="448766" y="506352"/>
                </a:lnTo>
                <a:lnTo>
                  <a:pt x="425146" y="512740"/>
                </a:lnTo>
                <a:lnTo>
                  <a:pt x="401527" y="519445"/>
                </a:lnTo>
                <a:lnTo>
                  <a:pt x="377908" y="525009"/>
                </a:lnTo>
                <a:lnTo>
                  <a:pt x="354289" y="533804"/>
                </a:lnTo>
                <a:lnTo>
                  <a:pt x="330669" y="541231"/>
                </a:lnTo>
                <a:lnTo>
                  <a:pt x="307050" y="543294"/>
                </a:lnTo>
                <a:lnTo>
                  <a:pt x="283431" y="548403"/>
                </a:lnTo>
                <a:lnTo>
                  <a:pt x="259812" y="554466"/>
                </a:lnTo>
                <a:lnTo>
                  <a:pt x="236192" y="556816"/>
                </a:lnTo>
                <a:lnTo>
                  <a:pt x="212573" y="557883"/>
                </a:lnTo>
                <a:lnTo>
                  <a:pt x="188954" y="570593"/>
                </a:lnTo>
                <a:lnTo>
                  <a:pt x="165334" y="573238"/>
                </a:lnTo>
                <a:lnTo>
                  <a:pt x="141715" y="580362"/>
                </a:lnTo>
                <a:lnTo>
                  <a:pt x="118096" y="582186"/>
                </a:lnTo>
                <a:lnTo>
                  <a:pt x="94477" y="588134"/>
                </a:lnTo>
                <a:lnTo>
                  <a:pt x="70857" y="592919"/>
                </a:lnTo>
                <a:lnTo>
                  <a:pt x="47238" y="595476"/>
                </a:lnTo>
                <a:lnTo>
                  <a:pt x="23619" y="597159"/>
                </a:lnTo>
                <a:lnTo>
                  <a:pt x="0" y="599964"/>
                </a:lnTo>
                <a:close/>
              </a:path>
            </a:pathLst>
          </a:custGeom>
          <a:solidFill>
            <a:srgbClr val="84B6BE">
              <a:alpha val="29412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" name="pl127"/>
          <p:cNvSpPr/>
          <p:nvPr/>
        </p:nvSpPr>
        <p:spPr>
          <a:xfrm>
            <a:off x="2324968" y="2902635"/>
            <a:ext cx="1228202" cy="159815"/>
          </a:xfrm>
          <a:custGeom>
            <a:avLst/>
            <a:gdLst/>
            <a:ahLst/>
            <a:cxnLst/>
            <a:rect l="0" t="0" r="0" b="0"/>
            <a:pathLst>
              <a:path w="1228202" h="159815">
                <a:moveTo>
                  <a:pt x="0" y="159815"/>
                </a:moveTo>
                <a:lnTo>
                  <a:pt x="23619" y="157881"/>
                </a:lnTo>
                <a:lnTo>
                  <a:pt x="47238" y="155377"/>
                </a:lnTo>
                <a:lnTo>
                  <a:pt x="70857" y="152696"/>
                </a:lnTo>
                <a:lnTo>
                  <a:pt x="94477" y="148721"/>
                </a:lnTo>
                <a:lnTo>
                  <a:pt x="118096" y="144362"/>
                </a:lnTo>
                <a:lnTo>
                  <a:pt x="141715" y="141025"/>
                </a:lnTo>
                <a:lnTo>
                  <a:pt x="165334" y="137063"/>
                </a:lnTo>
                <a:lnTo>
                  <a:pt x="188954" y="133457"/>
                </a:lnTo>
                <a:lnTo>
                  <a:pt x="212573" y="129351"/>
                </a:lnTo>
                <a:lnTo>
                  <a:pt x="236192" y="125481"/>
                </a:lnTo>
                <a:lnTo>
                  <a:pt x="259812" y="122977"/>
                </a:lnTo>
                <a:lnTo>
                  <a:pt x="283431" y="119684"/>
                </a:lnTo>
                <a:lnTo>
                  <a:pt x="307050" y="116611"/>
                </a:lnTo>
                <a:lnTo>
                  <a:pt x="330669" y="112138"/>
                </a:lnTo>
                <a:lnTo>
                  <a:pt x="354289" y="107074"/>
                </a:lnTo>
                <a:lnTo>
                  <a:pt x="377908" y="103617"/>
                </a:lnTo>
                <a:lnTo>
                  <a:pt x="401527" y="98845"/>
                </a:lnTo>
                <a:lnTo>
                  <a:pt x="425146" y="93098"/>
                </a:lnTo>
                <a:lnTo>
                  <a:pt x="448766" y="88912"/>
                </a:lnTo>
                <a:lnTo>
                  <a:pt x="472385" y="84794"/>
                </a:lnTo>
                <a:lnTo>
                  <a:pt x="496004" y="81117"/>
                </a:lnTo>
                <a:lnTo>
                  <a:pt x="519624" y="75922"/>
                </a:lnTo>
                <a:lnTo>
                  <a:pt x="543243" y="70294"/>
                </a:lnTo>
                <a:lnTo>
                  <a:pt x="566862" y="66097"/>
                </a:lnTo>
                <a:lnTo>
                  <a:pt x="590481" y="62180"/>
                </a:lnTo>
                <a:lnTo>
                  <a:pt x="614101" y="57263"/>
                </a:lnTo>
                <a:lnTo>
                  <a:pt x="637720" y="51802"/>
                </a:lnTo>
                <a:lnTo>
                  <a:pt x="661339" y="46939"/>
                </a:lnTo>
                <a:lnTo>
                  <a:pt x="684958" y="42279"/>
                </a:lnTo>
                <a:lnTo>
                  <a:pt x="708578" y="35835"/>
                </a:lnTo>
                <a:lnTo>
                  <a:pt x="732197" y="29621"/>
                </a:lnTo>
                <a:lnTo>
                  <a:pt x="755816" y="27854"/>
                </a:lnTo>
                <a:lnTo>
                  <a:pt x="779436" y="26049"/>
                </a:lnTo>
                <a:lnTo>
                  <a:pt x="803055" y="21735"/>
                </a:lnTo>
                <a:lnTo>
                  <a:pt x="826674" y="19323"/>
                </a:lnTo>
                <a:lnTo>
                  <a:pt x="850293" y="18018"/>
                </a:lnTo>
                <a:lnTo>
                  <a:pt x="873913" y="13407"/>
                </a:lnTo>
                <a:lnTo>
                  <a:pt x="897532" y="10891"/>
                </a:lnTo>
                <a:lnTo>
                  <a:pt x="921151" y="7806"/>
                </a:lnTo>
                <a:lnTo>
                  <a:pt x="944771" y="5493"/>
                </a:lnTo>
                <a:lnTo>
                  <a:pt x="968390" y="3970"/>
                </a:lnTo>
                <a:lnTo>
                  <a:pt x="992009" y="3970"/>
                </a:lnTo>
                <a:lnTo>
                  <a:pt x="1015628" y="3253"/>
                </a:lnTo>
                <a:lnTo>
                  <a:pt x="1039248" y="2057"/>
                </a:lnTo>
                <a:lnTo>
                  <a:pt x="1062867" y="1366"/>
                </a:lnTo>
                <a:lnTo>
                  <a:pt x="1086486" y="933"/>
                </a:lnTo>
                <a:lnTo>
                  <a:pt x="1110105" y="2521"/>
                </a:lnTo>
                <a:lnTo>
                  <a:pt x="1133725" y="1713"/>
                </a:lnTo>
                <a:lnTo>
                  <a:pt x="1157344" y="555"/>
                </a:lnTo>
                <a:lnTo>
                  <a:pt x="1180963" y="87"/>
                </a:lnTo>
                <a:lnTo>
                  <a:pt x="1204583" y="0"/>
                </a:lnTo>
                <a:lnTo>
                  <a:pt x="1228202" y="15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3" name="pl213"/>
          <p:cNvSpPr/>
          <p:nvPr/>
        </p:nvSpPr>
        <p:spPr>
          <a:xfrm>
            <a:off x="2738103" y="4540987"/>
            <a:ext cx="826674" cy="190831"/>
          </a:xfrm>
          <a:custGeom>
            <a:avLst/>
            <a:gdLst/>
            <a:ahLst/>
            <a:cxnLst/>
            <a:rect l="0" t="0" r="0" b="0"/>
            <a:pathLst>
              <a:path w="826674" h="190831">
                <a:moveTo>
                  <a:pt x="0" y="190831"/>
                </a:moveTo>
                <a:lnTo>
                  <a:pt x="23619" y="187532"/>
                </a:lnTo>
                <a:lnTo>
                  <a:pt x="47238" y="184682"/>
                </a:lnTo>
                <a:lnTo>
                  <a:pt x="70857" y="181569"/>
                </a:lnTo>
                <a:lnTo>
                  <a:pt x="94477" y="177335"/>
                </a:lnTo>
                <a:lnTo>
                  <a:pt x="118096" y="173505"/>
                </a:lnTo>
                <a:lnTo>
                  <a:pt x="141715" y="169452"/>
                </a:lnTo>
                <a:lnTo>
                  <a:pt x="165334" y="165743"/>
                </a:lnTo>
                <a:lnTo>
                  <a:pt x="188954" y="160854"/>
                </a:lnTo>
                <a:lnTo>
                  <a:pt x="212573" y="156065"/>
                </a:lnTo>
                <a:lnTo>
                  <a:pt x="236192" y="151284"/>
                </a:lnTo>
                <a:lnTo>
                  <a:pt x="259812" y="147498"/>
                </a:lnTo>
                <a:lnTo>
                  <a:pt x="283431" y="142296"/>
                </a:lnTo>
                <a:lnTo>
                  <a:pt x="307050" y="136599"/>
                </a:lnTo>
                <a:lnTo>
                  <a:pt x="330669" y="131067"/>
                </a:lnTo>
                <a:lnTo>
                  <a:pt x="354289" y="125067"/>
                </a:lnTo>
                <a:lnTo>
                  <a:pt x="377908" y="118309"/>
                </a:lnTo>
                <a:lnTo>
                  <a:pt x="401527" y="111966"/>
                </a:lnTo>
                <a:lnTo>
                  <a:pt x="425146" y="104104"/>
                </a:lnTo>
                <a:lnTo>
                  <a:pt x="448766" y="98693"/>
                </a:lnTo>
                <a:lnTo>
                  <a:pt x="472385" y="92814"/>
                </a:lnTo>
                <a:lnTo>
                  <a:pt x="496004" y="84970"/>
                </a:lnTo>
                <a:lnTo>
                  <a:pt x="519624" y="81701"/>
                </a:lnTo>
                <a:lnTo>
                  <a:pt x="543243" y="75708"/>
                </a:lnTo>
                <a:lnTo>
                  <a:pt x="566862" y="69370"/>
                </a:lnTo>
                <a:lnTo>
                  <a:pt x="590481" y="65072"/>
                </a:lnTo>
                <a:lnTo>
                  <a:pt x="614101" y="59578"/>
                </a:lnTo>
                <a:lnTo>
                  <a:pt x="637720" y="51221"/>
                </a:lnTo>
                <a:lnTo>
                  <a:pt x="661339" y="44898"/>
                </a:lnTo>
                <a:lnTo>
                  <a:pt x="684958" y="36138"/>
                </a:lnTo>
                <a:lnTo>
                  <a:pt x="708578" y="29486"/>
                </a:lnTo>
                <a:lnTo>
                  <a:pt x="732197" y="22072"/>
                </a:lnTo>
                <a:lnTo>
                  <a:pt x="755816" y="16080"/>
                </a:lnTo>
                <a:lnTo>
                  <a:pt x="779436" y="7595"/>
                </a:lnTo>
                <a:lnTo>
                  <a:pt x="803055" y="6474"/>
                </a:lnTo>
                <a:lnTo>
                  <a:pt x="82667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2D16D7F-E9C4-4D3E-8BCC-1935CAB47931}"/>
              </a:ext>
            </a:extLst>
          </p:cNvPr>
          <p:cNvSpPr txBox="1"/>
          <p:nvPr/>
        </p:nvSpPr>
        <p:spPr>
          <a:xfrm>
            <a:off x="1363699" y="555832"/>
            <a:ext cx="78279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Amyloid PET MAE = 1.64 years, RMSE = 2.34 years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577AA6C5-BAD2-F95B-5DB5-DED6F096D791}"/>
              </a:ext>
            </a:extLst>
          </p:cNvPr>
          <p:cNvSpPr txBox="1"/>
          <p:nvPr/>
        </p:nvSpPr>
        <p:spPr>
          <a:xfrm>
            <a:off x="1343025" y="2160297"/>
            <a:ext cx="7924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CSF pT181 [IP-MS] MAE = 4.80 years, RMSE = 5.88 years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EC2A3D81-F2F2-F93D-56F9-54A0B9EA075A}"/>
              </a:ext>
            </a:extLst>
          </p:cNvPr>
          <p:cNvSpPr txBox="1"/>
          <p:nvPr/>
        </p:nvSpPr>
        <p:spPr>
          <a:xfrm>
            <a:off x="1343025" y="3732212"/>
            <a:ext cx="789661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Plasma pT181 [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Simoa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 MAE = 6.58 years, RMSE = 8.14 years</a:t>
            </a:r>
          </a:p>
        </p:txBody>
      </p:sp>
      <p:sp>
        <p:nvSpPr>
          <p:cNvPr id="370" name="tx233">
            <a:extLst>
              <a:ext uri="{FF2B5EF4-FFF2-40B4-BE49-F238E27FC236}">
                <a16:creationId xmlns:a16="http://schemas.microsoft.com/office/drawing/2014/main" id="{DE284CD0-D7F6-5A16-DE61-8F631CAFBCBD}"/>
              </a:ext>
            </a:extLst>
          </p:cNvPr>
          <p:cNvSpPr/>
          <p:nvPr/>
        </p:nvSpPr>
        <p:spPr>
          <a:xfrm rot="16200000">
            <a:off x="853964" y="2886378"/>
            <a:ext cx="1715895" cy="1281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371" name="tx233">
            <a:extLst>
              <a:ext uri="{FF2B5EF4-FFF2-40B4-BE49-F238E27FC236}">
                <a16:creationId xmlns:a16="http://schemas.microsoft.com/office/drawing/2014/main" id="{5584C69F-04CD-5104-B14B-9056FD6ABC4C}"/>
              </a:ext>
            </a:extLst>
          </p:cNvPr>
          <p:cNvSpPr/>
          <p:nvPr/>
        </p:nvSpPr>
        <p:spPr>
          <a:xfrm rot="16200000">
            <a:off x="858962" y="1438578"/>
            <a:ext cx="1715895" cy="1281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468" name="pg6">
            <a:extLst>
              <a:ext uri="{FF2B5EF4-FFF2-40B4-BE49-F238E27FC236}">
                <a16:creationId xmlns:a16="http://schemas.microsoft.com/office/drawing/2014/main" id="{A1D415D3-67F8-5D59-C794-939CD5AB0614}"/>
              </a:ext>
            </a:extLst>
          </p:cNvPr>
          <p:cNvSpPr/>
          <p:nvPr/>
        </p:nvSpPr>
        <p:spPr>
          <a:xfrm>
            <a:off x="6365365" y="1324640"/>
            <a:ext cx="2412901" cy="187332"/>
          </a:xfrm>
          <a:custGeom>
            <a:avLst/>
            <a:gdLst/>
            <a:ahLst/>
            <a:cxnLst/>
            <a:rect l="0" t="0" r="0" b="0"/>
            <a:pathLst>
              <a:path w="3166933" h="245873">
                <a:moveTo>
                  <a:pt x="0" y="245872"/>
                </a:moveTo>
                <a:lnTo>
                  <a:pt x="6197" y="245870"/>
                </a:lnTo>
                <a:lnTo>
                  <a:pt x="12395" y="245862"/>
                </a:lnTo>
                <a:lnTo>
                  <a:pt x="18592" y="245842"/>
                </a:lnTo>
                <a:lnTo>
                  <a:pt x="24790" y="245799"/>
                </a:lnTo>
                <a:lnTo>
                  <a:pt x="30987" y="245723"/>
                </a:lnTo>
                <a:lnTo>
                  <a:pt x="37185" y="245612"/>
                </a:lnTo>
                <a:lnTo>
                  <a:pt x="43382" y="245480"/>
                </a:lnTo>
                <a:lnTo>
                  <a:pt x="49580" y="245362"/>
                </a:lnTo>
                <a:lnTo>
                  <a:pt x="55777" y="245296"/>
                </a:lnTo>
                <a:lnTo>
                  <a:pt x="61975" y="245309"/>
                </a:lnTo>
                <a:lnTo>
                  <a:pt x="68172" y="245394"/>
                </a:lnTo>
                <a:lnTo>
                  <a:pt x="74370" y="245520"/>
                </a:lnTo>
                <a:lnTo>
                  <a:pt x="80567" y="245649"/>
                </a:lnTo>
                <a:lnTo>
                  <a:pt x="86765" y="245750"/>
                </a:lnTo>
                <a:lnTo>
                  <a:pt x="92962" y="245815"/>
                </a:lnTo>
                <a:lnTo>
                  <a:pt x="99160" y="245850"/>
                </a:lnTo>
                <a:lnTo>
                  <a:pt x="105357" y="245865"/>
                </a:lnTo>
                <a:lnTo>
                  <a:pt x="111555" y="245871"/>
                </a:lnTo>
                <a:lnTo>
                  <a:pt x="117752" y="245873"/>
                </a:lnTo>
                <a:lnTo>
                  <a:pt x="123950" y="245873"/>
                </a:lnTo>
                <a:lnTo>
                  <a:pt x="130147" y="245873"/>
                </a:lnTo>
                <a:lnTo>
                  <a:pt x="136345" y="245873"/>
                </a:lnTo>
                <a:lnTo>
                  <a:pt x="142543" y="245873"/>
                </a:lnTo>
                <a:lnTo>
                  <a:pt x="148740" y="245873"/>
                </a:lnTo>
                <a:lnTo>
                  <a:pt x="154938" y="245871"/>
                </a:lnTo>
                <a:lnTo>
                  <a:pt x="161135" y="245864"/>
                </a:lnTo>
                <a:lnTo>
                  <a:pt x="167333" y="245845"/>
                </a:lnTo>
                <a:lnTo>
                  <a:pt x="173530" y="245799"/>
                </a:lnTo>
                <a:lnTo>
                  <a:pt x="179728" y="245704"/>
                </a:lnTo>
                <a:lnTo>
                  <a:pt x="185925" y="245536"/>
                </a:lnTo>
                <a:lnTo>
                  <a:pt x="192123" y="245284"/>
                </a:lnTo>
                <a:lnTo>
                  <a:pt x="198320" y="244963"/>
                </a:lnTo>
                <a:lnTo>
                  <a:pt x="204518" y="244629"/>
                </a:lnTo>
                <a:lnTo>
                  <a:pt x="210715" y="244367"/>
                </a:lnTo>
                <a:lnTo>
                  <a:pt x="216913" y="244255"/>
                </a:lnTo>
                <a:lnTo>
                  <a:pt x="223110" y="244333"/>
                </a:lnTo>
                <a:lnTo>
                  <a:pt x="229308" y="244572"/>
                </a:lnTo>
                <a:lnTo>
                  <a:pt x="235505" y="244894"/>
                </a:lnTo>
                <a:lnTo>
                  <a:pt x="241703" y="245199"/>
                </a:lnTo>
                <a:lnTo>
                  <a:pt x="247900" y="245413"/>
                </a:lnTo>
                <a:lnTo>
                  <a:pt x="254098" y="245501"/>
                </a:lnTo>
                <a:lnTo>
                  <a:pt x="260295" y="245478"/>
                </a:lnTo>
                <a:lnTo>
                  <a:pt x="266493" y="245388"/>
                </a:lnTo>
                <a:lnTo>
                  <a:pt x="272690" y="245288"/>
                </a:lnTo>
                <a:lnTo>
                  <a:pt x="278888" y="245224"/>
                </a:lnTo>
                <a:lnTo>
                  <a:pt x="285086" y="245210"/>
                </a:lnTo>
                <a:lnTo>
                  <a:pt x="291283" y="245224"/>
                </a:lnTo>
                <a:lnTo>
                  <a:pt x="297481" y="245230"/>
                </a:lnTo>
                <a:lnTo>
                  <a:pt x="303678" y="245211"/>
                </a:lnTo>
                <a:lnTo>
                  <a:pt x="309876" y="245179"/>
                </a:lnTo>
                <a:lnTo>
                  <a:pt x="316073" y="245159"/>
                </a:lnTo>
                <a:lnTo>
                  <a:pt x="322271" y="245159"/>
                </a:lnTo>
                <a:lnTo>
                  <a:pt x="328468" y="245164"/>
                </a:lnTo>
                <a:lnTo>
                  <a:pt x="334666" y="245163"/>
                </a:lnTo>
                <a:lnTo>
                  <a:pt x="340863" y="245158"/>
                </a:lnTo>
                <a:lnTo>
                  <a:pt x="347061" y="245167"/>
                </a:lnTo>
                <a:lnTo>
                  <a:pt x="353258" y="245194"/>
                </a:lnTo>
                <a:lnTo>
                  <a:pt x="359456" y="245224"/>
                </a:lnTo>
                <a:lnTo>
                  <a:pt x="365653" y="245225"/>
                </a:lnTo>
                <a:lnTo>
                  <a:pt x="371851" y="245169"/>
                </a:lnTo>
                <a:lnTo>
                  <a:pt x="378048" y="245041"/>
                </a:lnTo>
                <a:lnTo>
                  <a:pt x="384246" y="244824"/>
                </a:lnTo>
                <a:lnTo>
                  <a:pt x="390443" y="244476"/>
                </a:lnTo>
                <a:lnTo>
                  <a:pt x="396641" y="243918"/>
                </a:lnTo>
                <a:lnTo>
                  <a:pt x="402838" y="243041"/>
                </a:lnTo>
                <a:lnTo>
                  <a:pt x="409036" y="241721"/>
                </a:lnTo>
                <a:lnTo>
                  <a:pt x="415234" y="239794"/>
                </a:lnTo>
                <a:lnTo>
                  <a:pt x="421431" y="237007"/>
                </a:lnTo>
                <a:lnTo>
                  <a:pt x="427629" y="232944"/>
                </a:lnTo>
                <a:lnTo>
                  <a:pt x="433826" y="227000"/>
                </a:lnTo>
                <a:lnTo>
                  <a:pt x="440024" y="218447"/>
                </a:lnTo>
                <a:lnTo>
                  <a:pt x="446221" y="206596"/>
                </a:lnTo>
                <a:lnTo>
                  <a:pt x="452419" y="190999"/>
                </a:lnTo>
                <a:lnTo>
                  <a:pt x="458616" y="171611"/>
                </a:lnTo>
                <a:lnTo>
                  <a:pt x="464814" y="148859"/>
                </a:lnTo>
                <a:lnTo>
                  <a:pt x="471011" y="123811"/>
                </a:lnTo>
                <a:lnTo>
                  <a:pt x="477209" y="98116"/>
                </a:lnTo>
                <a:lnTo>
                  <a:pt x="483406" y="73476"/>
                </a:lnTo>
                <a:lnTo>
                  <a:pt x="489604" y="51256"/>
                </a:lnTo>
                <a:lnTo>
                  <a:pt x="495801" y="32232"/>
                </a:lnTo>
                <a:lnTo>
                  <a:pt x="501999" y="16843"/>
                </a:lnTo>
                <a:lnTo>
                  <a:pt x="508196" y="5736"/>
                </a:lnTo>
                <a:lnTo>
                  <a:pt x="514394" y="0"/>
                </a:lnTo>
                <a:lnTo>
                  <a:pt x="520591" y="756"/>
                </a:lnTo>
                <a:lnTo>
                  <a:pt x="526789" y="8408"/>
                </a:lnTo>
                <a:lnTo>
                  <a:pt x="532986" y="22189"/>
                </a:lnTo>
                <a:lnTo>
                  <a:pt x="539184" y="40401"/>
                </a:lnTo>
                <a:lnTo>
                  <a:pt x="545381" y="61132"/>
                </a:lnTo>
                <a:lnTo>
                  <a:pt x="551579" y="82920"/>
                </a:lnTo>
                <a:lnTo>
                  <a:pt x="557777" y="104957"/>
                </a:lnTo>
                <a:lnTo>
                  <a:pt x="563974" y="126841"/>
                </a:lnTo>
                <a:lnTo>
                  <a:pt x="570172" y="148179"/>
                </a:lnTo>
                <a:lnTo>
                  <a:pt x="576369" y="168361"/>
                </a:lnTo>
                <a:lnTo>
                  <a:pt x="582567" y="186632"/>
                </a:lnTo>
                <a:lnTo>
                  <a:pt x="588764" y="202332"/>
                </a:lnTo>
                <a:lnTo>
                  <a:pt x="594962" y="215119"/>
                </a:lnTo>
                <a:lnTo>
                  <a:pt x="601159" y="225017"/>
                </a:lnTo>
                <a:lnTo>
                  <a:pt x="607357" y="232303"/>
                </a:lnTo>
                <a:lnTo>
                  <a:pt x="613554" y="237377"/>
                </a:lnTo>
                <a:lnTo>
                  <a:pt x="619752" y="240686"/>
                </a:lnTo>
                <a:lnTo>
                  <a:pt x="625949" y="242684"/>
                </a:lnTo>
                <a:lnTo>
                  <a:pt x="632147" y="243848"/>
                </a:lnTo>
                <a:lnTo>
                  <a:pt x="638344" y="244556"/>
                </a:lnTo>
                <a:lnTo>
                  <a:pt x="644542" y="245024"/>
                </a:lnTo>
                <a:lnTo>
                  <a:pt x="650739" y="245352"/>
                </a:lnTo>
                <a:lnTo>
                  <a:pt x="656937" y="245579"/>
                </a:lnTo>
                <a:lnTo>
                  <a:pt x="663134" y="245723"/>
                </a:lnTo>
                <a:lnTo>
                  <a:pt x="669332" y="245805"/>
                </a:lnTo>
                <a:lnTo>
                  <a:pt x="675529" y="245846"/>
                </a:lnTo>
                <a:lnTo>
                  <a:pt x="681727" y="245864"/>
                </a:lnTo>
                <a:lnTo>
                  <a:pt x="687924" y="245871"/>
                </a:lnTo>
                <a:lnTo>
                  <a:pt x="694122" y="245873"/>
                </a:lnTo>
                <a:lnTo>
                  <a:pt x="700320" y="245873"/>
                </a:lnTo>
                <a:lnTo>
                  <a:pt x="706517" y="245873"/>
                </a:lnTo>
                <a:lnTo>
                  <a:pt x="712715" y="245873"/>
                </a:lnTo>
                <a:lnTo>
                  <a:pt x="718912" y="245873"/>
                </a:lnTo>
                <a:lnTo>
                  <a:pt x="725110" y="245873"/>
                </a:lnTo>
                <a:lnTo>
                  <a:pt x="731307" y="245873"/>
                </a:lnTo>
                <a:lnTo>
                  <a:pt x="737505" y="245873"/>
                </a:lnTo>
                <a:lnTo>
                  <a:pt x="743702" y="245873"/>
                </a:lnTo>
                <a:lnTo>
                  <a:pt x="749900" y="245873"/>
                </a:lnTo>
                <a:lnTo>
                  <a:pt x="756097" y="245873"/>
                </a:lnTo>
                <a:lnTo>
                  <a:pt x="762295" y="245873"/>
                </a:lnTo>
                <a:lnTo>
                  <a:pt x="768492" y="245873"/>
                </a:lnTo>
                <a:lnTo>
                  <a:pt x="774690" y="245873"/>
                </a:lnTo>
                <a:lnTo>
                  <a:pt x="780887" y="245873"/>
                </a:lnTo>
                <a:lnTo>
                  <a:pt x="787085" y="245873"/>
                </a:lnTo>
                <a:lnTo>
                  <a:pt x="793282" y="245873"/>
                </a:lnTo>
                <a:lnTo>
                  <a:pt x="799480" y="245873"/>
                </a:lnTo>
                <a:lnTo>
                  <a:pt x="805677" y="245873"/>
                </a:lnTo>
                <a:lnTo>
                  <a:pt x="811875" y="245873"/>
                </a:lnTo>
                <a:lnTo>
                  <a:pt x="818072" y="245873"/>
                </a:lnTo>
                <a:lnTo>
                  <a:pt x="824270" y="245873"/>
                </a:lnTo>
                <a:lnTo>
                  <a:pt x="830468" y="245873"/>
                </a:lnTo>
                <a:lnTo>
                  <a:pt x="836665" y="245873"/>
                </a:lnTo>
                <a:lnTo>
                  <a:pt x="842863" y="245873"/>
                </a:lnTo>
                <a:lnTo>
                  <a:pt x="849060" y="245873"/>
                </a:lnTo>
                <a:lnTo>
                  <a:pt x="855258" y="245873"/>
                </a:lnTo>
                <a:lnTo>
                  <a:pt x="861455" y="245873"/>
                </a:lnTo>
                <a:lnTo>
                  <a:pt x="867653" y="245873"/>
                </a:lnTo>
                <a:lnTo>
                  <a:pt x="873850" y="245873"/>
                </a:lnTo>
                <a:lnTo>
                  <a:pt x="880048" y="245873"/>
                </a:lnTo>
                <a:lnTo>
                  <a:pt x="886245" y="245873"/>
                </a:lnTo>
                <a:lnTo>
                  <a:pt x="892443" y="245873"/>
                </a:lnTo>
                <a:lnTo>
                  <a:pt x="898640" y="245873"/>
                </a:lnTo>
                <a:lnTo>
                  <a:pt x="904838" y="245873"/>
                </a:lnTo>
                <a:lnTo>
                  <a:pt x="911035" y="245873"/>
                </a:lnTo>
                <a:lnTo>
                  <a:pt x="917233" y="245873"/>
                </a:lnTo>
                <a:lnTo>
                  <a:pt x="923430" y="245873"/>
                </a:lnTo>
                <a:lnTo>
                  <a:pt x="929628" y="245873"/>
                </a:lnTo>
                <a:lnTo>
                  <a:pt x="935825" y="245873"/>
                </a:lnTo>
                <a:lnTo>
                  <a:pt x="942023" y="245873"/>
                </a:lnTo>
                <a:lnTo>
                  <a:pt x="948220" y="245873"/>
                </a:lnTo>
                <a:lnTo>
                  <a:pt x="954418" y="245873"/>
                </a:lnTo>
                <a:lnTo>
                  <a:pt x="960615" y="245873"/>
                </a:lnTo>
                <a:lnTo>
                  <a:pt x="966813" y="245873"/>
                </a:lnTo>
                <a:lnTo>
                  <a:pt x="973011" y="245873"/>
                </a:lnTo>
                <a:lnTo>
                  <a:pt x="979208" y="245873"/>
                </a:lnTo>
                <a:lnTo>
                  <a:pt x="985406" y="245873"/>
                </a:lnTo>
                <a:lnTo>
                  <a:pt x="991603" y="245873"/>
                </a:lnTo>
                <a:lnTo>
                  <a:pt x="997801" y="245873"/>
                </a:lnTo>
                <a:lnTo>
                  <a:pt x="1003998" y="245873"/>
                </a:lnTo>
                <a:lnTo>
                  <a:pt x="1010196" y="245873"/>
                </a:lnTo>
                <a:lnTo>
                  <a:pt x="1016393" y="245873"/>
                </a:lnTo>
                <a:lnTo>
                  <a:pt x="1022591" y="245873"/>
                </a:lnTo>
                <a:lnTo>
                  <a:pt x="1028788" y="245873"/>
                </a:lnTo>
                <a:lnTo>
                  <a:pt x="1034986" y="245873"/>
                </a:lnTo>
                <a:lnTo>
                  <a:pt x="1041183" y="245873"/>
                </a:lnTo>
                <a:lnTo>
                  <a:pt x="1047381" y="245873"/>
                </a:lnTo>
                <a:lnTo>
                  <a:pt x="1053578" y="245873"/>
                </a:lnTo>
                <a:lnTo>
                  <a:pt x="1059776" y="245873"/>
                </a:lnTo>
                <a:lnTo>
                  <a:pt x="1065973" y="245873"/>
                </a:lnTo>
                <a:lnTo>
                  <a:pt x="1072171" y="245873"/>
                </a:lnTo>
                <a:lnTo>
                  <a:pt x="1078368" y="245873"/>
                </a:lnTo>
                <a:lnTo>
                  <a:pt x="1084566" y="245873"/>
                </a:lnTo>
                <a:lnTo>
                  <a:pt x="1090763" y="245873"/>
                </a:lnTo>
                <a:lnTo>
                  <a:pt x="1096961" y="245873"/>
                </a:lnTo>
                <a:lnTo>
                  <a:pt x="1103159" y="245873"/>
                </a:lnTo>
                <a:lnTo>
                  <a:pt x="1109356" y="245873"/>
                </a:lnTo>
                <a:lnTo>
                  <a:pt x="1115554" y="245873"/>
                </a:lnTo>
                <a:lnTo>
                  <a:pt x="1121751" y="245873"/>
                </a:lnTo>
                <a:lnTo>
                  <a:pt x="1127949" y="245873"/>
                </a:lnTo>
                <a:lnTo>
                  <a:pt x="1134146" y="245873"/>
                </a:lnTo>
                <a:lnTo>
                  <a:pt x="1140344" y="245873"/>
                </a:lnTo>
                <a:lnTo>
                  <a:pt x="1146541" y="245873"/>
                </a:lnTo>
                <a:lnTo>
                  <a:pt x="1152739" y="245873"/>
                </a:lnTo>
                <a:lnTo>
                  <a:pt x="1158936" y="245873"/>
                </a:lnTo>
                <a:lnTo>
                  <a:pt x="1165134" y="245873"/>
                </a:lnTo>
                <a:lnTo>
                  <a:pt x="1171331" y="245873"/>
                </a:lnTo>
                <a:lnTo>
                  <a:pt x="1177529" y="245873"/>
                </a:lnTo>
                <a:lnTo>
                  <a:pt x="1183726" y="245873"/>
                </a:lnTo>
                <a:lnTo>
                  <a:pt x="1189924" y="245873"/>
                </a:lnTo>
                <a:lnTo>
                  <a:pt x="1196121" y="245873"/>
                </a:lnTo>
                <a:lnTo>
                  <a:pt x="1202319" y="245873"/>
                </a:lnTo>
                <a:lnTo>
                  <a:pt x="1208516" y="245873"/>
                </a:lnTo>
                <a:lnTo>
                  <a:pt x="1214714" y="245873"/>
                </a:lnTo>
                <a:lnTo>
                  <a:pt x="1220911" y="245873"/>
                </a:lnTo>
                <a:lnTo>
                  <a:pt x="1227109" y="245873"/>
                </a:lnTo>
                <a:lnTo>
                  <a:pt x="1233306" y="245873"/>
                </a:lnTo>
                <a:lnTo>
                  <a:pt x="1239504" y="245873"/>
                </a:lnTo>
                <a:lnTo>
                  <a:pt x="1245702" y="245873"/>
                </a:lnTo>
                <a:lnTo>
                  <a:pt x="1251899" y="245873"/>
                </a:lnTo>
                <a:lnTo>
                  <a:pt x="1258097" y="245873"/>
                </a:lnTo>
                <a:lnTo>
                  <a:pt x="1264294" y="245873"/>
                </a:lnTo>
                <a:lnTo>
                  <a:pt x="1270492" y="245873"/>
                </a:lnTo>
                <a:lnTo>
                  <a:pt x="1276689" y="245873"/>
                </a:lnTo>
                <a:lnTo>
                  <a:pt x="1282887" y="245873"/>
                </a:lnTo>
                <a:lnTo>
                  <a:pt x="1289084" y="245873"/>
                </a:lnTo>
                <a:lnTo>
                  <a:pt x="1295282" y="245873"/>
                </a:lnTo>
                <a:lnTo>
                  <a:pt x="1301479" y="245873"/>
                </a:lnTo>
                <a:lnTo>
                  <a:pt x="1307677" y="245873"/>
                </a:lnTo>
                <a:lnTo>
                  <a:pt x="1313874" y="245873"/>
                </a:lnTo>
                <a:lnTo>
                  <a:pt x="1320072" y="245873"/>
                </a:lnTo>
                <a:lnTo>
                  <a:pt x="1326269" y="245873"/>
                </a:lnTo>
                <a:lnTo>
                  <a:pt x="1332467" y="245873"/>
                </a:lnTo>
                <a:lnTo>
                  <a:pt x="1338664" y="245873"/>
                </a:lnTo>
                <a:lnTo>
                  <a:pt x="1344862" y="245873"/>
                </a:lnTo>
                <a:lnTo>
                  <a:pt x="1351059" y="245873"/>
                </a:lnTo>
                <a:lnTo>
                  <a:pt x="1357257" y="245873"/>
                </a:lnTo>
                <a:lnTo>
                  <a:pt x="1363454" y="245873"/>
                </a:lnTo>
                <a:lnTo>
                  <a:pt x="1369652" y="245873"/>
                </a:lnTo>
                <a:lnTo>
                  <a:pt x="1375849" y="245873"/>
                </a:lnTo>
                <a:lnTo>
                  <a:pt x="1382047" y="245873"/>
                </a:lnTo>
                <a:lnTo>
                  <a:pt x="1388245" y="245873"/>
                </a:lnTo>
                <a:lnTo>
                  <a:pt x="1394442" y="245873"/>
                </a:lnTo>
                <a:lnTo>
                  <a:pt x="1400640" y="245873"/>
                </a:lnTo>
                <a:lnTo>
                  <a:pt x="1406837" y="245873"/>
                </a:lnTo>
                <a:lnTo>
                  <a:pt x="1413035" y="245873"/>
                </a:lnTo>
                <a:lnTo>
                  <a:pt x="1419232" y="245873"/>
                </a:lnTo>
                <a:lnTo>
                  <a:pt x="1425430" y="245873"/>
                </a:lnTo>
                <a:lnTo>
                  <a:pt x="1431627" y="245873"/>
                </a:lnTo>
                <a:lnTo>
                  <a:pt x="1437825" y="245873"/>
                </a:lnTo>
                <a:lnTo>
                  <a:pt x="1444022" y="245873"/>
                </a:lnTo>
                <a:lnTo>
                  <a:pt x="1450220" y="245873"/>
                </a:lnTo>
                <a:lnTo>
                  <a:pt x="1456417" y="245873"/>
                </a:lnTo>
                <a:lnTo>
                  <a:pt x="1462615" y="245873"/>
                </a:lnTo>
                <a:lnTo>
                  <a:pt x="1468812" y="245873"/>
                </a:lnTo>
                <a:lnTo>
                  <a:pt x="1475010" y="245873"/>
                </a:lnTo>
                <a:lnTo>
                  <a:pt x="1481207" y="245873"/>
                </a:lnTo>
                <a:lnTo>
                  <a:pt x="1487405" y="245873"/>
                </a:lnTo>
                <a:lnTo>
                  <a:pt x="1493602" y="245873"/>
                </a:lnTo>
                <a:lnTo>
                  <a:pt x="1499800" y="245873"/>
                </a:lnTo>
                <a:lnTo>
                  <a:pt x="1505997" y="245873"/>
                </a:lnTo>
                <a:lnTo>
                  <a:pt x="1512195" y="245873"/>
                </a:lnTo>
                <a:lnTo>
                  <a:pt x="1518393" y="245873"/>
                </a:lnTo>
                <a:lnTo>
                  <a:pt x="1524590" y="245873"/>
                </a:lnTo>
                <a:lnTo>
                  <a:pt x="1530788" y="245873"/>
                </a:lnTo>
                <a:lnTo>
                  <a:pt x="1536985" y="245873"/>
                </a:lnTo>
                <a:lnTo>
                  <a:pt x="1543183" y="245873"/>
                </a:lnTo>
                <a:lnTo>
                  <a:pt x="1549380" y="245873"/>
                </a:lnTo>
                <a:lnTo>
                  <a:pt x="1555578" y="245873"/>
                </a:lnTo>
                <a:lnTo>
                  <a:pt x="1561775" y="245873"/>
                </a:lnTo>
                <a:lnTo>
                  <a:pt x="1567973" y="245873"/>
                </a:lnTo>
                <a:lnTo>
                  <a:pt x="1574170" y="245873"/>
                </a:lnTo>
                <a:lnTo>
                  <a:pt x="1580368" y="245873"/>
                </a:lnTo>
                <a:lnTo>
                  <a:pt x="1586565" y="245873"/>
                </a:lnTo>
                <a:lnTo>
                  <a:pt x="1592763" y="245873"/>
                </a:lnTo>
                <a:lnTo>
                  <a:pt x="1598960" y="245873"/>
                </a:lnTo>
                <a:lnTo>
                  <a:pt x="1605158" y="245873"/>
                </a:lnTo>
                <a:lnTo>
                  <a:pt x="1611355" y="245873"/>
                </a:lnTo>
                <a:lnTo>
                  <a:pt x="1617553" y="245873"/>
                </a:lnTo>
                <a:lnTo>
                  <a:pt x="1623750" y="245873"/>
                </a:lnTo>
                <a:lnTo>
                  <a:pt x="1629948" y="245873"/>
                </a:lnTo>
                <a:lnTo>
                  <a:pt x="1636145" y="245873"/>
                </a:lnTo>
                <a:lnTo>
                  <a:pt x="1642343" y="245873"/>
                </a:lnTo>
                <a:lnTo>
                  <a:pt x="1648540" y="245873"/>
                </a:lnTo>
                <a:lnTo>
                  <a:pt x="1654738" y="245873"/>
                </a:lnTo>
                <a:lnTo>
                  <a:pt x="1660936" y="245873"/>
                </a:lnTo>
                <a:lnTo>
                  <a:pt x="1667133" y="245873"/>
                </a:lnTo>
                <a:lnTo>
                  <a:pt x="1673331" y="245873"/>
                </a:lnTo>
                <a:lnTo>
                  <a:pt x="1679528" y="245873"/>
                </a:lnTo>
                <a:lnTo>
                  <a:pt x="1685726" y="245873"/>
                </a:lnTo>
                <a:lnTo>
                  <a:pt x="1691923" y="245873"/>
                </a:lnTo>
                <a:lnTo>
                  <a:pt x="1698121" y="245873"/>
                </a:lnTo>
                <a:lnTo>
                  <a:pt x="1704318" y="245873"/>
                </a:lnTo>
                <a:lnTo>
                  <a:pt x="1710516" y="245873"/>
                </a:lnTo>
                <a:lnTo>
                  <a:pt x="1716713" y="245873"/>
                </a:lnTo>
                <a:lnTo>
                  <a:pt x="1722911" y="245873"/>
                </a:lnTo>
                <a:lnTo>
                  <a:pt x="1729108" y="245873"/>
                </a:lnTo>
                <a:lnTo>
                  <a:pt x="1735306" y="245873"/>
                </a:lnTo>
                <a:lnTo>
                  <a:pt x="1741503" y="245873"/>
                </a:lnTo>
                <a:lnTo>
                  <a:pt x="1747701" y="245873"/>
                </a:lnTo>
                <a:lnTo>
                  <a:pt x="1753898" y="245873"/>
                </a:lnTo>
                <a:lnTo>
                  <a:pt x="1760096" y="245873"/>
                </a:lnTo>
                <a:lnTo>
                  <a:pt x="1766293" y="245873"/>
                </a:lnTo>
                <a:lnTo>
                  <a:pt x="1772491" y="245873"/>
                </a:lnTo>
                <a:lnTo>
                  <a:pt x="1778688" y="245873"/>
                </a:lnTo>
                <a:lnTo>
                  <a:pt x="1784886" y="245873"/>
                </a:lnTo>
                <a:lnTo>
                  <a:pt x="1791084" y="245873"/>
                </a:lnTo>
                <a:lnTo>
                  <a:pt x="1797281" y="245873"/>
                </a:lnTo>
                <a:lnTo>
                  <a:pt x="1803479" y="245873"/>
                </a:lnTo>
                <a:lnTo>
                  <a:pt x="1809676" y="245873"/>
                </a:lnTo>
                <a:lnTo>
                  <a:pt x="1815874" y="245873"/>
                </a:lnTo>
                <a:lnTo>
                  <a:pt x="1822071" y="245873"/>
                </a:lnTo>
                <a:lnTo>
                  <a:pt x="1828269" y="245873"/>
                </a:lnTo>
                <a:lnTo>
                  <a:pt x="1834466" y="245873"/>
                </a:lnTo>
                <a:lnTo>
                  <a:pt x="1840664" y="245873"/>
                </a:lnTo>
                <a:lnTo>
                  <a:pt x="1846861" y="245873"/>
                </a:lnTo>
                <a:lnTo>
                  <a:pt x="1853059" y="245873"/>
                </a:lnTo>
                <a:lnTo>
                  <a:pt x="1859256" y="245873"/>
                </a:lnTo>
                <a:lnTo>
                  <a:pt x="1865454" y="245873"/>
                </a:lnTo>
                <a:lnTo>
                  <a:pt x="1871651" y="245873"/>
                </a:lnTo>
                <a:lnTo>
                  <a:pt x="1877849" y="245873"/>
                </a:lnTo>
                <a:lnTo>
                  <a:pt x="1884046" y="245873"/>
                </a:lnTo>
                <a:lnTo>
                  <a:pt x="1890244" y="245873"/>
                </a:lnTo>
                <a:lnTo>
                  <a:pt x="1896441" y="245873"/>
                </a:lnTo>
                <a:lnTo>
                  <a:pt x="1902639" y="245873"/>
                </a:lnTo>
                <a:lnTo>
                  <a:pt x="1908836" y="245873"/>
                </a:lnTo>
                <a:lnTo>
                  <a:pt x="1915034" y="245873"/>
                </a:lnTo>
                <a:lnTo>
                  <a:pt x="1921231" y="245873"/>
                </a:lnTo>
                <a:lnTo>
                  <a:pt x="1927429" y="245873"/>
                </a:lnTo>
                <a:lnTo>
                  <a:pt x="1933627" y="245873"/>
                </a:lnTo>
                <a:lnTo>
                  <a:pt x="1939824" y="245873"/>
                </a:lnTo>
                <a:lnTo>
                  <a:pt x="1946022" y="245873"/>
                </a:lnTo>
                <a:lnTo>
                  <a:pt x="1952219" y="245873"/>
                </a:lnTo>
                <a:lnTo>
                  <a:pt x="1958417" y="245873"/>
                </a:lnTo>
                <a:lnTo>
                  <a:pt x="1964614" y="245873"/>
                </a:lnTo>
                <a:lnTo>
                  <a:pt x="1970812" y="245873"/>
                </a:lnTo>
                <a:lnTo>
                  <a:pt x="1977009" y="245873"/>
                </a:lnTo>
                <a:lnTo>
                  <a:pt x="1983207" y="245873"/>
                </a:lnTo>
                <a:lnTo>
                  <a:pt x="1989404" y="245873"/>
                </a:lnTo>
                <a:lnTo>
                  <a:pt x="1995602" y="245873"/>
                </a:lnTo>
                <a:lnTo>
                  <a:pt x="2001799" y="245873"/>
                </a:lnTo>
                <a:lnTo>
                  <a:pt x="2007997" y="245873"/>
                </a:lnTo>
                <a:lnTo>
                  <a:pt x="2014194" y="245873"/>
                </a:lnTo>
                <a:lnTo>
                  <a:pt x="2020392" y="245873"/>
                </a:lnTo>
                <a:lnTo>
                  <a:pt x="2026589" y="245873"/>
                </a:lnTo>
                <a:lnTo>
                  <a:pt x="2032787" y="245873"/>
                </a:lnTo>
                <a:lnTo>
                  <a:pt x="2038984" y="245873"/>
                </a:lnTo>
                <a:lnTo>
                  <a:pt x="2045182" y="245873"/>
                </a:lnTo>
                <a:lnTo>
                  <a:pt x="2051379" y="245873"/>
                </a:lnTo>
                <a:lnTo>
                  <a:pt x="2057577" y="245873"/>
                </a:lnTo>
                <a:lnTo>
                  <a:pt x="2063774" y="245873"/>
                </a:lnTo>
                <a:lnTo>
                  <a:pt x="2069972" y="245873"/>
                </a:lnTo>
                <a:lnTo>
                  <a:pt x="2076170" y="245873"/>
                </a:lnTo>
                <a:lnTo>
                  <a:pt x="2082367" y="245873"/>
                </a:lnTo>
                <a:lnTo>
                  <a:pt x="2088565" y="245873"/>
                </a:lnTo>
                <a:lnTo>
                  <a:pt x="2094762" y="245873"/>
                </a:lnTo>
                <a:lnTo>
                  <a:pt x="2100960" y="245873"/>
                </a:lnTo>
                <a:lnTo>
                  <a:pt x="2107157" y="245873"/>
                </a:lnTo>
                <a:lnTo>
                  <a:pt x="2113355" y="245873"/>
                </a:lnTo>
                <a:lnTo>
                  <a:pt x="2119552" y="245873"/>
                </a:lnTo>
                <a:lnTo>
                  <a:pt x="2125750" y="245873"/>
                </a:lnTo>
                <a:lnTo>
                  <a:pt x="2131947" y="245873"/>
                </a:lnTo>
                <a:lnTo>
                  <a:pt x="2138145" y="245873"/>
                </a:lnTo>
                <a:lnTo>
                  <a:pt x="2144342" y="245873"/>
                </a:lnTo>
                <a:lnTo>
                  <a:pt x="2150540" y="245873"/>
                </a:lnTo>
                <a:lnTo>
                  <a:pt x="2156737" y="245873"/>
                </a:lnTo>
                <a:lnTo>
                  <a:pt x="2162935" y="245873"/>
                </a:lnTo>
                <a:lnTo>
                  <a:pt x="2169132" y="245873"/>
                </a:lnTo>
                <a:lnTo>
                  <a:pt x="2175330" y="245873"/>
                </a:lnTo>
                <a:lnTo>
                  <a:pt x="2181527" y="245873"/>
                </a:lnTo>
                <a:lnTo>
                  <a:pt x="2187725" y="245873"/>
                </a:lnTo>
                <a:lnTo>
                  <a:pt x="2193922" y="245873"/>
                </a:lnTo>
                <a:lnTo>
                  <a:pt x="2200120" y="245873"/>
                </a:lnTo>
                <a:lnTo>
                  <a:pt x="2206318" y="245873"/>
                </a:lnTo>
                <a:lnTo>
                  <a:pt x="2212515" y="245873"/>
                </a:lnTo>
                <a:lnTo>
                  <a:pt x="2218713" y="245873"/>
                </a:lnTo>
                <a:lnTo>
                  <a:pt x="2224910" y="245873"/>
                </a:lnTo>
                <a:lnTo>
                  <a:pt x="2231108" y="245873"/>
                </a:lnTo>
                <a:lnTo>
                  <a:pt x="2237305" y="245873"/>
                </a:lnTo>
                <a:lnTo>
                  <a:pt x="2243503" y="245873"/>
                </a:lnTo>
                <a:lnTo>
                  <a:pt x="2249700" y="245873"/>
                </a:lnTo>
                <a:lnTo>
                  <a:pt x="2255898" y="245873"/>
                </a:lnTo>
                <a:lnTo>
                  <a:pt x="2262095" y="245873"/>
                </a:lnTo>
                <a:lnTo>
                  <a:pt x="2268293" y="245873"/>
                </a:lnTo>
                <a:lnTo>
                  <a:pt x="2274490" y="245873"/>
                </a:lnTo>
                <a:lnTo>
                  <a:pt x="2280688" y="245873"/>
                </a:lnTo>
                <a:lnTo>
                  <a:pt x="2286885" y="245873"/>
                </a:lnTo>
                <a:lnTo>
                  <a:pt x="2293083" y="245873"/>
                </a:lnTo>
                <a:lnTo>
                  <a:pt x="2299280" y="245873"/>
                </a:lnTo>
                <a:lnTo>
                  <a:pt x="2305478" y="245873"/>
                </a:lnTo>
                <a:lnTo>
                  <a:pt x="2311675" y="245873"/>
                </a:lnTo>
                <a:lnTo>
                  <a:pt x="2317873" y="245873"/>
                </a:lnTo>
                <a:lnTo>
                  <a:pt x="2324070" y="245873"/>
                </a:lnTo>
                <a:lnTo>
                  <a:pt x="2330268" y="245873"/>
                </a:lnTo>
                <a:lnTo>
                  <a:pt x="2336465" y="245873"/>
                </a:lnTo>
                <a:lnTo>
                  <a:pt x="2342663" y="245873"/>
                </a:lnTo>
                <a:lnTo>
                  <a:pt x="2348861" y="245873"/>
                </a:lnTo>
                <a:lnTo>
                  <a:pt x="2355058" y="245873"/>
                </a:lnTo>
                <a:lnTo>
                  <a:pt x="2361256" y="245873"/>
                </a:lnTo>
                <a:lnTo>
                  <a:pt x="2367453" y="245873"/>
                </a:lnTo>
                <a:lnTo>
                  <a:pt x="2373651" y="245873"/>
                </a:lnTo>
                <a:lnTo>
                  <a:pt x="2379848" y="245873"/>
                </a:lnTo>
                <a:lnTo>
                  <a:pt x="2386046" y="245873"/>
                </a:lnTo>
                <a:lnTo>
                  <a:pt x="2392243" y="245873"/>
                </a:lnTo>
                <a:lnTo>
                  <a:pt x="2398441" y="245873"/>
                </a:lnTo>
                <a:lnTo>
                  <a:pt x="2404638" y="245873"/>
                </a:lnTo>
                <a:lnTo>
                  <a:pt x="2410836" y="245873"/>
                </a:lnTo>
                <a:lnTo>
                  <a:pt x="2417033" y="245873"/>
                </a:lnTo>
                <a:lnTo>
                  <a:pt x="2423231" y="245873"/>
                </a:lnTo>
                <a:lnTo>
                  <a:pt x="2429428" y="245873"/>
                </a:lnTo>
                <a:lnTo>
                  <a:pt x="2435626" y="245873"/>
                </a:lnTo>
                <a:lnTo>
                  <a:pt x="2441823" y="245873"/>
                </a:lnTo>
                <a:lnTo>
                  <a:pt x="2448021" y="245873"/>
                </a:lnTo>
                <a:lnTo>
                  <a:pt x="2454218" y="245873"/>
                </a:lnTo>
                <a:lnTo>
                  <a:pt x="2460416" y="245873"/>
                </a:lnTo>
                <a:lnTo>
                  <a:pt x="2466613" y="245873"/>
                </a:lnTo>
                <a:lnTo>
                  <a:pt x="2472811" y="245873"/>
                </a:lnTo>
                <a:lnTo>
                  <a:pt x="2479009" y="245873"/>
                </a:lnTo>
                <a:lnTo>
                  <a:pt x="2485206" y="245873"/>
                </a:lnTo>
                <a:lnTo>
                  <a:pt x="2491404" y="245873"/>
                </a:lnTo>
                <a:lnTo>
                  <a:pt x="2497601" y="245873"/>
                </a:lnTo>
                <a:lnTo>
                  <a:pt x="2503799" y="245873"/>
                </a:lnTo>
                <a:lnTo>
                  <a:pt x="2509996" y="245873"/>
                </a:lnTo>
                <a:lnTo>
                  <a:pt x="2516194" y="245873"/>
                </a:lnTo>
                <a:lnTo>
                  <a:pt x="2522391" y="245873"/>
                </a:lnTo>
                <a:lnTo>
                  <a:pt x="2528589" y="245873"/>
                </a:lnTo>
                <a:lnTo>
                  <a:pt x="2534786" y="245873"/>
                </a:lnTo>
                <a:lnTo>
                  <a:pt x="2540984" y="245873"/>
                </a:lnTo>
                <a:lnTo>
                  <a:pt x="2547181" y="245873"/>
                </a:lnTo>
                <a:lnTo>
                  <a:pt x="2553379" y="245873"/>
                </a:lnTo>
                <a:lnTo>
                  <a:pt x="2559576" y="245873"/>
                </a:lnTo>
                <a:lnTo>
                  <a:pt x="2565774" y="245873"/>
                </a:lnTo>
                <a:lnTo>
                  <a:pt x="2571971" y="245873"/>
                </a:lnTo>
                <a:lnTo>
                  <a:pt x="2578169" y="245873"/>
                </a:lnTo>
                <a:lnTo>
                  <a:pt x="2584366" y="245873"/>
                </a:lnTo>
                <a:lnTo>
                  <a:pt x="2590564" y="245873"/>
                </a:lnTo>
                <a:lnTo>
                  <a:pt x="2596761" y="245873"/>
                </a:lnTo>
                <a:lnTo>
                  <a:pt x="2602959" y="245873"/>
                </a:lnTo>
                <a:lnTo>
                  <a:pt x="2609156" y="245873"/>
                </a:lnTo>
                <a:lnTo>
                  <a:pt x="2615354" y="245873"/>
                </a:lnTo>
                <a:lnTo>
                  <a:pt x="2621552" y="245873"/>
                </a:lnTo>
                <a:lnTo>
                  <a:pt x="2627749" y="245873"/>
                </a:lnTo>
                <a:lnTo>
                  <a:pt x="2633947" y="245873"/>
                </a:lnTo>
                <a:lnTo>
                  <a:pt x="2640144" y="245873"/>
                </a:lnTo>
                <a:lnTo>
                  <a:pt x="2646342" y="245873"/>
                </a:lnTo>
                <a:lnTo>
                  <a:pt x="2652539" y="245873"/>
                </a:lnTo>
                <a:lnTo>
                  <a:pt x="2658737" y="245873"/>
                </a:lnTo>
                <a:lnTo>
                  <a:pt x="2664934" y="245873"/>
                </a:lnTo>
                <a:lnTo>
                  <a:pt x="2671132" y="245873"/>
                </a:lnTo>
                <a:lnTo>
                  <a:pt x="2677329" y="245873"/>
                </a:lnTo>
                <a:lnTo>
                  <a:pt x="2683527" y="245873"/>
                </a:lnTo>
                <a:lnTo>
                  <a:pt x="2689724" y="245873"/>
                </a:lnTo>
                <a:lnTo>
                  <a:pt x="2695922" y="245873"/>
                </a:lnTo>
                <a:lnTo>
                  <a:pt x="2702119" y="245873"/>
                </a:lnTo>
                <a:lnTo>
                  <a:pt x="2708317" y="245873"/>
                </a:lnTo>
                <a:lnTo>
                  <a:pt x="2714514" y="245873"/>
                </a:lnTo>
                <a:lnTo>
                  <a:pt x="2720712" y="245873"/>
                </a:lnTo>
                <a:lnTo>
                  <a:pt x="2726909" y="245873"/>
                </a:lnTo>
                <a:lnTo>
                  <a:pt x="2733107" y="245873"/>
                </a:lnTo>
                <a:lnTo>
                  <a:pt x="2739304" y="245873"/>
                </a:lnTo>
                <a:lnTo>
                  <a:pt x="2745502" y="245873"/>
                </a:lnTo>
                <a:lnTo>
                  <a:pt x="2751699" y="245873"/>
                </a:lnTo>
                <a:lnTo>
                  <a:pt x="2757897" y="245873"/>
                </a:lnTo>
                <a:lnTo>
                  <a:pt x="2764095" y="245873"/>
                </a:lnTo>
                <a:lnTo>
                  <a:pt x="2770292" y="245873"/>
                </a:lnTo>
                <a:lnTo>
                  <a:pt x="2776490" y="245873"/>
                </a:lnTo>
                <a:lnTo>
                  <a:pt x="2782687" y="245873"/>
                </a:lnTo>
                <a:lnTo>
                  <a:pt x="2788885" y="245873"/>
                </a:lnTo>
                <a:lnTo>
                  <a:pt x="2795082" y="245873"/>
                </a:lnTo>
                <a:lnTo>
                  <a:pt x="2801280" y="245873"/>
                </a:lnTo>
                <a:lnTo>
                  <a:pt x="2807477" y="245873"/>
                </a:lnTo>
                <a:lnTo>
                  <a:pt x="2813675" y="245873"/>
                </a:lnTo>
                <a:lnTo>
                  <a:pt x="2819872" y="245873"/>
                </a:lnTo>
                <a:lnTo>
                  <a:pt x="2826070" y="245873"/>
                </a:lnTo>
                <a:lnTo>
                  <a:pt x="2832267" y="245873"/>
                </a:lnTo>
                <a:lnTo>
                  <a:pt x="2838465" y="245873"/>
                </a:lnTo>
                <a:lnTo>
                  <a:pt x="2844662" y="245873"/>
                </a:lnTo>
                <a:lnTo>
                  <a:pt x="2850860" y="245873"/>
                </a:lnTo>
                <a:lnTo>
                  <a:pt x="2857057" y="245873"/>
                </a:lnTo>
                <a:lnTo>
                  <a:pt x="2863255" y="245873"/>
                </a:lnTo>
                <a:lnTo>
                  <a:pt x="2869452" y="245873"/>
                </a:lnTo>
                <a:lnTo>
                  <a:pt x="2875650" y="245873"/>
                </a:lnTo>
                <a:lnTo>
                  <a:pt x="2881847" y="245873"/>
                </a:lnTo>
                <a:lnTo>
                  <a:pt x="2888045" y="245873"/>
                </a:lnTo>
                <a:lnTo>
                  <a:pt x="2894243" y="245873"/>
                </a:lnTo>
                <a:lnTo>
                  <a:pt x="2900440" y="245873"/>
                </a:lnTo>
                <a:lnTo>
                  <a:pt x="2906638" y="245873"/>
                </a:lnTo>
                <a:lnTo>
                  <a:pt x="2912835" y="245873"/>
                </a:lnTo>
                <a:lnTo>
                  <a:pt x="2919033" y="245873"/>
                </a:lnTo>
                <a:lnTo>
                  <a:pt x="2925230" y="245873"/>
                </a:lnTo>
                <a:lnTo>
                  <a:pt x="2931428" y="245873"/>
                </a:lnTo>
                <a:lnTo>
                  <a:pt x="2937625" y="245873"/>
                </a:lnTo>
                <a:lnTo>
                  <a:pt x="2943823" y="245873"/>
                </a:lnTo>
                <a:lnTo>
                  <a:pt x="2950020" y="245873"/>
                </a:lnTo>
                <a:lnTo>
                  <a:pt x="2956218" y="245873"/>
                </a:lnTo>
                <a:lnTo>
                  <a:pt x="2962415" y="245873"/>
                </a:lnTo>
                <a:lnTo>
                  <a:pt x="2968613" y="245873"/>
                </a:lnTo>
                <a:lnTo>
                  <a:pt x="2974810" y="245873"/>
                </a:lnTo>
                <a:lnTo>
                  <a:pt x="2981008" y="245873"/>
                </a:lnTo>
                <a:lnTo>
                  <a:pt x="2987205" y="245873"/>
                </a:lnTo>
                <a:lnTo>
                  <a:pt x="2993403" y="245873"/>
                </a:lnTo>
                <a:lnTo>
                  <a:pt x="2999600" y="245873"/>
                </a:lnTo>
                <a:lnTo>
                  <a:pt x="3005798" y="245873"/>
                </a:lnTo>
                <a:lnTo>
                  <a:pt x="3011995" y="245873"/>
                </a:lnTo>
                <a:lnTo>
                  <a:pt x="3018193" y="245873"/>
                </a:lnTo>
                <a:lnTo>
                  <a:pt x="3024390" y="245873"/>
                </a:lnTo>
                <a:lnTo>
                  <a:pt x="3030588" y="245873"/>
                </a:lnTo>
                <a:lnTo>
                  <a:pt x="3036786" y="245873"/>
                </a:lnTo>
                <a:lnTo>
                  <a:pt x="3042983" y="245873"/>
                </a:lnTo>
                <a:lnTo>
                  <a:pt x="3049181" y="245873"/>
                </a:lnTo>
                <a:lnTo>
                  <a:pt x="3055378" y="245873"/>
                </a:lnTo>
                <a:lnTo>
                  <a:pt x="3061576" y="245873"/>
                </a:lnTo>
                <a:lnTo>
                  <a:pt x="3067773" y="245873"/>
                </a:lnTo>
                <a:lnTo>
                  <a:pt x="3073971" y="245873"/>
                </a:lnTo>
                <a:lnTo>
                  <a:pt x="3080168" y="245873"/>
                </a:lnTo>
                <a:lnTo>
                  <a:pt x="3086366" y="245873"/>
                </a:lnTo>
                <a:lnTo>
                  <a:pt x="3092563" y="245873"/>
                </a:lnTo>
                <a:lnTo>
                  <a:pt x="3098761" y="245873"/>
                </a:lnTo>
                <a:lnTo>
                  <a:pt x="3104958" y="245873"/>
                </a:lnTo>
                <a:lnTo>
                  <a:pt x="3111156" y="245873"/>
                </a:lnTo>
                <a:lnTo>
                  <a:pt x="3117353" y="245873"/>
                </a:lnTo>
                <a:lnTo>
                  <a:pt x="3123551" y="245873"/>
                </a:lnTo>
                <a:lnTo>
                  <a:pt x="3129748" y="245873"/>
                </a:lnTo>
                <a:lnTo>
                  <a:pt x="3135946" y="245873"/>
                </a:lnTo>
                <a:lnTo>
                  <a:pt x="3142143" y="245873"/>
                </a:lnTo>
                <a:lnTo>
                  <a:pt x="3148341" y="245873"/>
                </a:lnTo>
                <a:lnTo>
                  <a:pt x="3154538" y="245873"/>
                </a:lnTo>
                <a:lnTo>
                  <a:pt x="3160736" y="245873"/>
                </a:lnTo>
                <a:lnTo>
                  <a:pt x="3166933" y="245873"/>
                </a:lnTo>
                <a:lnTo>
                  <a:pt x="3160736" y="245873"/>
                </a:lnTo>
                <a:lnTo>
                  <a:pt x="3154538" y="245873"/>
                </a:lnTo>
                <a:lnTo>
                  <a:pt x="3148341" y="245873"/>
                </a:lnTo>
                <a:lnTo>
                  <a:pt x="3142143" y="245873"/>
                </a:lnTo>
                <a:lnTo>
                  <a:pt x="3135946" y="245873"/>
                </a:lnTo>
                <a:lnTo>
                  <a:pt x="3129748" y="245873"/>
                </a:lnTo>
                <a:lnTo>
                  <a:pt x="3123551" y="245873"/>
                </a:lnTo>
                <a:lnTo>
                  <a:pt x="3117353" y="245873"/>
                </a:lnTo>
                <a:lnTo>
                  <a:pt x="3111156" y="245873"/>
                </a:lnTo>
                <a:lnTo>
                  <a:pt x="3104958" y="245873"/>
                </a:lnTo>
                <a:lnTo>
                  <a:pt x="3098761" y="245873"/>
                </a:lnTo>
                <a:lnTo>
                  <a:pt x="3092563" y="245873"/>
                </a:lnTo>
                <a:lnTo>
                  <a:pt x="3086366" y="245873"/>
                </a:lnTo>
                <a:lnTo>
                  <a:pt x="3080168" y="245873"/>
                </a:lnTo>
                <a:lnTo>
                  <a:pt x="3073971" y="245873"/>
                </a:lnTo>
                <a:lnTo>
                  <a:pt x="3067773" y="245873"/>
                </a:lnTo>
                <a:lnTo>
                  <a:pt x="3061576" y="245873"/>
                </a:lnTo>
                <a:lnTo>
                  <a:pt x="3055378" y="245873"/>
                </a:lnTo>
                <a:lnTo>
                  <a:pt x="3049181" y="245873"/>
                </a:lnTo>
                <a:lnTo>
                  <a:pt x="3042983" y="245873"/>
                </a:lnTo>
                <a:lnTo>
                  <a:pt x="3036786" y="245873"/>
                </a:lnTo>
                <a:lnTo>
                  <a:pt x="3030588" y="245873"/>
                </a:lnTo>
                <a:lnTo>
                  <a:pt x="3024390" y="245873"/>
                </a:lnTo>
                <a:lnTo>
                  <a:pt x="3018193" y="245873"/>
                </a:lnTo>
                <a:lnTo>
                  <a:pt x="3011995" y="245873"/>
                </a:lnTo>
                <a:lnTo>
                  <a:pt x="3005798" y="245873"/>
                </a:lnTo>
                <a:lnTo>
                  <a:pt x="2999600" y="245873"/>
                </a:lnTo>
                <a:lnTo>
                  <a:pt x="2993403" y="245873"/>
                </a:lnTo>
                <a:lnTo>
                  <a:pt x="2987205" y="245873"/>
                </a:lnTo>
                <a:lnTo>
                  <a:pt x="2981008" y="245873"/>
                </a:lnTo>
                <a:lnTo>
                  <a:pt x="2974810" y="245873"/>
                </a:lnTo>
                <a:lnTo>
                  <a:pt x="2968613" y="245873"/>
                </a:lnTo>
                <a:lnTo>
                  <a:pt x="2962415" y="245873"/>
                </a:lnTo>
                <a:lnTo>
                  <a:pt x="2956218" y="245873"/>
                </a:lnTo>
                <a:lnTo>
                  <a:pt x="2950020" y="245873"/>
                </a:lnTo>
                <a:lnTo>
                  <a:pt x="2943823" y="245873"/>
                </a:lnTo>
                <a:lnTo>
                  <a:pt x="2937625" y="245873"/>
                </a:lnTo>
                <a:lnTo>
                  <a:pt x="2931428" y="245873"/>
                </a:lnTo>
                <a:lnTo>
                  <a:pt x="2925230" y="245873"/>
                </a:lnTo>
                <a:lnTo>
                  <a:pt x="2919033" y="245873"/>
                </a:lnTo>
                <a:lnTo>
                  <a:pt x="2912835" y="245873"/>
                </a:lnTo>
                <a:lnTo>
                  <a:pt x="2906638" y="245873"/>
                </a:lnTo>
                <a:lnTo>
                  <a:pt x="2900440" y="245873"/>
                </a:lnTo>
                <a:lnTo>
                  <a:pt x="2894243" y="245873"/>
                </a:lnTo>
                <a:lnTo>
                  <a:pt x="2888045" y="245873"/>
                </a:lnTo>
                <a:lnTo>
                  <a:pt x="2881847" y="245873"/>
                </a:lnTo>
                <a:lnTo>
                  <a:pt x="2875650" y="245873"/>
                </a:lnTo>
                <a:lnTo>
                  <a:pt x="2869452" y="245873"/>
                </a:lnTo>
                <a:lnTo>
                  <a:pt x="2863255" y="245873"/>
                </a:lnTo>
                <a:lnTo>
                  <a:pt x="2857057" y="245873"/>
                </a:lnTo>
                <a:lnTo>
                  <a:pt x="2850860" y="245873"/>
                </a:lnTo>
                <a:lnTo>
                  <a:pt x="2844662" y="245873"/>
                </a:lnTo>
                <a:lnTo>
                  <a:pt x="2838465" y="245873"/>
                </a:lnTo>
                <a:lnTo>
                  <a:pt x="2832267" y="245873"/>
                </a:lnTo>
                <a:lnTo>
                  <a:pt x="2826070" y="245873"/>
                </a:lnTo>
                <a:lnTo>
                  <a:pt x="2819872" y="245873"/>
                </a:lnTo>
                <a:lnTo>
                  <a:pt x="2813675" y="245873"/>
                </a:lnTo>
                <a:lnTo>
                  <a:pt x="2807477" y="245873"/>
                </a:lnTo>
                <a:lnTo>
                  <a:pt x="2801280" y="245873"/>
                </a:lnTo>
                <a:lnTo>
                  <a:pt x="2795082" y="245873"/>
                </a:lnTo>
                <a:lnTo>
                  <a:pt x="2788885" y="245873"/>
                </a:lnTo>
                <a:lnTo>
                  <a:pt x="2782687" y="245873"/>
                </a:lnTo>
                <a:lnTo>
                  <a:pt x="2776490" y="245873"/>
                </a:lnTo>
                <a:lnTo>
                  <a:pt x="2770292" y="245873"/>
                </a:lnTo>
                <a:lnTo>
                  <a:pt x="2764095" y="245873"/>
                </a:lnTo>
                <a:lnTo>
                  <a:pt x="2757897" y="245873"/>
                </a:lnTo>
                <a:lnTo>
                  <a:pt x="2751699" y="245873"/>
                </a:lnTo>
                <a:lnTo>
                  <a:pt x="2745502" y="245873"/>
                </a:lnTo>
                <a:lnTo>
                  <a:pt x="2739304" y="245873"/>
                </a:lnTo>
                <a:lnTo>
                  <a:pt x="2733107" y="245873"/>
                </a:lnTo>
                <a:lnTo>
                  <a:pt x="2726909" y="245873"/>
                </a:lnTo>
                <a:lnTo>
                  <a:pt x="2720712" y="245873"/>
                </a:lnTo>
                <a:lnTo>
                  <a:pt x="2714514" y="245873"/>
                </a:lnTo>
                <a:lnTo>
                  <a:pt x="2708317" y="245873"/>
                </a:lnTo>
                <a:lnTo>
                  <a:pt x="2702119" y="245873"/>
                </a:lnTo>
                <a:lnTo>
                  <a:pt x="2695922" y="245873"/>
                </a:lnTo>
                <a:lnTo>
                  <a:pt x="2689724" y="245873"/>
                </a:lnTo>
                <a:lnTo>
                  <a:pt x="2683527" y="245873"/>
                </a:lnTo>
                <a:lnTo>
                  <a:pt x="2677329" y="245873"/>
                </a:lnTo>
                <a:lnTo>
                  <a:pt x="2671132" y="245873"/>
                </a:lnTo>
                <a:lnTo>
                  <a:pt x="2664934" y="245873"/>
                </a:lnTo>
                <a:lnTo>
                  <a:pt x="2658737" y="245873"/>
                </a:lnTo>
                <a:lnTo>
                  <a:pt x="2652539" y="245873"/>
                </a:lnTo>
                <a:lnTo>
                  <a:pt x="2646342" y="245873"/>
                </a:lnTo>
                <a:lnTo>
                  <a:pt x="2640144" y="245873"/>
                </a:lnTo>
                <a:lnTo>
                  <a:pt x="2633947" y="245873"/>
                </a:lnTo>
                <a:lnTo>
                  <a:pt x="2627749" y="245873"/>
                </a:lnTo>
                <a:lnTo>
                  <a:pt x="2621552" y="245873"/>
                </a:lnTo>
                <a:lnTo>
                  <a:pt x="2615354" y="245873"/>
                </a:lnTo>
                <a:lnTo>
                  <a:pt x="2609156" y="245873"/>
                </a:lnTo>
                <a:lnTo>
                  <a:pt x="2602959" y="245873"/>
                </a:lnTo>
                <a:lnTo>
                  <a:pt x="2596761" y="245873"/>
                </a:lnTo>
                <a:lnTo>
                  <a:pt x="2590564" y="245873"/>
                </a:lnTo>
                <a:lnTo>
                  <a:pt x="2584366" y="245873"/>
                </a:lnTo>
                <a:lnTo>
                  <a:pt x="2578169" y="245873"/>
                </a:lnTo>
                <a:lnTo>
                  <a:pt x="2571971" y="245873"/>
                </a:lnTo>
                <a:lnTo>
                  <a:pt x="2565774" y="245873"/>
                </a:lnTo>
                <a:lnTo>
                  <a:pt x="2559576" y="245873"/>
                </a:lnTo>
                <a:lnTo>
                  <a:pt x="2553379" y="245873"/>
                </a:lnTo>
                <a:lnTo>
                  <a:pt x="2547181" y="245873"/>
                </a:lnTo>
                <a:lnTo>
                  <a:pt x="2540984" y="245873"/>
                </a:lnTo>
                <a:lnTo>
                  <a:pt x="2534786" y="245873"/>
                </a:lnTo>
                <a:lnTo>
                  <a:pt x="2528589" y="245873"/>
                </a:lnTo>
                <a:lnTo>
                  <a:pt x="2522391" y="245873"/>
                </a:lnTo>
                <a:lnTo>
                  <a:pt x="2516194" y="245873"/>
                </a:lnTo>
                <a:lnTo>
                  <a:pt x="2509996" y="245873"/>
                </a:lnTo>
                <a:lnTo>
                  <a:pt x="2503799" y="245873"/>
                </a:lnTo>
                <a:lnTo>
                  <a:pt x="2497601" y="245873"/>
                </a:lnTo>
                <a:lnTo>
                  <a:pt x="2491404" y="245873"/>
                </a:lnTo>
                <a:lnTo>
                  <a:pt x="2485206" y="245873"/>
                </a:lnTo>
                <a:lnTo>
                  <a:pt x="2479009" y="245873"/>
                </a:lnTo>
                <a:lnTo>
                  <a:pt x="2472811" y="245873"/>
                </a:lnTo>
                <a:lnTo>
                  <a:pt x="2466613" y="245873"/>
                </a:lnTo>
                <a:lnTo>
                  <a:pt x="2460416" y="245873"/>
                </a:lnTo>
                <a:lnTo>
                  <a:pt x="2454218" y="245873"/>
                </a:lnTo>
                <a:lnTo>
                  <a:pt x="2448021" y="245873"/>
                </a:lnTo>
                <a:lnTo>
                  <a:pt x="2441823" y="245873"/>
                </a:lnTo>
                <a:lnTo>
                  <a:pt x="2435626" y="245873"/>
                </a:lnTo>
                <a:lnTo>
                  <a:pt x="2429428" y="245873"/>
                </a:lnTo>
                <a:lnTo>
                  <a:pt x="2423231" y="245873"/>
                </a:lnTo>
                <a:lnTo>
                  <a:pt x="2417033" y="245873"/>
                </a:lnTo>
                <a:lnTo>
                  <a:pt x="2410836" y="245873"/>
                </a:lnTo>
                <a:lnTo>
                  <a:pt x="2404638" y="245873"/>
                </a:lnTo>
                <a:lnTo>
                  <a:pt x="2398441" y="245873"/>
                </a:lnTo>
                <a:lnTo>
                  <a:pt x="2392243" y="245873"/>
                </a:lnTo>
                <a:lnTo>
                  <a:pt x="2386046" y="245873"/>
                </a:lnTo>
                <a:lnTo>
                  <a:pt x="2379848" y="245873"/>
                </a:lnTo>
                <a:lnTo>
                  <a:pt x="2373651" y="245873"/>
                </a:lnTo>
                <a:lnTo>
                  <a:pt x="2367453" y="245873"/>
                </a:lnTo>
                <a:lnTo>
                  <a:pt x="2361256" y="245873"/>
                </a:lnTo>
                <a:lnTo>
                  <a:pt x="2355058" y="245873"/>
                </a:lnTo>
                <a:lnTo>
                  <a:pt x="2348861" y="245873"/>
                </a:lnTo>
                <a:lnTo>
                  <a:pt x="2342663" y="245873"/>
                </a:lnTo>
                <a:lnTo>
                  <a:pt x="2336465" y="245873"/>
                </a:lnTo>
                <a:lnTo>
                  <a:pt x="2330268" y="245873"/>
                </a:lnTo>
                <a:lnTo>
                  <a:pt x="2324070" y="245873"/>
                </a:lnTo>
                <a:lnTo>
                  <a:pt x="2317873" y="245873"/>
                </a:lnTo>
                <a:lnTo>
                  <a:pt x="2311675" y="245873"/>
                </a:lnTo>
                <a:lnTo>
                  <a:pt x="2305478" y="245873"/>
                </a:lnTo>
                <a:lnTo>
                  <a:pt x="2299280" y="245873"/>
                </a:lnTo>
                <a:lnTo>
                  <a:pt x="2293083" y="245873"/>
                </a:lnTo>
                <a:lnTo>
                  <a:pt x="2286885" y="245873"/>
                </a:lnTo>
                <a:lnTo>
                  <a:pt x="2280688" y="245873"/>
                </a:lnTo>
                <a:lnTo>
                  <a:pt x="2274490" y="245873"/>
                </a:lnTo>
                <a:lnTo>
                  <a:pt x="2268293" y="245873"/>
                </a:lnTo>
                <a:lnTo>
                  <a:pt x="2262095" y="245873"/>
                </a:lnTo>
                <a:lnTo>
                  <a:pt x="2255898" y="245873"/>
                </a:lnTo>
                <a:lnTo>
                  <a:pt x="2249700" y="245873"/>
                </a:lnTo>
                <a:lnTo>
                  <a:pt x="2243503" y="245873"/>
                </a:lnTo>
                <a:lnTo>
                  <a:pt x="2237305" y="245873"/>
                </a:lnTo>
                <a:lnTo>
                  <a:pt x="2231108" y="245873"/>
                </a:lnTo>
                <a:lnTo>
                  <a:pt x="2224910" y="245873"/>
                </a:lnTo>
                <a:lnTo>
                  <a:pt x="2218713" y="245873"/>
                </a:lnTo>
                <a:lnTo>
                  <a:pt x="2212515" y="245873"/>
                </a:lnTo>
                <a:lnTo>
                  <a:pt x="2206318" y="245873"/>
                </a:lnTo>
                <a:lnTo>
                  <a:pt x="2200120" y="245873"/>
                </a:lnTo>
                <a:lnTo>
                  <a:pt x="2193922" y="245873"/>
                </a:lnTo>
                <a:lnTo>
                  <a:pt x="2187725" y="245873"/>
                </a:lnTo>
                <a:lnTo>
                  <a:pt x="2181527" y="245873"/>
                </a:lnTo>
                <a:lnTo>
                  <a:pt x="2175330" y="245873"/>
                </a:lnTo>
                <a:lnTo>
                  <a:pt x="2169132" y="245873"/>
                </a:lnTo>
                <a:lnTo>
                  <a:pt x="2162935" y="245873"/>
                </a:lnTo>
                <a:lnTo>
                  <a:pt x="2156737" y="245873"/>
                </a:lnTo>
                <a:lnTo>
                  <a:pt x="2150540" y="245873"/>
                </a:lnTo>
                <a:lnTo>
                  <a:pt x="2144342" y="245873"/>
                </a:lnTo>
                <a:lnTo>
                  <a:pt x="2138145" y="245873"/>
                </a:lnTo>
                <a:lnTo>
                  <a:pt x="2131947" y="245873"/>
                </a:lnTo>
                <a:lnTo>
                  <a:pt x="2125750" y="245873"/>
                </a:lnTo>
                <a:lnTo>
                  <a:pt x="2119552" y="245873"/>
                </a:lnTo>
                <a:lnTo>
                  <a:pt x="2113355" y="245873"/>
                </a:lnTo>
                <a:lnTo>
                  <a:pt x="2107157" y="245873"/>
                </a:lnTo>
                <a:lnTo>
                  <a:pt x="2100960" y="245873"/>
                </a:lnTo>
                <a:lnTo>
                  <a:pt x="2094762" y="245873"/>
                </a:lnTo>
                <a:lnTo>
                  <a:pt x="2088565" y="245873"/>
                </a:lnTo>
                <a:lnTo>
                  <a:pt x="2082367" y="245873"/>
                </a:lnTo>
                <a:lnTo>
                  <a:pt x="2076170" y="245873"/>
                </a:lnTo>
                <a:lnTo>
                  <a:pt x="2069972" y="245873"/>
                </a:lnTo>
                <a:lnTo>
                  <a:pt x="2063774" y="245873"/>
                </a:lnTo>
                <a:lnTo>
                  <a:pt x="2057577" y="245873"/>
                </a:lnTo>
                <a:lnTo>
                  <a:pt x="2051379" y="245873"/>
                </a:lnTo>
                <a:lnTo>
                  <a:pt x="2045182" y="245873"/>
                </a:lnTo>
                <a:lnTo>
                  <a:pt x="2038984" y="245873"/>
                </a:lnTo>
                <a:lnTo>
                  <a:pt x="2032787" y="245873"/>
                </a:lnTo>
                <a:lnTo>
                  <a:pt x="2026589" y="245873"/>
                </a:lnTo>
                <a:lnTo>
                  <a:pt x="2020392" y="245873"/>
                </a:lnTo>
                <a:lnTo>
                  <a:pt x="2014194" y="245873"/>
                </a:lnTo>
                <a:lnTo>
                  <a:pt x="2007997" y="245873"/>
                </a:lnTo>
                <a:lnTo>
                  <a:pt x="2001799" y="245873"/>
                </a:lnTo>
                <a:lnTo>
                  <a:pt x="1995602" y="245873"/>
                </a:lnTo>
                <a:lnTo>
                  <a:pt x="1989404" y="245873"/>
                </a:lnTo>
                <a:lnTo>
                  <a:pt x="1983207" y="245873"/>
                </a:lnTo>
                <a:lnTo>
                  <a:pt x="1977009" y="245873"/>
                </a:lnTo>
                <a:lnTo>
                  <a:pt x="1970812" y="245873"/>
                </a:lnTo>
                <a:lnTo>
                  <a:pt x="1964614" y="245873"/>
                </a:lnTo>
                <a:lnTo>
                  <a:pt x="1958417" y="245873"/>
                </a:lnTo>
                <a:lnTo>
                  <a:pt x="1952219" y="245873"/>
                </a:lnTo>
                <a:lnTo>
                  <a:pt x="1946022" y="245873"/>
                </a:lnTo>
                <a:lnTo>
                  <a:pt x="1939824" y="245873"/>
                </a:lnTo>
                <a:lnTo>
                  <a:pt x="1933627" y="245873"/>
                </a:lnTo>
                <a:lnTo>
                  <a:pt x="1927429" y="245873"/>
                </a:lnTo>
                <a:lnTo>
                  <a:pt x="1921231" y="245873"/>
                </a:lnTo>
                <a:lnTo>
                  <a:pt x="1915034" y="245873"/>
                </a:lnTo>
                <a:lnTo>
                  <a:pt x="1908836" y="245873"/>
                </a:lnTo>
                <a:lnTo>
                  <a:pt x="1902639" y="245873"/>
                </a:lnTo>
                <a:lnTo>
                  <a:pt x="1896441" y="245873"/>
                </a:lnTo>
                <a:lnTo>
                  <a:pt x="1890244" y="245873"/>
                </a:lnTo>
                <a:lnTo>
                  <a:pt x="1884046" y="245873"/>
                </a:lnTo>
                <a:lnTo>
                  <a:pt x="1877849" y="245873"/>
                </a:lnTo>
                <a:lnTo>
                  <a:pt x="1871651" y="245873"/>
                </a:lnTo>
                <a:lnTo>
                  <a:pt x="1865454" y="245873"/>
                </a:lnTo>
                <a:lnTo>
                  <a:pt x="1859256" y="245873"/>
                </a:lnTo>
                <a:lnTo>
                  <a:pt x="1853059" y="245873"/>
                </a:lnTo>
                <a:lnTo>
                  <a:pt x="1846861" y="245873"/>
                </a:lnTo>
                <a:lnTo>
                  <a:pt x="1840664" y="245873"/>
                </a:lnTo>
                <a:lnTo>
                  <a:pt x="1834466" y="245873"/>
                </a:lnTo>
                <a:lnTo>
                  <a:pt x="1828269" y="245873"/>
                </a:lnTo>
                <a:lnTo>
                  <a:pt x="1822071" y="245873"/>
                </a:lnTo>
                <a:lnTo>
                  <a:pt x="1815874" y="245873"/>
                </a:lnTo>
                <a:lnTo>
                  <a:pt x="1809676" y="245873"/>
                </a:lnTo>
                <a:lnTo>
                  <a:pt x="1803479" y="245873"/>
                </a:lnTo>
                <a:lnTo>
                  <a:pt x="1797281" y="245873"/>
                </a:lnTo>
                <a:lnTo>
                  <a:pt x="1791084" y="245873"/>
                </a:lnTo>
                <a:lnTo>
                  <a:pt x="1784886" y="245873"/>
                </a:lnTo>
                <a:lnTo>
                  <a:pt x="1778688" y="245873"/>
                </a:lnTo>
                <a:lnTo>
                  <a:pt x="1772491" y="245873"/>
                </a:lnTo>
                <a:lnTo>
                  <a:pt x="1766293" y="245873"/>
                </a:lnTo>
                <a:lnTo>
                  <a:pt x="1760096" y="245873"/>
                </a:lnTo>
                <a:lnTo>
                  <a:pt x="1753898" y="245873"/>
                </a:lnTo>
                <a:lnTo>
                  <a:pt x="1747701" y="245873"/>
                </a:lnTo>
                <a:lnTo>
                  <a:pt x="1741503" y="245873"/>
                </a:lnTo>
                <a:lnTo>
                  <a:pt x="1735306" y="245873"/>
                </a:lnTo>
                <a:lnTo>
                  <a:pt x="1729108" y="245873"/>
                </a:lnTo>
                <a:lnTo>
                  <a:pt x="1722911" y="245873"/>
                </a:lnTo>
                <a:lnTo>
                  <a:pt x="1716713" y="245873"/>
                </a:lnTo>
                <a:lnTo>
                  <a:pt x="1710516" y="245873"/>
                </a:lnTo>
                <a:lnTo>
                  <a:pt x="1704318" y="245873"/>
                </a:lnTo>
                <a:lnTo>
                  <a:pt x="1698121" y="245873"/>
                </a:lnTo>
                <a:lnTo>
                  <a:pt x="1691923" y="245873"/>
                </a:lnTo>
                <a:lnTo>
                  <a:pt x="1685726" y="245873"/>
                </a:lnTo>
                <a:lnTo>
                  <a:pt x="1679528" y="245873"/>
                </a:lnTo>
                <a:lnTo>
                  <a:pt x="1673331" y="245873"/>
                </a:lnTo>
                <a:lnTo>
                  <a:pt x="1667133" y="245873"/>
                </a:lnTo>
                <a:lnTo>
                  <a:pt x="1660936" y="245873"/>
                </a:lnTo>
                <a:lnTo>
                  <a:pt x="1654738" y="245873"/>
                </a:lnTo>
                <a:lnTo>
                  <a:pt x="1648540" y="245873"/>
                </a:lnTo>
                <a:lnTo>
                  <a:pt x="1642343" y="245873"/>
                </a:lnTo>
                <a:lnTo>
                  <a:pt x="1636145" y="245873"/>
                </a:lnTo>
                <a:lnTo>
                  <a:pt x="1629948" y="245873"/>
                </a:lnTo>
                <a:lnTo>
                  <a:pt x="1623750" y="245873"/>
                </a:lnTo>
                <a:lnTo>
                  <a:pt x="1617553" y="245873"/>
                </a:lnTo>
                <a:lnTo>
                  <a:pt x="1611355" y="245873"/>
                </a:lnTo>
                <a:lnTo>
                  <a:pt x="1605158" y="245873"/>
                </a:lnTo>
                <a:lnTo>
                  <a:pt x="1598960" y="245873"/>
                </a:lnTo>
                <a:lnTo>
                  <a:pt x="1592763" y="245873"/>
                </a:lnTo>
                <a:lnTo>
                  <a:pt x="1586565" y="245873"/>
                </a:lnTo>
                <a:lnTo>
                  <a:pt x="1580368" y="245873"/>
                </a:lnTo>
                <a:lnTo>
                  <a:pt x="1574170" y="245873"/>
                </a:lnTo>
                <a:lnTo>
                  <a:pt x="1567973" y="245873"/>
                </a:lnTo>
                <a:lnTo>
                  <a:pt x="1561775" y="245873"/>
                </a:lnTo>
                <a:lnTo>
                  <a:pt x="1555578" y="245873"/>
                </a:lnTo>
                <a:lnTo>
                  <a:pt x="1549380" y="245873"/>
                </a:lnTo>
                <a:lnTo>
                  <a:pt x="1543183" y="245873"/>
                </a:lnTo>
                <a:lnTo>
                  <a:pt x="1536985" y="245873"/>
                </a:lnTo>
                <a:lnTo>
                  <a:pt x="1530788" y="245873"/>
                </a:lnTo>
                <a:lnTo>
                  <a:pt x="1524590" y="245873"/>
                </a:lnTo>
                <a:lnTo>
                  <a:pt x="1518393" y="245873"/>
                </a:lnTo>
                <a:lnTo>
                  <a:pt x="1512195" y="245873"/>
                </a:lnTo>
                <a:lnTo>
                  <a:pt x="1505997" y="245873"/>
                </a:lnTo>
                <a:lnTo>
                  <a:pt x="1499800" y="245873"/>
                </a:lnTo>
                <a:lnTo>
                  <a:pt x="1493602" y="245873"/>
                </a:lnTo>
                <a:lnTo>
                  <a:pt x="1487405" y="245873"/>
                </a:lnTo>
                <a:lnTo>
                  <a:pt x="1481207" y="245873"/>
                </a:lnTo>
                <a:lnTo>
                  <a:pt x="1475010" y="245873"/>
                </a:lnTo>
                <a:lnTo>
                  <a:pt x="1468812" y="245873"/>
                </a:lnTo>
                <a:lnTo>
                  <a:pt x="1462615" y="245873"/>
                </a:lnTo>
                <a:lnTo>
                  <a:pt x="1456417" y="245873"/>
                </a:lnTo>
                <a:lnTo>
                  <a:pt x="1450220" y="245873"/>
                </a:lnTo>
                <a:lnTo>
                  <a:pt x="1444022" y="245873"/>
                </a:lnTo>
                <a:lnTo>
                  <a:pt x="1437825" y="245873"/>
                </a:lnTo>
                <a:lnTo>
                  <a:pt x="1431627" y="245873"/>
                </a:lnTo>
                <a:lnTo>
                  <a:pt x="1425430" y="245873"/>
                </a:lnTo>
                <a:lnTo>
                  <a:pt x="1419232" y="245873"/>
                </a:lnTo>
                <a:lnTo>
                  <a:pt x="1413035" y="245873"/>
                </a:lnTo>
                <a:lnTo>
                  <a:pt x="1406837" y="245873"/>
                </a:lnTo>
                <a:lnTo>
                  <a:pt x="1400640" y="245873"/>
                </a:lnTo>
                <a:lnTo>
                  <a:pt x="1394442" y="245873"/>
                </a:lnTo>
                <a:lnTo>
                  <a:pt x="1388245" y="245873"/>
                </a:lnTo>
                <a:lnTo>
                  <a:pt x="1382047" y="245873"/>
                </a:lnTo>
                <a:lnTo>
                  <a:pt x="1375849" y="245873"/>
                </a:lnTo>
                <a:lnTo>
                  <a:pt x="1369652" y="245873"/>
                </a:lnTo>
                <a:lnTo>
                  <a:pt x="1363454" y="245873"/>
                </a:lnTo>
                <a:lnTo>
                  <a:pt x="1357257" y="245873"/>
                </a:lnTo>
                <a:lnTo>
                  <a:pt x="1351059" y="245873"/>
                </a:lnTo>
                <a:lnTo>
                  <a:pt x="1344862" y="245873"/>
                </a:lnTo>
                <a:lnTo>
                  <a:pt x="1338664" y="245873"/>
                </a:lnTo>
                <a:lnTo>
                  <a:pt x="1332467" y="245873"/>
                </a:lnTo>
                <a:lnTo>
                  <a:pt x="1326269" y="245873"/>
                </a:lnTo>
                <a:lnTo>
                  <a:pt x="1320072" y="245873"/>
                </a:lnTo>
                <a:lnTo>
                  <a:pt x="1313874" y="245873"/>
                </a:lnTo>
                <a:lnTo>
                  <a:pt x="1307677" y="245873"/>
                </a:lnTo>
                <a:lnTo>
                  <a:pt x="1301479" y="245873"/>
                </a:lnTo>
                <a:lnTo>
                  <a:pt x="1295282" y="245873"/>
                </a:lnTo>
                <a:lnTo>
                  <a:pt x="1289084" y="245873"/>
                </a:lnTo>
                <a:lnTo>
                  <a:pt x="1282887" y="245873"/>
                </a:lnTo>
                <a:lnTo>
                  <a:pt x="1276689" y="245873"/>
                </a:lnTo>
                <a:lnTo>
                  <a:pt x="1270492" y="245873"/>
                </a:lnTo>
                <a:lnTo>
                  <a:pt x="1264294" y="245873"/>
                </a:lnTo>
                <a:lnTo>
                  <a:pt x="1258097" y="245873"/>
                </a:lnTo>
                <a:lnTo>
                  <a:pt x="1251899" y="245873"/>
                </a:lnTo>
                <a:lnTo>
                  <a:pt x="1245702" y="245873"/>
                </a:lnTo>
                <a:lnTo>
                  <a:pt x="1239504" y="245873"/>
                </a:lnTo>
                <a:lnTo>
                  <a:pt x="1233306" y="245873"/>
                </a:lnTo>
                <a:lnTo>
                  <a:pt x="1227109" y="245873"/>
                </a:lnTo>
                <a:lnTo>
                  <a:pt x="1220911" y="245873"/>
                </a:lnTo>
                <a:lnTo>
                  <a:pt x="1214714" y="245873"/>
                </a:lnTo>
                <a:lnTo>
                  <a:pt x="1208516" y="245873"/>
                </a:lnTo>
                <a:lnTo>
                  <a:pt x="1202319" y="245873"/>
                </a:lnTo>
                <a:lnTo>
                  <a:pt x="1196121" y="245873"/>
                </a:lnTo>
                <a:lnTo>
                  <a:pt x="1189924" y="245873"/>
                </a:lnTo>
                <a:lnTo>
                  <a:pt x="1183726" y="245873"/>
                </a:lnTo>
                <a:lnTo>
                  <a:pt x="1177529" y="245873"/>
                </a:lnTo>
                <a:lnTo>
                  <a:pt x="1171331" y="245873"/>
                </a:lnTo>
                <a:lnTo>
                  <a:pt x="1165134" y="245873"/>
                </a:lnTo>
                <a:lnTo>
                  <a:pt x="1158936" y="245873"/>
                </a:lnTo>
                <a:lnTo>
                  <a:pt x="1152739" y="245873"/>
                </a:lnTo>
                <a:lnTo>
                  <a:pt x="1146541" y="245873"/>
                </a:lnTo>
                <a:lnTo>
                  <a:pt x="1140344" y="245873"/>
                </a:lnTo>
                <a:lnTo>
                  <a:pt x="1134146" y="245873"/>
                </a:lnTo>
                <a:lnTo>
                  <a:pt x="1127949" y="245873"/>
                </a:lnTo>
                <a:lnTo>
                  <a:pt x="1121751" y="245873"/>
                </a:lnTo>
                <a:lnTo>
                  <a:pt x="1115554" y="245873"/>
                </a:lnTo>
                <a:lnTo>
                  <a:pt x="1109356" y="245873"/>
                </a:lnTo>
                <a:lnTo>
                  <a:pt x="1103159" y="245873"/>
                </a:lnTo>
                <a:lnTo>
                  <a:pt x="1096961" y="245873"/>
                </a:lnTo>
                <a:lnTo>
                  <a:pt x="1090763" y="245873"/>
                </a:lnTo>
                <a:lnTo>
                  <a:pt x="1084566" y="245873"/>
                </a:lnTo>
                <a:lnTo>
                  <a:pt x="1078368" y="245873"/>
                </a:lnTo>
                <a:lnTo>
                  <a:pt x="1072171" y="245873"/>
                </a:lnTo>
                <a:lnTo>
                  <a:pt x="1065973" y="245873"/>
                </a:lnTo>
                <a:lnTo>
                  <a:pt x="1059776" y="245873"/>
                </a:lnTo>
                <a:lnTo>
                  <a:pt x="1053578" y="245873"/>
                </a:lnTo>
                <a:lnTo>
                  <a:pt x="1047381" y="245873"/>
                </a:lnTo>
                <a:lnTo>
                  <a:pt x="1041183" y="245873"/>
                </a:lnTo>
                <a:lnTo>
                  <a:pt x="1034986" y="245873"/>
                </a:lnTo>
                <a:lnTo>
                  <a:pt x="1028788" y="245873"/>
                </a:lnTo>
                <a:lnTo>
                  <a:pt x="1022591" y="245873"/>
                </a:lnTo>
                <a:lnTo>
                  <a:pt x="1016393" y="245873"/>
                </a:lnTo>
                <a:lnTo>
                  <a:pt x="1010196" y="245873"/>
                </a:lnTo>
                <a:lnTo>
                  <a:pt x="1003998" y="245873"/>
                </a:lnTo>
                <a:lnTo>
                  <a:pt x="997801" y="245873"/>
                </a:lnTo>
                <a:lnTo>
                  <a:pt x="991603" y="245873"/>
                </a:lnTo>
                <a:lnTo>
                  <a:pt x="985406" y="245873"/>
                </a:lnTo>
                <a:lnTo>
                  <a:pt x="979208" y="245873"/>
                </a:lnTo>
                <a:lnTo>
                  <a:pt x="973011" y="245873"/>
                </a:lnTo>
                <a:lnTo>
                  <a:pt x="966813" y="245873"/>
                </a:lnTo>
                <a:lnTo>
                  <a:pt x="960615" y="245873"/>
                </a:lnTo>
                <a:lnTo>
                  <a:pt x="954418" y="245873"/>
                </a:lnTo>
                <a:lnTo>
                  <a:pt x="948220" y="245873"/>
                </a:lnTo>
                <a:lnTo>
                  <a:pt x="942023" y="245873"/>
                </a:lnTo>
                <a:lnTo>
                  <a:pt x="935825" y="245873"/>
                </a:lnTo>
                <a:lnTo>
                  <a:pt x="929628" y="245873"/>
                </a:lnTo>
                <a:lnTo>
                  <a:pt x="923430" y="245873"/>
                </a:lnTo>
                <a:lnTo>
                  <a:pt x="917233" y="245873"/>
                </a:lnTo>
                <a:lnTo>
                  <a:pt x="911035" y="245873"/>
                </a:lnTo>
                <a:lnTo>
                  <a:pt x="904838" y="245873"/>
                </a:lnTo>
                <a:lnTo>
                  <a:pt x="898640" y="245873"/>
                </a:lnTo>
                <a:lnTo>
                  <a:pt x="892443" y="245873"/>
                </a:lnTo>
                <a:lnTo>
                  <a:pt x="886245" y="245873"/>
                </a:lnTo>
                <a:lnTo>
                  <a:pt x="880048" y="245873"/>
                </a:lnTo>
                <a:lnTo>
                  <a:pt x="873850" y="245873"/>
                </a:lnTo>
                <a:lnTo>
                  <a:pt x="867653" y="245873"/>
                </a:lnTo>
                <a:lnTo>
                  <a:pt x="861455" y="245873"/>
                </a:lnTo>
                <a:lnTo>
                  <a:pt x="855258" y="245873"/>
                </a:lnTo>
                <a:lnTo>
                  <a:pt x="849060" y="245873"/>
                </a:lnTo>
                <a:lnTo>
                  <a:pt x="842863" y="245873"/>
                </a:lnTo>
                <a:lnTo>
                  <a:pt x="836665" y="245873"/>
                </a:lnTo>
                <a:lnTo>
                  <a:pt x="830468" y="245873"/>
                </a:lnTo>
                <a:lnTo>
                  <a:pt x="824270" y="245873"/>
                </a:lnTo>
                <a:lnTo>
                  <a:pt x="818072" y="245873"/>
                </a:lnTo>
                <a:lnTo>
                  <a:pt x="811875" y="245873"/>
                </a:lnTo>
                <a:lnTo>
                  <a:pt x="805677" y="245873"/>
                </a:lnTo>
                <a:lnTo>
                  <a:pt x="799480" y="245873"/>
                </a:lnTo>
                <a:lnTo>
                  <a:pt x="793282" y="245873"/>
                </a:lnTo>
                <a:lnTo>
                  <a:pt x="787085" y="245873"/>
                </a:lnTo>
                <a:lnTo>
                  <a:pt x="780887" y="245873"/>
                </a:lnTo>
                <a:lnTo>
                  <a:pt x="774690" y="245873"/>
                </a:lnTo>
                <a:lnTo>
                  <a:pt x="768492" y="245873"/>
                </a:lnTo>
                <a:lnTo>
                  <a:pt x="762295" y="245873"/>
                </a:lnTo>
                <a:lnTo>
                  <a:pt x="756097" y="245873"/>
                </a:lnTo>
                <a:lnTo>
                  <a:pt x="749900" y="245873"/>
                </a:lnTo>
                <a:lnTo>
                  <a:pt x="743702" y="245873"/>
                </a:lnTo>
                <a:lnTo>
                  <a:pt x="737505" y="245873"/>
                </a:lnTo>
                <a:lnTo>
                  <a:pt x="731307" y="245873"/>
                </a:lnTo>
                <a:lnTo>
                  <a:pt x="725110" y="245873"/>
                </a:lnTo>
                <a:lnTo>
                  <a:pt x="718912" y="245873"/>
                </a:lnTo>
                <a:lnTo>
                  <a:pt x="712715" y="245873"/>
                </a:lnTo>
                <a:lnTo>
                  <a:pt x="706517" y="245873"/>
                </a:lnTo>
                <a:lnTo>
                  <a:pt x="700320" y="245873"/>
                </a:lnTo>
                <a:lnTo>
                  <a:pt x="694122" y="245873"/>
                </a:lnTo>
                <a:lnTo>
                  <a:pt x="687924" y="245873"/>
                </a:lnTo>
                <a:lnTo>
                  <a:pt x="681727" y="245873"/>
                </a:lnTo>
                <a:lnTo>
                  <a:pt x="675529" y="245873"/>
                </a:lnTo>
                <a:lnTo>
                  <a:pt x="669332" y="245873"/>
                </a:lnTo>
                <a:lnTo>
                  <a:pt x="663134" y="245873"/>
                </a:lnTo>
                <a:lnTo>
                  <a:pt x="656937" y="245873"/>
                </a:lnTo>
                <a:lnTo>
                  <a:pt x="650739" y="245873"/>
                </a:lnTo>
                <a:lnTo>
                  <a:pt x="644542" y="245873"/>
                </a:lnTo>
                <a:lnTo>
                  <a:pt x="638344" y="245873"/>
                </a:lnTo>
                <a:lnTo>
                  <a:pt x="632147" y="245873"/>
                </a:lnTo>
                <a:lnTo>
                  <a:pt x="625949" y="245873"/>
                </a:lnTo>
                <a:lnTo>
                  <a:pt x="619752" y="245873"/>
                </a:lnTo>
                <a:lnTo>
                  <a:pt x="613554" y="245873"/>
                </a:lnTo>
                <a:lnTo>
                  <a:pt x="607357" y="245873"/>
                </a:lnTo>
                <a:lnTo>
                  <a:pt x="601159" y="245873"/>
                </a:lnTo>
                <a:lnTo>
                  <a:pt x="594962" y="245873"/>
                </a:lnTo>
                <a:lnTo>
                  <a:pt x="588764" y="245873"/>
                </a:lnTo>
                <a:lnTo>
                  <a:pt x="582567" y="245873"/>
                </a:lnTo>
                <a:lnTo>
                  <a:pt x="576369" y="245873"/>
                </a:lnTo>
                <a:lnTo>
                  <a:pt x="570172" y="245873"/>
                </a:lnTo>
                <a:lnTo>
                  <a:pt x="563974" y="245873"/>
                </a:lnTo>
                <a:lnTo>
                  <a:pt x="557777" y="245873"/>
                </a:lnTo>
                <a:lnTo>
                  <a:pt x="551579" y="245873"/>
                </a:lnTo>
                <a:lnTo>
                  <a:pt x="545381" y="245873"/>
                </a:lnTo>
                <a:lnTo>
                  <a:pt x="539184" y="245873"/>
                </a:lnTo>
                <a:lnTo>
                  <a:pt x="532986" y="245873"/>
                </a:lnTo>
                <a:lnTo>
                  <a:pt x="526789" y="245873"/>
                </a:lnTo>
                <a:lnTo>
                  <a:pt x="520591" y="245873"/>
                </a:lnTo>
                <a:lnTo>
                  <a:pt x="514394" y="245873"/>
                </a:lnTo>
                <a:lnTo>
                  <a:pt x="508196" y="245873"/>
                </a:lnTo>
                <a:lnTo>
                  <a:pt x="501999" y="245873"/>
                </a:lnTo>
                <a:lnTo>
                  <a:pt x="495801" y="245873"/>
                </a:lnTo>
                <a:lnTo>
                  <a:pt x="489604" y="245873"/>
                </a:lnTo>
                <a:lnTo>
                  <a:pt x="483406" y="245873"/>
                </a:lnTo>
                <a:lnTo>
                  <a:pt x="477209" y="245873"/>
                </a:lnTo>
                <a:lnTo>
                  <a:pt x="471011" y="245873"/>
                </a:lnTo>
                <a:lnTo>
                  <a:pt x="464814" y="245873"/>
                </a:lnTo>
                <a:lnTo>
                  <a:pt x="458616" y="245873"/>
                </a:lnTo>
                <a:lnTo>
                  <a:pt x="452419" y="245873"/>
                </a:lnTo>
                <a:lnTo>
                  <a:pt x="446221" y="245873"/>
                </a:lnTo>
                <a:lnTo>
                  <a:pt x="440024" y="245873"/>
                </a:lnTo>
                <a:lnTo>
                  <a:pt x="433826" y="245873"/>
                </a:lnTo>
                <a:lnTo>
                  <a:pt x="427629" y="245873"/>
                </a:lnTo>
                <a:lnTo>
                  <a:pt x="421431" y="245873"/>
                </a:lnTo>
                <a:lnTo>
                  <a:pt x="415234" y="245873"/>
                </a:lnTo>
                <a:lnTo>
                  <a:pt x="409036" y="245873"/>
                </a:lnTo>
                <a:lnTo>
                  <a:pt x="402838" y="245873"/>
                </a:lnTo>
                <a:lnTo>
                  <a:pt x="396641" y="245873"/>
                </a:lnTo>
                <a:lnTo>
                  <a:pt x="390443" y="245873"/>
                </a:lnTo>
                <a:lnTo>
                  <a:pt x="384246" y="245873"/>
                </a:lnTo>
                <a:lnTo>
                  <a:pt x="378048" y="245873"/>
                </a:lnTo>
                <a:lnTo>
                  <a:pt x="371851" y="245873"/>
                </a:lnTo>
                <a:lnTo>
                  <a:pt x="365653" y="245873"/>
                </a:lnTo>
                <a:lnTo>
                  <a:pt x="359456" y="245873"/>
                </a:lnTo>
                <a:lnTo>
                  <a:pt x="353258" y="245873"/>
                </a:lnTo>
                <a:lnTo>
                  <a:pt x="347061" y="245873"/>
                </a:lnTo>
                <a:lnTo>
                  <a:pt x="340863" y="245873"/>
                </a:lnTo>
                <a:lnTo>
                  <a:pt x="334666" y="245873"/>
                </a:lnTo>
                <a:lnTo>
                  <a:pt x="328468" y="245873"/>
                </a:lnTo>
                <a:lnTo>
                  <a:pt x="322271" y="245873"/>
                </a:lnTo>
                <a:lnTo>
                  <a:pt x="316073" y="245873"/>
                </a:lnTo>
                <a:lnTo>
                  <a:pt x="309876" y="245873"/>
                </a:lnTo>
                <a:lnTo>
                  <a:pt x="303678" y="245873"/>
                </a:lnTo>
                <a:lnTo>
                  <a:pt x="297481" y="245873"/>
                </a:lnTo>
                <a:lnTo>
                  <a:pt x="291283" y="245873"/>
                </a:lnTo>
                <a:lnTo>
                  <a:pt x="285086" y="245873"/>
                </a:lnTo>
                <a:lnTo>
                  <a:pt x="278888" y="245873"/>
                </a:lnTo>
                <a:lnTo>
                  <a:pt x="272690" y="245873"/>
                </a:lnTo>
                <a:lnTo>
                  <a:pt x="266493" y="245873"/>
                </a:lnTo>
                <a:lnTo>
                  <a:pt x="260295" y="245873"/>
                </a:lnTo>
                <a:lnTo>
                  <a:pt x="254098" y="245873"/>
                </a:lnTo>
                <a:lnTo>
                  <a:pt x="247900" y="245873"/>
                </a:lnTo>
                <a:lnTo>
                  <a:pt x="241703" y="245873"/>
                </a:lnTo>
                <a:lnTo>
                  <a:pt x="235505" y="245873"/>
                </a:lnTo>
                <a:lnTo>
                  <a:pt x="229308" y="245873"/>
                </a:lnTo>
                <a:lnTo>
                  <a:pt x="223110" y="245873"/>
                </a:lnTo>
                <a:lnTo>
                  <a:pt x="216913" y="245873"/>
                </a:lnTo>
                <a:lnTo>
                  <a:pt x="210715" y="245873"/>
                </a:lnTo>
                <a:lnTo>
                  <a:pt x="204518" y="245873"/>
                </a:lnTo>
                <a:lnTo>
                  <a:pt x="198320" y="245873"/>
                </a:lnTo>
                <a:lnTo>
                  <a:pt x="192123" y="245873"/>
                </a:lnTo>
                <a:lnTo>
                  <a:pt x="185925" y="245873"/>
                </a:lnTo>
                <a:lnTo>
                  <a:pt x="179728" y="245873"/>
                </a:lnTo>
                <a:lnTo>
                  <a:pt x="173530" y="245873"/>
                </a:lnTo>
                <a:lnTo>
                  <a:pt x="167333" y="245873"/>
                </a:lnTo>
                <a:lnTo>
                  <a:pt x="161135" y="245873"/>
                </a:lnTo>
                <a:lnTo>
                  <a:pt x="154938" y="245873"/>
                </a:lnTo>
                <a:lnTo>
                  <a:pt x="148740" y="245873"/>
                </a:lnTo>
                <a:lnTo>
                  <a:pt x="142543" y="245873"/>
                </a:lnTo>
                <a:lnTo>
                  <a:pt x="136345" y="245873"/>
                </a:lnTo>
                <a:lnTo>
                  <a:pt x="130147" y="245873"/>
                </a:lnTo>
                <a:lnTo>
                  <a:pt x="123950" y="245873"/>
                </a:lnTo>
                <a:lnTo>
                  <a:pt x="117752" y="245873"/>
                </a:lnTo>
                <a:lnTo>
                  <a:pt x="111555" y="245873"/>
                </a:lnTo>
                <a:lnTo>
                  <a:pt x="105357" y="245873"/>
                </a:lnTo>
                <a:lnTo>
                  <a:pt x="99160" y="245873"/>
                </a:lnTo>
                <a:lnTo>
                  <a:pt x="92962" y="245873"/>
                </a:lnTo>
                <a:lnTo>
                  <a:pt x="86765" y="245873"/>
                </a:lnTo>
                <a:lnTo>
                  <a:pt x="80567" y="245873"/>
                </a:lnTo>
                <a:lnTo>
                  <a:pt x="74370" y="245873"/>
                </a:lnTo>
                <a:lnTo>
                  <a:pt x="68172" y="245873"/>
                </a:lnTo>
                <a:lnTo>
                  <a:pt x="61975" y="245873"/>
                </a:lnTo>
                <a:lnTo>
                  <a:pt x="55777" y="245873"/>
                </a:lnTo>
                <a:lnTo>
                  <a:pt x="49580" y="245873"/>
                </a:lnTo>
                <a:lnTo>
                  <a:pt x="43382" y="245873"/>
                </a:lnTo>
                <a:lnTo>
                  <a:pt x="37185" y="245873"/>
                </a:lnTo>
                <a:lnTo>
                  <a:pt x="30987" y="245873"/>
                </a:lnTo>
                <a:lnTo>
                  <a:pt x="24790" y="245873"/>
                </a:lnTo>
                <a:lnTo>
                  <a:pt x="18592" y="245873"/>
                </a:lnTo>
                <a:lnTo>
                  <a:pt x="12395" y="245873"/>
                </a:lnTo>
                <a:lnTo>
                  <a:pt x="6197" y="24587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69" name="pl7">
            <a:extLst>
              <a:ext uri="{FF2B5EF4-FFF2-40B4-BE49-F238E27FC236}">
                <a16:creationId xmlns:a16="http://schemas.microsoft.com/office/drawing/2014/main" id="{B70FB862-AE1C-C678-CCE2-72DCE86F3366}"/>
              </a:ext>
            </a:extLst>
          </p:cNvPr>
          <p:cNvSpPr/>
          <p:nvPr/>
        </p:nvSpPr>
        <p:spPr>
          <a:xfrm>
            <a:off x="6365365" y="1324640"/>
            <a:ext cx="2412901" cy="187332"/>
          </a:xfrm>
          <a:custGeom>
            <a:avLst/>
            <a:gdLst/>
            <a:ahLst/>
            <a:cxnLst/>
            <a:rect l="0" t="0" r="0" b="0"/>
            <a:pathLst>
              <a:path w="3166933" h="245873">
                <a:moveTo>
                  <a:pt x="0" y="245872"/>
                </a:moveTo>
                <a:lnTo>
                  <a:pt x="6197" y="245870"/>
                </a:lnTo>
                <a:lnTo>
                  <a:pt x="12395" y="245862"/>
                </a:lnTo>
                <a:lnTo>
                  <a:pt x="18592" y="245842"/>
                </a:lnTo>
                <a:lnTo>
                  <a:pt x="24790" y="245799"/>
                </a:lnTo>
                <a:lnTo>
                  <a:pt x="30987" y="245723"/>
                </a:lnTo>
                <a:lnTo>
                  <a:pt x="37185" y="245612"/>
                </a:lnTo>
                <a:lnTo>
                  <a:pt x="43382" y="245480"/>
                </a:lnTo>
                <a:lnTo>
                  <a:pt x="49580" y="245362"/>
                </a:lnTo>
                <a:lnTo>
                  <a:pt x="55777" y="245296"/>
                </a:lnTo>
                <a:lnTo>
                  <a:pt x="61975" y="245309"/>
                </a:lnTo>
                <a:lnTo>
                  <a:pt x="68172" y="245394"/>
                </a:lnTo>
                <a:lnTo>
                  <a:pt x="74370" y="245520"/>
                </a:lnTo>
                <a:lnTo>
                  <a:pt x="80567" y="245649"/>
                </a:lnTo>
                <a:lnTo>
                  <a:pt x="86765" y="245750"/>
                </a:lnTo>
                <a:lnTo>
                  <a:pt x="92962" y="245815"/>
                </a:lnTo>
                <a:lnTo>
                  <a:pt x="99160" y="245850"/>
                </a:lnTo>
                <a:lnTo>
                  <a:pt x="105357" y="245865"/>
                </a:lnTo>
                <a:lnTo>
                  <a:pt x="111555" y="245871"/>
                </a:lnTo>
                <a:lnTo>
                  <a:pt x="117752" y="245873"/>
                </a:lnTo>
                <a:lnTo>
                  <a:pt x="123950" y="245873"/>
                </a:lnTo>
                <a:lnTo>
                  <a:pt x="130147" y="245873"/>
                </a:lnTo>
                <a:lnTo>
                  <a:pt x="136345" y="245873"/>
                </a:lnTo>
                <a:lnTo>
                  <a:pt x="142543" y="245873"/>
                </a:lnTo>
                <a:lnTo>
                  <a:pt x="148740" y="245873"/>
                </a:lnTo>
                <a:lnTo>
                  <a:pt x="154938" y="245871"/>
                </a:lnTo>
                <a:lnTo>
                  <a:pt x="161135" y="245864"/>
                </a:lnTo>
                <a:lnTo>
                  <a:pt x="167333" y="245845"/>
                </a:lnTo>
                <a:lnTo>
                  <a:pt x="173530" y="245799"/>
                </a:lnTo>
                <a:lnTo>
                  <a:pt x="179728" y="245704"/>
                </a:lnTo>
                <a:lnTo>
                  <a:pt x="185925" y="245536"/>
                </a:lnTo>
                <a:lnTo>
                  <a:pt x="192123" y="245284"/>
                </a:lnTo>
                <a:lnTo>
                  <a:pt x="198320" y="244963"/>
                </a:lnTo>
                <a:lnTo>
                  <a:pt x="204518" y="244629"/>
                </a:lnTo>
                <a:lnTo>
                  <a:pt x="210715" y="244367"/>
                </a:lnTo>
                <a:lnTo>
                  <a:pt x="216913" y="244255"/>
                </a:lnTo>
                <a:lnTo>
                  <a:pt x="223110" y="244333"/>
                </a:lnTo>
                <a:lnTo>
                  <a:pt x="229308" y="244572"/>
                </a:lnTo>
                <a:lnTo>
                  <a:pt x="235505" y="244894"/>
                </a:lnTo>
                <a:lnTo>
                  <a:pt x="241703" y="245199"/>
                </a:lnTo>
                <a:lnTo>
                  <a:pt x="247900" y="245413"/>
                </a:lnTo>
                <a:lnTo>
                  <a:pt x="254098" y="245501"/>
                </a:lnTo>
                <a:lnTo>
                  <a:pt x="260295" y="245478"/>
                </a:lnTo>
                <a:lnTo>
                  <a:pt x="266493" y="245388"/>
                </a:lnTo>
                <a:lnTo>
                  <a:pt x="272690" y="245288"/>
                </a:lnTo>
                <a:lnTo>
                  <a:pt x="278888" y="245224"/>
                </a:lnTo>
                <a:lnTo>
                  <a:pt x="285086" y="245210"/>
                </a:lnTo>
                <a:lnTo>
                  <a:pt x="291283" y="245224"/>
                </a:lnTo>
                <a:lnTo>
                  <a:pt x="297481" y="245230"/>
                </a:lnTo>
                <a:lnTo>
                  <a:pt x="303678" y="245211"/>
                </a:lnTo>
                <a:lnTo>
                  <a:pt x="309876" y="245179"/>
                </a:lnTo>
                <a:lnTo>
                  <a:pt x="316073" y="245159"/>
                </a:lnTo>
                <a:lnTo>
                  <a:pt x="322271" y="245159"/>
                </a:lnTo>
                <a:lnTo>
                  <a:pt x="328468" y="245164"/>
                </a:lnTo>
                <a:lnTo>
                  <a:pt x="334666" y="245163"/>
                </a:lnTo>
                <a:lnTo>
                  <a:pt x="340863" y="245158"/>
                </a:lnTo>
                <a:lnTo>
                  <a:pt x="347061" y="245167"/>
                </a:lnTo>
                <a:lnTo>
                  <a:pt x="353258" y="245194"/>
                </a:lnTo>
                <a:lnTo>
                  <a:pt x="359456" y="245224"/>
                </a:lnTo>
                <a:lnTo>
                  <a:pt x="365653" y="245225"/>
                </a:lnTo>
                <a:lnTo>
                  <a:pt x="371851" y="245169"/>
                </a:lnTo>
                <a:lnTo>
                  <a:pt x="378048" y="245041"/>
                </a:lnTo>
                <a:lnTo>
                  <a:pt x="384246" y="244824"/>
                </a:lnTo>
                <a:lnTo>
                  <a:pt x="390443" y="244476"/>
                </a:lnTo>
                <a:lnTo>
                  <a:pt x="396641" y="243918"/>
                </a:lnTo>
                <a:lnTo>
                  <a:pt x="402838" y="243041"/>
                </a:lnTo>
                <a:lnTo>
                  <a:pt x="409036" y="241721"/>
                </a:lnTo>
                <a:lnTo>
                  <a:pt x="415234" y="239794"/>
                </a:lnTo>
                <a:lnTo>
                  <a:pt x="421431" y="237007"/>
                </a:lnTo>
                <a:lnTo>
                  <a:pt x="427629" y="232944"/>
                </a:lnTo>
                <a:lnTo>
                  <a:pt x="433826" y="227000"/>
                </a:lnTo>
                <a:lnTo>
                  <a:pt x="440024" y="218447"/>
                </a:lnTo>
                <a:lnTo>
                  <a:pt x="446221" y="206596"/>
                </a:lnTo>
                <a:lnTo>
                  <a:pt x="452419" y="190999"/>
                </a:lnTo>
                <a:lnTo>
                  <a:pt x="458616" y="171611"/>
                </a:lnTo>
                <a:lnTo>
                  <a:pt x="464814" y="148859"/>
                </a:lnTo>
                <a:lnTo>
                  <a:pt x="471011" y="123811"/>
                </a:lnTo>
                <a:lnTo>
                  <a:pt x="477209" y="98116"/>
                </a:lnTo>
                <a:lnTo>
                  <a:pt x="483406" y="73476"/>
                </a:lnTo>
                <a:lnTo>
                  <a:pt x="489604" y="51256"/>
                </a:lnTo>
                <a:lnTo>
                  <a:pt x="495801" y="32232"/>
                </a:lnTo>
                <a:lnTo>
                  <a:pt x="501999" y="16843"/>
                </a:lnTo>
                <a:lnTo>
                  <a:pt x="508196" y="5736"/>
                </a:lnTo>
                <a:lnTo>
                  <a:pt x="514394" y="0"/>
                </a:lnTo>
                <a:lnTo>
                  <a:pt x="520591" y="756"/>
                </a:lnTo>
                <a:lnTo>
                  <a:pt x="526789" y="8408"/>
                </a:lnTo>
                <a:lnTo>
                  <a:pt x="532986" y="22189"/>
                </a:lnTo>
                <a:lnTo>
                  <a:pt x="539184" y="40401"/>
                </a:lnTo>
                <a:lnTo>
                  <a:pt x="545381" y="61132"/>
                </a:lnTo>
                <a:lnTo>
                  <a:pt x="551579" y="82920"/>
                </a:lnTo>
                <a:lnTo>
                  <a:pt x="557777" y="104957"/>
                </a:lnTo>
                <a:lnTo>
                  <a:pt x="563974" y="126841"/>
                </a:lnTo>
                <a:lnTo>
                  <a:pt x="570172" y="148179"/>
                </a:lnTo>
                <a:lnTo>
                  <a:pt x="576369" y="168361"/>
                </a:lnTo>
                <a:lnTo>
                  <a:pt x="582567" y="186632"/>
                </a:lnTo>
                <a:lnTo>
                  <a:pt x="588764" y="202332"/>
                </a:lnTo>
                <a:lnTo>
                  <a:pt x="594962" y="215119"/>
                </a:lnTo>
                <a:lnTo>
                  <a:pt x="601159" y="225017"/>
                </a:lnTo>
                <a:lnTo>
                  <a:pt x="607357" y="232303"/>
                </a:lnTo>
                <a:lnTo>
                  <a:pt x="613554" y="237377"/>
                </a:lnTo>
                <a:lnTo>
                  <a:pt x="619752" y="240686"/>
                </a:lnTo>
                <a:lnTo>
                  <a:pt x="625949" y="242684"/>
                </a:lnTo>
                <a:lnTo>
                  <a:pt x="632147" y="243848"/>
                </a:lnTo>
                <a:lnTo>
                  <a:pt x="638344" y="244556"/>
                </a:lnTo>
                <a:lnTo>
                  <a:pt x="644542" y="245024"/>
                </a:lnTo>
                <a:lnTo>
                  <a:pt x="650739" y="245352"/>
                </a:lnTo>
                <a:lnTo>
                  <a:pt x="656937" y="245579"/>
                </a:lnTo>
                <a:lnTo>
                  <a:pt x="663134" y="245723"/>
                </a:lnTo>
                <a:lnTo>
                  <a:pt x="669332" y="245805"/>
                </a:lnTo>
                <a:lnTo>
                  <a:pt x="675529" y="245846"/>
                </a:lnTo>
                <a:lnTo>
                  <a:pt x="681727" y="245864"/>
                </a:lnTo>
                <a:lnTo>
                  <a:pt x="687924" y="245871"/>
                </a:lnTo>
                <a:lnTo>
                  <a:pt x="694122" y="245873"/>
                </a:lnTo>
                <a:lnTo>
                  <a:pt x="700320" y="245873"/>
                </a:lnTo>
                <a:lnTo>
                  <a:pt x="706517" y="245873"/>
                </a:lnTo>
                <a:lnTo>
                  <a:pt x="712715" y="245873"/>
                </a:lnTo>
                <a:lnTo>
                  <a:pt x="718912" y="245873"/>
                </a:lnTo>
                <a:lnTo>
                  <a:pt x="725110" y="245873"/>
                </a:lnTo>
                <a:lnTo>
                  <a:pt x="731307" y="245873"/>
                </a:lnTo>
                <a:lnTo>
                  <a:pt x="737505" y="245873"/>
                </a:lnTo>
                <a:lnTo>
                  <a:pt x="743702" y="245873"/>
                </a:lnTo>
                <a:lnTo>
                  <a:pt x="749900" y="245873"/>
                </a:lnTo>
                <a:lnTo>
                  <a:pt x="756097" y="245873"/>
                </a:lnTo>
                <a:lnTo>
                  <a:pt x="762295" y="245873"/>
                </a:lnTo>
                <a:lnTo>
                  <a:pt x="768492" y="245873"/>
                </a:lnTo>
                <a:lnTo>
                  <a:pt x="774690" y="245873"/>
                </a:lnTo>
                <a:lnTo>
                  <a:pt x="780887" y="245873"/>
                </a:lnTo>
                <a:lnTo>
                  <a:pt x="787085" y="245873"/>
                </a:lnTo>
                <a:lnTo>
                  <a:pt x="793282" y="245873"/>
                </a:lnTo>
                <a:lnTo>
                  <a:pt x="799480" y="245873"/>
                </a:lnTo>
                <a:lnTo>
                  <a:pt x="805677" y="245873"/>
                </a:lnTo>
                <a:lnTo>
                  <a:pt x="811875" y="245873"/>
                </a:lnTo>
                <a:lnTo>
                  <a:pt x="818072" y="245873"/>
                </a:lnTo>
                <a:lnTo>
                  <a:pt x="824270" y="245873"/>
                </a:lnTo>
                <a:lnTo>
                  <a:pt x="830468" y="245873"/>
                </a:lnTo>
                <a:lnTo>
                  <a:pt x="836665" y="245873"/>
                </a:lnTo>
                <a:lnTo>
                  <a:pt x="842863" y="245873"/>
                </a:lnTo>
                <a:lnTo>
                  <a:pt x="849060" y="245873"/>
                </a:lnTo>
                <a:lnTo>
                  <a:pt x="855258" y="245873"/>
                </a:lnTo>
                <a:lnTo>
                  <a:pt x="861455" y="245873"/>
                </a:lnTo>
                <a:lnTo>
                  <a:pt x="867653" y="245873"/>
                </a:lnTo>
                <a:lnTo>
                  <a:pt x="873850" y="245873"/>
                </a:lnTo>
                <a:lnTo>
                  <a:pt x="880048" y="245873"/>
                </a:lnTo>
                <a:lnTo>
                  <a:pt x="886245" y="245873"/>
                </a:lnTo>
                <a:lnTo>
                  <a:pt x="892443" y="245873"/>
                </a:lnTo>
                <a:lnTo>
                  <a:pt x="898640" y="245873"/>
                </a:lnTo>
                <a:lnTo>
                  <a:pt x="904838" y="245873"/>
                </a:lnTo>
                <a:lnTo>
                  <a:pt x="911035" y="245873"/>
                </a:lnTo>
                <a:lnTo>
                  <a:pt x="917233" y="245873"/>
                </a:lnTo>
                <a:lnTo>
                  <a:pt x="923430" y="245873"/>
                </a:lnTo>
                <a:lnTo>
                  <a:pt x="929628" y="245873"/>
                </a:lnTo>
                <a:lnTo>
                  <a:pt x="935825" y="245873"/>
                </a:lnTo>
                <a:lnTo>
                  <a:pt x="942023" y="245873"/>
                </a:lnTo>
                <a:lnTo>
                  <a:pt x="948220" y="245873"/>
                </a:lnTo>
                <a:lnTo>
                  <a:pt x="954418" y="245873"/>
                </a:lnTo>
                <a:lnTo>
                  <a:pt x="960615" y="245873"/>
                </a:lnTo>
                <a:lnTo>
                  <a:pt x="966813" y="245873"/>
                </a:lnTo>
                <a:lnTo>
                  <a:pt x="973011" y="245873"/>
                </a:lnTo>
                <a:lnTo>
                  <a:pt x="979208" y="245873"/>
                </a:lnTo>
                <a:lnTo>
                  <a:pt x="985406" y="245873"/>
                </a:lnTo>
                <a:lnTo>
                  <a:pt x="991603" y="245873"/>
                </a:lnTo>
                <a:lnTo>
                  <a:pt x="997801" y="245873"/>
                </a:lnTo>
                <a:lnTo>
                  <a:pt x="1003998" y="245873"/>
                </a:lnTo>
                <a:lnTo>
                  <a:pt x="1010196" y="245873"/>
                </a:lnTo>
                <a:lnTo>
                  <a:pt x="1016393" y="245873"/>
                </a:lnTo>
                <a:lnTo>
                  <a:pt x="1022591" y="245873"/>
                </a:lnTo>
                <a:lnTo>
                  <a:pt x="1028788" y="245873"/>
                </a:lnTo>
                <a:lnTo>
                  <a:pt x="1034986" y="245873"/>
                </a:lnTo>
                <a:lnTo>
                  <a:pt x="1041183" y="245873"/>
                </a:lnTo>
                <a:lnTo>
                  <a:pt x="1047381" y="245873"/>
                </a:lnTo>
                <a:lnTo>
                  <a:pt x="1053578" y="245873"/>
                </a:lnTo>
                <a:lnTo>
                  <a:pt x="1059776" y="245873"/>
                </a:lnTo>
                <a:lnTo>
                  <a:pt x="1065973" y="245873"/>
                </a:lnTo>
                <a:lnTo>
                  <a:pt x="1072171" y="245873"/>
                </a:lnTo>
                <a:lnTo>
                  <a:pt x="1078368" y="245873"/>
                </a:lnTo>
                <a:lnTo>
                  <a:pt x="1084566" y="245873"/>
                </a:lnTo>
                <a:lnTo>
                  <a:pt x="1090763" y="245873"/>
                </a:lnTo>
                <a:lnTo>
                  <a:pt x="1096961" y="245873"/>
                </a:lnTo>
                <a:lnTo>
                  <a:pt x="1103159" y="245873"/>
                </a:lnTo>
                <a:lnTo>
                  <a:pt x="1109356" y="245873"/>
                </a:lnTo>
                <a:lnTo>
                  <a:pt x="1115554" y="245873"/>
                </a:lnTo>
                <a:lnTo>
                  <a:pt x="1121751" y="245873"/>
                </a:lnTo>
                <a:lnTo>
                  <a:pt x="1127949" y="245873"/>
                </a:lnTo>
                <a:lnTo>
                  <a:pt x="1134146" y="245873"/>
                </a:lnTo>
                <a:lnTo>
                  <a:pt x="1140344" y="245873"/>
                </a:lnTo>
                <a:lnTo>
                  <a:pt x="1146541" y="245873"/>
                </a:lnTo>
                <a:lnTo>
                  <a:pt x="1152739" y="245873"/>
                </a:lnTo>
                <a:lnTo>
                  <a:pt x="1158936" y="245873"/>
                </a:lnTo>
                <a:lnTo>
                  <a:pt x="1165134" y="245873"/>
                </a:lnTo>
                <a:lnTo>
                  <a:pt x="1171331" y="245873"/>
                </a:lnTo>
                <a:lnTo>
                  <a:pt x="1177529" y="245873"/>
                </a:lnTo>
                <a:lnTo>
                  <a:pt x="1183726" y="245873"/>
                </a:lnTo>
                <a:lnTo>
                  <a:pt x="1189924" y="245873"/>
                </a:lnTo>
                <a:lnTo>
                  <a:pt x="1196121" y="245873"/>
                </a:lnTo>
                <a:lnTo>
                  <a:pt x="1202319" y="245873"/>
                </a:lnTo>
                <a:lnTo>
                  <a:pt x="1208516" y="245873"/>
                </a:lnTo>
                <a:lnTo>
                  <a:pt x="1214714" y="245873"/>
                </a:lnTo>
                <a:lnTo>
                  <a:pt x="1220911" y="245873"/>
                </a:lnTo>
                <a:lnTo>
                  <a:pt x="1227109" y="245873"/>
                </a:lnTo>
                <a:lnTo>
                  <a:pt x="1233306" y="245873"/>
                </a:lnTo>
                <a:lnTo>
                  <a:pt x="1239504" y="245873"/>
                </a:lnTo>
                <a:lnTo>
                  <a:pt x="1245702" y="245873"/>
                </a:lnTo>
                <a:lnTo>
                  <a:pt x="1251899" y="245873"/>
                </a:lnTo>
                <a:lnTo>
                  <a:pt x="1258097" y="245873"/>
                </a:lnTo>
                <a:lnTo>
                  <a:pt x="1264294" y="245873"/>
                </a:lnTo>
                <a:lnTo>
                  <a:pt x="1270492" y="245873"/>
                </a:lnTo>
                <a:lnTo>
                  <a:pt x="1276689" y="245873"/>
                </a:lnTo>
                <a:lnTo>
                  <a:pt x="1282887" y="245873"/>
                </a:lnTo>
                <a:lnTo>
                  <a:pt x="1289084" y="245873"/>
                </a:lnTo>
                <a:lnTo>
                  <a:pt x="1295282" y="245873"/>
                </a:lnTo>
                <a:lnTo>
                  <a:pt x="1301479" y="245873"/>
                </a:lnTo>
                <a:lnTo>
                  <a:pt x="1307677" y="245873"/>
                </a:lnTo>
                <a:lnTo>
                  <a:pt x="1313874" y="245873"/>
                </a:lnTo>
                <a:lnTo>
                  <a:pt x="1320072" y="245873"/>
                </a:lnTo>
                <a:lnTo>
                  <a:pt x="1326269" y="245873"/>
                </a:lnTo>
                <a:lnTo>
                  <a:pt x="1332467" y="245873"/>
                </a:lnTo>
                <a:lnTo>
                  <a:pt x="1338664" y="245873"/>
                </a:lnTo>
                <a:lnTo>
                  <a:pt x="1344862" y="245873"/>
                </a:lnTo>
                <a:lnTo>
                  <a:pt x="1351059" y="245873"/>
                </a:lnTo>
                <a:lnTo>
                  <a:pt x="1357257" y="245873"/>
                </a:lnTo>
                <a:lnTo>
                  <a:pt x="1363454" y="245873"/>
                </a:lnTo>
                <a:lnTo>
                  <a:pt x="1369652" y="245873"/>
                </a:lnTo>
                <a:lnTo>
                  <a:pt x="1375849" y="245873"/>
                </a:lnTo>
                <a:lnTo>
                  <a:pt x="1382047" y="245873"/>
                </a:lnTo>
                <a:lnTo>
                  <a:pt x="1388245" y="245873"/>
                </a:lnTo>
                <a:lnTo>
                  <a:pt x="1394442" y="245873"/>
                </a:lnTo>
                <a:lnTo>
                  <a:pt x="1400640" y="245873"/>
                </a:lnTo>
                <a:lnTo>
                  <a:pt x="1406837" y="245873"/>
                </a:lnTo>
                <a:lnTo>
                  <a:pt x="1413035" y="245873"/>
                </a:lnTo>
                <a:lnTo>
                  <a:pt x="1419232" y="245873"/>
                </a:lnTo>
                <a:lnTo>
                  <a:pt x="1425430" y="245873"/>
                </a:lnTo>
                <a:lnTo>
                  <a:pt x="1431627" y="245873"/>
                </a:lnTo>
                <a:lnTo>
                  <a:pt x="1437825" y="245873"/>
                </a:lnTo>
                <a:lnTo>
                  <a:pt x="1444022" y="245873"/>
                </a:lnTo>
                <a:lnTo>
                  <a:pt x="1450220" y="245873"/>
                </a:lnTo>
                <a:lnTo>
                  <a:pt x="1456417" y="245873"/>
                </a:lnTo>
                <a:lnTo>
                  <a:pt x="1462615" y="245873"/>
                </a:lnTo>
                <a:lnTo>
                  <a:pt x="1468812" y="245873"/>
                </a:lnTo>
                <a:lnTo>
                  <a:pt x="1475010" y="245873"/>
                </a:lnTo>
                <a:lnTo>
                  <a:pt x="1481207" y="245873"/>
                </a:lnTo>
                <a:lnTo>
                  <a:pt x="1487405" y="245873"/>
                </a:lnTo>
                <a:lnTo>
                  <a:pt x="1493602" y="245873"/>
                </a:lnTo>
                <a:lnTo>
                  <a:pt x="1499800" y="245873"/>
                </a:lnTo>
                <a:lnTo>
                  <a:pt x="1505997" y="245873"/>
                </a:lnTo>
                <a:lnTo>
                  <a:pt x="1512195" y="245873"/>
                </a:lnTo>
                <a:lnTo>
                  <a:pt x="1518393" y="245873"/>
                </a:lnTo>
                <a:lnTo>
                  <a:pt x="1524590" y="245873"/>
                </a:lnTo>
                <a:lnTo>
                  <a:pt x="1530788" y="245873"/>
                </a:lnTo>
                <a:lnTo>
                  <a:pt x="1536985" y="245873"/>
                </a:lnTo>
                <a:lnTo>
                  <a:pt x="1543183" y="245873"/>
                </a:lnTo>
                <a:lnTo>
                  <a:pt x="1549380" y="245873"/>
                </a:lnTo>
                <a:lnTo>
                  <a:pt x="1555578" y="245873"/>
                </a:lnTo>
                <a:lnTo>
                  <a:pt x="1561775" y="245873"/>
                </a:lnTo>
                <a:lnTo>
                  <a:pt x="1567973" y="245873"/>
                </a:lnTo>
                <a:lnTo>
                  <a:pt x="1574170" y="245873"/>
                </a:lnTo>
                <a:lnTo>
                  <a:pt x="1580368" y="245873"/>
                </a:lnTo>
                <a:lnTo>
                  <a:pt x="1586565" y="245873"/>
                </a:lnTo>
                <a:lnTo>
                  <a:pt x="1592763" y="245873"/>
                </a:lnTo>
                <a:lnTo>
                  <a:pt x="1598960" y="245873"/>
                </a:lnTo>
                <a:lnTo>
                  <a:pt x="1605158" y="245873"/>
                </a:lnTo>
                <a:lnTo>
                  <a:pt x="1611355" y="245873"/>
                </a:lnTo>
                <a:lnTo>
                  <a:pt x="1617553" y="245873"/>
                </a:lnTo>
                <a:lnTo>
                  <a:pt x="1623750" y="245873"/>
                </a:lnTo>
                <a:lnTo>
                  <a:pt x="1629948" y="245873"/>
                </a:lnTo>
                <a:lnTo>
                  <a:pt x="1636145" y="245873"/>
                </a:lnTo>
                <a:lnTo>
                  <a:pt x="1642343" y="245873"/>
                </a:lnTo>
                <a:lnTo>
                  <a:pt x="1648540" y="245873"/>
                </a:lnTo>
                <a:lnTo>
                  <a:pt x="1654738" y="245873"/>
                </a:lnTo>
                <a:lnTo>
                  <a:pt x="1660936" y="245873"/>
                </a:lnTo>
                <a:lnTo>
                  <a:pt x="1667133" y="245873"/>
                </a:lnTo>
                <a:lnTo>
                  <a:pt x="1673331" y="245873"/>
                </a:lnTo>
                <a:lnTo>
                  <a:pt x="1679528" y="245873"/>
                </a:lnTo>
                <a:lnTo>
                  <a:pt x="1685726" y="245873"/>
                </a:lnTo>
                <a:lnTo>
                  <a:pt x="1691923" y="245873"/>
                </a:lnTo>
                <a:lnTo>
                  <a:pt x="1698121" y="245873"/>
                </a:lnTo>
                <a:lnTo>
                  <a:pt x="1704318" y="245873"/>
                </a:lnTo>
                <a:lnTo>
                  <a:pt x="1710516" y="245873"/>
                </a:lnTo>
                <a:lnTo>
                  <a:pt x="1716713" y="245873"/>
                </a:lnTo>
                <a:lnTo>
                  <a:pt x="1722911" y="245873"/>
                </a:lnTo>
                <a:lnTo>
                  <a:pt x="1729108" y="245873"/>
                </a:lnTo>
                <a:lnTo>
                  <a:pt x="1735306" y="245873"/>
                </a:lnTo>
                <a:lnTo>
                  <a:pt x="1741503" y="245873"/>
                </a:lnTo>
                <a:lnTo>
                  <a:pt x="1747701" y="245873"/>
                </a:lnTo>
                <a:lnTo>
                  <a:pt x="1753898" y="245873"/>
                </a:lnTo>
                <a:lnTo>
                  <a:pt x="1760096" y="245873"/>
                </a:lnTo>
                <a:lnTo>
                  <a:pt x="1766293" y="245873"/>
                </a:lnTo>
                <a:lnTo>
                  <a:pt x="1772491" y="245873"/>
                </a:lnTo>
                <a:lnTo>
                  <a:pt x="1778688" y="245873"/>
                </a:lnTo>
                <a:lnTo>
                  <a:pt x="1784886" y="245873"/>
                </a:lnTo>
                <a:lnTo>
                  <a:pt x="1791084" y="245873"/>
                </a:lnTo>
                <a:lnTo>
                  <a:pt x="1797281" y="245873"/>
                </a:lnTo>
                <a:lnTo>
                  <a:pt x="1803479" y="245873"/>
                </a:lnTo>
                <a:lnTo>
                  <a:pt x="1809676" y="245873"/>
                </a:lnTo>
                <a:lnTo>
                  <a:pt x="1815874" y="245873"/>
                </a:lnTo>
                <a:lnTo>
                  <a:pt x="1822071" y="245873"/>
                </a:lnTo>
                <a:lnTo>
                  <a:pt x="1828269" y="245873"/>
                </a:lnTo>
                <a:lnTo>
                  <a:pt x="1834466" y="245873"/>
                </a:lnTo>
                <a:lnTo>
                  <a:pt x="1840664" y="245873"/>
                </a:lnTo>
                <a:lnTo>
                  <a:pt x="1846861" y="245873"/>
                </a:lnTo>
                <a:lnTo>
                  <a:pt x="1853059" y="245873"/>
                </a:lnTo>
                <a:lnTo>
                  <a:pt x="1859256" y="245873"/>
                </a:lnTo>
                <a:lnTo>
                  <a:pt x="1865454" y="245873"/>
                </a:lnTo>
                <a:lnTo>
                  <a:pt x="1871651" y="245873"/>
                </a:lnTo>
                <a:lnTo>
                  <a:pt x="1877849" y="245873"/>
                </a:lnTo>
                <a:lnTo>
                  <a:pt x="1884046" y="245873"/>
                </a:lnTo>
                <a:lnTo>
                  <a:pt x="1890244" y="245873"/>
                </a:lnTo>
                <a:lnTo>
                  <a:pt x="1896441" y="245873"/>
                </a:lnTo>
                <a:lnTo>
                  <a:pt x="1902639" y="245873"/>
                </a:lnTo>
                <a:lnTo>
                  <a:pt x="1908836" y="245873"/>
                </a:lnTo>
                <a:lnTo>
                  <a:pt x="1915034" y="245873"/>
                </a:lnTo>
                <a:lnTo>
                  <a:pt x="1921231" y="245873"/>
                </a:lnTo>
                <a:lnTo>
                  <a:pt x="1927429" y="245873"/>
                </a:lnTo>
                <a:lnTo>
                  <a:pt x="1933627" y="245873"/>
                </a:lnTo>
                <a:lnTo>
                  <a:pt x="1939824" y="245873"/>
                </a:lnTo>
                <a:lnTo>
                  <a:pt x="1946022" y="245873"/>
                </a:lnTo>
                <a:lnTo>
                  <a:pt x="1952219" y="245873"/>
                </a:lnTo>
                <a:lnTo>
                  <a:pt x="1958417" y="245873"/>
                </a:lnTo>
                <a:lnTo>
                  <a:pt x="1964614" y="245873"/>
                </a:lnTo>
                <a:lnTo>
                  <a:pt x="1970812" y="245873"/>
                </a:lnTo>
                <a:lnTo>
                  <a:pt x="1977009" y="245873"/>
                </a:lnTo>
                <a:lnTo>
                  <a:pt x="1983207" y="245873"/>
                </a:lnTo>
                <a:lnTo>
                  <a:pt x="1989404" y="245873"/>
                </a:lnTo>
                <a:lnTo>
                  <a:pt x="1995602" y="245873"/>
                </a:lnTo>
                <a:lnTo>
                  <a:pt x="2001799" y="245873"/>
                </a:lnTo>
                <a:lnTo>
                  <a:pt x="2007997" y="245873"/>
                </a:lnTo>
                <a:lnTo>
                  <a:pt x="2014194" y="245873"/>
                </a:lnTo>
                <a:lnTo>
                  <a:pt x="2020392" y="245873"/>
                </a:lnTo>
                <a:lnTo>
                  <a:pt x="2026589" y="245873"/>
                </a:lnTo>
                <a:lnTo>
                  <a:pt x="2032787" y="245873"/>
                </a:lnTo>
                <a:lnTo>
                  <a:pt x="2038984" y="245873"/>
                </a:lnTo>
                <a:lnTo>
                  <a:pt x="2045182" y="245873"/>
                </a:lnTo>
                <a:lnTo>
                  <a:pt x="2051379" y="245873"/>
                </a:lnTo>
                <a:lnTo>
                  <a:pt x="2057577" y="245873"/>
                </a:lnTo>
                <a:lnTo>
                  <a:pt x="2063774" y="245873"/>
                </a:lnTo>
                <a:lnTo>
                  <a:pt x="2069972" y="245873"/>
                </a:lnTo>
                <a:lnTo>
                  <a:pt x="2076170" y="245873"/>
                </a:lnTo>
                <a:lnTo>
                  <a:pt x="2082367" y="245873"/>
                </a:lnTo>
                <a:lnTo>
                  <a:pt x="2088565" y="245873"/>
                </a:lnTo>
                <a:lnTo>
                  <a:pt x="2094762" y="245873"/>
                </a:lnTo>
                <a:lnTo>
                  <a:pt x="2100960" y="245873"/>
                </a:lnTo>
                <a:lnTo>
                  <a:pt x="2107157" y="245873"/>
                </a:lnTo>
                <a:lnTo>
                  <a:pt x="2113355" y="245873"/>
                </a:lnTo>
                <a:lnTo>
                  <a:pt x="2119552" y="245873"/>
                </a:lnTo>
                <a:lnTo>
                  <a:pt x="2125750" y="245873"/>
                </a:lnTo>
                <a:lnTo>
                  <a:pt x="2131947" y="245873"/>
                </a:lnTo>
                <a:lnTo>
                  <a:pt x="2138145" y="245873"/>
                </a:lnTo>
                <a:lnTo>
                  <a:pt x="2144342" y="245873"/>
                </a:lnTo>
                <a:lnTo>
                  <a:pt x="2150540" y="245873"/>
                </a:lnTo>
                <a:lnTo>
                  <a:pt x="2156737" y="245873"/>
                </a:lnTo>
                <a:lnTo>
                  <a:pt x="2162935" y="245873"/>
                </a:lnTo>
                <a:lnTo>
                  <a:pt x="2169132" y="245873"/>
                </a:lnTo>
                <a:lnTo>
                  <a:pt x="2175330" y="245873"/>
                </a:lnTo>
                <a:lnTo>
                  <a:pt x="2181527" y="245873"/>
                </a:lnTo>
                <a:lnTo>
                  <a:pt x="2187725" y="245873"/>
                </a:lnTo>
                <a:lnTo>
                  <a:pt x="2193922" y="245873"/>
                </a:lnTo>
                <a:lnTo>
                  <a:pt x="2200120" y="245873"/>
                </a:lnTo>
                <a:lnTo>
                  <a:pt x="2206318" y="245873"/>
                </a:lnTo>
                <a:lnTo>
                  <a:pt x="2212515" y="245873"/>
                </a:lnTo>
                <a:lnTo>
                  <a:pt x="2218713" y="245873"/>
                </a:lnTo>
                <a:lnTo>
                  <a:pt x="2224910" y="245873"/>
                </a:lnTo>
                <a:lnTo>
                  <a:pt x="2231108" y="245873"/>
                </a:lnTo>
                <a:lnTo>
                  <a:pt x="2237305" y="245873"/>
                </a:lnTo>
                <a:lnTo>
                  <a:pt x="2243503" y="245873"/>
                </a:lnTo>
                <a:lnTo>
                  <a:pt x="2249700" y="245873"/>
                </a:lnTo>
                <a:lnTo>
                  <a:pt x="2255898" y="245873"/>
                </a:lnTo>
                <a:lnTo>
                  <a:pt x="2262095" y="245873"/>
                </a:lnTo>
                <a:lnTo>
                  <a:pt x="2268293" y="245873"/>
                </a:lnTo>
                <a:lnTo>
                  <a:pt x="2274490" y="245873"/>
                </a:lnTo>
                <a:lnTo>
                  <a:pt x="2280688" y="245873"/>
                </a:lnTo>
                <a:lnTo>
                  <a:pt x="2286885" y="245873"/>
                </a:lnTo>
                <a:lnTo>
                  <a:pt x="2293083" y="245873"/>
                </a:lnTo>
                <a:lnTo>
                  <a:pt x="2299280" y="245873"/>
                </a:lnTo>
                <a:lnTo>
                  <a:pt x="2305478" y="245873"/>
                </a:lnTo>
                <a:lnTo>
                  <a:pt x="2311675" y="245873"/>
                </a:lnTo>
                <a:lnTo>
                  <a:pt x="2317873" y="245873"/>
                </a:lnTo>
                <a:lnTo>
                  <a:pt x="2324070" y="245873"/>
                </a:lnTo>
                <a:lnTo>
                  <a:pt x="2330268" y="245873"/>
                </a:lnTo>
                <a:lnTo>
                  <a:pt x="2336465" y="245873"/>
                </a:lnTo>
                <a:lnTo>
                  <a:pt x="2342663" y="245873"/>
                </a:lnTo>
                <a:lnTo>
                  <a:pt x="2348861" y="245873"/>
                </a:lnTo>
                <a:lnTo>
                  <a:pt x="2355058" y="245873"/>
                </a:lnTo>
                <a:lnTo>
                  <a:pt x="2361256" y="245873"/>
                </a:lnTo>
                <a:lnTo>
                  <a:pt x="2367453" y="245873"/>
                </a:lnTo>
                <a:lnTo>
                  <a:pt x="2373651" y="245873"/>
                </a:lnTo>
                <a:lnTo>
                  <a:pt x="2379848" y="245873"/>
                </a:lnTo>
                <a:lnTo>
                  <a:pt x="2386046" y="245873"/>
                </a:lnTo>
                <a:lnTo>
                  <a:pt x="2392243" y="245873"/>
                </a:lnTo>
                <a:lnTo>
                  <a:pt x="2398441" y="245873"/>
                </a:lnTo>
                <a:lnTo>
                  <a:pt x="2404638" y="245873"/>
                </a:lnTo>
                <a:lnTo>
                  <a:pt x="2410836" y="245873"/>
                </a:lnTo>
                <a:lnTo>
                  <a:pt x="2417033" y="245873"/>
                </a:lnTo>
                <a:lnTo>
                  <a:pt x="2423231" y="245873"/>
                </a:lnTo>
                <a:lnTo>
                  <a:pt x="2429428" y="245873"/>
                </a:lnTo>
                <a:lnTo>
                  <a:pt x="2435626" y="245873"/>
                </a:lnTo>
                <a:lnTo>
                  <a:pt x="2441823" y="245873"/>
                </a:lnTo>
                <a:lnTo>
                  <a:pt x="2448021" y="245873"/>
                </a:lnTo>
                <a:lnTo>
                  <a:pt x="2454218" y="245873"/>
                </a:lnTo>
                <a:lnTo>
                  <a:pt x="2460416" y="245873"/>
                </a:lnTo>
                <a:lnTo>
                  <a:pt x="2466613" y="245873"/>
                </a:lnTo>
                <a:lnTo>
                  <a:pt x="2472811" y="245873"/>
                </a:lnTo>
                <a:lnTo>
                  <a:pt x="2479009" y="245873"/>
                </a:lnTo>
                <a:lnTo>
                  <a:pt x="2485206" y="245873"/>
                </a:lnTo>
                <a:lnTo>
                  <a:pt x="2491404" y="245873"/>
                </a:lnTo>
                <a:lnTo>
                  <a:pt x="2497601" y="245873"/>
                </a:lnTo>
                <a:lnTo>
                  <a:pt x="2503799" y="245873"/>
                </a:lnTo>
                <a:lnTo>
                  <a:pt x="2509996" y="245873"/>
                </a:lnTo>
                <a:lnTo>
                  <a:pt x="2516194" y="245873"/>
                </a:lnTo>
                <a:lnTo>
                  <a:pt x="2522391" y="245873"/>
                </a:lnTo>
                <a:lnTo>
                  <a:pt x="2528589" y="245873"/>
                </a:lnTo>
                <a:lnTo>
                  <a:pt x="2534786" y="245873"/>
                </a:lnTo>
                <a:lnTo>
                  <a:pt x="2540984" y="245873"/>
                </a:lnTo>
                <a:lnTo>
                  <a:pt x="2547181" y="245873"/>
                </a:lnTo>
                <a:lnTo>
                  <a:pt x="2553379" y="245873"/>
                </a:lnTo>
                <a:lnTo>
                  <a:pt x="2559576" y="245873"/>
                </a:lnTo>
                <a:lnTo>
                  <a:pt x="2565774" y="245873"/>
                </a:lnTo>
                <a:lnTo>
                  <a:pt x="2571971" y="245873"/>
                </a:lnTo>
                <a:lnTo>
                  <a:pt x="2578169" y="245873"/>
                </a:lnTo>
                <a:lnTo>
                  <a:pt x="2584366" y="245873"/>
                </a:lnTo>
                <a:lnTo>
                  <a:pt x="2590564" y="245873"/>
                </a:lnTo>
                <a:lnTo>
                  <a:pt x="2596761" y="245873"/>
                </a:lnTo>
                <a:lnTo>
                  <a:pt x="2602959" y="245873"/>
                </a:lnTo>
                <a:lnTo>
                  <a:pt x="2609156" y="245873"/>
                </a:lnTo>
                <a:lnTo>
                  <a:pt x="2615354" y="245873"/>
                </a:lnTo>
                <a:lnTo>
                  <a:pt x="2621552" y="245873"/>
                </a:lnTo>
                <a:lnTo>
                  <a:pt x="2627749" y="245873"/>
                </a:lnTo>
                <a:lnTo>
                  <a:pt x="2633947" y="245873"/>
                </a:lnTo>
                <a:lnTo>
                  <a:pt x="2640144" y="245873"/>
                </a:lnTo>
                <a:lnTo>
                  <a:pt x="2646342" y="245873"/>
                </a:lnTo>
                <a:lnTo>
                  <a:pt x="2652539" y="245873"/>
                </a:lnTo>
                <a:lnTo>
                  <a:pt x="2658737" y="245873"/>
                </a:lnTo>
                <a:lnTo>
                  <a:pt x="2664934" y="245873"/>
                </a:lnTo>
                <a:lnTo>
                  <a:pt x="2671132" y="245873"/>
                </a:lnTo>
                <a:lnTo>
                  <a:pt x="2677329" y="245873"/>
                </a:lnTo>
                <a:lnTo>
                  <a:pt x="2683527" y="245873"/>
                </a:lnTo>
                <a:lnTo>
                  <a:pt x="2689724" y="245873"/>
                </a:lnTo>
                <a:lnTo>
                  <a:pt x="2695922" y="245873"/>
                </a:lnTo>
                <a:lnTo>
                  <a:pt x="2702119" y="245873"/>
                </a:lnTo>
                <a:lnTo>
                  <a:pt x="2708317" y="245873"/>
                </a:lnTo>
                <a:lnTo>
                  <a:pt x="2714514" y="245873"/>
                </a:lnTo>
                <a:lnTo>
                  <a:pt x="2720712" y="245873"/>
                </a:lnTo>
                <a:lnTo>
                  <a:pt x="2726909" y="245873"/>
                </a:lnTo>
                <a:lnTo>
                  <a:pt x="2733107" y="245873"/>
                </a:lnTo>
                <a:lnTo>
                  <a:pt x="2739304" y="245873"/>
                </a:lnTo>
                <a:lnTo>
                  <a:pt x="2745502" y="245873"/>
                </a:lnTo>
                <a:lnTo>
                  <a:pt x="2751699" y="245873"/>
                </a:lnTo>
                <a:lnTo>
                  <a:pt x="2757897" y="245873"/>
                </a:lnTo>
                <a:lnTo>
                  <a:pt x="2764095" y="245873"/>
                </a:lnTo>
                <a:lnTo>
                  <a:pt x="2770292" y="245873"/>
                </a:lnTo>
                <a:lnTo>
                  <a:pt x="2776490" y="245873"/>
                </a:lnTo>
                <a:lnTo>
                  <a:pt x="2782687" y="245873"/>
                </a:lnTo>
                <a:lnTo>
                  <a:pt x="2788885" y="245873"/>
                </a:lnTo>
                <a:lnTo>
                  <a:pt x="2795082" y="245873"/>
                </a:lnTo>
                <a:lnTo>
                  <a:pt x="2801280" y="245873"/>
                </a:lnTo>
                <a:lnTo>
                  <a:pt x="2807477" y="245873"/>
                </a:lnTo>
                <a:lnTo>
                  <a:pt x="2813675" y="245873"/>
                </a:lnTo>
                <a:lnTo>
                  <a:pt x="2819872" y="245873"/>
                </a:lnTo>
                <a:lnTo>
                  <a:pt x="2826070" y="245873"/>
                </a:lnTo>
                <a:lnTo>
                  <a:pt x="2832267" y="245873"/>
                </a:lnTo>
                <a:lnTo>
                  <a:pt x="2838465" y="245873"/>
                </a:lnTo>
                <a:lnTo>
                  <a:pt x="2844662" y="245873"/>
                </a:lnTo>
                <a:lnTo>
                  <a:pt x="2850860" y="245873"/>
                </a:lnTo>
                <a:lnTo>
                  <a:pt x="2857057" y="245873"/>
                </a:lnTo>
                <a:lnTo>
                  <a:pt x="2863255" y="245873"/>
                </a:lnTo>
                <a:lnTo>
                  <a:pt x="2869452" y="245873"/>
                </a:lnTo>
                <a:lnTo>
                  <a:pt x="2875650" y="245873"/>
                </a:lnTo>
                <a:lnTo>
                  <a:pt x="2881847" y="245873"/>
                </a:lnTo>
                <a:lnTo>
                  <a:pt x="2888045" y="245873"/>
                </a:lnTo>
                <a:lnTo>
                  <a:pt x="2894243" y="245873"/>
                </a:lnTo>
                <a:lnTo>
                  <a:pt x="2900440" y="245873"/>
                </a:lnTo>
                <a:lnTo>
                  <a:pt x="2906638" y="245873"/>
                </a:lnTo>
                <a:lnTo>
                  <a:pt x="2912835" y="245873"/>
                </a:lnTo>
                <a:lnTo>
                  <a:pt x="2919033" y="245873"/>
                </a:lnTo>
                <a:lnTo>
                  <a:pt x="2925230" y="245873"/>
                </a:lnTo>
                <a:lnTo>
                  <a:pt x="2931428" y="245873"/>
                </a:lnTo>
                <a:lnTo>
                  <a:pt x="2937625" y="245873"/>
                </a:lnTo>
                <a:lnTo>
                  <a:pt x="2943823" y="245873"/>
                </a:lnTo>
                <a:lnTo>
                  <a:pt x="2950020" y="245873"/>
                </a:lnTo>
                <a:lnTo>
                  <a:pt x="2956218" y="245873"/>
                </a:lnTo>
                <a:lnTo>
                  <a:pt x="2962415" y="245873"/>
                </a:lnTo>
                <a:lnTo>
                  <a:pt x="2968613" y="245873"/>
                </a:lnTo>
                <a:lnTo>
                  <a:pt x="2974810" y="245873"/>
                </a:lnTo>
                <a:lnTo>
                  <a:pt x="2981008" y="245873"/>
                </a:lnTo>
                <a:lnTo>
                  <a:pt x="2987205" y="245873"/>
                </a:lnTo>
                <a:lnTo>
                  <a:pt x="2993403" y="245873"/>
                </a:lnTo>
                <a:lnTo>
                  <a:pt x="2999600" y="245873"/>
                </a:lnTo>
                <a:lnTo>
                  <a:pt x="3005798" y="245873"/>
                </a:lnTo>
                <a:lnTo>
                  <a:pt x="3011995" y="245873"/>
                </a:lnTo>
                <a:lnTo>
                  <a:pt x="3018193" y="245873"/>
                </a:lnTo>
                <a:lnTo>
                  <a:pt x="3024390" y="245873"/>
                </a:lnTo>
                <a:lnTo>
                  <a:pt x="3030588" y="245873"/>
                </a:lnTo>
                <a:lnTo>
                  <a:pt x="3036786" y="245873"/>
                </a:lnTo>
                <a:lnTo>
                  <a:pt x="3042983" y="245873"/>
                </a:lnTo>
                <a:lnTo>
                  <a:pt x="3049181" y="245873"/>
                </a:lnTo>
                <a:lnTo>
                  <a:pt x="3055378" y="245873"/>
                </a:lnTo>
                <a:lnTo>
                  <a:pt x="3061576" y="245873"/>
                </a:lnTo>
                <a:lnTo>
                  <a:pt x="3067773" y="245873"/>
                </a:lnTo>
                <a:lnTo>
                  <a:pt x="3073971" y="245873"/>
                </a:lnTo>
                <a:lnTo>
                  <a:pt x="3080168" y="245873"/>
                </a:lnTo>
                <a:lnTo>
                  <a:pt x="3086366" y="245873"/>
                </a:lnTo>
                <a:lnTo>
                  <a:pt x="3092563" y="245873"/>
                </a:lnTo>
                <a:lnTo>
                  <a:pt x="3098761" y="245873"/>
                </a:lnTo>
                <a:lnTo>
                  <a:pt x="3104958" y="245873"/>
                </a:lnTo>
                <a:lnTo>
                  <a:pt x="3111156" y="245873"/>
                </a:lnTo>
                <a:lnTo>
                  <a:pt x="3117353" y="245873"/>
                </a:lnTo>
                <a:lnTo>
                  <a:pt x="3123551" y="245873"/>
                </a:lnTo>
                <a:lnTo>
                  <a:pt x="3129748" y="245873"/>
                </a:lnTo>
                <a:lnTo>
                  <a:pt x="3135946" y="245873"/>
                </a:lnTo>
                <a:lnTo>
                  <a:pt x="3142143" y="245873"/>
                </a:lnTo>
                <a:lnTo>
                  <a:pt x="3148341" y="245873"/>
                </a:lnTo>
                <a:lnTo>
                  <a:pt x="3154538" y="245873"/>
                </a:lnTo>
                <a:lnTo>
                  <a:pt x="3160736" y="245873"/>
                </a:lnTo>
                <a:lnTo>
                  <a:pt x="3166933" y="245873"/>
                </a:lnTo>
              </a:path>
            </a:pathLst>
          </a:custGeom>
          <a:ln w="27101" cap="flat">
            <a:solidFill>
              <a:srgbClr val="003B4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0" name="pg8">
            <a:extLst>
              <a:ext uri="{FF2B5EF4-FFF2-40B4-BE49-F238E27FC236}">
                <a16:creationId xmlns:a16="http://schemas.microsoft.com/office/drawing/2014/main" id="{775421E3-6F62-099D-2F89-9446DCCC798B}"/>
              </a:ext>
            </a:extLst>
          </p:cNvPr>
          <p:cNvSpPr/>
          <p:nvPr/>
        </p:nvSpPr>
        <p:spPr>
          <a:xfrm>
            <a:off x="6365365" y="868772"/>
            <a:ext cx="2412901" cy="643200"/>
          </a:xfrm>
          <a:custGeom>
            <a:avLst/>
            <a:gdLst/>
            <a:ahLst/>
            <a:cxnLst/>
            <a:rect l="0" t="0" r="0" b="0"/>
            <a:pathLst>
              <a:path w="3166933" h="844200">
                <a:moveTo>
                  <a:pt x="0" y="844200"/>
                </a:moveTo>
                <a:lnTo>
                  <a:pt x="6197" y="844200"/>
                </a:lnTo>
                <a:lnTo>
                  <a:pt x="12395" y="844200"/>
                </a:lnTo>
                <a:lnTo>
                  <a:pt x="18592" y="844200"/>
                </a:lnTo>
                <a:lnTo>
                  <a:pt x="24790" y="844200"/>
                </a:lnTo>
                <a:lnTo>
                  <a:pt x="30987" y="844199"/>
                </a:lnTo>
                <a:lnTo>
                  <a:pt x="37185" y="844177"/>
                </a:lnTo>
                <a:lnTo>
                  <a:pt x="43382" y="844001"/>
                </a:lnTo>
                <a:lnTo>
                  <a:pt x="49580" y="843476"/>
                </a:lnTo>
                <a:lnTo>
                  <a:pt x="55777" y="842922"/>
                </a:lnTo>
                <a:lnTo>
                  <a:pt x="61975" y="843086"/>
                </a:lnTo>
                <a:lnTo>
                  <a:pt x="68172" y="843771"/>
                </a:lnTo>
                <a:lnTo>
                  <a:pt x="74370" y="844141"/>
                </a:lnTo>
                <a:lnTo>
                  <a:pt x="80567" y="844198"/>
                </a:lnTo>
                <a:lnTo>
                  <a:pt x="86765" y="844200"/>
                </a:lnTo>
                <a:lnTo>
                  <a:pt x="92962" y="844200"/>
                </a:lnTo>
                <a:lnTo>
                  <a:pt x="99160" y="844200"/>
                </a:lnTo>
                <a:lnTo>
                  <a:pt x="105357" y="844200"/>
                </a:lnTo>
                <a:lnTo>
                  <a:pt x="111555" y="844200"/>
                </a:lnTo>
                <a:lnTo>
                  <a:pt x="117752" y="844200"/>
                </a:lnTo>
                <a:lnTo>
                  <a:pt x="123950" y="844200"/>
                </a:lnTo>
                <a:lnTo>
                  <a:pt x="130147" y="844200"/>
                </a:lnTo>
                <a:lnTo>
                  <a:pt x="136345" y="844200"/>
                </a:lnTo>
                <a:lnTo>
                  <a:pt x="142543" y="844200"/>
                </a:lnTo>
                <a:lnTo>
                  <a:pt x="148740" y="844200"/>
                </a:lnTo>
                <a:lnTo>
                  <a:pt x="154938" y="844200"/>
                </a:lnTo>
                <a:lnTo>
                  <a:pt x="161135" y="844200"/>
                </a:lnTo>
                <a:lnTo>
                  <a:pt x="167333" y="844200"/>
                </a:lnTo>
                <a:lnTo>
                  <a:pt x="173530" y="844200"/>
                </a:lnTo>
                <a:lnTo>
                  <a:pt x="179728" y="844200"/>
                </a:lnTo>
                <a:lnTo>
                  <a:pt x="185925" y="844200"/>
                </a:lnTo>
                <a:lnTo>
                  <a:pt x="192123" y="844200"/>
                </a:lnTo>
                <a:lnTo>
                  <a:pt x="198320" y="844200"/>
                </a:lnTo>
                <a:lnTo>
                  <a:pt x="204518" y="844200"/>
                </a:lnTo>
                <a:lnTo>
                  <a:pt x="210715" y="844200"/>
                </a:lnTo>
                <a:lnTo>
                  <a:pt x="216913" y="844200"/>
                </a:lnTo>
                <a:lnTo>
                  <a:pt x="223110" y="844200"/>
                </a:lnTo>
                <a:lnTo>
                  <a:pt x="229308" y="844200"/>
                </a:lnTo>
                <a:lnTo>
                  <a:pt x="235505" y="844200"/>
                </a:lnTo>
                <a:lnTo>
                  <a:pt x="241703" y="844200"/>
                </a:lnTo>
                <a:lnTo>
                  <a:pt x="247900" y="844200"/>
                </a:lnTo>
                <a:lnTo>
                  <a:pt x="254098" y="844200"/>
                </a:lnTo>
                <a:lnTo>
                  <a:pt x="260295" y="844200"/>
                </a:lnTo>
                <a:lnTo>
                  <a:pt x="266493" y="844200"/>
                </a:lnTo>
                <a:lnTo>
                  <a:pt x="272690" y="844200"/>
                </a:lnTo>
                <a:lnTo>
                  <a:pt x="278888" y="844200"/>
                </a:lnTo>
                <a:lnTo>
                  <a:pt x="285086" y="844200"/>
                </a:lnTo>
                <a:lnTo>
                  <a:pt x="291283" y="844200"/>
                </a:lnTo>
                <a:lnTo>
                  <a:pt x="297481" y="844200"/>
                </a:lnTo>
                <a:lnTo>
                  <a:pt x="303678" y="844200"/>
                </a:lnTo>
                <a:lnTo>
                  <a:pt x="309876" y="844200"/>
                </a:lnTo>
                <a:lnTo>
                  <a:pt x="316073" y="844200"/>
                </a:lnTo>
                <a:lnTo>
                  <a:pt x="322271" y="844200"/>
                </a:lnTo>
                <a:lnTo>
                  <a:pt x="328468" y="844200"/>
                </a:lnTo>
                <a:lnTo>
                  <a:pt x="334666" y="844200"/>
                </a:lnTo>
                <a:lnTo>
                  <a:pt x="340863" y="844200"/>
                </a:lnTo>
                <a:lnTo>
                  <a:pt x="347061" y="844200"/>
                </a:lnTo>
                <a:lnTo>
                  <a:pt x="353258" y="844200"/>
                </a:lnTo>
                <a:lnTo>
                  <a:pt x="359456" y="844200"/>
                </a:lnTo>
                <a:lnTo>
                  <a:pt x="365653" y="844200"/>
                </a:lnTo>
                <a:lnTo>
                  <a:pt x="371851" y="844200"/>
                </a:lnTo>
                <a:lnTo>
                  <a:pt x="378048" y="844200"/>
                </a:lnTo>
                <a:lnTo>
                  <a:pt x="384246" y="844200"/>
                </a:lnTo>
                <a:lnTo>
                  <a:pt x="390443" y="844200"/>
                </a:lnTo>
                <a:lnTo>
                  <a:pt x="396641" y="844200"/>
                </a:lnTo>
                <a:lnTo>
                  <a:pt x="402838" y="844200"/>
                </a:lnTo>
                <a:lnTo>
                  <a:pt x="409036" y="844200"/>
                </a:lnTo>
                <a:lnTo>
                  <a:pt x="415234" y="844200"/>
                </a:lnTo>
                <a:lnTo>
                  <a:pt x="421431" y="844200"/>
                </a:lnTo>
                <a:lnTo>
                  <a:pt x="427629" y="844200"/>
                </a:lnTo>
                <a:lnTo>
                  <a:pt x="433826" y="844200"/>
                </a:lnTo>
                <a:lnTo>
                  <a:pt x="440024" y="844200"/>
                </a:lnTo>
                <a:lnTo>
                  <a:pt x="446221" y="844200"/>
                </a:lnTo>
                <a:lnTo>
                  <a:pt x="452419" y="844200"/>
                </a:lnTo>
                <a:lnTo>
                  <a:pt x="458616" y="844200"/>
                </a:lnTo>
                <a:lnTo>
                  <a:pt x="464814" y="844200"/>
                </a:lnTo>
                <a:lnTo>
                  <a:pt x="471011" y="844200"/>
                </a:lnTo>
                <a:lnTo>
                  <a:pt x="477209" y="844200"/>
                </a:lnTo>
                <a:lnTo>
                  <a:pt x="483406" y="844200"/>
                </a:lnTo>
                <a:lnTo>
                  <a:pt x="489604" y="844200"/>
                </a:lnTo>
                <a:lnTo>
                  <a:pt x="495801" y="844200"/>
                </a:lnTo>
                <a:lnTo>
                  <a:pt x="501999" y="844200"/>
                </a:lnTo>
                <a:lnTo>
                  <a:pt x="508196" y="844200"/>
                </a:lnTo>
                <a:lnTo>
                  <a:pt x="514394" y="844200"/>
                </a:lnTo>
                <a:lnTo>
                  <a:pt x="520591" y="844200"/>
                </a:lnTo>
                <a:lnTo>
                  <a:pt x="526789" y="844200"/>
                </a:lnTo>
                <a:lnTo>
                  <a:pt x="532986" y="844200"/>
                </a:lnTo>
                <a:lnTo>
                  <a:pt x="539184" y="844199"/>
                </a:lnTo>
                <a:lnTo>
                  <a:pt x="545381" y="844167"/>
                </a:lnTo>
                <a:lnTo>
                  <a:pt x="551579" y="843931"/>
                </a:lnTo>
                <a:lnTo>
                  <a:pt x="557777" y="843314"/>
                </a:lnTo>
                <a:lnTo>
                  <a:pt x="563974" y="842846"/>
                </a:lnTo>
                <a:lnTo>
                  <a:pt x="570172" y="843251"/>
                </a:lnTo>
                <a:lnTo>
                  <a:pt x="576369" y="843901"/>
                </a:lnTo>
                <a:lnTo>
                  <a:pt x="582567" y="844163"/>
                </a:lnTo>
                <a:lnTo>
                  <a:pt x="588764" y="844199"/>
                </a:lnTo>
                <a:lnTo>
                  <a:pt x="594962" y="844200"/>
                </a:lnTo>
                <a:lnTo>
                  <a:pt x="601159" y="844200"/>
                </a:lnTo>
                <a:lnTo>
                  <a:pt x="607357" y="844200"/>
                </a:lnTo>
                <a:lnTo>
                  <a:pt x="613554" y="844200"/>
                </a:lnTo>
                <a:lnTo>
                  <a:pt x="619752" y="844200"/>
                </a:lnTo>
                <a:lnTo>
                  <a:pt x="625949" y="844200"/>
                </a:lnTo>
                <a:lnTo>
                  <a:pt x="632147" y="844200"/>
                </a:lnTo>
                <a:lnTo>
                  <a:pt x="638344" y="844200"/>
                </a:lnTo>
                <a:lnTo>
                  <a:pt x="644542" y="844200"/>
                </a:lnTo>
                <a:lnTo>
                  <a:pt x="650739" y="844200"/>
                </a:lnTo>
                <a:lnTo>
                  <a:pt x="656937" y="844200"/>
                </a:lnTo>
                <a:lnTo>
                  <a:pt x="663134" y="844200"/>
                </a:lnTo>
                <a:lnTo>
                  <a:pt x="669332" y="844200"/>
                </a:lnTo>
                <a:lnTo>
                  <a:pt x="675529" y="844200"/>
                </a:lnTo>
                <a:lnTo>
                  <a:pt x="681727" y="844200"/>
                </a:lnTo>
                <a:lnTo>
                  <a:pt x="687924" y="844200"/>
                </a:lnTo>
                <a:lnTo>
                  <a:pt x="694122" y="844200"/>
                </a:lnTo>
                <a:lnTo>
                  <a:pt x="700320" y="844200"/>
                </a:lnTo>
                <a:lnTo>
                  <a:pt x="706517" y="844200"/>
                </a:lnTo>
                <a:lnTo>
                  <a:pt x="712715" y="844200"/>
                </a:lnTo>
                <a:lnTo>
                  <a:pt x="718912" y="844200"/>
                </a:lnTo>
                <a:lnTo>
                  <a:pt x="725110" y="844200"/>
                </a:lnTo>
                <a:lnTo>
                  <a:pt x="731307" y="844200"/>
                </a:lnTo>
                <a:lnTo>
                  <a:pt x="737505" y="844200"/>
                </a:lnTo>
                <a:lnTo>
                  <a:pt x="743702" y="844200"/>
                </a:lnTo>
                <a:lnTo>
                  <a:pt x="749900" y="844200"/>
                </a:lnTo>
                <a:lnTo>
                  <a:pt x="756097" y="844200"/>
                </a:lnTo>
                <a:lnTo>
                  <a:pt x="762295" y="844200"/>
                </a:lnTo>
                <a:lnTo>
                  <a:pt x="768492" y="844199"/>
                </a:lnTo>
                <a:lnTo>
                  <a:pt x="774690" y="844151"/>
                </a:lnTo>
                <a:lnTo>
                  <a:pt x="780887" y="843303"/>
                </a:lnTo>
                <a:lnTo>
                  <a:pt x="787085" y="838608"/>
                </a:lnTo>
                <a:lnTo>
                  <a:pt x="793282" y="832675"/>
                </a:lnTo>
                <a:lnTo>
                  <a:pt x="799480" y="835278"/>
                </a:lnTo>
                <a:lnTo>
                  <a:pt x="805677" y="840848"/>
                </a:lnTo>
                <a:lnTo>
                  <a:pt x="811875" y="842558"/>
                </a:lnTo>
                <a:lnTo>
                  <a:pt x="818072" y="840749"/>
                </a:lnTo>
                <a:lnTo>
                  <a:pt x="824270" y="836842"/>
                </a:lnTo>
                <a:lnTo>
                  <a:pt x="830468" y="827776"/>
                </a:lnTo>
                <a:lnTo>
                  <a:pt x="836665" y="815468"/>
                </a:lnTo>
                <a:lnTo>
                  <a:pt x="842863" y="809065"/>
                </a:lnTo>
                <a:lnTo>
                  <a:pt x="849060" y="797606"/>
                </a:lnTo>
                <a:lnTo>
                  <a:pt x="855258" y="772923"/>
                </a:lnTo>
                <a:lnTo>
                  <a:pt x="861455" y="730692"/>
                </a:lnTo>
                <a:lnTo>
                  <a:pt x="867653" y="680131"/>
                </a:lnTo>
                <a:lnTo>
                  <a:pt x="873850" y="593412"/>
                </a:lnTo>
                <a:lnTo>
                  <a:pt x="880048" y="478868"/>
                </a:lnTo>
                <a:lnTo>
                  <a:pt x="886245" y="277989"/>
                </a:lnTo>
                <a:lnTo>
                  <a:pt x="892443" y="0"/>
                </a:lnTo>
                <a:lnTo>
                  <a:pt x="898640" y="55675"/>
                </a:lnTo>
                <a:lnTo>
                  <a:pt x="904838" y="456670"/>
                </a:lnTo>
                <a:lnTo>
                  <a:pt x="911035" y="751675"/>
                </a:lnTo>
                <a:lnTo>
                  <a:pt x="917233" y="834451"/>
                </a:lnTo>
                <a:lnTo>
                  <a:pt x="923430" y="843829"/>
                </a:lnTo>
                <a:lnTo>
                  <a:pt x="929628" y="844196"/>
                </a:lnTo>
                <a:lnTo>
                  <a:pt x="935825" y="844200"/>
                </a:lnTo>
                <a:lnTo>
                  <a:pt x="942023" y="844200"/>
                </a:lnTo>
                <a:lnTo>
                  <a:pt x="948220" y="844200"/>
                </a:lnTo>
                <a:lnTo>
                  <a:pt x="954418" y="844200"/>
                </a:lnTo>
                <a:lnTo>
                  <a:pt x="960615" y="844200"/>
                </a:lnTo>
                <a:lnTo>
                  <a:pt x="966813" y="844200"/>
                </a:lnTo>
                <a:lnTo>
                  <a:pt x="973011" y="844200"/>
                </a:lnTo>
                <a:lnTo>
                  <a:pt x="979208" y="844200"/>
                </a:lnTo>
                <a:lnTo>
                  <a:pt x="985406" y="844200"/>
                </a:lnTo>
                <a:lnTo>
                  <a:pt x="991603" y="844200"/>
                </a:lnTo>
                <a:lnTo>
                  <a:pt x="997801" y="844200"/>
                </a:lnTo>
                <a:lnTo>
                  <a:pt x="1003998" y="844200"/>
                </a:lnTo>
                <a:lnTo>
                  <a:pt x="1010196" y="844200"/>
                </a:lnTo>
                <a:lnTo>
                  <a:pt x="1016393" y="844200"/>
                </a:lnTo>
                <a:lnTo>
                  <a:pt x="1022591" y="844200"/>
                </a:lnTo>
                <a:lnTo>
                  <a:pt x="1028788" y="844200"/>
                </a:lnTo>
                <a:lnTo>
                  <a:pt x="1034986" y="844200"/>
                </a:lnTo>
                <a:lnTo>
                  <a:pt x="1041183" y="844200"/>
                </a:lnTo>
                <a:lnTo>
                  <a:pt x="1047381" y="844200"/>
                </a:lnTo>
                <a:lnTo>
                  <a:pt x="1053578" y="844200"/>
                </a:lnTo>
                <a:lnTo>
                  <a:pt x="1059776" y="844200"/>
                </a:lnTo>
                <a:lnTo>
                  <a:pt x="1065973" y="844200"/>
                </a:lnTo>
                <a:lnTo>
                  <a:pt x="1072171" y="844200"/>
                </a:lnTo>
                <a:lnTo>
                  <a:pt x="1078368" y="844200"/>
                </a:lnTo>
                <a:lnTo>
                  <a:pt x="1084566" y="844200"/>
                </a:lnTo>
                <a:lnTo>
                  <a:pt x="1090763" y="844200"/>
                </a:lnTo>
                <a:lnTo>
                  <a:pt x="1096961" y="844200"/>
                </a:lnTo>
                <a:lnTo>
                  <a:pt x="1103159" y="844200"/>
                </a:lnTo>
                <a:lnTo>
                  <a:pt x="1109356" y="844200"/>
                </a:lnTo>
                <a:lnTo>
                  <a:pt x="1115554" y="844200"/>
                </a:lnTo>
                <a:lnTo>
                  <a:pt x="1121751" y="844200"/>
                </a:lnTo>
                <a:lnTo>
                  <a:pt x="1127949" y="844200"/>
                </a:lnTo>
                <a:lnTo>
                  <a:pt x="1134146" y="844200"/>
                </a:lnTo>
                <a:lnTo>
                  <a:pt x="1140344" y="844200"/>
                </a:lnTo>
                <a:lnTo>
                  <a:pt x="1146541" y="844200"/>
                </a:lnTo>
                <a:lnTo>
                  <a:pt x="1152739" y="844200"/>
                </a:lnTo>
                <a:lnTo>
                  <a:pt x="1158936" y="844200"/>
                </a:lnTo>
                <a:lnTo>
                  <a:pt x="1165134" y="844200"/>
                </a:lnTo>
                <a:lnTo>
                  <a:pt x="1171331" y="844200"/>
                </a:lnTo>
                <a:lnTo>
                  <a:pt x="1177529" y="844200"/>
                </a:lnTo>
                <a:lnTo>
                  <a:pt x="1183726" y="844200"/>
                </a:lnTo>
                <a:lnTo>
                  <a:pt x="1189924" y="844200"/>
                </a:lnTo>
                <a:lnTo>
                  <a:pt x="1196121" y="844200"/>
                </a:lnTo>
                <a:lnTo>
                  <a:pt x="1202319" y="844200"/>
                </a:lnTo>
                <a:lnTo>
                  <a:pt x="1208516" y="844200"/>
                </a:lnTo>
                <a:lnTo>
                  <a:pt x="1214714" y="844200"/>
                </a:lnTo>
                <a:lnTo>
                  <a:pt x="1220911" y="844200"/>
                </a:lnTo>
                <a:lnTo>
                  <a:pt x="1227109" y="844200"/>
                </a:lnTo>
                <a:lnTo>
                  <a:pt x="1233306" y="844200"/>
                </a:lnTo>
                <a:lnTo>
                  <a:pt x="1239504" y="844200"/>
                </a:lnTo>
                <a:lnTo>
                  <a:pt x="1245702" y="844200"/>
                </a:lnTo>
                <a:lnTo>
                  <a:pt x="1251899" y="844200"/>
                </a:lnTo>
                <a:lnTo>
                  <a:pt x="1258097" y="844200"/>
                </a:lnTo>
                <a:lnTo>
                  <a:pt x="1264294" y="844200"/>
                </a:lnTo>
                <a:lnTo>
                  <a:pt x="1270492" y="844200"/>
                </a:lnTo>
                <a:lnTo>
                  <a:pt x="1276689" y="844200"/>
                </a:lnTo>
                <a:lnTo>
                  <a:pt x="1282887" y="844200"/>
                </a:lnTo>
                <a:lnTo>
                  <a:pt x="1289084" y="844200"/>
                </a:lnTo>
                <a:lnTo>
                  <a:pt x="1295282" y="844200"/>
                </a:lnTo>
                <a:lnTo>
                  <a:pt x="1301479" y="844200"/>
                </a:lnTo>
                <a:lnTo>
                  <a:pt x="1307677" y="844200"/>
                </a:lnTo>
                <a:lnTo>
                  <a:pt x="1313874" y="844200"/>
                </a:lnTo>
                <a:lnTo>
                  <a:pt x="1320072" y="844200"/>
                </a:lnTo>
                <a:lnTo>
                  <a:pt x="1326269" y="844200"/>
                </a:lnTo>
                <a:lnTo>
                  <a:pt x="1332467" y="844200"/>
                </a:lnTo>
                <a:lnTo>
                  <a:pt x="1338664" y="844200"/>
                </a:lnTo>
                <a:lnTo>
                  <a:pt x="1344862" y="844200"/>
                </a:lnTo>
                <a:lnTo>
                  <a:pt x="1351059" y="844200"/>
                </a:lnTo>
                <a:lnTo>
                  <a:pt x="1357257" y="844200"/>
                </a:lnTo>
                <a:lnTo>
                  <a:pt x="1363454" y="844200"/>
                </a:lnTo>
                <a:lnTo>
                  <a:pt x="1369652" y="844200"/>
                </a:lnTo>
                <a:lnTo>
                  <a:pt x="1375849" y="844200"/>
                </a:lnTo>
                <a:lnTo>
                  <a:pt x="1382047" y="844200"/>
                </a:lnTo>
                <a:lnTo>
                  <a:pt x="1388245" y="844200"/>
                </a:lnTo>
                <a:lnTo>
                  <a:pt x="1394442" y="844200"/>
                </a:lnTo>
                <a:lnTo>
                  <a:pt x="1400640" y="844200"/>
                </a:lnTo>
                <a:lnTo>
                  <a:pt x="1406837" y="844200"/>
                </a:lnTo>
                <a:lnTo>
                  <a:pt x="1413035" y="844200"/>
                </a:lnTo>
                <a:lnTo>
                  <a:pt x="1419232" y="844200"/>
                </a:lnTo>
                <a:lnTo>
                  <a:pt x="1425430" y="844200"/>
                </a:lnTo>
                <a:lnTo>
                  <a:pt x="1431627" y="844200"/>
                </a:lnTo>
                <a:lnTo>
                  <a:pt x="1437825" y="844200"/>
                </a:lnTo>
                <a:lnTo>
                  <a:pt x="1444022" y="844200"/>
                </a:lnTo>
                <a:lnTo>
                  <a:pt x="1450220" y="844200"/>
                </a:lnTo>
                <a:lnTo>
                  <a:pt x="1456417" y="844200"/>
                </a:lnTo>
                <a:lnTo>
                  <a:pt x="1462615" y="844200"/>
                </a:lnTo>
                <a:lnTo>
                  <a:pt x="1468812" y="844200"/>
                </a:lnTo>
                <a:lnTo>
                  <a:pt x="1475010" y="844200"/>
                </a:lnTo>
                <a:lnTo>
                  <a:pt x="1481207" y="844200"/>
                </a:lnTo>
                <a:lnTo>
                  <a:pt x="1487405" y="844200"/>
                </a:lnTo>
                <a:lnTo>
                  <a:pt x="1493602" y="844200"/>
                </a:lnTo>
                <a:lnTo>
                  <a:pt x="1499800" y="844200"/>
                </a:lnTo>
                <a:lnTo>
                  <a:pt x="1505997" y="844200"/>
                </a:lnTo>
                <a:lnTo>
                  <a:pt x="1512195" y="844200"/>
                </a:lnTo>
                <a:lnTo>
                  <a:pt x="1518393" y="844200"/>
                </a:lnTo>
                <a:lnTo>
                  <a:pt x="1524590" y="844200"/>
                </a:lnTo>
                <a:lnTo>
                  <a:pt x="1530788" y="844200"/>
                </a:lnTo>
                <a:lnTo>
                  <a:pt x="1536985" y="844200"/>
                </a:lnTo>
                <a:lnTo>
                  <a:pt x="1543183" y="844200"/>
                </a:lnTo>
                <a:lnTo>
                  <a:pt x="1549380" y="844200"/>
                </a:lnTo>
                <a:lnTo>
                  <a:pt x="1555578" y="844200"/>
                </a:lnTo>
                <a:lnTo>
                  <a:pt x="1561775" y="844200"/>
                </a:lnTo>
                <a:lnTo>
                  <a:pt x="1567973" y="844200"/>
                </a:lnTo>
                <a:lnTo>
                  <a:pt x="1574170" y="844200"/>
                </a:lnTo>
                <a:lnTo>
                  <a:pt x="1580368" y="844200"/>
                </a:lnTo>
                <a:lnTo>
                  <a:pt x="1586565" y="844200"/>
                </a:lnTo>
                <a:lnTo>
                  <a:pt x="1592763" y="844200"/>
                </a:lnTo>
                <a:lnTo>
                  <a:pt x="1598960" y="844200"/>
                </a:lnTo>
                <a:lnTo>
                  <a:pt x="1605158" y="844200"/>
                </a:lnTo>
                <a:lnTo>
                  <a:pt x="1611355" y="844200"/>
                </a:lnTo>
                <a:lnTo>
                  <a:pt x="1617553" y="844200"/>
                </a:lnTo>
                <a:lnTo>
                  <a:pt x="1623750" y="844200"/>
                </a:lnTo>
                <a:lnTo>
                  <a:pt x="1629948" y="844200"/>
                </a:lnTo>
                <a:lnTo>
                  <a:pt x="1636145" y="844200"/>
                </a:lnTo>
                <a:lnTo>
                  <a:pt x="1642343" y="844200"/>
                </a:lnTo>
                <a:lnTo>
                  <a:pt x="1648540" y="844200"/>
                </a:lnTo>
                <a:lnTo>
                  <a:pt x="1654738" y="844200"/>
                </a:lnTo>
                <a:lnTo>
                  <a:pt x="1660936" y="844200"/>
                </a:lnTo>
                <a:lnTo>
                  <a:pt x="1667133" y="844200"/>
                </a:lnTo>
                <a:lnTo>
                  <a:pt x="1673331" y="844200"/>
                </a:lnTo>
                <a:lnTo>
                  <a:pt x="1679528" y="844200"/>
                </a:lnTo>
                <a:lnTo>
                  <a:pt x="1685726" y="844200"/>
                </a:lnTo>
                <a:lnTo>
                  <a:pt x="1691923" y="844200"/>
                </a:lnTo>
                <a:lnTo>
                  <a:pt x="1698121" y="844200"/>
                </a:lnTo>
                <a:lnTo>
                  <a:pt x="1704318" y="844200"/>
                </a:lnTo>
                <a:lnTo>
                  <a:pt x="1710516" y="844200"/>
                </a:lnTo>
                <a:lnTo>
                  <a:pt x="1716713" y="844200"/>
                </a:lnTo>
                <a:lnTo>
                  <a:pt x="1722911" y="844200"/>
                </a:lnTo>
                <a:lnTo>
                  <a:pt x="1729108" y="844200"/>
                </a:lnTo>
                <a:lnTo>
                  <a:pt x="1735306" y="844200"/>
                </a:lnTo>
                <a:lnTo>
                  <a:pt x="1741503" y="844200"/>
                </a:lnTo>
                <a:lnTo>
                  <a:pt x="1747701" y="844200"/>
                </a:lnTo>
                <a:lnTo>
                  <a:pt x="1753898" y="844200"/>
                </a:lnTo>
                <a:lnTo>
                  <a:pt x="1760096" y="844200"/>
                </a:lnTo>
                <a:lnTo>
                  <a:pt x="1766293" y="844200"/>
                </a:lnTo>
                <a:lnTo>
                  <a:pt x="1772491" y="844200"/>
                </a:lnTo>
                <a:lnTo>
                  <a:pt x="1778688" y="844200"/>
                </a:lnTo>
                <a:lnTo>
                  <a:pt x="1784886" y="844200"/>
                </a:lnTo>
                <a:lnTo>
                  <a:pt x="1791084" y="844200"/>
                </a:lnTo>
                <a:lnTo>
                  <a:pt x="1797281" y="844200"/>
                </a:lnTo>
                <a:lnTo>
                  <a:pt x="1803479" y="844200"/>
                </a:lnTo>
                <a:lnTo>
                  <a:pt x="1809676" y="844200"/>
                </a:lnTo>
                <a:lnTo>
                  <a:pt x="1815874" y="844200"/>
                </a:lnTo>
                <a:lnTo>
                  <a:pt x="1822071" y="844200"/>
                </a:lnTo>
                <a:lnTo>
                  <a:pt x="1828269" y="844200"/>
                </a:lnTo>
                <a:lnTo>
                  <a:pt x="1834466" y="844200"/>
                </a:lnTo>
                <a:lnTo>
                  <a:pt x="1840664" y="844200"/>
                </a:lnTo>
                <a:lnTo>
                  <a:pt x="1846861" y="844200"/>
                </a:lnTo>
                <a:lnTo>
                  <a:pt x="1853059" y="844200"/>
                </a:lnTo>
                <a:lnTo>
                  <a:pt x="1859256" y="844200"/>
                </a:lnTo>
                <a:lnTo>
                  <a:pt x="1865454" y="844200"/>
                </a:lnTo>
                <a:lnTo>
                  <a:pt x="1871651" y="844200"/>
                </a:lnTo>
                <a:lnTo>
                  <a:pt x="1877849" y="844200"/>
                </a:lnTo>
                <a:lnTo>
                  <a:pt x="1884046" y="844200"/>
                </a:lnTo>
                <a:lnTo>
                  <a:pt x="1890244" y="844200"/>
                </a:lnTo>
                <a:lnTo>
                  <a:pt x="1896441" y="844200"/>
                </a:lnTo>
                <a:lnTo>
                  <a:pt x="1902639" y="844200"/>
                </a:lnTo>
                <a:lnTo>
                  <a:pt x="1908836" y="844200"/>
                </a:lnTo>
                <a:lnTo>
                  <a:pt x="1915034" y="844200"/>
                </a:lnTo>
                <a:lnTo>
                  <a:pt x="1921231" y="844200"/>
                </a:lnTo>
                <a:lnTo>
                  <a:pt x="1927429" y="844200"/>
                </a:lnTo>
                <a:lnTo>
                  <a:pt x="1933627" y="844200"/>
                </a:lnTo>
                <a:lnTo>
                  <a:pt x="1939824" y="844200"/>
                </a:lnTo>
                <a:lnTo>
                  <a:pt x="1946022" y="844200"/>
                </a:lnTo>
                <a:lnTo>
                  <a:pt x="1952219" y="844200"/>
                </a:lnTo>
                <a:lnTo>
                  <a:pt x="1958417" y="844200"/>
                </a:lnTo>
                <a:lnTo>
                  <a:pt x="1964614" y="844200"/>
                </a:lnTo>
                <a:lnTo>
                  <a:pt x="1970812" y="844200"/>
                </a:lnTo>
                <a:lnTo>
                  <a:pt x="1977009" y="844200"/>
                </a:lnTo>
                <a:lnTo>
                  <a:pt x="1983207" y="844200"/>
                </a:lnTo>
                <a:lnTo>
                  <a:pt x="1989404" y="844200"/>
                </a:lnTo>
                <a:lnTo>
                  <a:pt x="1995602" y="844200"/>
                </a:lnTo>
                <a:lnTo>
                  <a:pt x="2001799" y="844200"/>
                </a:lnTo>
                <a:lnTo>
                  <a:pt x="2007997" y="844200"/>
                </a:lnTo>
                <a:lnTo>
                  <a:pt x="2014194" y="844200"/>
                </a:lnTo>
                <a:lnTo>
                  <a:pt x="2020392" y="844200"/>
                </a:lnTo>
                <a:lnTo>
                  <a:pt x="2026589" y="844200"/>
                </a:lnTo>
                <a:lnTo>
                  <a:pt x="2032787" y="844200"/>
                </a:lnTo>
                <a:lnTo>
                  <a:pt x="2038984" y="844200"/>
                </a:lnTo>
                <a:lnTo>
                  <a:pt x="2045182" y="844200"/>
                </a:lnTo>
                <a:lnTo>
                  <a:pt x="2051379" y="844200"/>
                </a:lnTo>
                <a:lnTo>
                  <a:pt x="2057577" y="844200"/>
                </a:lnTo>
                <a:lnTo>
                  <a:pt x="2063774" y="844200"/>
                </a:lnTo>
                <a:lnTo>
                  <a:pt x="2069972" y="844200"/>
                </a:lnTo>
                <a:lnTo>
                  <a:pt x="2076170" y="844200"/>
                </a:lnTo>
                <a:lnTo>
                  <a:pt x="2082367" y="844200"/>
                </a:lnTo>
                <a:lnTo>
                  <a:pt x="2088565" y="844200"/>
                </a:lnTo>
                <a:lnTo>
                  <a:pt x="2094762" y="844200"/>
                </a:lnTo>
                <a:lnTo>
                  <a:pt x="2100960" y="844200"/>
                </a:lnTo>
                <a:lnTo>
                  <a:pt x="2107157" y="844200"/>
                </a:lnTo>
                <a:lnTo>
                  <a:pt x="2113355" y="844200"/>
                </a:lnTo>
                <a:lnTo>
                  <a:pt x="2119552" y="844200"/>
                </a:lnTo>
                <a:lnTo>
                  <a:pt x="2125750" y="844200"/>
                </a:lnTo>
                <a:lnTo>
                  <a:pt x="2131947" y="844200"/>
                </a:lnTo>
                <a:lnTo>
                  <a:pt x="2138145" y="844200"/>
                </a:lnTo>
                <a:lnTo>
                  <a:pt x="2144342" y="844200"/>
                </a:lnTo>
                <a:lnTo>
                  <a:pt x="2150540" y="844200"/>
                </a:lnTo>
                <a:lnTo>
                  <a:pt x="2156737" y="844200"/>
                </a:lnTo>
                <a:lnTo>
                  <a:pt x="2162935" y="844200"/>
                </a:lnTo>
                <a:lnTo>
                  <a:pt x="2169132" y="844200"/>
                </a:lnTo>
                <a:lnTo>
                  <a:pt x="2175330" y="844200"/>
                </a:lnTo>
                <a:lnTo>
                  <a:pt x="2181527" y="844200"/>
                </a:lnTo>
                <a:lnTo>
                  <a:pt x="2187725" y="844200"/>
                </a:lnTo>
                <a:lnTo>
                  <a:pt x="2193922" y="844200"/>
                </a:lnTo>
                <a:lnTo>
                  <a:pt x="2200120" y="844200"/>
                </a:lnTo>
                <a:lnTo>
                  <a:pt x="2206318" y="844200"/>
                </a:lnTo>
                <a:lnTo>
                  <a:pt x="2212515" y="844200"/>
                </a:lnTo>
                <a:lnTo>
                  <a:pt x="2218713" y="844200"/>
                </a:lnTo>
                <a:lnTo>
                  <a:pt x="2224910" y="844200"/>
                </a:lnTo>
                <a:lnTo>
                  <a:pt x="2231108" y="844200"/>
                </a:lnTo>
                <a:lnTo>
                  <a:pt x="2237305" y="844200"/>
                </a:lnTo>
                <a:lnTo>
                  <a:pt x="2243503" y="844200"/>
                </a:lnTo>
                <a:lnTo>
                  <a:pt x="2249700" y="844200"/>
                </a:lnTo>
                <a:lnTo>
                  <a:pt x="2255898" y="844200"/>
                </a:lnTo>
                <a:lnTo>
                  <a:pt x="2262095" y="844200"/>
                </a:lnTo>
                <a:lnTo>
                  <a:pt x="2268293" y="844200"/>
                </a:lnTo>
                <a:lnTo>
                  <a:pt x="2274490" y="844200"/>
                </a:lnTo>
                <a:lnTo>
                  <a:pt x="2280688" y="844200"/>
                </a:lnTo>
                <a:lnTo>
                  <a:pt x="2286885" y="844200"/>
                </a:lnTo>
                <a:lnTo>
                  <a:pt x="2293083" y="844200"/>
                </a:lnTo>
                <a:lnTo>
                  <a:pt x="2299280" y="844200"/>
                </a:lnTo>
                <a:lnTo>
                  <a:pt x="2305478" y="844200"/>
                </a:lnTo>
                <a:lnTo>
                  <a:pt x="2311675" y="844200"/>
                </a:lnTo>
                <a:lnTo>
                  <a:pt x="2317873" y="844200"/>
                </a:lnTo>
                <a:lnTo>
                  <a:pt x="2324070" y="844200"/>
                </a:lnTo>
                <a:lnTo>
                  <a:pt x="2330268" y="844200"/>
                </a:lnTo>
                <a:lnTo>
                  <a:pt x="2336465" y="844200"/>
                </a:lnTo>
                <a:lnTo>
                  <a:pt x="2342663" y="844200"/>
                </a:lnTo>
                <a:lnTo>
                  <a:pt x="2348861" y="844200"/>
                </a:lnTo>
                <a:lnTo>
                  <a:pt x="2355058" y="844200"/>
                </a:lnTo>
                <a:lnTo>
                  <a:pt x="2361256" y="844200"/>
                </a:lnTo>
                <a:lnTo>
                  <a:pt x="2367453" y="844200"/>
                </a:lnTo>
                <a:lnTo>
                  <a:pt x="2373651" y="844200"/>
                </a:lnTo>
                <a:lnTo>
                  <a:pt x="2379848" y="844200"/>
                </a:lnTo>
                <a:lnTo>
                  <a:pt x="2386046" y="844200"/>
                </a:lnTo>
                <a:lnTo>
                  <a:pt x="2392243" y="844200"/>
                </a:lnTo>
                <a:lnTo>
                  <a:pt x="2398441" y="844200"/>
                </a:lnTo>
                <a:lnTo>
                  <a:pt x="2404638" y="844200"/>
                </a:lnTo>
                <a:lnTo>
                  <a:pt x="2410836" y="844200"/>
                </a:lnTo>
                <a:lnTo>
                  <a:pt x="2417033" y="844200"/>
                </a:lnTo>
                <a:lnTo>
                  <a:pt x="2423231" y="844200"/>
                </a:lnTo>
                <a:lnTo>
                  <a:pt x="2429428" y="844200"/>
                </a:lnTo>
                <a:lnTo>
                  <a:pt x="2435626" y="844200"/>
                </a:lnTo>
                <a:lnTo>
                  <a:pt x="2441823" y="844200"/>
                </a:lnTo>
                <a:lnTo>
                  <a:pt x="2448021" y="844200"/>
                </a:lnTo>
                <a:lnTo>
                  <a:pt x="2454218" y="844200"/>
                </a:lnTo>
                <a:lnTo>
                  <a:pt x="2460416" y="844200"/>
                </a:lnTo>
                <a:lnTo>
                  <a:pt x="2466613" y="844200"/>
                </a:lnTo>
                <a:lnTo>
                  <a:pt x="2472811" y="844200"/>
                </a:lnTo>
                <a:lnTo>
                  <a:pt x="2479009" y="844200"/>
                </a:lnTo>
                <a:lnTo>
                  <a:pt x="2485206" y="844200"/>
                </a:lnTo>
                <a:lnTo>
                  <a:pt x="2491404" y="844200"/>
                </a:lnTo>
                <a:lnTo>
                  <a:pt x="2497601" y="844200"/>
                </a:lnTo>
                <a:lnTo>
                  <a:pt x="2503799" y="844200"/>
                </a:lnTo>
                <a:lnTo>
                  <a:pt x="2509996" y="844200"/>
                </a:lnTo>
                <a:lnTo>
                  <a:pt x="2516194" y="844200"/>
                </a:lnTo>
                <a:lnTo>
                  <a:pt x="2522391" y="844200"/>
                </a:lnTo>
                <a:lnTo>
                  <a:pt x="2528589" y="844200"/>
                </a:lnTo>
                <a:lnTo>
                  <a:pt x="2534786" y="844200"/>
                </a:lnTo>
                <a:lnTo>
                  <a:pt x="2540984" y="844200"/>
                </a:lnTo>
                <a:lnTo>
                  <a:pt x="2547181" y="844200"/>
                </a:lnTo>
                <a:lnTo>
                  <a:pt x="2553379" y="844200"/>
                </a:lnTo>
                <a:lnTo>
                  <a:pt x="2559576" y="844200"/>
                </a:lnTo>
                <a:lnTo>
                  <a:pt x="2565774" y="844200"/>
                </a:lnTo>
                <a:lnTo>
                  <a:pt x="2571971" y="844200"/>
                </a:lnTo>
                <a:lnTo>
                  <a:pt x="2578169" y="844200"/>
                </a:lnTo>
                <a:lnTo>
                  <a:pt x="2584366" y="844200"/>
                </a:lnTo>
                <a:lnTo>
                  <a:pt x="2590564" y="844200"/>
                </a:lnTo>
                <a:lnTo>
                  <a:pt x="2596761" y="844200"/>
                </a:lnTo>
                <a:lnTo>
                  <a:pt x="2602959" y="844200"/>
                </a:lnTo>
                <a:lnTo>
                  <a:pt x="2609156" y="844200"/>
                </a:lnTo>
                <a:lnTo>
                  <a:pt x="2615354" y="844200"/>
                </a:lnTo>
                <a:lnTo>
                  <a:pt x="2621552" y="844200"/>
                </a:lnTo>
                <a:lnTo>
                  <a:pt x="2627749" y="844200"/>
                </a:lnTo>
                <a:lnTo>
                  <a:pt x="2633947" y="844200"/>
                </a:lnTo>
                <a:lnTo>
                  <a:pt x="2640144" y="844200"/>
                </a:lnTo>
                <a:lnTo>
                  <a:pt x="2646342" y="844200"/>
                </a:lnTo>
                <a:lnTo>
                  <a:pt x="2652539" y="844200"/>
                </a:lnTo>
                <a:lnTo>
                  <a:pt x="2658737" y="844200"/>
                </a:lnTo>
                <a:lnTo>
                  <a:pt x="2664934" y="844200"/>
                </a:lnTo>
                <a:lnTo>
                  <a:pt x="2671132" y="844200"/>
                </a:lnTo>
                <a:lnTo>
                  <a:pt x="2677329" y="844200"/>
                </a:lnTo>
                <a:lnTo>
                  <a:pt x="2683527" y="844200"/>
                </a:lnTo>
                <a:lnTo>
                  <a:pt x="2689724" y="844200"/>
                </a:lnTo>
                <a:lnTo>
                  <a:pt x="2695922" y="844200"/>
                </a:lnTo>
                <a:lnTo>
                  <a:pt x="2702119" y="844200"/>
                </a:lnTo>
                <a:lnTo>
                  <a:pt x="2708317" y="844200"/>
                </a:lnTo>
                <a:lnTo>
                  <a:pt x="2714514" y="844200"/>
                </a:lnTo>
                <a:lnTo>
                  <a:pt x="2720712" y="844200"/>
                </a:lnTo>
                <a:lnTo>
                  <a:pt x="2726909" y="844200"/>
                </a:lnTo>
                <a:lnTo>
                  <a:pt x="2733107" y="844200"/>
                </a:lnTo>
                <a:lnTo>
                  <a:pt x="2739304" y="844200"/>
                </a:lnTo>
                <a:lnTo>
                  <a:pt x="2745502" y="844200"/>
                </a:lnTo>
                <a:lnTo>
                  <a:pt x="2751699" y="844200"/>
                </a:lnTo>
                <a:lnTo>
                  <a:pt x="2757897" y="844200"/>
                </a:lnTo>
                <a:lnTo>
                  <a:pt x="2764095" y="844200"/>
                </a:lnTo>
                <a:lnTo>
                  <a:pt x="2770292" y="844200"/>
                </a:lnTo>
                <a:lnTo>
                  <a:pt x="2776490" y="844200"/>
                </a:lnTo>
                <a:lnTo>
                  <a:pt x="2782687" y="844200"/>
                </a:lnTo>
                <a:lnTo>
                  <a:pt x="2788885" y="844200"/>
                </a:lnTo>
                <a:lnTo>
                  <a:pt x="2795082" y="844200"/>
                </a:lnTo>
                <a:lnTo>
                  <a:pt x="2801280" y="844200"/>
                </a:lnTo>
                <a:lnTo>
                  <a:pt x="2807477" y="844200"/>
                </a:lnTo>
                <a:lnTo>
                  <a:pt x="2813675" y="844200"/>
                </a:lnTo>
                <a:lnTo>
                  <a:pt x="2819872" y="844200"/>
                </a:lnTo>
                <a:lnTo>
                  <a:pt x="2826070" y="844200"/>
                </a:lnTo>
                <a:lnTo>
                  <a:pt x="2832267" y="844200"/>
                </a:lnTo>
                <a:lnTo>
                  <a:pt x="2838465" y="844200"/>
                </a:lnTo>
                <a:lnTo>
                  <a:pt x="2844662" y="844200"/>
                </a:lnTo>
                <a:lnTo>
                  <a:pt x="2850860" y="844200"/>
                </a:lnTo>
                <a:lnTo>
                  <a:pt x="2857057" y="844200"/>
                </a:lnTo>
                <a:lnTo>
                  <a:pt x="2863255" y="844200"/>
                </a:lnTo>
                <a:lnTo>
                  <a:pt x="2869452" y="844200"/>
                </a:lnTo>
                <a:lnTo>
                  <a:pt x="2875650" y="844200"/>
                </a:lnTo>
                <a:lnTo>
                  <a:pt x="2881847" y="844200"/>
                </a:lnTo>
                <a:lnTo>
                  <a:pt x="2888045" y="844200"/>
                </a:lnTo>
                <a:lnTo>
                  <a:pt x="2894243" y="844200"/>
                </a:lnTo>
                <a:lnTo>
                  <a:pt x="2900440" y="844200"/>
                </a:lnTo>
                <a:lnTo>
                  <a:pt x="2906638" y="844200"/>
                </a:lnTo>
                <a:lnTo>
                  <a:pt x="2912835" y="844200"/>
                </a:lnTo>
                <a:lnTo>
                  <a:pt x="2919033" y="844200"/>
                </a:lnTo>
                <a:lnTo>
                  <a:pt x="2925230" y="844200"/>
                </a:lnTo>
                <a:lnTo>
                  <a:pt x="2931428" y="844200"/>
                </a:lnTo>
                <a:lnTo>
                  <a:pt x="2937625" y="844200"/>
                </a:lnTo>
                <a:lnTo>
                  <a:pt x="2943823" y="844200"/>
                </a:lnTo>
                <a:lnTo>
                  <a:pt x="2950020" y="844200"/>
                </a:lnTo>
                <a:lnTo>
                  <a:pt x="2956218" y="844200"/>
                </a:lnTo>
                <a:lnTo>
                  <a:pt x="2962415" y="844200"/>
                </a:lnTo>
                <a:lnTo>
                  <a:pt x="2968613" y="844200"/>
                </a:lnTo>
                <a:lnTo>
                  <a:pt x="2974810" y="844200"/>
                </a:lnTo>
                <a:lnTo>
                  <a:pt x="2981008" y="844200"/>
                </a:lnTo>
                <a:lnTo>
                  <a:pt x="2987205" y="844200"/>
                </a:lnTo>
                <a:lnTo>
                  <a:pt x="2993403" y="844200"/>
                </a:lnTo>
                <a:lnTo>
                  <a:pt x="2999600" y="844200"/>
                </a:lnTo>
                <a:lnTo>
                  <a:pt x="3005798" y="844200"/>
                </a:lnTo>
                <a:lnTo>
                  <a:pt x="3011995" y="844200"/>
                </a:lnTo>
                <a:lnTo>
                  <a:pt x="3018193" y="844200"/>
                </a:lnTo>
                <a:lnTo>
                  <a:pt x="3024390" y="844200"/>
                </a:lnTo>
                <a:lnTo>
                  <a:pt x="3030588" y="844200"/>
                </a:lnTo>
                <a:lnTo>
                  <a:pt x="3036786" y="844200"/>
                </a:lnTo>
                <a:lnTo>
                  <a:pt x="3042983" y="844200"/>
                </a:lnTo>
                <a:lnTo>
                  <a:pt x="3049181" y="844200"/>
                </a:lnTo>
                <a:lnTo>
                  <a:pt x="3055378" y="844200"/>
                </a:lnTo>
                <a:lnTo>
                  <a:pt x="3061576" y="844200"/>
                </a:lnTo>
                <a:lnTo>
                  <a:pt x="3067773" y="844200"/>
                </a:lnTo>
                <a:lnTo>
                  <a:pt x="3073971" y="844200"/>
                </a:lnTo>
                <a:lnTo>
                  <a:pt x="3080168" y="844200"/>
                </a:lnTo>
                <a:lnTo>
                  <a:pt x="3086366" y="844200"/>
                </a:lnTo>
                <a:lnTo>
                  <a:pt x="3092563" y="844200"/>
                </a:lnTo>
                <a:lnTo>
                  <a:pt x="3098761" y="844200"/>
                </a:lnTo>
                <a:lnTo>
                  <a:pt x="3104958" y="844200"/>
                </a:lnTo>
                <a:lnTo>
                  <a:pt x="3111156" y="844200"/>
                </a:lnTo>
                <a:lnTo>
                  <a:pt x="3117353" y="844200"/>
                </a:lnTo>
                <a:lnTo>
                  <a:pt x="3123551" y="844200"/>
                </a:lnTo>
                <a:lnTo>
                  <a:pt x="3129748" y="844200"/>
                </a:lnTo>
                <a:lnTo>
                  <a:pt x="3135946" y="844200"/>
                </a:lnTo>
                <a:lnTo>
                  <a:pt x="3142143" y="844200"/>
                </a:lnTo>
                <a:lnTo>
                  <a:pt x="3148341" y="844200"/>
                </a:lnTo>
                <a:lnTo>
                  <a:pt x="3154538" y="844200"/>
                </a:lnTo>
                <a:lnTo>
                  <a:pt x="3160736" y="844200"/>
                </a:lnTo>
                <a:lnTo>
                  <a:pt x="3166933" y="844200"/>
                </a:lnTo>
                <a:lnTo>
                  <a:pt x="3160736" y="844200"/>
                </a:lnTo>
                <a:lnTo>
                  <a:pt x="3154538" y="844200"/>
                </a:lnTo>
                <a:lnTo>
                  <a:pt x="3148341" y="844200"/>
                </a:lnTo>
                <a:lnTo>
                  <a:pt x="3142143" y="844200"/>
                </a:lnTo>
                <a:lnTo>
                  <a:pt x="3135946" y="844200"/>
                </a:lnTo>
                <a:lnTo>
                  <a:pt x="3129748" y="844200"/>
                </a:lnTo>
                <a:lnTo>
                  <a:pt x="3123551" y="844200"/>
                </a:lnTo>
                <a:lnTo>
                  <a:pt x="3117353" y="844200"/>
                </a:lnTo>
                <a:lnTo>
                  <a:pt x="3111156" y="844200"/>
                </a:lnTo>
                <a:lnTo>
                  <a:pt x="3104958" y="844200"/>
                </a:lnTo>
                <a:lnTo>
                  <a:pt x="3098761" y="844200"/>
                </a:lnTo>
                <a:lnTo>
                  <a:pt x="3092563" y="844200"/>
                </a:lnTo>
                <a:lnTo>
                  <a:pt x="3086366" y="844200"/>
                </a:lnTo>
                <a:lnTo>
                  <a:pt x="3080168" y="844200"/>
                </a:lnTo>
                <a:lnTo>
                  <a:pt x="3073971" y="844200"/>
                </a:lnTo>
                <a:lnTo>
                  <a:pt x="3067773" y="844200"/>
                </a:lnTo>
                <a:lnTo>
                  <a:pt x="3061576" y="844200"/>
                </a:lnTo>
                <a:lnTo>
                  <a:pt x="3055378" y="844200"/>
                </a:lnTo>
                <a:lnTo>
                  <a:pt x="3049181" y="844200"/>
                </a:lnTo>
                <a:lnTo>
                  <a:pt x="3042983" y="844200"/>
                </a:lnTo>
                <a:lnTo>
                  <a:pt x="3036786" y="844200"/>
                </a:lnTo>
                <a:lnTo>
                  <a:pt x="3030588" y="844200"/>
                </a:lnTo>
                <a:lnTo>
                  <a:pt x="3024390" y="844200"/>
                </a:lnTo>
                <a:lnTo>
                  <a:pt x="3018193" y="844200"/>
                </a:lnTo>
                <a:lnTo>
                  <a:pt x="3011995" y="844200"/>
                </a:lnTo>
                <a:lnTo>
                  <a:pt x="3005798" y="844200"/>
                </a:lnTo>
                <a:lnTo>
                  <a:pt x="2999600" y="844200"/>
                </a:lnTo>
                <a:lnTo>
                  <a:pt x="2993403" y="844200"/>
                </a:lnTo>
                <a:lnTo>
                  <a:pt x="2987205" y="844200"/>
                </a:lnTo>
                <a:lnTo>
                  <a:pt x="2981008" y="844200"/>
                </a:lnTo>
                <a:lnTo>
                  <a:pt x="2974810" y="844200"/>
                </a:lnTo>
                <a:lnTo>
                  <a:pt x="2968613" y="844200"/>
                </a:lnTo>
                <a:lnTo>
                  <a:pt x="2962415" y="844200"/>
                </a:lnTo>
                <a:lnTo>
                  <a:pt x="2956218" y="844200"/>
                </a:lnTo>
                <a:lnTo>
                  <a:pt x="2950020" y="844200"/>
                </a:lnTo>
                <a:lnTo>
                  <a:pt x="2943823" y="844200"/>
                </a:lnTo>
                <a:lnTo>
                  <a:pt x="2937625" y="844200"/>
                </a:lnTo>
                <a:lnTo>
                  <a:pt x="2931428" y="844200"/>
                </a:lnTo>
                <a:lnTo>
                  <a:pt x="2925230" y="844200"/>
                </a:lnTo>
                <a:lnTo>
                  <a:pt x="2919033" y="844200"/>
                </a:lnTo>
                <a:lnTo>
                  <a:pt x="2912835" y="844200"/>
                </a:lnTo>
                <a:lnTo>
                  <a:pt x="2906638" y="844200"/>
                </a:lnTo>
                <a:lnTo>
                  <a:pt x="2900440" y="844200"/>
                </a:lnTo>
                <a:lnTo>
                  <a:pt x="2894243" y="844200"/>
                </a:lnTo>
                <a:lnTo>
                  <a:pt x="2888045" y="844200"/>
                </a:lnTo>
                <a:lnTo>
                  <a:pt x="2881847" y="844200"/>
                </a:lnTo>
                <a:lnTo>
                  <a:pt x="2875650" y="844200"/>
                </a:lnTo>
                <a:lnTo>
                  <a:pt x="2869452" y="844200"/>
                </a:lnTo>
                <a:lnTo>
                  <a:pt x="2863255" y="844200"/>
                </a:lnTo>
                <a:lnTo>
                  <a:pt x="2857057" y="844200"/>
                </a:lnTo>
                <a:lnTo>
                  <a:pt x="2850860" y="844200"/>
                </a:lnTo>
                <a:lnTo>
                  <a:pt x="2844662" y="844200"/>
                </a:lnTo>
                <a:lnTo>
                  <a:pt x="2838465" y="844200"/>
                </a:lnTo>
                <a:lnTo>
                  <a:pt x="2832267" y="844200"/>
                </a:lnTo>
                <a:lnTo>
                  <a:pt x="2826070" y="844200"/>
                </a:lnTo>
                <a:lnTo>
                  <a:pt x="2819872" y="844200"/>
                </a:lnTo>
                <a:lnTo>
                  <a:pt x="2813675" y="844200"/>
                </a:lnTo>
                <a:lnTo>
                  <a:pt x="2807477" y="844200"/>
                </a:lnTo>
                <a:lnTo>
                  <a:pt x="2801280" y="844200"/>
                </a:lnTo>
                <a:lnTo>
                  <a:pt x="2795082" y="844200"/>
                </a:lnTo>
                <a:lnTo>
                  <a:pt x="2788885" y="844200"/>
                </a:lnTo>
                <a:lnTo>
                  <a:pt x="2782687" y="844200"/>
                </a:lnTo>
                <a:lnTo>
                  <a:pt x="2776490" y="844200"/>
                </a:lnTo>
                <a:lnTo>
                  <a:pt x="2770292" y="844200"/>
                </a:lnTo>
                <a:lnTo>
                  <a:pt x="2764095" y="844200"/>
                </a:lnTo>
                <a:lnTo>
                  <a:pt x="2757897" y="844200"/>
                </a:lnTo>
                <a:lnTo>
                  <a:pt x="2751699" y="844200"/>
                </a:lnTo>
                <a:lnTo>
                  <a:pt x="2745502" y="844200"/>
                </a:lnTo>
                <a:lnTo>
                  <a:pt x="2739304" y="844200"/>
                </a:lnTo>
                <a:lnTo>
                  <a:pt x="2733107" y="844200"/>
                </a:lnTo>
                <a:lnTo>
                  <a:pt x="2726909" y="844200"/>
                </a:lnTo>
                <a:lnTo>
                  <a:pt x="2720712" y="844200"/>
                </a:lnTo>
                <a:lnTo>
                  <a:pt x="2714514" y="844200"/>
                </a:lnTo>
                <a:lnTo>
                  <a:pt x="2708317" y="844200"/>
                </a:lnTo>
                <a:lnTo>
                  <a:pt x="2702119" y="844200"/>
                </a:lnTo>
                <a:lnTo>
                  <a:pt x="2695922" y="844200"/>
                </a:lnTo>
                <a:lnTo>
                  <a:pt x="2689724" y="844200"/>
                </a:lnTo>
                <a:lnTo>
                  <a:pt x="2683527" y="844200"/>
                </a:lnTo>
                <a:lnTo>
                  <a:pt x="2677329" y="844200"/>
                </a:lnTo>
                <a:lnTo>
                  <a:pt x="2671132" y="844200"/>
                </a:lnTo>
                <a:lnTo>
                  <a:pt x="2664934" y="844200"/>
                </a:lnTo>
                <a:lnTo>
                  <a:pt x="2658737" y="844200"/>
                </a:lnTo>
                <a:lnTo>
                  <a:pt x="2652539" y="844200"/>
                </a:lnTo>
                <a:lnTo>
                  <a:pt x="2646342" y="844200"/>
                </a:lnTo>
                <a:lnTo>
                  <a:pt x="2640144" y="844200"/>
                </a:lnTo>
                <a:lnTo>
                  <a:pt x="2633947" y="844200"/>
                </a:lnTo>
                <a:lnTo>
                  <a:pt x="2627749" y="844200"/>
                </a:lnTo>
                <a:lnTo>
                  <a:pt x="2621552" y="844200"/>
                </a:lnTo>
                <a:lnTo>
                  <a:pt x="2615354" y="844200"/>
                </a:lnTo>
                <a:lnTo>
                  <a:pt x="2609156" y="844200"/>
                </a:lnTo>
                <a:lnTo>
                  <a:pt x="2602959" y="844200"/>
                </a:lnTo>
                <a:lnTo>
                  <a:pt x="2596761" y="844200"/>
                </a:lnTo>
                <a:lnTo>
                  <a:pt x="2590564" y="844200"/>
                </a:lnTo>
                <a:lnTo>
                  <a:pt x="2584366" y="844200"/>
                </a:lnTo>
                <a:lnTo>
                  <a:pt x="2578169" y="844200"/>
                </a:lnTo>
                <a:lnTo>
                  <a:pt x="2571971" y="844200"/>
                </a:lnTo>
                <a:lnTo>
                  <a:pt x="2565774" y="844200"/>
                </a:lnTo>
                <a:lnTo>
                  <a:pt x="2559576" y="844200"/>
                </a:lnTo>
                <a:lnTo>
                  <a:pt x="2553379" y="844200"/>
                </a:lnTo>
                <a:lnTo>
                  <a:pt x="2547181" y="844200"/>
                </a:lnTo>
                <a:lnTo>
                  <a:pt x="2540984" y="844200"/>
                </a:lnTo>
                <a:lnTo>
                  <a:pt x="2534786" y="844200"/>
                </a:lnTo>
                <a:lnTo>
                  <a:pt x="2528589" y="844200"/>
                </a:lnTo>
                <a:lnTo>
                  <a:pt x="2522391" y="844200"/>
                </a:lnTo>
                <a:lnTo>
                  <a:pt x="2516194" y="844200"/>
                </a:lnTo>
                <a:lnTo>
                  <a:pt x="2509996" y="844200"/>
                </a:lnTo>
                <a:lnTo>
                  <a:pt x="2503799" y="844200"/>
                </a:lnTo>
                <a:lnTo>
                  <a:pt x="2497601" y="844200"/>
                </a:lnTo>
                <a:lnTo>
                  <a:pt x="2491404" y="844200"/>
                </a:lnTo>
                <a:lnTo>
                  <a:pt x="2485206" y="844200"/>
                </a:lnTo>
                <a:lnTo>
                  <a:pt x="2479009" y="844200"/>
                </a:lnTo>
                <a:lnTo>
                  <a:pt x="2472811" y="844200"/>
                </a:lnTo>
                <a:lnTo>
                  <a:pt x="2466613" y="844200"/>
                </a:lnTo>
                <a:lnTo>
                  <a:pt x="2460416" y="844200"/>
                </a:lnTo>
                <a:lnTo>
                  <a:pt x="2454218" y="844200"/>
                </a:lnTo>
                <a:lnTo>
                  <a:pt x="2448021" y="844200"/>
                </a:lnTo>
                <a:lnTo>
                  <a:pt x="2441823" y="844200"/>
                </a:lnTo>
                <a:lnTo>
                  <a:pt x="2435626" y="844200"/>
                </a:lnTo>
                <a:lnTo>
                  <a:pt x="2429428" y="844200"/>
                </a:lnTo>
                <a:lnTo>
                  <a:pt x="2423231" y="844200"/>
                </a:lnTo>
                <a:lnTo>
                  <a:pt x="2417033" y="844200"/>
                </a:lnTo>
                <a:lnTo>
                  <a:pt x="2410836" y="844200"/>
                </a:lnTo>
                <a:lnTo>
                  <a:pt x="2404638" y="844200"/>
                </a:lnTo>
                <a:lnTo>
                  <a:pt x="2398441" y="844200"/>
                </a:lnTo>
                <a:lnTo>
                  <a:pt x="2392243" y="844200"/>
                </a:lnTo>
                <a:lnTo>
                  <a:pt x="2386046" y="844200"/>
                </a:lnTo>
                <a:lnTo>
                  <a:pt x="2379848" y="844200"/>
                </a:lnTo>
                <a:lnTo>
                  <a:pt x="2373651" y="844200"/>
                </a:lnTo>
                <a:lnTo>
                  <a:pt x="2367453" y="844200"/>
                </a:lnTo>
                <a:lnTo>
                  <a:pt x="2361256" y="844200"/>
                </a:lnTo>
                <a:lnTo>
                  <a:pt x="2355058" y="844200"/>
                </a:lnTo>
                <a:lnTo>
                  <a:pt x="2348861" y="844200"/>
                </a:lnTo>
                <a:lnTo>
                  <a:pt x="2342663" y="844200"/>
                </a:lnTo>
                <a:lnTo>
                  <a:pt x="2336465" y="844200"/>
                </a:lnTo>
                <a:lnTo>
                  <a:pt x="2330268" y="844200"/>
                </a:lnTo>
                <a:lnTo>
                  <a:pt x="2324070" y="844200"/>
                </a:lnTo>
                <a:lnTo>
                  <a:pt x="2317873" y="844200"/>
                </a:lnTo>
                <a:lnTo>
                  <a:pt x="2311675" y="844200"/>
                </a:lnTo>
                <a:lnTo>
                  <a:pt x="2305478" y="844200"/>
                </a:lnTo>
                <a:lnTo>
                  <a:pt x="2299280" y="844200"/>
                </a:lnTo>
                <a:lnTo>
                  <a:pt x="2293083" y="844200"/>
                </a:lnTo>
                <a:lnTo>
                  <a:pt x="2286885" y="844200"/>
                </a:lnTo>
                <a:lnTo>
                  <a:pt x="2280688" y="844200"/>
                </a:lnTo>
                <a:lnTo>
                  <a:pt x="2274490" y="844200"/>
                </a:lnTo>
                <a:lnTo>
                  <a:pt x="2268293" y="844200"/>
                </a:lnTo>
                <a:lnTo>
                  <a:pt x="2262095" y="844200"/>
                </a:lnTo>
                <a:lnTo>
                  <a:pt x="2255898" y="844200"/>
                </a:lnTo>
                <a:lnTo>
                  <a:pt x="2249700" y="844200"/>
                </a:lnTo>
                <a:lnTo>
                  <a:pt x="2243503" y="844200"/>
                </a:lnTo>
                <a:lnTo>
                  <a:pt x="2237305" y="844200"/>
                </a:lnTo>
                <a:lnTo>
                  <a:pt x="2231108" y="844200"/>
                </a:lnTo>
                <a:lnTo>
                  <a:pt x="2224910" y="844200"/>
                </a:lnTo>
                <a:lnTo>
                  <a:pt x="2218713" y="844200"/>
                </a:lnTo>
                <a:lnTo>
                  <a:pt x="2212515" y="844200"/>
                </a:lnTo>
                <a:lnTo>
                  <a:pt x="2206318" y="844200"/>
                </a:lnTo>
                <a:lnTo>
                  <a:pt x="2200120" y="844200"/>
                </a:lnTo>
                <a:lnTo>
                  <a:pt x="2193922" y="844200"/>
                </a:lnTo>
                <a:lnTo>
                  <a:pt x="2187725" y="844200"/>
                </a:lnTo>
                <a:lnTo>
                  <a:pt x="2181527" y="844200"/>
                </a:lnTo>
                <a:lnTo>
                  <a:pt x="2175330" y="844200"/>
                </a:lnTo>
                <a:lnTo>
                  <a:pt x="2169132" y="844200"/>
                </a:lnTo>
                <a:lnTo>
                  <a:pt x="2162935" y="844200"/>
                </a:lnTo>
                <a:lnTo>
                  <a:pt x="2156737" y="844200"/>
                </a:lnTo>
                <a:lnTo>
                  <a:pt x="2150540" y="844200"/>
                </a:lnTo>
                <a:lnTo>
                  <a:pt x="2144342" y="844200"/>
                </a:lnTo>
                <a:lnTo>
                  <a:pt x="2138145" y="844200"/>
                </a:lnTo>
                <a:lnTo>
                  <a:pt x="2131947" y="844200"/>
                </a:lnTo>
                <a:lnTo>
                  <a:pt x="2125750" y="844200"/>
                </a:lnTo>
                <a:lnTo>
                  <a:pt x="2119552" y="844200"/>
                </a:lnTo>
                <a:lnTo>
                  <a:pt x="2113355" y="844200"/>
                </a:lnTo>
                <a:lnTo>
                  <a:pt x="2107157" y="844200"/>
                </a:lnTo>
                <a:lnTo>
                  <a:pt x="2100960" y="844200"/>
                </a:lnTo>
                <a:lnTo>
                  <a:pt x="2094762" y="844200"/>
                </a:lnTo>
                <a:lnTo>
                  <a:pt x="2088565" y="844200"/>
                </a:lnTo>
                <a:lnTo>
                  <a:pt x="2082367" y="844200"/>
                </a:lnTo>
                <a:lnTo>
                  <a:pt x="2076170" y="844200"/>
                </a:lnTo>
                <a:lnTo>
                  <a:pt x="2069972" y="844200"/>
                </a:lnTo>
                <a:lnTo>
                  <a:pt x="2063774" y="844200"/>
                </a:lnTo>
                <a:lnTo>
                  <a:pt x="2057577" y="844200"/>
                </a:lnTo>
                <a:lnTo>
                  <a:pt x="2051379" y="844200"/>
                </a:lnTo>
                <a:lnTo>
                  <a:pt x="2045182" y="844200"/>
                </a:lnTo>
                <a:lnTo>
                  <a:pt x="2038984" y="844200"/>
                </a:lnTo>
                <a:lnTo>
                  <a:pt x="2032787" y="844200"/>
                </a:lnTo>
                <a:lnTo>
                  <a:pt x="2026589" y="844200"/>
                </a:lnTo>
                <a:lnTo>
                  <a:pt x="2020392" y="844200"/>
                </a:lnTo>
                <a:lnTo>
                  <a:pt x="2014194" y="844200"/>
                </a:lnTo>
                <a:lnTo>
                  <a:pt x="2007997" y="844200"/>
                </a:lnTo>
                <a:lnTo>
                  <a:pt x="2001799" y="844200"/>
                </a:lnTo>
                <a:lnTo>
                  <a:pt x="1995602" y="844200"/>
                </a:lnTo>
                <a:lnTo>
                  <a:pt x="1989404" y="844200"/>
                </a:lnTo>
                <a:lnTo>
                  <a:pt x="1983207" y="844200"/>
                </a:lnTo>
                <a:lnTo>
                  <a:pt x="1977009" y="844200"/>
                </a:lnTo>
                <a:lnTo>
                  <a:pt x="1970812" y="844200"/>
                </a:lnTo>
                <a:lnTo>
                  <a:pt x="1964614" y="844200"/>
                </a:lnTo>
                <a:lnTo>
                  <a:pt x="1958417" y="844200"/>
                </a:lnTo>
                <a:lnTo>
                  <a:pt x="1952219" y="844200"/>
                </a:lnTo>
                <a:lnTo>
                  <a:pt x="1946022" y="844200"/>
                </a:lnTo>
                <a:lnTo>
                  <a:pt x="1939824" y="844200"/>
                </a:lnTo>
                <a:lnTo>
                  <a:pt x="1933627" y="844200"/>
                </a:lnTo>
                <a:lnTo>
                  <a:pt x="1927429" y="844200"/>
                </a:lnTo>
                <a:lnTo>
                  <a:pt x="1921231" y="844200"/>
                </a:lnTo>
                <a:lnTo>
                  <a:pt x="1915034" y="844200"/>
                </a:lnTo>
                <a:lnTo>
                  <a:pt x="1908836" y="844200"/>
                </a:lnTo>
                <a:lnTo>
                  <a:pt x="1902639" y="844200"/>
                </a:lnTo>
                <a:lnTo>
                  <a:pt x="1896441" y="844200"/>
                </a:lnTo>
                <a:lnTo>
                  <a:pt x="1890244" y="844200"/>
                </a:lnTo>
                <a:lnTo>
                  <a:pt x="1884046" y="844200"/>
                </a:lnTo>
                <a:lnTo>
                  <a:pt x="1877849" y="844200"/>
                </a:lnTo>
                <a:lnTo>
                  <a:pt x="1871651" y="844200"/>
                </a:lnTo>
                <a:lnTo>
                  <a:pt x="1865454" y="844200"/>
                </a:lnTo>
                <a:lnTo>
                  <a:pt x="1859256" y="844200"/>
                </a:lnTo>
                <a:lnTo>
                  <a:pt x="1853059" y="844200"/>
                </a:lnTo>
                <a:lnTo>
                  <a:pt x="1846861" y="844200"/>
                </a:lnTo>
                <a:lnTo>
                  <a:pt x="1840664" y="844200"/>
                </a:lnTo>
                <a:lnTo>
                  <a:pt x="1834466" y="844200"/>
                </a:lnTo>
                <a:lnTo>
                  <a:pt x="1828269" y="844200"/>
                </a:lnTo>
                <a:lnTo>
                  <a:pt x="1822071" y="844200"/>
                </a:lnTo>
                <a:lnTo>
                  <a:pt x="1815874" y="844200"/>
                </a:lnTo>
                <a:lnTo>
                  <a:pt x="1809676" y="844200"/>
                </a:lnTo>
                <a:lnTo>
                  <a:pt x="1803479" y="844200"/>
                </a:lnTo>
                <a:lnTo>
                  <a:pt x="1797281" y="844200"/>
                </a:lnTo>
                <a:lnTo>
                  <a:pt x="1791084" y="844200"/>
                </a:lnTo>
                <a:lnTo>
                  <a:pt x="1784886" y="844200"/>
                </a:lnTo>
                <a:lnTo>
                  <a:pt x="1778688" y="844200"/>
                </a:lnTo>
                <a:lnTo>
                  <a:pt x="1772491" y="844200"/>
                </a:lnTo>
                <a:lnTo>
                  <a:pt x="1766293" y="844200"/>
                </a:lnTo>
                <a:lnTo>
                  <a:pt x="1760096" y="844200"/>
                </a:lnTo>
                <a:lnTo>
                  <a:pt x="1753898" y="844200"/>
                </a:lnTo>
                <a:lnTo>
                  <a:pt x="1747701" y="844200"/>
                </a:lnTo>
                <a:lnTo>
                  <a:pt x="1741503" y="844200"/>
                </a:lnTo>
                <a:lnTo>
                  <a:pt x="1735306" y="844200"/>
                </a:lnTo>
                <a:lnTo>
                  <a:pt x="1729108" y="844200"/>
                </a:lnTo>
                <a:lnTo>
                  <a:pt x="1722911" y="844200"/>
                </a:lnTo>
                <a:lnTo>
                  <a:pt x="1716713" y="844200"/>
                </a:lnTo>
                <a:lnTo>
                  <a:pt x="1710516" y="844200"/>
                </a:lnTo>
                <a:lnTo>
                  <a:pt x="1704318" y="844200"/>
                </a:lnTo>
                <a:lnTo>
                  <a:pt x="1698121" y="844200"/>
                </a:lnTo>
                <a:lnTo>
                  <a:pt x="1691923" y="844200"/>
                </a:lnTo>
                <a:lnTo>
                  <a:pt x="1685726" y="844200"/>
                </a:lnTo>
                <a:lnTo>
                  <a:pt x="1679528" y="844200"/>
                </a:lnTo>
                <a:lnTo>
                  <a:pt x="1673331" y="844200"/>
                </a:lnTo>
                <a:lnTo>
                  <a:pt x="1667133" y="844200"/>
                </a:lnTo>
                <a:lnTo>
                  <a:pt x="1660936" y="844200"/>
                </a:lnTo>
                <a:lnTo>
                  <a:pt x="1654738" y="844200"/>
                </a:lnTo>
                <a:lnTo>
                  <a:pt x="1648540" y="844200"/>
                </a:lnTo>
                <a:lnTo>
                  <a:pt x="1642343" y="844200"/>
                </a:lnTo>
                <a:lnTo>
                  <a:pt x="1636145" y="844200"/>
                </a:lnTo>
                <a:lnTo>
                  <a:pt x="1629948" y="844200"/>
                </a:lnTo>
                <a:lnTo>
                  <a:pt x="1623750" y="844200"/>
                </a:lnTo>
                <a:lnTo>
                  <a:pt x="1617553" y="844200"/>
                </a:lnTo>
                <a:lnTo>
                  <a:pt x="1611355" y="844200"/>
                </a:lnTo>
                <a:lnTo>
                  <a:pt x="1605158" y="844200"/>
                </a:lnTo>
                <a:lnTo>
                  <a:pt x="1598960" y="844200"/>
                </a:lnTo>
                <a:lnTo>
                  <a:pt x="1592763" y="844200"/>
                </a:lnTo>
                <a:lnTo>
                  <a:pt x="1586565" y="844200"/>
                </a:lnTo>
                <a:lnTo>
                  <a:pt x="1580368" y="844200"/>
                </a:lnTo>
                <a:lnTo>
                  <a:pt x="1574170" y="844200"/>
                </a:lnTo>
                <a:lnTo>
                  <a:pt x="1567973" y="844200"/>
                </a:lnTo>
                <a:lnTo>
                  <a:pt x="1561775" y="844200"/>
                </a:lnTo>
                <a:lnTo>
                  <a:pt x="1555578" y="844200"/>
                </a:lnTo>
                <a:lnTo>
                  <a:pt x="1549380" y="844200"/>
                </a:lnTo>
                <a:lnTo>
                  <a:pt x="1543183" y="844200"/>
                </a:lnTo>
                <a:lnTo>
                  <a:pt x="1536985" y="844200"/>
                </a:lnTo>
                <a:lnTo>
                  <a:pt x="1530788" y="844200"/>
                </a:lnTo>
                <a:lnTo>
                  <a:pt x="1524590" y="844200"/>
                </a:lnTo>
                <a:lnTo>
                  <a:pt x="1518393" y="844200"/>
                </a:lnTo>
                <a:lnTo>
                  <a:pt x="1512195" y="844200"/>
                </a:lnTo>
                <a:lnTo>
                  <a:pt x="1505997" y="844200"/>
                </a:lnTo>
                <a:lnTo>
                  <a:pt x="1499800" y="844200"/>
                </a:lnTo>
                <a:lnTo>
                  <a:pt x="1493602" y="844200"/>
                </a:lnTo>
                <a:lnTo>
                  <a:pt x="1487405" y="844200"/>
                </a:lnTo>
                <a:lnTo>
                  <a:pt x="1481207" y="844200"/>
                </a:lnTo>
                <a:lnTo>
                  <a:pt x="1475010" y="844200"/>
                </a:lnTo>
                <a:lnTo>
                  <a:pt x="1468812" y="844200"/>
                </a:lnTo>
                <a:lnTo>
                  <a:pt x="1462615" y="844200"/>
                </a:lnTo>
                <a:lnTo>
                  <a:pt x="1456417" y="844200"/>
                </a:lnTo>
                <a:lnTo>
                  <a:pt x="1450220" y="844200"/>
                </a:lnTo>
                <a:lnTo>
                  <a:pt x="1444022" y="844200"/>
                </a:lnTo>
                <a:lnTo>
                  <a:pt x="1437825" y="844200"/>
                </a:lnTo>
                <a:lnTo>
                  <a:pt x="1431627" y="844200"/>
                </a:lnTo>
                <a:lnTo>
                  <a:pt x="1425430" y="844200"/>
                </a:lnTo>
                <a:lnTo>
                  <a:pt x="1419232" y="844200"/>
                </a:lnTo>
                <a:lnTo>
                  <a:pt x="1413035" y="844200"/>
                </a:lnTo>
                <a:lnTo>
                  <a:pt x="1406837" y="844200"/>
                </a:lnTo>
                <a:lnTo>
                  <a:pt x="1400640" y="844200"/>
                </a:lnTo>
                <a:lnTo>
                  <a:pt x="1394442" y="844200"/>
                </a:lnTo>
                <a:lnTo>
                  <a:pt x="1388245" y="844200"/>
                </a:lnTo>
                <a:lnTo>
                  <a:pt x="1382047" y="844200"/>
                </a:lnTo>
                <a:lnTo>
                  <a:pt x="1375849" y="844200"/>
                </a:lnTo>
                <a:lnTo>
                  <a:pt x="1369652" y="844200"/>
                </a:lnTo>
                <a:lnTo>
                  <a:pt x="1363454" y="844200"/>
                </a:lnTo>
                <a:lnTo>
                  <a:pt x="1357257" y="844200"/>
                </a:lnTo>
                <a:lnTo>
                  <a:pt x="1351059" y="844200"/>
                </a:lnTo>
                <a:lnTo>
                  <a:pt x="1344862" y="844200"/>
                </a:lnTo>
                <a:lnTo>
                  <a:pt x="1338664" y="844200"/>
                </a:lnTo>
                <a:lnTo>
                  <a:pt x="1332467" y="844200"/>
                </a:lnTo>
                <a:lnTo>
                  <a:pt x="1326269" y="844200"/>
                </a:lnTo>
                <a:lnTo>
                  <a:pt x="1320072" y="844200"/>
                </a:lnTo>
                <a:lnTo>
                  <a:pt x="1313874" y="844200"/>
                </a:lnTo>
                <a:lnTo>
                  <a:pt x="1307677" y="844200"/>
                </a:lnTo>
                <a:lnTo>
                  <a:pt x="1301479" y="844200"/>
                </a:lnTo>
                <a:lnTo>
                  <a:pt x="1295282" y="844200"/>
                </a:lnTo>
                <a:lnTo>
                  <a:pt x="1289084" y="844200"/>
                </a:lnTo>
                <a:lnTo>
                  <a:pt x="1282887" y="844200"/>
                </a:lnTo>
                <a:lnTo>
                  <a:pt x="1276689" y="844200"/>
                </a:lnTo>
                <a:lnTo>
                  <a:pt x="1270492" y="844200"/>
                </a:lnTo>
                <a:lnTo>
                  <a:pt x="1264294" y="844200"/>
                </a:lnTo>
                <a:lnTo>
                  <a:pt x="1258097" y="844200"/>
                </a:lnTo>
                <a:lnTo>
                  <a:pt x="1251899" y="844200"/>
                </a:lnTo>
                <a:lnTo>
                  <a:pt x="1245702" y="844200"/>
                </a:lnTo>
                <a:lnTo>
                  <a:pt x="1239504" y="844200"/>
                </a:lnTo>
                <a:lnTo>
                  <a:pt x="1233306" y="844200"/>
                </a:lnTo>
                <a:lnTo>
                  <a:pt x="1227109" y="844200"/>
                </a:lnTo>
                <a:lnTo>
                  <a:pt x="1220911" y="844200"/>
                </a:lnTo>
                <a:lnTo>
                  <a:pt x="1214714" y="844200"/>
                </a:lnTo>
                <a:lnTo>
                  <a:pt x="1208516" y="844200"/>
                </a:lnTo>
                <a:lnTo>
                  <a:pt x="1202319" y="844200"/>
                </a:lnTo>
                <a:lnTo>
                  <a:pt x="1196121" y="844200"/>
                </a:lnTo>
                <a:lnTo>
                  <a:pt x="1189924" y="844200"/>
                </a:lnTo>
                <a:lnTo>
                  <a:pt x="1183726" y="844200"/>
                </a:lnTo>
                <a:lnTo>
                  <a:pt x="1177529" y="844200"/>
                </a:lnTo>
                <a:lnTo>
                  <a:pt x="1171331" y="844200"/>
                </a:lnTo>
                <a:lnTo>
                  <a:pt x="1165134" y="844200"/>
                </a:lnTo>
                <a:lnTo>
                  <a:pt x="1158936" y="844200"/>
                </a:lnTo>
                <a:lnTo>
                  <a:pt x="1152739" y="844200"/>
                </a:lnTo>
                <a:lnTo>
                  <a:pt x="1146541" y="844200"/>
                </a:lnTo>
                <a:lnTo>
                  <a:pt x="1140344" y="844200"/>
                </a:lnTo>
                <a:lnTo>
                  <a:pt x="1134146" y="844200"/>
                </a:lnTo>
                <a:lnTo>
                  <a:pt x="1127949" y="844200"/>
                </a:lnTo>
                <a:lnTo>
                  <a:pt x="1121751" y="844200"/>
                </a:lnTo>
                <a:lnTo>
                  <a:pt x="1115554" y="844200"/>
                </a:lnTo>
                <a:lnTo>
                  <a:pt x="1109356" y="844200"/>
                </a:lnTo>
                <a:lnTo>
                  <a:pt x="1103159" y="844200"/>
                </a:lnTo>
                <a:lnTo>
                  <a:pt x="1096961" y="844200"/>
                </a:lnTo>
                <a:lnTo>
                  <a:pt x="1090763" y="844200"/>
                </a:lnTo>
                <a:lnTo>
                  <a:pt x="1084566" y="844200"/>
                </a:lnTo>
                <a:lnTo>
                  <a:pt x="1078368" y="844200"/>
                </a:lnTo>
                <a:lnTo>
                  <a:pt x="1072171" y="844200"/>
                </a:lnTo>
                <a:lnTo>
                  <a:pt x="1065973" y="844200"/>
                </a:lnTo>
                <a:lnTo>
                  <a:pt x="1059776" y="844200"/>
                </a:lnTo>
                <a:lnTo>
                  <a:pt x="1053578" y="844200"/>
                </a:lnTo>
                <a:lnTo>
                  <a:pt x="1047381" y="844200"/>
                </a:lnTo>
                <a:lnTo>
                  <a:pt x="1041183" y="844200"/>
                </a:lnTo>
                <a:lnTo>
                  <a:pt x="1034986" y="844200"/>
                </a:lnTo>
                <a:lnTo>
                  <a:pt x="1028788" y="844200"/>
                </a:lnTo>
                <a:lnTo>
                  <a:pt x="1022591" y="844200"/>
                </a:lnTo>
                <a:lnTo>
                  <a:pt x="1016393" y="844200"/>
                </a:lnTo>
                <a:lnTo>
                  <a:pt x="1010196" y="844200"/>
                </a:lnTo>
                <a:lnTo>
                  <a:pt x="1003998" y="844200"/>
                </a:lnTo>
                <a:lnTo>
                  <a:pt x="997801" y="844200"/>
                </a:lnTo>
                <a:lnTo>
                  <a:pt x="991603" y="844200"/>
                </a:lnTo>
                <a:lnTo>
                  <a:pt x="985406" y="844200"/>
                </a:lnTo>
                <a:lnTo>
                  <a:pt x="979208" y="844200"/>
                </a:lnTo>
                <a:lnTo>
                  <a:pt x="973011" y="844200"/>
                </a:lnTo>
                <a:lnTo>
                  <a:pt x="966813" y="844200"/>
                </a:lnTo>
                <a:lnTo>
                  <a:pt x="960615" y="844200"/>
                </a:lnTo>
                <a:lnTo>
                  <a:pt x="954418" y="844200"/>
                </a:lnTo>
                <a:lnTo>
                  <a:pt x="948220" y="844200"/>
                </a:lnTo>
                <a:lnTo>
                  <a:pt x="942023" y="844200"/>
                </a:lnTo>
                <a:lnTo>
                  <a:pt x="935825" y="844200"/>
                </a:lnTo>
                <a:lnTo>
                  <a:pt x="929628" y="844200"/>
                </a:lnTo>
                <a:lnTo>
                  <a:pt x="923430" y="844200"/>
                </a:lnTo>
                <a:lnTo>
                  <a:pt x="917233" y="844200"/>
                </a:lnTo>
                <a:lnTo>
                  <a:pt x="911035" y="844200"/>
                </a:lnTo>
                <a:lnTo>
                  <a:pt x="904838" y="844200"/>
                </a:lnTo>
                <a:lnTo>
                  <a:pt x="898640" y="844200"/>
                </a:lnTo>
                <a:lnTo>
                  <a:pt x="892443" y="844200"/>
                </a:lnTo>
                <a:lnTo>
                  <a:pt x="886245" y="844200"/>
                </a:lnTo>
                <a:lnTo>
                  <a:pt x="880048" y="844200"/>
                </a:lnTo>
                <a:lnTo>
                  <a:pt x="873850" y="844200"/>
                </a:lnTo>
                <a:lnTo>
                  <a:pt x="867653" y="844200"/>
                </a:lnTo>
                <a:lnTo>
                  <a:pt x="861455" y="844200"/>
                </a:lnTo>
                <a:lnTo>
                  <a:pt x="855258" y="844200"/>
                </a:lnTo>
                <a:lnTo>
                  <a:pt x="849060" y="844200"/>
                </a:lnTo>
                <a:lnTo>
                  <a:pt x="842863" y="844200"/>
                </a:lnTo>
                <a:lnTo>
                  <a:pt x="836665" y="844200"/>
                </a:lnTo>
                <a:lnTo>
                  <a:pt x="830468" y="844200"/>
                </a:lnTo>
                <a:lnTo>
                  <a:pt x="824270" y="844200"/>
                </a:lnTo>
                <a:lnTo>
                  <a:pt x="818072" y="844200"/>
                </a:lnTo>
                <a:lnTo>
                  <a:pt x="811875" y="844200"/>
                </a:lnTo>
                <a:lnTo>
                  <a:pt x="805677" y="844200"/>
                </a:lnTo>
                <a:lnTo>
                  <a:pt x="799480" y="844200"/>
                </a:lnTo>
                <a:lnTo>
                  <a:pt x="793282" y="844200"/>
                </a:lnTo>
                <a:lnTo>
                  <a:pt x="787085" y="844200"/>
                </a:lnTo>
                <a:lnTo>
                  <a:pt x="780887" y="844200"/>
                </a:lnTo>
                <a:lnTo>
                  <a:pt x="774690" y="844200"/>
                </a:lnTo>
                <a:lnTo>
                  <a:pt x="768492" y="844200"/>
                </a:lnTo>
                <a:lnTo>
                  <a:pt x="762295" y="844200"/>
                </a:lnTo>
                <a:lnTo>
                  <a:pt x="756097" y="844200"/>
                </a:lnTo>
                <a:lnTo>
                  <a:pt x="749900" y="844200"/>
                </a:lnTo>
                <a:lnTo>
                  <a:pt x="743702" y="844200"/>
                </a:lnTo>
                <a:lnTo>
                  <a:pt x="737505" y="844200"/>
                </a:lnTo>
                <a:lnTo>
                  <a:pt x="731307" y="844200"/>
                </a:lnTo>
                <a:lnTo>
                  <a:pt x="725110" y="844200"/>
                </a:lnTo>
                <a:lnTo>
                  <a:pt x="718912" y="844200"/>
                </a:lnTo>
                <a:lnTo>
                  <a:pt x="712715" y="844200"/>
                </a:lnTo>
                <a:lnTo>
                  <a:pt x="706517" y="844200"/>
                </a:lnTo>
                <a:lnTo>
                  <a:pt x="700320" y="844200"/>
                </a:lnTo>
                <a:lnTo>
                  <a:pt x="694122" y="844200"/>
                </a:lnTo>
                <a:lnTo>
                  <a:pt x="687924" y="844200"/>
                </a:lnTo>
                <a:lnTo>
                  <a:pt x="681727" y="844200"/>
                </a:lnTo>
                <a:lnTo>
                  <a:pt x="675529" y="844200"/>
                </a:lnTo>
                <a:lnTo>
                  <a:pt x="669332" y="844200"/>
                </a:lnTo>
                <a:lnTo>
                  <a:pt x="663134" y="844200"/>
                </a:lnTo>
                <a:lnTo>
                  <a:pt x="656937" y="844200"/>
                </a:lnTo>
                <a:lnTo>
                  <a:pt x="650739" y="844200"/>
                </a:lnTo>
                <a:lnTo>
                  <a:pt x="644542" y="844200"/>
                </a:lnTo>
                <a:lnTo>
                  <a:pt x="638344" y="844200"/>
                </a:lnTo>
                <a:lnTo>
                  <a:pt x="632147" y="844200"/>
                </a:lnTo>
                <a:lnTo>
                  <a:pt x="625949" y="844200"/>
                </a:lnTo>
                <a:lnTo>
                  <a:pt x="619752" y="844200"/>
                </a:lnTo>
                <a:lnTo>
                  <a:pt x="613554" y="844200"/>
                </a:lnTo>
                <a:lnTo>
                  <a:pt x="607357" y="844200"/>
                </a:lnTo>
                <a:lnTo>
                  <a:pt x="601159" y="844200"/>
                </a:lnTo>
                <a:lnTo>
                  <a:pt x="594962" y="844200"/>
                </a:lnTo>
                <a:lnTo>
                  <a:pt x="588764" y="844200"/>
                </a:lnTo>
                <a:lnTo>
                  <a:pt x="582567" y="844200"/>
                </a:lnTo>
                <a:lnTo>
                  <a:pt x="576369" y="844200"/>
                </a:lnTo>
                <a:lnTo>
                  <a:pt x="570172" y="844200"/>
                </a:lnTo>
                <a:lnTo>
                  <a:pt x="563974" y="844200"/>
                </a:lnTo>
                <a:lnTo>
                  <a:pt x="557777" y="844200"/>
                </a:lnTo>
                <a:lnTo>
                  <a:pt x="551579" y="844200"/>
                </a:lnTo>
                <a:lnTo>
                  <a:pt x="545381" y="844200"/>
                </a:lnTo>
                <a:lnTo>
                  <a:pt x="539184" y="844200"/>
                </a:lnTo>
                <a:lnTo>
                  <a:pt x="532986" y="844200"/>
                </a:lnTo>
                <a:lnTo>
                  <a:pt x="526789" y="844200"/>
                </a:lnTo>
                <a:lnTo>
                  <a:pt x="520591" y="844200"/>
                </a:lnTo>
                <a:lnTo>
                  <a:pt x="514394" y="844200"/>
                </a:lnTo>
                <a:lnTo>
                  <a:pt x="508196" y="844200"/>
                </a:lnTo>
                <a:lnTo>
                  <a:pt x="501999" y="844200"/>
                </a:lnTo>
                <a:lnTo>
                  <a:pt x="495801" y="844200"/>
                </a:lnTo>
                <a:lnTo>
                  <a:pt x="489604" y="844200"/>
                </a:lnTo>
                <a:lnTo>
                  <a:pt x="483406" y="844200"/>
                </a:lnTo>
                <a:lnTo>
                  <a:pt x="477209" y="844200"/>
                </a:lnTo>
                <a:lnTo>
                  <a:pt x="471011" y="844200"/>
                </a:lnTo>
                <a:lnTo>
                  <a:pt x="464814" y="844200"/>
                </a:lnTo>
                <a:lnTo>
                  <a:pt x="458616" y="844200"/>
                </a:lnTo>
                <a:lnTo>
                  <a:pt x="452419" y="844200"/>
                </a:lnTo>
                <a:lnTo>
                  <a:pt x="446221" y="844200"/>
                </a:lnTo>
                <a:lnTo>
                  <a:pt x="440024" y="844200"/>
                </a:lnTo>
                <a:lnTo>
                  <a:pt x="433826" y="844200"/>
                </a:lnTo>
                <a:lnTo>
                  <a:pt x="427629" y="844200"/>
                </a:lnTo>
                <a:lnTo>
                  <a:pt x="421431" y="844200"/>
                </a:lnTo>
                <a:lnTo>
                  <a:pt x="415234" y="844200"/>
                </a:lnTo>
                <a:lnTo>
                  <a:pt x="409036" y="844200"/>
                </a:lnTo>
                <a:lnTo>
                  <a:pt x="402838" y="844200"/>
                </a:lnTo>
                <a:lnTo>
                  <a:pt x="396641" y="844200"/>
                </a:lnTo>
                <a:lnTo>
                  <a:pt x="390443" y="844200"/>
                </a:lnTo>
                <a:lnTo>
                  <a:pt x="384246" y="844200"/>
                </a:lnTo>
                <a:lnTo>
                  <a:pt x="378048" y="844200"/>
                </a:lnTo>
                <a:lnTo>
                  <a:pt x="371851" y="844200"/>
                </a:lnTo>
                <a:lnTo>
                  <a:pt x="365653" y="844200"/>
                </a:lnTo>
                <a:lnTo>
                  <a:pt x="359456" y="844200"/>
                </a:lnTo>
                <a:lnTo>
                  <a:pt x="353258" y="844200"/>
                </a:lnTo>
                <a:lnTo>
                  <a:pt x="347061" y="844200"/>
                </a:lnTo>
                <a:lnTo>
                  <a:pt x="340863" y="844200"/>
                </a:lnTo>
                <a:lnTo>
                  <a:pt x="334666" y="844200"/>
                </a:lnTo>
                <a:lnTo>
                  <a:pt x="328468" y="844200"/>
                </a:lnTo>
                <a:lnTo>
                  <a:pt x="322271" y="844200"/>
                </a:lnTo>
                <a:lnTo>
                  <a:pt x="316073" y="844200"/>
                </a:lnTo>
                <a:lnTo>
                  <a:pt x="309876" y="844200"/>
                </a:lnTo>
                <a:lnTo>
                  <a:pt x="303678" y="844200"/>
                </a:lnTo>
                <a:lnTo>
                  <a:pt x="297481" y="844200"/>
                </a:lnTo>
                <a:lnTo>
                  <a:pt x="291283" y="844200"/>
                </a:lnTo>
                <a:lnTo>
                  <a:pt x="285086" y="844200"/>
                </a:lnTo>
                <a:lnTo>
                  <a:pt x="278888" y="844200"/>
                </a:lnTo>
                <a:lnTo>
                  <a:pt x="272690" y="844200"/>
                </a:lnTo>
                <a:lnTo>
                  <a:pt x="266493" y="844200"/>
                </a:lnTo>
                <a:lnTo>
                  <a:pt x="260295" y="844200"/>
                </a:lnTo>
                <a:lnTo>
                  <a:pt x="254098" y="844200"/>
                </a:lnTo>
                <a:lnTo>
                  <a:pt x="247900" y="844200"/>
                </a:lnTo>
                <a:lnTo>
                  <a:pt x="241703" y="844200"/>
                </a:lnTo>
                <a:lnTo>
                  <a:pt x="235505" y="844200"/>
                </a:lnTo>
                <a:lnTo>
                  <a:pt x="229308" y="844200"/>
                </a:lnTo>
                <a:lnTo>
                  <a:pt x="223110" y="844200"/>
                </a:lnTo>
                <a:lnTo>
                  <a:pt x="216913" y="844200"/>
                </a:lnTo>
                <a:lnTo>
                  <a:pt x="210715" y="844200"/>
                </a:lnTo>
                <a:lnTo>
                  <a:pt x="204518" y="844200"/>
                </a:lnTo>
                <a:lnTo>
                  <a:pt x="198320" y="844200"/>
                </a:lnTo>
                <a:lnTo>
                  <a:pt x="192123" y="844200"/>
                </a:lnTo>
                <a:lnTo>
                  <a:pt x="185925" y="844200"/>
                </a:lnTo>
                <a:lnTo>
                  <a:pt x="179728" y="844200"/>
                </a:lnTo>
                <a:lnTo>
                  <a:pt x="173530" y="844200"/>
                </a:lnTo>
                <a:lnTo>
                  <a:pt x="167333" y="844200"/>
                </a:lnTo>
                <a:lnTo>
                  <a:pt x="161135" y="844200"/>
                </a:lnTo>
                <a:lnTo>
                  <a:pt x="154938" y="844200"/>
                </a:lnTo>
                <a:lnTo>
                  <a:pt x="148740" y="844200"/>
                </a:lnTo>
                <a:lnTo>
                  <a:pt x="142543" y="844200"/>
                </a:lnTo>
                <a:lnTo>
                  <a:pt x="136345" y="844200"/>
                </a:lnTo>
                <a:lnTo>
                  <a:pt x="130147" y="844200"/>
                </a:lnTo>
                <a:lnTo>
                  <a:pt x="123950" y="844200"/>
                </a:lnTo>
                <a:lnTo>
                  <a:pt x="117752" y="844200"/>
                </a:lnTo>
                <a:lnTo>
                  <a:pt x="111555" y="844200"/>
                </a:lnTo>
                <a:lnTo>
                  <a:pt x="105357" y="844200"/>
                </a:lnTo>
                <a:lnTo>
                  <a:pt x="99160" y="844200"/>
                </a:lnTo>
                <a:lnTo>
                  <a:pt x="92962" y="844200"/>
                </a:lnTo>
                <a:lnTo>
                  <a:pt x="86765" y="844200"/>
                </a:lnTo>
                <a:lnTo>
                  <a:pt x="80567" y="844200"/>
                </a:lnTo>
                <a:lnTo>
                  <a:pt x="74370" y="844200"/>
                </a:lnTo>
                <a:lnTo>
                  <a:pt x="68172" y="844200"/>
                </a:lnTo>
                <a:lnTo>
                  <a:pt x="61975" y="844200"/>
                </a:lnTo>
                <a:lnTo>
                  <a:pt x="55777" y="844200"/>
                </a:lnTo>
                <a:lnTo>
                  <a:pt x="49580" y="844200"/>
                </a:lnTo>
                <a:lnTo>
                  <a:pt x="43382" y="844200"/>
                </a:lnTo>
                <a:lnTo>
                  <a:pt x="37185" y="844200"/>
                </a:lnTo>
                <a:lnTo>
                  <a:pt x="30987" y="844200"/>
                </a:lnTo>
                <a:lnTo>
                  <a:pt x="24790" y="844200"/>
                </a:lnTo>
                <a:lnTo>
                  <a:pt x="18592" y="844200"/>
                </a:lnTo>
                <a:lnTo>
                  <a:pt x="12395" y="844200"/>
                </a:lnTo>
                <a:lnTo>
                  <a:pt x="6197" y="8442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1" name="pl9">
            <a:extLst>
              <a:ext uri="{FF2B5EF4-FFF2-40B4-BE49-F238E27FC236}">
                <a16:creationId xmlns:a16="http://schemas.microsoft.com/office/drawing/2014/main" id="{32B5D373-8A3E-1859-AA4F-02F5716B8E51}"/>
              </a:ext>
            </a:extLst>
          </p:cNvPr>
          <p:cNvSpPr/>
          <p:nvPr/>
        </p:nvSpPr>
        <p:spPr>
          <a:xfrm>
            <a:off x="6365365" y="868772"/>
            <a:ext cx="2412901" cy="643200"/>
          </a:xfrm>
          <a:custGeom>
            <a:avLst/>
            <a:gdLst/>
            <a:ahLst/>
            <a:cxnLst/>
            <a:rect l="0" t="0" r="0" b="0"/>
            <a:pathLst>
              <a:path w="3166933" h="844200">
                <a:moveTo>
                  <a:pt x="0" y="844200"/>
                </a:moveTo>
                <a:lnTo>
                  <a:pt x="6197" y="844200"/>
                </a:lnTo>
                <a:lnTo>
                  <a:pt x="12395" y="844200"/>
                </a:lnTo>
                <a:lnTo>
                  <a:pt x="18592" y="844200"/>
                </a:lnTo>
                <a:lnTo>
                  <a:pt x="24790" y="844200"/>
                </a:lnTo>
                <a:lnTo>
                  <a:pt x="30987" y="844199"/>
                </a:lnTo>
                <a:lnTo>
                  <a:pt x="37185" y="844177"/>
                </a:lnTo>
                <a:lnTo>
                  <a:pt x="43382" y="844001"/>
                </a:lnTo>
                <a:lnTo>
                  <a:pt x="49580" y="843476"/>
                </a:lnTo>
                <a:lnTo>
                  <a:pt x="55777" y="842922"/>
                </a:lnTo>
                <a:lnTo>
                  <a:pt x="61975" y="843086"/>
                </a:lnTo>
                <a:lnTo>
                  <a:pt x="68172" y="843771"/>
                </a:lnTo>
                <a:lnTo>
                  <a:pt x="74370" y="844141"/>
                </a:lnTo>
                <a:lnTo>
                  <a:pt x="80567" y="844198"/>
                </a:lnTo>
                <a:lnTo>
                  <a:pt x="86765" y="844200"/>
                </a:lnTo>
                <a:lnTo>
                  <a:pt x="92962" y="844200"/>
                </a:lnTo>
                <a:lnTo>
                  <a:pt x="99160" y="844200"/>
                </a:lnTo>
                <a:lnTo>
                  <a:pt x="105357" y="844200"/>
                </a:lnTo>
                <a:lnTo>
                  <a:pt x="111555" y="844200"/>
                </a:lnTo>
                <a:lnTo>
                  <a:pt x="117752" y="844200"/>
                </a:lnTo>
                <a:lnTo>
                  <a:pt x="123950" y="844200"/>
                </a:lnTo>
                <a:lnTo>
                  <a:pt x="130147" y="844200"/>
                </a:lnTo>
                <a:lnTo>
                  <a:pt x="136345" y="844200"/>
                </a:lnTo>
                <a:lnTo>
                  <a:pt x="142543" y="844200"/>
                </a:lnTo>
                <a:lnTo>
                  <a:pt x="148740" y="844200"/>
                </a:lnTo>
                <a:lnTo>
                  <a:pt x="154938" y="844200"/>
                </a:lnTo>
                <a:lnTo>
                  <a:pt x="161135" y="844200"/>
                </a:lnTo>
                <a:lnTo>
                  <a:pt x="167333" y="844200"/>
                </a:lnTo>
                <a:lnTo>
                  <a:pt x="173530" y="844200"/>
                </a:lnTo>
                <a:lnTo>
                  <a:pt x="179728" y="844200"/>
                </a:lnTo>
                <a:lnTo>
                  <a:pt x="185925" y="844200"/>
                </a:lnTo>
                <a:lnTo>
                  <a:pt x="192123" y="844200"/>
                </a:lnTo>
                <a:lnTo>
                  <a:pt x="198320" y="844200"/>
                </a:lnTo>
                <a:lnTo>
                  <a:pt x="204518" y="844200"/>
                </a:lnTo>
                <a:lnTo>
                  <a:pt x="210715" y="844200"/>
                </a:lnTo>
                <a:lnTo>
                  <a:pt x="216913" y="844200"/>
                </a:lnTo>
                <a:lnTo>
                  <a:pt x="223110" y="844200"/>
                </a:lnTo>
                <a:lnTo>
                  <a:pt x="229308" y="844200"/>
                </a:lnTo>
                <a:lnTo>
                  <a:pt x="235505" y="844200"/>
                </a:lnTo>
                <a:lnTo>
                  <a:pt x="241703" y="844200"/>
                </a:lnTo>
                <a:lnTo>
                  <a:pt x="247900" y="844200"/>
                </a:lnTo>
                <a:lnTo>
                  <a:pt x="254098" y="844200"/>
                </a:lnTo>
                <a:lnTo>
                  <a:pt x="260295" y="844200"/>
                </a:lnTo>
                <a:lnTo>
                  <a:pt x="266493" y="844200"/>
                </a:lnTo>
                <a:lnTo>
                  <a:pt x="272690" y="844200"/>
                </a:lnTo>
                <a:lnTo>
                  <a:pt x="278888" y="844200"/>
                </a:lnTo>
                <a:lnTo>
                  <a:pt x="285086" y="844200"/>
                </a:lnTo>
                <a:lnTo>
                  <a:pt x="291283" y="844200"/>
                </a:lnTo>
                <a:lnTo>
                  <a:pt x="297481" y="844200"/>
                </a:lnTo>
                <a:lnTo>
                  <a:pt x="303678" y="844200"/>
                </a:lnTo>
                <a:lnTo>
                  <a:pt x="309876" y="844200"/>
                </a:lnTo>
                <a:lnTo>
                  <a:pt x="316073" y="844200"/>
                </a:lnTo>
                <a:lnTo>
                  <a:pt x="322271" y="844200"/>
                </a:lnTo>
                <a:lnTo>
                  <a:pt x="328468" y="844200"/>
                </a:lnTo>
                <a:lnTo>
                  <a:pt x="334666" y="844200"/>
                </a:lnTo>
                <a:lnTo>
                  <a:pt x="340863" y="844200"/>
                </a:lnTo>
                <a:lnTo>
                  <a:pt x="347061" y="844200"/>
                </a:lnTo>
                <a:lnTo>
                  <a:pt x="353258" y="844200"/>
                </a:lnTo>
                <a:lnTo>
                  <a:pt x="359456" y="844200"/>
                </a:lnTo>
                <a:lnTo>
                  <a:pt x="365653" y="844200"/>
                </a:lnTo>
                <a:lnTo>
                  <a:pt x="371851" y="844200"/>
                </a:lnTo>
                <a:lnTo>
                  <a:pt x="378048" y="844200"/>
                </a:lnTo>
                <a:lnTo>
                  <a:pt x="384246" y="844200"/>
                </a:lnTo>
                <a:lnTo>
                  <a:pt x="390443" y="844200"/>
                </a:lnTo>
                <a:lnTo>
                  <a:pt x="396641" y="844200"/>
                </a:lnTo>
                <a:lnTo>
                  <a:pt x="402838" y="844200"/>
                </a:lnTo>
                <a:lnTo>
                  <a:pt x="409036" y="844200"/>
                </a:lnTo>
                <a:lnTo>
                  <a:pt x="415234" y="844200"/>
                </a:lnTo>
                <a:lnTo>
                  <a:pt x="421431" y="844200"/>
                </a:lnTo>
                <a:lnTo>
                  <a:pt x="427629" y="844200"/>
                </a:lnTo>
                <a:lnTo>
                  <a:pt x="433826" y="844200"/>
                </a:lnTo>
                <a:lnTo>
                  <a:pt x="440024" y="844200"/>
                </a:lnTo>
                <a:lnTo>
                  <a:pt x="446221" y="844200"/>
                </a:lnTo>
                <a:lnTo>
                  <a:pt x="452419" y="844200"/>
                </a:lnTo>
                <a:lnTo>
                  <a:pt x="458616" y="844200"/>
                </a:lnTo>
                <a:lnTo>
                  <a:pt x="464814" y="844200"/>
                </a:lnTo>
                <a:lnTo>
                  <a:pt x="471011" y="844200"/>
                </a:lnTo>
                <a:lnTo>
                  <a:pt x="477209" y="844200"/>
                </a:lnTo>
                <a:lnTo>
                  <a:pt x="483406" y="844200"/>
                </a:lnTo>
                <a:lnTo>
                  <a:pt x="489604" y="844200"/>
                </a:lnTo>
                <a:lnTo>
                  <a:pt x="495801" y="844200"/>
                </a:lnTo>
                <a:lnTo>
                  <a:pt x="501999" y="844200"/>
                </a:lnTo>
                <a:lnTo>
                  <a:pt x="508196" y="844200"/>
                </a:lnTo>
                <a:lnTo>
                  <a:pt x="514394" y="844200"/>
                </a:lnTo>
                <a:lnTo>
                  <a:pt x="520591" y="844200"/>
                </a:lnTo>
                <a:lnTo>
                  <a:pt x="526789" y="844200"/>
                </a:lnTo>
                <a:lnTo>
                  <a:pt x="532986" y="844200"/>
                </a:lnTo>
                <a:lnTo>
                  <a:pt x="539184" y="844199"/>
                </a:lnTo>
                <a:lnTo>
                  <a:pt x="545381" y="844167"/>
                </a:lnTo>
                <a:lnTo>
                  <a:pt x="551579" y="843931"/>
                </a:lnTo>
                <a:lnTo>
                  <a:pt x="557777" y="843314"/>
                </a:lnTo>
                <a:lnTo>
                  <a:pt x="563974" y="842846"/>
                </a:lnTo>
                <a:lnTo>
                  <a:pt x="570172" y="843251"/>
                </a:lnTo>
                <a:lnTo>
                  <a:pt x="576369" y="843901"/>
                </a:lnTo>
                <a:lnTo>
                  <a:pt x="582567" y="844163"/>
                </a:lnTo>
                <a:lnTo>
                  <a:pt x="588764" y="844199"/>
                </a:lnTo>
                <a:lnTo>
                  <a:pt x="594962" y="844200"/>
                </a:lnTo>
                <a:lnTo>
                  <a:pt x="601159" y="844200"/>
                </a:lnTo>
                <a:lnTo>
                  <a:pt x="607357" y="844200"/>
                </a:lnTo>
                <a:lnTo>
                  <a:pt x="613554" y="844200"/>
                </a:lnTo>
                <a:lnTo>
                  <a:pt x="619752" y="844200"/>
                </a:lnTo>
                <a:lnTo>
                  <a:pt x="625949" y="844200"/>
                </a:lnTo>
                <a:lnTo>
                  <a:pt x="632147" y="844200"/>
                </a:lnTo>
                <a:lnTo>
                  <a:pt x="638344" y="844200"/>
                </a:lnTo>
                <a:lnTo>
                  <a:pt x="644542" y="844200"/>
                </a:lnTo>
                <a:lnTo>
                  <a:pt x="650739" y="844200"/>
                </a:lnTo>
                <a:lnTo>
                  <a:pt x="656937" y="844200"/>
                </a:lnTo>
                <a:lnTo>
                  <a:pt x="663134" y="844200"/>
                </a:lnTo>
                <a:lnTo>
                  <a:pt x="669332" y="844200"/>
                </a:lnTo>
                <a:lnTo>
                  <a:pt x="675529" y="844200"/>
                </a:lnTo>
                <a:lnTo>
                  <a:pt x="681727" y="844200"/>
                </a:lnTo>
                <a:lnTo>
                  <a:pt x="687924" y="844200"/>
                </a:lnTo>
                <a:lnTo>
                  <a:pt x="694122" y="844200"/>
                </a:lnTo>
                <a:lnTo>
                  <a:pt x="700320" y="844200"/>
                </a:lnTo>
                <a:lnTo>
                  <a:pt x="706517" y="844200"/>
                </a:lnTo>
                <a:lnTo>
                  <a:pt x="712715" y="844200"/>
                </a:lnTo>
                <a:lnTo>
                  <a:pt x="718912" y="844200"/>
                </a:lnTo>
                <a:lnTo>
                  <a:pt x="725110" y="844200"/>
                </a:lnTo>
                <a:lnTo>
                  <a:pt x="731307" y="844200"/>
                </a:lnTo>
                <a:lnTo>
                  <a:pt x="737505" y="844200"/>
                </a:lnTo>
                <a:lnTo>
                  <a:pt x="743702" y="844200"/>
                </a:lnTo>
                <a:lnTo>
                  <a:pt x="749900" y="844200"/>
                </a:lnTo>
                <a:lnTo>
                  <a:pt x="756097" y="844200"/>
                </a:lnTo>
                <a:lnTo>
                  <a:pt x="762295" y="844200"/>
                </a:lnTo>
                <a:lnTo>
                  <a:pt x="768492" y="844199"/>
                </a:lnTo>
                <a:lnTo>
                  <a:pt x="774690" y="844151"/>
                </a:lnTo>
                <a:lnTo>
                  <a:pt x="780887" y="843303"/>
                </a:lnTo>
                <a:lnTo>
                  <a:pt x="787085" y="838608"/>
                </a:lnTo>
                <a:lnTo>
                  <a:pt x="793282" y="832675"/>
                </a:lnTo>
                <a:lnTo>
                  <a:pt x="799480" y="835278"/>
                </a:lnTo>
                <a:lnTo>
                  <a:pt x="805677" y="840848"/>
                </a:lnTo>
                <a:lnTo>
                  <a:pt x="811875" y="842558"/>
                </a:lnTo>
                <a:lnTo>
                  <a:pt x="818072" y="840749"/>
                </a:lnTo>
                <a:lnTo>
                  <a:pt x="824270" y="836842"/>
                </a:lnTo>
                <a:lnTo>
                  <a:pt x="830468" y="827776"/>
                </a:lnTo>
                <a:lnTo>
                  <a:pt x="836665" y="815468"/>
                </a:lnTo>
                <a:lnTo>
                  <a:pt x="842863" y="809065"/>
                </a:lnTo>
                <a:lnTo>
                  <a:pt x="849060" y="797606"/>
                </a:lnTo>
                <a:lnTo>
                  <a:pt x="855258" y="772923"/>
                </a:lnTo>
                <a:lnTo>
                  <a:pt x="861455" y="730692"/>
                </a:lnTo>
                <a:lnTo>
                  <a:pt x="867653" y="680131"/>
                </a:lnTo>
                <a:lnTo>
                  <a:pt x="873850" y="593412"/>
                </a:lnTo>
                <a:lnTo>
                  <a:pt x="880048" y="478868"/>
                </a:lnTo>
                <a:lnTo>
                  <a:pt x="886245" y="277989"/>
                </a:lnTo>
                <a:lnTo>
                  <a:pt x="892443" y="0"/>
                </a:lnTo>
                <a:lnTo>
                  <a:pt x="898640" y="55675"/>
                </a:lnTo>
                <a:lnTo>
                  <a:pt x="904838" y="456670"/>
                </a:lnTo>
                <a:lnTo>
                  <a:pt x="911035" y="751675"/>
                </a:lnTo>
                <a:lnTo>
                  <a:pt x="917233" y="834451"/>
                </a:lnTo>
                <a:lnTo>
                  <a:pt x="923430" y="843829"/>
                </a:lnTo>
                <a:lnTo>
                  <a:pt x="929628" y="844196"/>
                </a:lnTo>
                <a:lnTo>
                  <a:pt x="935825" y="844200"/>
                </a:lnTo>
                <a:lnTo>
                  <a:pt x="942023" y="844200"/>
                </a:lnTo>
                <a:lnTo>
                  <a:pt x="948220" y="844200"/>
                </a:lnTo>
                <a:lnTo>
                  <a:pt x="954418" y="844200"/>
                </a:lnTo>
                <a:lnTo>
                  <a:pt x="960615" y="844200"/>
                </a:lnTo>
                <a:lnTo>
                  <a:pt x="966813" y="844200"/>
                </a:lnTo>
                <a:lnTo>
                  <a:pt x="973011" y="844200"/>
                </a:lnTo>
                <a:lnTo>
                  <a:pt x="979208" y="844200"/>
                </a:lnTo>
                <a:lnTo>
                  <a:pt x="985406" y="844200"/>
                </a:lnTo>
                <a:lnTo>
                  <a:pt x="991603" y="844200"/>
                </a:lnTo>
                <a:lnTo>
                  <a:pt x="997801" y="844200"/>
                </a:lnTo>
                <a:lnTo>
                  <a:pt x="1003998" y="844200"/>
                </a:lnTo>
                <a:lnTo>
                  <a:pt x="1010196" y="844200"/>
                </a:lnTo>
                <a:lnTo>
                  <a:pt x="1016393" y="844200"/>
                </a:lnTo>
                <a:lnTo>
                  <a:pt x="1022591" y="844200"/>
                </a:lnTo>
                <a:lnTo>
                  <a:pt x="1028788" y="844200"/>
                </a:lnTo>
                <a:lnTo>
                  <a:pt x="1034986" y="844200"/>
                </a:lnTo>
                <a:lnTo>
                  <a:pt x="1041183" y="844200"/>
                </a:lnTo>
                <a:lnTo>
                  <a:pt x="1047381" y="844200"/>
                </a:lnTo>
                <a:lnTo>
                  <a:pt x="1053578" y="844200"/>
                </a:lnTo>
                <a:lnTo>
                  <a:pt x="1059776" y="844200"/>
                </a:lnTo>
                <a:lnTo>
                  <a:pt x="1065973" y="844200"/>
                </a:lnTo>
                <a:lnTo>
                  <a:pt x="1072171" y="844200"/>
                </a:lnTo>
                <a:lnTo>
                  <a:pt x="1078368" y="844200"/>
                </a:lnTo>
                <a:lnTo>
                  <a:pt x="1084566" y="844200"/>
                </a:lnTo>
                <a:lnTo>
                  <a:pt x="1090763" y="844200"/>
                </a:lnTo>
                <a:lnTo>
                  <a:pt x="1096961" y="844200"/>
                </a:lnTo>
                <a:lnTo>
                  <a:pt x="1103159" y="844200"/>
                </a:lnTo>
                <a:lnTo>
                  <a:pt x="1109356" y="844200"/>
                </a:lnTo>
                <a:lnTo>
                  <a:pt x="1115554" y="844200"/>
                </a:lnTo>
                <a:lnTo>
                  <a:pt x="1121751" y="844200"/>
                </a:lnTo>
                <a:lnTo>
                  <a:pt x="1127949" y="844200"/>
                </a:lnTo>
                <a:lnTo>
                  <a:pt x="1134146" y="844200"/>
                </a:lnTo>
                <a:lnTo>
                  <a:pt x="1140344" y="844200"/>
                </a:lnTo>
                <a:lnTo>
                  <a:pt x="1146541" y="844200"/>
                </a:lnTo>
                <a:lnTo>
                  <a:pt x="1152739" y="844200"/>
                </a:lnTo>
                <a:lnTo>
                  <a:pt x="1158936" y="844200"/>
                </a:lnTo>
                <a:lnTo>
                  <a:pt x="1165134" y="844200"/>
                </a:lnTo>
                <a:lnTo>
                  <a:pt x="1171331" y="844200"/>
                </a:lnTo>
                <a:lnTo>
                  <a:pt x="1177529" y="844200"/>
                </a:lnTo>
                <a:lnTo>
                  <a:pt x="1183726" y="844200"/>
                </a:lnTo>
                <a:lnTo>
                  <a:pt x="1189924" y="844200"/>
                </a:lnTo>
                <a:lnTo>
                  <a:pt x="1196121" y="844200"/>
                </a:lnTo>
                <a:lnTo>
                  <a:pt x="1202319" y="844200"/>
                </a:lnTo>
                <a:lnTo>
                  <a:pt x="1208516" y="844200"/>
                </a:lnTo>
                <a:lnTo>
                  <a:pt x="1214714" y="844200"/>
                </a:lnTo>
                <a:lnTo>
                  <a:pt x="1220911" y="844200"/>
                </a:lnTo>
                <a:lnTo>
                  <a:pt x="1227109" y="844200"/>
                </a:lnTo>
                <a:lnTo>
                  <a:pt x="1233306" y="844200"/>
                </a:lnTo>
                <a:lnTo>
                  <a:pt x="1239504" y="844200"/>
                </a:lnTo>
                <a:lnTo>
                  <a:pt x="1245702" y="844200"/>
                </a:lnTo>
                <a:lnTo>
                  <a:pt x="1251899" y="844200"/>
                </a:lnTo>
                <a:lnTo>
                  <a:pt x="1258097" y="844200"/>
                </a:lnTo>
                <a:lnTo>
                  <a:pt x="1264294" y="844200"/>
                </a:lnTo>
                <a:lnTo>
                  <a:pt x="1270492" y="844200"/>
                </a:lnTo>
                <a:lnTo>
                  <a:pt x="1276689" y="844200"/>
                </a:lnTo>
                <a:lnTo>
                  <a:pt x="1282887" y="844200"/>
                </a:lnTo>
                <a:lnTo>
                  <a:pt x="1289084" y="844200"/>
                </a:lnTo>
                <a:lnTo>
                  <a:pt x="1295282" y="844200"/>
                </a:lnTo>
                <a:lnTo>
                  <a:pt x="1301479" y="844200"/>
                </a:lnTo>
                <a:lnTo>
                  <a:pt x="1307677" y="844200"/>
                </a:lnTo>
                <a:lnTo>
                  <a:pt x="1313874" y="844200"/>
                </a:lnTo>
                <a:lnTo>
                  <a:pt x="1320072" y="844200"/>
                </a:lnTo>
                <a:lnTo>
                  <a:pt x="1326269" y="844200"/>
                </a:lnTo>
                <a:lnTo>
                  <a:pt x="1332467" y="844200"/>
                </a:lnTo>
                <a:lnTo>
                  <a:pt x="1338664" y="844200"/>
                </a:lnTo>
                <a:lnTo>
                  <a:pt x="1344862" y="844200"/>
                </a:lnTo>
                <a:lnTo>
                  <a:pt x="1351059" y="844200"/>
                </a:lnTo>
                <a:lnTo>
                  <a:pt x="1357257" y="844200"/>
                </a:lnTo>
                <a:lnTo>
                  <a:pt x="1363454" y="844200"/>
                </a:lnTo>
                <a:lnTo>
                  <a:pt x="1369652" y="844200"/>
                </a:lnTo>
                <a:lnTo>
                  <a:pt x="1375849" y="844200"/>
                </a:lnTo>
                <a:lnTo>
                  <a:pt x="1382047" y="844200"/>
                </a:lnTo>
                <a:lnTo>
                  <a:pt x="1388245" y="844200"/>
                </a:lnTo>
                <a:lnTo>
                  <a:pt x="1394442" y="844200"/>
                </a:lnTo>
                <a:lnTo>
                  <a:pt x="1400640" y="844200"/>
                </a:lnTo>
                <a:lnTo>
                  <a:pt x="1406837" y="844200"/>
                </a:lnTo>
                <a:lnTo>
                  <a:pt x="1413035" y="844200"/>
                </a:lnTo>
                <a:lnTo>
                  <a:pt x="1419232" y="844200"/>
                </a:lnTo>
                <a:lnTo>
                  <a:pt x="1425430" y="844200"/>
                </a:lnTo>
                <a:lnTo>
                  <a:pt x="1431627" y="844200"/>
                </a:lnTo>
                <a:lnTo>
                  <a:pt x="1437825" y="844200"/>
                </a:lnTo>
                <a:lnTo>
                  <a:pt x="1444022" y="844200"/>
                </a:lnTo>
                <a:lnTo>
                  <a:pt x="1450220" y="844200"/>
                </a:lnTo>
                <a:lnTo>
                  <a:pt x="1456417" y="844200"/>
                </a:lnTo>
                <a:lnTo>
                  <a:pt x="1462615" y="844200"/>
                </a:lnTo>
                <a:lnTo>
                  <a:pt x="1468812" y="844200"/>
                </a:lnTo>
                <a:lnTo>
                  <a:pt x="1475010" y="844200"/>
                </a:lnTo>
                <a:lnTo>
                  <a:pt x="1481207" y="844200"/>
                </a:lnTo>
                <a:lnTo>
                  <a:pt x="1487405" y="844200"/>
                </a:lnTo>
                <a:lnTo>
                  <a:pt x="1493602" y="844200"/>
                </a:lnTo>
                <a:lnTo>
                  <a:pt x="1499800" y="844200"/>
                </a:lnTo>
                <a:lnTo>
                  <a:pt x="1505997" y="844200"/>
                </a:lnTo>
                <a:lnTo>
                  <a:pt x="1512195" y="844200"/>
                </a:lnTo>
                <a:lnTo>
                  <a:pt x="1518393" y="844200"/>
                </a:lnTo>
                <a:lnTo>
                  <a:pt x="1524590" y="844200"/>
                </a:lnTo>
                <a:lnTo>
                  <a:pt x="1530788" y="844200"/>
                </a:lnTo>
                <a:lnTo>
                  <a:pt x="1536985" y="844200"/>
                </a:lnTo>
                <a:lnTo>
                  <a:pt x="1543183" y="844200"/>
                </a:lnTo>
                <a:lnTo>
                  <a:pt x="1549380" y="844200"/>
                </a:lnTo>
                <a:lnTo>
                  <a:pt x="1555578" y="844200"/>
                </a:lnTo>
                <a:lnTo>
                  <a:pt x="1561775" y="844200"/>
                </a:lnTo>
                <a:lnTo>
                  <a:pt x="1567973" y="844200"/>
                </a:lnTo>
                <a:lnTo>
                  <a:pt x="1574170" y="844200"/>
                </a:lnTo>
                <a:lnTo>
                  <a:pt x="1580368" y="844200"/>
                </a:lnTo>
                <a:lnTo>
                  <a:pt x="1586565" y="844200"/>
                </a:lnTo>
                <a:lnTo>
                  <a:pt x="1592763" y="844200"/>
                </a:lnTo>
                <a:lnTo>
                  <a:pt x="1598960" y="844200"/>
                </a:lnTo>
                <a:lnTo>
                  <a:pt x="1605158" y="844200"/>
                </a:lnTo>
                <a:lnTo>
                  <a:pt x="1611355" y="844200"/>
                </a:lnTo>
                <a:lnTo>
                  <a:pt x="1617553" y="844200"/>
                </a:lnTo>
                <a:lnTo>
                  <a:pt x="1623750" y="844200"/>
                </a:lnTo>
                <a:lnTo>
                  <a:pt x="1629948" y="844200"/>
                </a:lnTo>
                <a:lnTo>
                  <a:pt x="1636145" y="844200"/>
                </a:lnTo>
                <a:lnTo>
                  <a:pt x="1642343" y="844200"/>
                </a:lnTo>
                <a:lnTo>
                  <a:pt x="1648540" y="844200"/>
                </a:lnTo>
                <a:lnTo>
                  <a:pt x="1654738" y="844200"/>
                </a:lnTo>
                <a:lnTo>
                  <a:pt x="1660936" y="844200"/>
                </a:lnTo>
                <a:lnTo>
                  <a:pt x="1667133" y="844200"/>
                </a:lnTo>
                <a:lnTo>
                  <a:pt x="1673331" y="844200"/>
                </a:lnTo>
                <a:lnTo>
                  <a:pt x="1679528" y="844200"/>
                </a:lnTo>
                <a:lnTo>
                  <a:pt x="1685726" y="844200"/>
                </a:lnTo>
                <a:lnTo>
                  <a:pt x="1691923" y="844200"/>
                </a:lnTo>
                <a:lnTo>
                  <a:pt x="1698121" y="844200"/>
                </a:lnTo>
                <a:lnTo>
                  <a:pt x="1704318" y="844200"/>
                </a:lnTo>
                <a:lnTo>
                  <a:pt x="1710516" y="844200"/>
                </a:lnTo>
                <a:lnTo>
                  <a:pt x="1716713" y="844200"/>
                </a:lnTo>
                <a:lnTo>
                  <a:pt x="1722911" y="844200"/>
                </a:lnTo>
                <a:lnTo>
                  <a:pt x="1729108" y="844200"/>
                </a:lnTo>
                <a:lnTo>
                  <a:pt x="1735306" y="844200"/>
                </a:lnTo>
                <a:lnTo>
                  <a:pt x="1741503" y="844200"/>
                </a:lnTo>
                <a:lnTo>
                  <a:pt x="1747701" y="844200"/>
                </a:lnTo>
                <a:lnTo>
                  <a:pt x="1753898" y="844200"/>
                </a:lnTo>
                <a:lnTo>
                  <a:pt x="1760096" y="844200"/>
                </a:lnTo>
                <a:lnTo>
                  <a:pt x="1766293" y="844200"/>
                </a:lnTo>
                <a:lnTo>
                  <a:pt x="1772491" y="844200"/>
                </a:lnTo>
                <a:lnTo>
                  <a:pt x="1778688" y="844200"/>
                </a:lnTo>
                <a:lnTo>
                  <a:pt x="1784886" y="844200"/>
                </a:lnTo>
                <a:lnTo>
                  <a:pt x="1791084" y="844200"/>
                </a:lnTo>
                <a:lnTo>
                  <a:pt x="1797281" y="844200"/>
                </a:lnTo>
                <a:lnTo>
                  <a:pt x="1803479" y="844200"/>
                </a:lnTo>
                <a:lnTo>
                  <a:pt x="1809676" y="844200"/>
                </a:lnTo>
                <a:lnTo>
                  <a:pt x="1815874" y="844200"/>
                </a:lnTo>
                <a:lnTo>
                  <a:pt x="1822071" y="844200"/>
                </a:lnTo>
                <a:lnTo>
                  <a:pt x="1828269" y="844200"/>
                </a:lnTo>
                <a:lnTo>
                  <a:pt x="1834466" y="844200"/>
                </a:lnTo>
                <a:lnTo>
                  <a:pt x="1840664" y="844200"/>
                </a:lnTo>
                <a:lnTo>
                  <a:pt x="1846861" y="844200"/>
                </a:lnTo>
                <a:lnTo>
                  <a:pt x="1853059" y="844200"/>
                </a:lnTo>
                <a:lnTo>
                  <a:pt x="1859256" y="844200"/>
                </a:lnTo>
                <a:lnTo>
                  <a:pt x="1865454" y="844200"/>
                </a:lnTo>
                <a:lnTo>
                  <a:pt x="1871651" y="844200"/>
                </a:lnTo>
                <a:lnTo>
                  <a:pt x="1877849" y="844200"/>
                </a:lnTo>
                <a:lnTo>
                  <a:pt x="1884046" y="844200"/>
                </a:lnTo>
                <a:lnTo>
                  <a:pt x="1890244" y="844200"/>
                </a:lnTo>
                <a:lnTo>
                  <a:pt x="1896441" y="844200"/>
                </a:lnTo>
                <a:lnTo>
                  <a:pt x="1902639" y="844200"/>
                </a:lnTo>
                <a:lnTo>
                  <a:pt x="1908836" y="844200"/>
                </a:lnTo>
                <a:lnTo>
                  <a:pt x="1915034" y="844200"/>
                </a:lnTo>
                <a:lnTo>
                  <a:pt x="1921231" y="844200"/>
                </a:lnTo>
                <a:lnTo>
                  <a:pt x="1927429" y="844200"/>
                </a:lnTo>
                <a:lnTo>
                  <a:pt x="1933627" y="844200"/>
                </a:lnTo>
                <a:lnTo>
                  <a:pt x="1939824" y="844200"/>
                </a:lnTo>
                <a:lnTo>
                  <a:pt x="1946022" y="844200"/>
                </a:lnTo>
                <a:lnTo>
                  <a:pt x="1952219" y="844200"/>
                </a:lnTo>
                <a:lnTo>
                  <a:pt x="1958417" y="844200"/>
                </a:lnTo>
                <a:lnTo>
                  <a:pt x="1964614" y="844200"/>
                </a:lnTo>
                <a:lnTo>
                  <a:pt x="1970812" y="844200"/>
                </a:lnTo>
                <a:lnTo>
                  <a:pt x="1977009" y="844200"/>
                </a:lnTo>
                <a:lnTo>
                  <a:pt x="1983207" y="844200"/>
                </a:lnTo>
                <a:lnTo>
                  <a:pt x="1989404" y="844200"/>
                </a:lnTo>
                <a:lnTo>
                  <a:pt x="1995602" y="844200"/>
                </a:lnTo>
                <a:lnTo>
                  <a:pt x="2001799" y="844200"/>
                </a:lnTo>
                <a:lnTo>
                  <a:pt x="2007997" y="844200"/>
                </a:lnTo>
                <a:lnTo>
                  <a:pt x="2014194" y="844200"/>
                </a:lnTo>
                <a:lnTo>
                  <a:pt x="2020392" y="844200"/>
                </a:lnTo>
                <a:lnTo>
                  <a:pt x="2026589" y="844200"/>
                </a:lnTo>
                <a:lnTo>
                  <a:pt x="2032787" y="844200"/>
                </a:lnTo>
                <a:lnTo>
                  <a:pt x="2038984" y="844200"/>
                </a:lnTo>
                <a:lnTo>
                  <a:pt x="2045182" y="844200"/>
                </a:lnTo>
                <a:lnTo>
                  <a:pt x="2051379" y="844200"/>
                </a:lnTo>
                <a:lnTo>
                  <a:pt x="2057577" y="844200"/>
                </a:lnTo>
                <a:lnTo>
                  <a:pt x="2063774" y="844200"/>
                </a:lnTo>
                <a:lnTo>
                  <a:pt x="2069972" y="844200"/>
                </a:lnTo>
                <a:lnTo>
                  <a:pt x="2076170" y="844200"/>
                </a:lnTo>
                <a:lnTo>
                  <a:pt x="2082367" y="844200"/>
                </a:lnTo>
                <a:lnTo>
                  <a:pt x="2088565" y="844200"/>
                </a:lnTo>
                <a:lnTo>
                  <a:pt x="2094762" y="844200"/>
                </a:lnTo>
                <a:lnTo>
                  <a:pt x="2100960" y="844200"/>
                </a:lnTo>
                <a:lnTo>
                  <a:pt x="2107157" y="844200"/>
                </a:lnTo>
                <a:lnTo>
                  <a:pt x="2113355" y="844200"/>
                </a:lnTo>
                <a:lnTo>
                  <a:pt x="2119552" y="844200"/>
                </a:lnTo>
                <a:lnTo>
                  <a:pt x="2125750" y="844200"/>
                </a:lnTo>
                <a:lnTo>
                  <a:pt x="2131947" y="844200"/>
                </a:lnTo>
                <a:lnTo>
                  <a:pt x="2138145" y="844200"/>
                </a:lnTo>
                <a:lnTo>
                  <a:pt x="2144342" y="844200"/>
                </a:lnTo>
                <a:lnTo>
                  <a:pt x="2150540" y="844200"/>
                </a:lnTo>
                <a:lnTo>
                  <a:pt x="2156737" y="844200"/>
                </a:lnTo>
                <a:lnTo>
                  <a:pt x="2162935" y="844200"/>
                </a:lnTo>
                <a:lnTo>
                  <a:pt x="2169132" y="844200"/>
                </a:lnTo>
                <a:lnTo>
                  <a:pt x="2175330" y="844200"/>
                </a:lnTo>
                <a:lnTo>
                  <a:pt x="2181527" y="844200"/>
                </a:lnTo>
                <a:lnTo>
                  <a:pt x="2187725" y="844200"/>
                </a:lnTo>
                <a:lnTo>
                  <a:pt x="2193922" y="844200"/>
                </a:lnTo>
                <a:lnTo>
                  <a:pt x="2200120" y="844200"/>
                </a:lnTo>
                <a:lnTo>
                  <a:pt x="2206318" y="844200"/>
                </a:lnTo>
                <a:lnTo>
                  <a:pt x="2212515" y="844200"/>
                </a:lnTo>
                <a:lnTo>
                  <a:pt x="2218713" y="844200"/>
                </a:lnTo>
                <a:lnTo>
                  <a:pt x="2224910" y="844200"/>
                </a:lnTo>
                <a:lnTo>
                  <a:pt x="2231108" y="844200"/>
                </a:lnTo>
                <a:lnTo>
                  <a:pt x="2237305" y="844200"/>
                </a:lnTo>
                <a:lnTo>
                  <a:pt x="2243503" y="844200"/>
                </a:lnTo>
                <a:lnTo>
                  <a:pt x="2249700" y="844200"/>
                </a:lnTo>
                <a:lnTo>
                  <a:pt x="2255898" y="844200"/>
                </a:lnTo>
                <a:lnTo>
                  <a:pt x="2262095" y="844200"/>
                </a:lnTo>
                <a:lnTo>
                  <a:pt x="2268293" y="844200"/>
                </a:lnTo>
                <a:lnTo>
                  <a:pt x="2274490" y="844200"/>
                </a:lnTo>
                <a:lnTo>
                  <a:pt x="2280688" y="844200"/>
                </a:lnTo>
                <a:lnTo>
                  <a:pt x="2286885" y="844200"/>
                </a:lnTo>
                <a:lnTo>
                  <a:pt x="2293083" y="844200"/>
                </a:lnTo>
                <a:lnTo>
                  <a:pt x="2299280" y="844200"/>
                </a:lnTo>
                <a:lnTo>
                  <a:pt x="2305478" y="844200"/>
                </a:lnTo>
                <a:lnTo>
                  <a:pt x="2311675" y="844200"/>
                </a:lnTo>
                <a:lnTo>
                  <a:pt x="2317873" y="844200"/>
                </a:lnTo>
                <a:lnTo>
                  <a:pt x="2324070" y="844200"/>
                </a:lnTo>
                <a:lnTo>
                  <a:pt x="2330268" y="844200"/>
                </a:lnTo>
                <a:lnTo>
                  <a:pt x="2336465" y="844200"/>
                </a:lnTo>
                <a:lnTo>
                  <a:pt x="2342663" y="844200"/>
                </a:lnTo>
                <a:lnTo>
                  <a:pt x="2348861" y="844200"/>
                </a:lnTo>
                <a:lnTo>
                  <a:pt x="2355058" y="844200"/>
                </a:lnTo>
                <a:lnTo>
                  <a:pt x="2361256" y="844200"/>
                </a:lnTo>
                <a:lnTo>
                  <a:pt x="2367453" y="844200"/>
                </a:lnTo>
                <a:lnTo>
                  <a:pt x="2373651" y="844200"/>
                </a:lnTo>
                <a:lnTo>
                  <a:pt x="2379848" y="844200"/>
                </a:lnTo>
                <a:lnTo>
                  <a:pt x="2386046" y="844200"/>
                </a:lnTo>
                <a:lnTo>
                  <a:pt x="2392243" y="844200"/>
                </a:lnTo>
                <a:lnTo>
                  <a:pt x="2398441" y="844200"/>
                </a:lnTo>
                <a:lnTo>
                  <a:pt x="2404638" y="844200"/>
                </a:lnTo>
                <a:lnTo>
                  <a:pt x="2410836" y="844200"/>
                </a:lnTo>
                <a:lnTo>
                  <a:pt x="2417033" y="844200"/>
                </a:lnTo>
                <a:lnTo>
                  <a:pt x="2423231" y="844200"/>
                </a:lnTo>
                <a:lnTo>
                  <a:pt x="2429428" y="844200"/>
                </a:lnTo>
                <a:lnTo>
                  <a:pt x="2435626" y="844200"/>
                </a:lnTo>
                <a:lnTo>
                  <a:pt x="2441823" y="844200"/>
                </a:lnTo>
                <a:lnTo>
                  <a:pt x="2448021" y="844200"/>
                </a:lnTo>
                <a:lnTo>
                  <a:pt x="2454218" y="844200"/>
                </a:lnTo>
                <a:lnTo>
                  <a:pt x="2460416" y="844200"/>
                </a:lnTo>
                <a:lnTo>
                  <a:pt x="2466613" y="844200"/>
                </a:lnTo>
                <a:lnTo>
                  <a:pt x="2472811" y="844200"/>
                </a:lnTo>
                <a:lnTo>
                  <a:pt x="2479009" y="844200"/>
                </a:lnTo>
                <a:lnTo>
                  <a:pt x="2485206" y="844200"/>
                </a:lnTo>
                <a:lnTo>
                  <a:pt x="2491404" y="844200"/>
                </a:lnTo>
                <a:lnTo>
                  <a:pt x="2497601" y="844200"/>
                </a:lnTo>
                <a:lnTo>
                  <a:pt x="2503799" y="844200"/>
                </a:lnTo>
                <a:lnTo>
                  <a:pt x="2509996" y="844200"/>
                </a:lnTo>
                <a:lnTo>
                  <a:pt x="2516194" y="844200"/>
                </a:lnTo>
                <a:lnTo>
                  <a:pt x="2522391" y="844200"/>
                </a:lnTo>
                <a:lnTo>
                  <a:pt x="2528589" y="844200"/>
                </a:lnTo>
                <a:lnTo>
                  <a:pt x="2534786" y="844200"/>
                </a:lnTo>
                <a:lnTo>
                  <a:pt x="2540984" y="844200"/>
                </a:lnTo>
                <a:lnTo>
                  <a:pt x="2547181" y="844200"/>
                </a:lnTo>
                <a:lnTo>
                  <a:pt x="2553379" y="844200"/>
                </a:lnTo>
                <a:lnTo>
                  <a:pt x="2559576" y="844200"/>
                </a:lnTo>
                <a:lnTo>
                  <a:pt x="2565774" y="844200"/>
                </a:lnTo>
                <a:lnTo>
                  <a:pt x="2571971" y="844200"/>
                </a:lnTo>
                <a:lnTo>
                  <a:pt x="2578169" y="844200"/>
                </a:lnTo>
                <a:lnTo>
                  <a:pt x="2584366" y="844200"/>
                </a:lnTo>
                <a:lnTo>
                  <a:pt x="2590564" y="844200"/>
                </a:lnTo>
                <a:lnTo>
                  <a:pt x="2596761" y="844200"/>
                </a:lnTo>
                <a:lnTo>
                  <a:pt x="2602959" y="844200"/>
                </a:lnTo>
                <a:lnTo>
                  <a:pt x="2609156" y="844200"/>
                </a:lnTo>
                <a:lnTo>
                  <a:pt x="2615354" y="844200"/>
                </a:lnTo>
                <a:lnTo>
                  <a:pt x="2621552" y="844200"/>
                </a:lnTo>
                <a:lnTo>
                  <a:pt x="2627749" y="844200"/>
                </a:lnTo>
                <a:lnTo>
                  <a:pt x="2633947" y="844200"/>
                </a:lnTo>
                <a:lnTo>
                  <a:pt x="2640144" y="844200"/>
                </a:lnTo>
                <a:lnTo>
                  <a:pt x="2646342" y="844200"/>
                </a:lnTo>
                <a:lnTo>
                  <a:pt x="2652539" y="844200"/>
                </a:lnTo>
                <a:lnTo>
                  <a:pt x="2658737" y="844200"/>
                </a:lnTo>
                <a:lnTo>
                  <a:pt x="2664934" y="844200"/>
                </a:lnTo>
                <a:lnTo>
                  <a:pt x="2671132" y="844200"/>
                </a:lnTo>
                <a:lnTo>
                  <a:pt x="2677329" y="844200"/>
                </a:lnTo>
                <a:lnTo>
                  <a:pt x="2683527" y="844200"/>
                </a:lnTo>
                <a:lnTo>
                  <a:pt x="2689724" y="844200"/>
                </a:lnTo>
                <a:lnTo>
                  <a:pt x="2695922" y="844200"/>
                </a:lnTo>
                <a:lnTo>
                  <a:pt x="2702119" y="844200"/>
                </a:lnTo>
                <a:lnTo>
                  <a:pt x="2708317" y="844200"/>
                </a:lnTo>
                <a:lnTo>
                  <a:pt x="2714514" y="844200"/>
                </a:lnTo>
                <a:lnTo>
                  <a:pt x="2720712" y="844200"/>
                </a:lnTo>
                <a:lnTo>
                  <a:pt x="2726909" y="844200"/>
                </a:lnTo>
                <a:lnTo>
                  <a:pt x="2733107" y="844200"/>
                </a:lnTo>
                <a:lnTo>
                  <a:pt x="2739304" y="844200"/>
                </a:lnTo>
                <a:lnTo>
                  <a:pt x="2745502" y="844200"/>
                </a:lnTo>
                <a:lnTo>
                  <a:pt x="2751699" y="844200"/>
                </a:lnTo>
                <a:lnTo>
                  <a:pt x="2757897" y="844200"/>
                </a:lnTo>
                <a:lnTo>
                  <a:pt x="2764095" y="844200"/>
                </a:lnTo>
                <a:lnTo>
                  <a:pt x="2770292" y="844200"/>
                </a:lnTo>
                <a:lnTo>
                  <a:pt x="2776490" y="844200"/>
                </a:lnTo>
                <a:lnTo>
                  <a:pt x="2782687" y="844200"/>
                </a:lnTo>
                <a:lnTo>
                  <a:pt x="2788885" y="844200"/>
                </a:lnTo>
                <a:lnTo>
                  <a:pt x="2795082" y="844200"/>
                </a:lnTo>
                <a:lnTo>
                  <a:pt x="2801280" y="844200"/>
                </a:lnTo>
                <a:lnTo>
                  <a:pt x="2807477" y="844200"/>
                </a:lnTo>
                <a:lnTo>
                  <a:pt x="2813675" y="844200"/>
                </a:lnTo>
                <a:lnTo>
                  <a:pt x="2819872" y="844200"/>
                </a:lnTo>
                <a:lnTo>
                  <a:pt x="2826070" y="844200"/>
                </a:lnTo>
                <a:lnTo>
                  <a:pt x="2832267" y="844200"/>
                </a:lnTo>
                <a:lnTo>
                  <a:pt x="2838465" y="844200"/>
                </a:lnTo>
                <a:lnTo>
                  <a:pt x="2844662" y="844200"/>
                </a:lnTo>
                <a:lnTo>
                  <a:pt x="2850860" y="844200"/>
                </a:lnTo>
                <a:lnTo>
                  <a:pt x="2857057" y="844200"/>
                </a:lnTo>
                <a:lnTo>
                  <a:pt x="2863255" y="844200"/>
                </a:lnTo>
                <a:lnTo>
                  <a:pt x="2869452" y="844200"/>
                </a:lnTo>
                <a:lnTo>
                  <a:pt x="2875650" y="844200"/>
                </a:lnTo>
                <a:lnTo>
                  <a:pt x="2881847" y="844200"/>
                </a:lnTo>
                <a:lnTo>
                  <a:pt x="2888045" y="844200"/>
                </a:lnTo>
                <a:lnTo>
                  <a:pt x="2894243" y="844200"/>
                </a:lnTo>
                <a:lnTo>
                  <a:pt x="2900440" y="844200"/>
                </a:lnTo>
                <a:lnTo>
                  <a:pt x="2906638" y="844200"/>
                </a:lnTo>
                <a:lnTo>
                  <a:pt x="2912835" y="844200"/>
                </a:lnTo>
                <a:lnTo>
                  <a:pt x="2919033" y="844200"/>
                </a:lnTo>
                <a:lnTo>
                  <a:pt x="2925230" y="844200"/>
                </a:lnTo>
                <a:lnTo>
                  <a:pt x="2931428" y="844200"/>
                </a:lnTo>
                <a:lnTo>
                  <a:pt x="2937625" y="844200"/>
                </a:lnTo>
                <a:lnTo>
                  <a:pt x="2943823" y="844200"/>
                </a:lnTo>
                <a:lnTo>
                  <a:pt x="2950020" y="844200"/>
                </a:lnTo>
                <a:lnTo>
                  <a:pt x="2956218" y="844200"/>
                </a:lnTo>
                <a:lnTo>
                  <a:pt x="2962415" y="844200"/>
                </a:lnTo>
                <a:lnTo>
                  <a:pt x="2968613" y="844200"/>
                </a:lnTo>
                <a:lnTo>
                  <a:pt x="2974810" y="844200"/>
                </a:lnTo>
                <a:lnTo>
                  <a:pt x="2981008" y="844200"/>
                </a:lnTo>
                <a:lnTo>
                  <a:pt x="2987205" y="844200"/>
                </a:lnTo>
                <a:lnTo>
                  <a:pt x="2993403" y="844200"/>
                </a:lnTo>
                <a:lnTo>
                  <a:pt x="2999600" y="844200"/>
                </a:lnTo>
                <a:lnTo>
                  <a:pt x="3005798" y="844200"/>
                </a:lnTo>
                <a:lnTo>
                  <a:pt x="3011995" y="844200"/>
                </a:lnTo>
                <a:lnTo>
                  <a:pt x="3018193" y="844200"/>
                </a:lnTo>
                <a:lnTo>
                  <a:pt x="3024390" y="844200"/>
                </a:lnTo>
                <a:lnTo>
                  <a:pt x="3030588" y="844200"/>
                </a:lnTo>
                <a:lnTo>
                  <a:pt x="3036786" y="844200"/>
                </a:lnTo>
                <a:lnTo>
                  <a:pt x="3042983" y="844200"/>
                </a:lnTo>
                <a:lnTo>
                  <a:pt x="3049181" y="844200"/>
                </a:lnTo>
                <a:lnTo>
                  <a:pt x="3055378" y="844200"/>
                </a:lnTo>
                <a:lnTo>
                  <a:pt x="3061576" y="844200"/>
                </a:lnTo>
                <a:lnTo>
                  <a:pt x="3067773" y="844200"/>
                </a:lnTo>
                <a:lnTo>
                  <a:pt x="3073971" y="844200"/>
                </a:lnTo>
                <a:lnTo>
                  <a:pt x="3080168" y="844200"/>
                </a:lnTo>
                <a:lnTo>
                  <a:pt x="3086366" y="844200"/>
                </a:lnTo>
                <a:lnTo>
                  <a:pt x="3092563" y="844200"/>
                </a:lnTo>
                <a:lnTo>
                  <a:pt x="3098761" y="844200"/>
                </a:lnTo>
                <a:lnTo>
                  <a:pt x="3104958" y="844200"/>
                </a:lnTo>
                <a:lnTo>
                  <a:pt x="3111156" y="844200"/>
                </a:lnTo>
                <a:lnTo>
                  <a:pt x="3117353" y="844200"/>
                </a:lnTo>
                <a:lnTo>
                  <a:pt x="3123551" y="844200"/>
                </a:lnTo>
                <a:lnTo>
                  <a:pt x="3129748" y="844200"/>
                </a:lnTo>
                <a:lnTo>
                  <a:pt x="3135946" y="844200"/>
                </a:lnTo>
                <a:lnTo>
                  <a:pt x="3142143" y="844200"/>
                </a:lnTo>
                <a:lnTo>
                  <a:pt x="3148341" y="844200"/>
                </a:lnTo>
                <a:lnTo>
                  <a:pt x="3154538" y="844200"/>
                </a:lnTo>
                <a:lnTo>
                  <a:pt x="3160736" y="844200"/>
                </a:lnTo>
                <a:lnTo>
                  <a:pt x="3166933" y="844200"/>
                </a:lnTo>
              </a:path>
            </a:pathLst>
          </a:custGeom>
          <a:ln w="27101" cap="flat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2" name="pg10">
            <a:extLst>
              <a:ext uri="{FF2B5EF4-FFF2-40B4-BE49-F238E27FC236}">
                <a16:creationId xmlns:a16="http://schemas.microsoft.com/office/drawing/2014/main" id="{2ED00570-27C5-6EBD-63E8-FE4B102CDCA3}"/>
              </a:ext>
            </a:extLst>
          </p:cNvPr>
          <p:cNvSpPr/>
          <p:nvPr/>
        </p:nvSpPr>
        <p:spPr>
          <a:xfrm>
            <a:off x="6365365" y="1395486"/>
            <a:ext cx="2412901" cy="116485"/>
          </a:xfrm>
          <a:custGeom>
            <a:avLst/>
            <a:gdLst/>
            <a:ahLst/>
            <a:cxnLst/>
            <a:rect l="0" t="0" r="0" b="0"/>
            <a:pathLst>
              <a:path w="3166933" h="152887">
                <a:moveTo>
                  <a:pt x="0" y="152887"/>
                </a:moveTo>
                <a:lnTo>
                  <a:pt x="6197" y="152887"/>
                </a:lnTo>
                <a:lnTo>
                  <a:pt x="12395" y="152887"/>
                </a:lnTo>
                <a:lnTo>
                  <a:pt x="18592" y="152887"/>
                </a:lnTo>
                <a:lnTo>
                  <a:pt x="24790" y="152887"/>
                </a:lnTo>
                <a:lnTo>
                  <a:pt x="30987" y="152887"/>
                </a:lnTo>
                <a:lnTo>
                  <a:pt x="37185" y="152887"/>
                </a:lnTo>
                <a:lnTo>
                  <a:pt x="43382" y="152887"/>
                </a:lnTo>
                <a:lnTo>
                  <a:pt x="49580" y="152887"/>
                </a:lnTo>
                <a:lnTo>
                  <a:pt x="55777" y="152886"/>
                </a:lnTo>
                <a:lnTo>
                  <a:pt x="61975" y="152884"/>
                </a:lnTo>
                <a:lnTo>
                  <a:pt x="68172" y="152880"/>
                </a:lnTo>
                <a:lnTo>
                  <a:pt x="74370" y="152874"/>
                </a:lnTo>
                <a:lnTo>
                  <a:pt x="80567" y="152863"/>
                </a:lnTo>
                <a:lnTo>
                  <a:pt x="86765" y="152845"/>
                </a:lnTo>
                <a:lnTo>
                  <a:pt x="92962" y="152820"/>
                </a:lnTo>
                <a:lnTo>
                  <a:pt x="99160" y="152786"/>
                </a:lnTo>
                <a:lnTo>
                  <a:pt x="105357" y="152743"/>
                </a:lnTo>
                <a:lnTo>
                  <a:pt x="111555" y="152693"/>
                </a:lnTo>
                <a:lnTo>
                  <a:pt x="117752" y="152641"/>
                </a:lnTo>
                <a:lnTo>
                  <a:pt x="123950" y="152592"/>
                </a:lnTo>
                <a:lnTo>
                  <a:pt x="130147" y="152553"/>
                </a:lnTo>
                <a:lnTo>
                  <a:pt x="136345" y="152529"/>
                </a:lnTo>
                <a:lnTo>
                  <a:pt x="142543" y="152524"/>
                </a:lnTo>
                <a:lnTo>
                  <a:pt x="148740" y="152540"/>
                </a:lnTo>
                <a:lnTo>
                  <a:pt x="154938" y="152573"/>
                </a:lnTo>
                <a:lnTo>
                  <a:pt x="161135" y="152618"/>
                </a:lnTo>
                <a:lnTo>
                  <a:pt x="167333" y="152670"/>
                </a:lnTo>
                <a:lnTo>
                  <a:pt x="173530" y="152721"/>
                </a:lnTo>
                <a:lnTo>
                  <a:pt x="179728" y="152764"/>
                </a:lnTo>
                <a:lnTo>
                  <a:pt x="185925" y="152797"/>
                </a:lnTo>
                <a:lnTo>
                  <a:pt x="192123" y="152817"/>
                </a:lnTo>
                <a:lnTo>
                  <a:pt x="198320" y="152824"/>
                </a:lnTo>
                <a:lnTo>
                  <a:pt x="204518" y="152817"/>
                </a:lnTo>
                <a:lnTo>
                  <a:pt x="210715" y="152796"/>
                </a:lnTo>
                <a:lnTo>
                  <a:pt x="216913" y="152763"/>
                </a:lnTo>
                <a:lnTo>
                  <a:pt x="223110" y="152721"/>
                </a:lnTo>
                <a:lnTo>
                  <a:pt x="229308" y="152672"/>
                </a:lnTo>
                <a:lnTo>
                  <a:pt x="235505" y="152621"/>
                </a:lnTo>
                <a:lnTo>
                  <a:pt x="241703" y="152576"/>
                </a:lnTo>
                <a:lnTo>
                  <a:pt x="247900" y="152543"/>
                </a:lnTo>
                <a:lnTo>
                  <a:pt x="254098" y="152527"/>
                </a:lnTo>
                <a:lnTo>
                  <a:pt x="260295" y="152530"/>
                </a:lnTo>
                <a:lnTo>
                  <a:pt x="266493" y="152552"/>
                </a:lnTo>
                <a:lnTo>
                  <a:pt x="272690" y="152591"/>
                </a:lnTo>
                <a:lnTo>
                  <a:pt x="278888" y="152640"/>
                </a:lnTo>
                <a:lnTo>
                  <a:pt x="285086" y="152692"/>
                </a:lnTo>
                <a:lnTo>
                  <a:pt x="291283" y="152740"/>
                </a:lnTo>
                <a:lnTo>
                  <a:pt x="297481" y="152782"/>
                </a:lnTo>
                <a:lnTo>
                  <a:pt x="303678" y="152815"/>
                </a:lnTo>
                <a:lnTo>
                  <a:pt x="309876" y="152838"/>
                </a:lnTo>
                <a:lnTo>
                  <a:pt x="316073" y="152850"/>
                </a:lnTo>
                <a:lnTo>
                  <a:pt x="322271" y="152853"/>
                </a:lnTo>
                <a:lnTo>
                  <a:pt x="328468" y="152846"/>
                </a:lnTo>
                <a:lnTo>
                  <a:pt x="334666" y="152829"/>
                </a:lnTo>
                <a:lnTo>
                  <a:pt x="340863" y="152802"/>
                </a:lnTo>
                <a:lnTo>
                  <a:pt x="347061" y="152765"/>
                </a:lnTo>
                <a:lnTo>
                  <a:pt x="353258" y="152719"/>
                </a:lnTo>
                <a:lnTo>
                  <a:pt x="359456" y="152668"/>
                </a:lnTo>
                <a:lnTo>
                  <a:pt x="365653" y="152616"/>
                </a:lnTo>
                <a:lnTo>
                  <a:pt x="371851" y="152570"/>
                </a:lnTo>
                <a:lnTo>
                  <a:pt x="378048" y="152538"/>
                </a:lnTo>
                <a:lnTo>
                  <a:pt x="384246" y="152524"/>
                </a:lnTo>
                <a:lnTo>
                  <a:pt x="390443" y="152530"/>
                </a:lnTo>
                <a:lnTo>
                  <a:pt x="396641" y="152555"/>
                </a:lnTo>
                <a:lnTo>
                  <a:pt x="402838" y="152595"/>
                </a:lnTo>
                <a:lnTo>
                  <a:pt x="409036" y="152645"/>
                </a:lnTo>
                <a:lnTo>
                  <a:pt x="415234" y="152696"/>
                </a:lnTo>
                <a:lnTo>
                  <a:pt x="421431" y="152745"/>
                </a:lnTo>
                <a:lnTo>
                  <a:pt x="427629" y="152788"/>
                </a:lnTo>
                <a:lnTo>
                  <a:pt x="433826" y="152821"/>
                </a:lnTo>
                <a:lnTo>
                  <a:pt x="440024" y="152846"/>
                </a:lnTo>
                <a:lnTo>
                  <a:pt x="446221" y="152863"/>
                </a:lnTo>
                <a:lnTo>
                  <a:pt x="452419" y="152874"/>
                </a:lnTo>
                <a:lnTo>
                  <a:pt x="458616" y="152880"/>
                </a:lnTo>
                <a:lnTo>
                  <a:pt x="464814" y="152884"/>
                </a:lnTo>
                <a:lnTo>
                  <a:pt x="471011" y="152886"/>
                </a:lnTo>
                <a:lnTo>
                  <a:pt x="477209" y="152887"/>
                </a:lnTo>
                <a:lnTo>
                  <a:pt x="483406" y="152887"/>
                </a:lnTo>
                <a:lnTo>
                  <a:pt x="489604" y="152887"/>
                </a:lnTo>
                <a:lnTo>
                  <a:pt x="495801" y="152887"/>
                </a:lnTo>
                <a:lnTo>
                  <a:pt x="501999" y="152887"/>
                </a:lnTo>
                <a:lnTo>
                  <a:pt x="508196" y="152887"/>
                </a:lnTo>
                <a:lnTo>
                  <a:pt x="514394" y="152887"/>
                </a:lnTo>
                <a:lnTo>
                  <a:pt x="520591" y="152886"/>
                </a:lnTo>
                <a:lnTo>
                  <a:pt x="526789" y="152884"/>
                </a:lnTo>
                <a:lnTo>
                  <a:pt x="532986" y="152880"/>
                </a:lnTo>
                <a:lnTo>
                  <a:pt x="539184" y="152873"/>
                </a:lnTo>
                <a:lnTo>
                  <a:pt x="545381" y="152862"/>
                </a:lnTo>
                <a:lnTo>
                  <a:pt x="551579" y="152843"/>
                </a:lnTo>
                <a:lnTo>
                  <a:pt x="557777" y="152813"/>
                </a:lnTo>
                <a:lnTo>
                  <a:pt x="563974" y="152771"/>
                </a:lnTo>
                <a:lnTo>
                  <a:pt x="570172" y="152714"/>
                </a:lnTo>
                <a:lnTo>
                  <a:pt x="576369" y="152640"/>
                </a:lnTo>
                <a:lnTo>
                  <a:pt x="582567" y="152554"/>
                </a:lnTo>
                <a:lnTo>
                  <a:pt x="588764" y="152460"/>
                </a:lnTo>
                <a:lnTo>
                  <a:pt x="594962" y="152367"/>
                </a:lnTo>
                <a:lnTo>
                  <a:pt x="601159" y="152287"/>
                </a:lnTo>
                <a:lnTo>
                  <a:pt x="607357" y="152228"/>
                </a:lnTo>
                <a:lnTo>
                  <a:pt x="613554" y="152200"/>
                </a:lnTo>
                <a:lnTo>
                  <a:pt x="619752" y="152205"/>
                </a:lnTo>
                <a:lnTo>
                  <a:pt x="625949" y="152242"/>
                </a:lnTo>
                <a:lnTo>
                  <a:pt x="632147" y="152307"/>
                </a:lnTo>
                <a:lnTo>
                  <a:pt x="638344" y="152388"/>
                </a:lnTo>
                <a:lnTo>
                  <a:pt x="644542" y="152475"/>
                </a:lnTo>
                <a:lnTo>
                  <a:pt x="650739" y="152555"/>
                </a:lnTo>
                <a:lnTo>
                  <a:pt x="656937" y="152621"/>
                </a:lnTo>
                <a:lnTo>
                  <a:pt x="663134" y="152664"/>
                </a:lnTo>
                <a:lnTo>
                  <a:pt x="669332" y="152681"/>
                </a:lnTo>
                <a:lnTo>
                  <a:pt x="675529" y="152673"/>
                </a:lnTo>
                <a:lnTo>
                  <a:pt x="681727" y="152642"/>
                </a:lnTo>
                <a:lnTo>
                  <a:pt x="687924" y="152596"/>
                </a:lnTo>
                <a:lnTo>
                  <a:pt x="694122" y="152541"/>
                </a:lnTo>
                <a:lnTo>
                  <a:pt x="700320" y="152484"/>
                </a:lnTo>
                <a:lnTo>
                  <a:pt x="706517" y="152431"/>
                </a:lnTo>
                <a:lnTo>
                  <a:pt x="712715" y="152387"/>
                </a:lnTo>
                <a:lnTo>
                  <a:pt x="718912" y="152355"/>
                </a:lnTo>
                <a:lnTo>
                  <a:pt x="725110" y="152337"/>
                </a:lnTo>
                <a:lnTo>
                  <a:pt x="731307" y="152333"/>
                </a:lnTo>
                <a:lnTo>
                  <a:pt x="737505" y="152343"/>
                </a:lnTo>
                <a:lnTo>
                  <a:pt x="743702" y="152368"/>
                </a:lnTo>
                <a:lnTo>
                  <a:pt x="749900" y="152406"/>
                </a:lnTo>
                <a:lnTo>
                  <a:pt x="756097" y="152457"/>
                </a:lnTo>
                <a:lnTo>
                  <a:pt x="762295" y="152517"/>
                </a:lnTo>
                <a:lnTo>
                  <a:pt x="768492" y="152581"/>
                </a:lnTo>
                <a:lnTo>
                  <a:pt x="774690" y="152647"/>
                </a:lnTo>
                <a:lnTo>
                  <a:pt x="780887" y="152707"/>
                </a:lnTo>
                <a:lnTo>
                  <a:pt x="787085" y="152758"/>
                </a:lnTo>
                <a:lnTo>
                  <a:pt x="793282" y="152800"/>
                </a:lnTo>
                <a:lnTo>
                  <a:pt x="799480" y="152831"/>
                </a:lnTo>
                <a:lnTo>
                  <a:pt x="805677" y="152853"/>
                </a:lnTo>
                <a:lnTo>
                  <a:pt x="811875" y="152867"/>
                </a:lnTo>
                <a:lnTo>
                  <a:pt x="818072" y="152876"/>
                </a:lnTo>
                <a:lnTo>
                  <a:pt x="824270" y="152882"/>
                </a:lnTo>
                <a:lnTo>
                  <a:pt x="830468" y="152885"/>
                </a:lnTo>
                <a:lnTo>
                  <a:pt x="836665" y="152886"/>
                </a:lnTo>
                <a:lnTo>
                  <a:pt x="842863" y="152887"/>
                </a:lnTo>
                <a:lnTo>
                  <a:pt x="849060" y="152886"/>
                </a:lnTo>
                <a:lnTo>
                  <a:pt x="855258" y="152886"/>
                </a:lnTo>
                <a:lnTo>
                  <a:pt x="861455" y="152884"/>
                </a:lnTo>
                <a:lnTo>
                  <a:pt x="867653" y="152880"/>
                </a:lnTo>
                <a:lnTo>
                  <a:pt x="873850" y="152874"/>
                </a:lnTo>
                <a:lnTo>
                  <a:pt x="880048" y="152863"/>
                </a:lnTo>
                <a:lnTo>
                  <a:pt x="886245" y="152846"/>
                </a:lnTo>
                <a:lnTo>
                  <a:pt x="892443" y="152822"/>
                </a:lnTo>
                <a:lnTo>
                  <a:pt x="898640" y="152788"/>
                </a:lnTo>
                <a:lnTo>
                  <a:pt x="904838" y="152746"/>
                </a:lnTo>
                <a:lnTo>
                  <a:pt x="911035" y="152696"/>
                </a:lnTo>
                <a:lnTo>
                  <a:pt x="917233" y="152645"/>
                </a:lnTo>
                <a:lnTo>
                  <a:pt x="923430" y="152596"/>
                </a:lnTo>
                <a:lnTo>
                  <a:pt x="929628" y="152556"/>
                </a:lnTo>
                <a:lnTo>
                  <a:pt x="935825" y="152531"/>
                </a:lnTo>
                <a:lnTo>
                  <a:pt x="942023" y="152526"/>
                </a:lnTo>
                <a:lnTo>
                  <a:pt x="948220" y="152540"/>
                </a:lnTo>
                <a:lnTo>
                  <a:pt x="954418" y="152572"/>
                </a:lnTo>
                <a:lnTo>
                  <a:pt x="960615" y="152616"/>
                </a:lnTo>
                <a:lnTo>
                  <a:pt x="966813" y="152668"/>
                </a:lnTo>
                <a:lnTo>
                  <a:pt x="973011" y="152719"/>
                </a:lnTo>
                <a:lnTo>
                  <a:pt x="979208" y="152766"/>
                </a:lnTo>
                <a:lnTo>
                  <a:pt x="985406" y="152804"/>
                </a:lnTo>
                <a:lnTo>
                  <a:pt x="991603" y="152833"/>
                </a:lnTo>
                <a:lnTo>
                  <a:pt x="997801" y="152854"/>
                </a:lnTo>
                <a:lnTo>
                  <a:pt x="1003998" y="152867"/>
                </a:lnTo>
                <a:lnTo>
                  <a:pt x="1010196" y="152874"/>
                </a:lnTo>
                <a:lnTo>
                  <a:pt x="1016393" y="152877"/>
                </a:lnTo>
                <a:lnTo>
                  <a:pt x="1022591" y="152875"/>
                </a:lnTo>
                <a:lnTo>
                  <a:pt x="1028788" y="152868"/>
                </a:lnTo>
                <a:lnTo>
                  <a:pt x="1034986" y="152856"/>
                </a:lnTo>
                <a:lnTo>
                  <a:pt x="1041183" y="152836"/>
                </a:lnTo>
                <a:lnTo>
                  <a:pt x="1047381" y="152808"/>
                </a:lnTo>
                <a:lnTo>
                  <a:pt x="1053578" y="152771"/>
                </a:lnTo>
                <a:lnTo>
                  <a:pt x="1059776" y="152726"/>
                </a:lnTo>
                <a:lnTo>
                  <a:pt x="1065973" y="152675"/>
                </a:lnTo>
                <a:lnTo>
                  <a:pt x="1072171" y="152623"/>
                </a:lnTo>
                <a:lnTo>
                  <a:pt x="1078368" y="152575"/>
                </a:lnTo>
                <a:lnTo>
                  <a:pt x="1084566" y="152538"/>
                </a:lnTo>
                <a:lnTo>
                  <a:pt x="1090763" y="152517"/>
                </a:lnTo>
                <a:lnTo>
                  <a:pt x="1096961" y="152511"/>
                </a:lnTo>
                <a:lnTo>
                  <a:pt x="1103159" y="152517"/>
                </a:lnTo>
                <a:lnTo>
                  <a:pt x="1109356" y="152526"/>
                </a:lnTo>
                <a:lnTo>
                  <a:pt x="1115554" y="152527"/>
                </a:lnTo>
                <a:lnTo>
                  <a:pt x="1121751" y="152505"/>
                </a:lnTo>
                <a:lnTo>
                  <a:pt x="1127949" y="152447"/>
                </a:lnTo>
                <a:lnTo>
                  <a:pt x="1134146" y="152339"/>
                </a:lnTo>
                <a:lnTo>
                  <a:pt x="1140344" y="152170"/>
                </a:lnTo>
                <a:lnTo>
                  <a:pt x="1146541" y="151931"/>
                </a:lnTo>
                <a:lnTo>
                  <a:pt x="1152739" y="151616"/>
                </a:lnTo>
                <a:lnTo>
                  <a:pt x="1158936" y="151218"/>
                </a:lnTo>
                <a:lnTo>
                  <a:pt x="1165134" y="150729"/>
                </a:lnTo>
                <a:lnTo>
                  <a:pt x="1171331" y="150136"/>
                </a:lnTo>
                <a:lnTo>
                  <a:pt x="1177529" y="149416"/>
                </a:lnTo>
                <a:lnTo>
                  <a:pt x="1183726" y="148530"/>
                </a:lnTo>
                <a:lnTo>
                  <a:pt x="1189924" y="147437"/>
                </a:lnTo>
                <a:lnTo>
                  <a:pt x="1196121" y="146086"/>
                </a:lnTo>
                <a:lnTo>
                  <a:pt x="1202319" y="144417"/>
                </a:lnTo>
                <a:lnTo>
                  <a:pt x="1208516" y="142364"/>
                </a:lnTo>
                <a:lnTo>
                  <a:pt x="1214714" y="139856"/>
                </a:lnTo>
                <a:lnTo>
                  <a:pt x="1220911" y="136817"/>
                </a:lnTo>
                <a:lnTo>
                  <a:pt x="1227109" y="133171"/>
                </a:lnTo>
                <a:lnTo>
                  <a:pt x="1233306" y="128845"/>
                </a:lnTo>
                <a:lnTo>
                  <a:pt x="1239504" y="123776"/>
                </a:lnTo>
                <a:lnTo>
                  <a:pt x="1245702" y="117925"/>
                </a:lnTo>
                <a:lnTo>
                  <a:pt x="1251899" y="111286"/>
                </a:lnTo>
                <a:lnTo>
                  <a:pt x="1258097" y="103903"/>
                </a:lnTo>
                <a:lnTo>
                  <a:pt x="1264294" y="95872"/>
                </a:lnTo>
                <a:lnTo>
                  <a:pt x="1270492" y="87343"/>
                </a:lnTo>
                <a:lnTo>
                  <a:pt x="1276689" y="78512"/>
                </a:lnTo>
                <a:lnTo>
                  <a:pt x="1282887" y="69597"/>
                </a:lnTo>
                <a:lnTo>
                  <a:pt x="1289084" y="60828"/>
                </a:lnTo>
                <a:lnTo>
                  <a:pt x="1295282" y="52375"/>
                </a:lnTo>
                <a:lnTo>
                  <a:pt x="1301479" y="44348"/>
                </a:lnTo>
                <a:lnTo>
                  <a:pt x="1307677" y="36804"/>
                </a:lnTo>
                <a:lnTo>
                  <a:pt x="1313874" y="29764"/>
                </a:lnTo>
                <a:lnTo>
                  <a:pt x="1320072" y="23235"/>
                </a:lnTo>
                <a:lnTo>
                  <a:pt x="1326269" y="17248"/>
                </a:lnTo>
                <a:lnTo>
                  <a:pt x="1332467" y="11876"/>
                </a:lnTo>
                <a:lnTo>
                  <a:pt x="1338664" y="7257"/>
                </a:lnTo>
                <a:lnTo>
                  <a:pt x="1344862" y="3584"/>
                </a:lnTo>
                <a:lnTo>
                  <a:pt x="1351059" y="1086"/>
                </a:lnTo>
                <a:lnTo>
                  <a:pt x="1357257" y="0"/>
                </a:lnTo>
                <a:lnTo>
                  <a:pt x="1363454" y="525"/>
                </a:lnTo>
                <a:lnTo>
                  <a:pt x="1369652" y="2797"/>
                </a:lnTo>
                <a:lnTo>
                  <a:pt x="1375849" y="6853"/>
                </a:lnTo>
                <a:lnTo>
                  <a:pt x="1382047" y="12643"/>
                </a:lnTo>
                <a:lnTo>
                  <a:pt x="1388245" y="20067"/>
                </a:lnTo>
                <a:lnTo>
                  <a:pt x="1394442" y="28754"/>
                </a:lnTo>
                <a:lnTo>
                  <a:pt x="1400640" y="38384"/>
                </a:lnTo>
                <a:lnTo>
                  <a:pt x="1406837" y="48612"/>
                </a:lnTo>
                <a:lnTo>
                  <a:pt x="1413035" y="59088"/>
                </a:lnTo>
                <a:lnTo>
                  <a:pt x="1419232" y="69490"/>
                </a:lnTo>
                <a:lnTo>
                  <a:pt x="1425430" y="79543"/>
                </a:lnTo>
                <a:lnTo>
                  <a:pt x="1431627" y="89033"/>
                </a:lnTo>
                <a:lnTo>
                  <a:pt x="1437825" y="97816"/>
                </a:lnTo>
                <a:lnTo>
                  <a:pt x="1444022" y="105811"/>
                </a:lnTo>
                <a:lnTo>
                  <a:pt x="1450220" y="112989"/>
                </a:lnTo>
                <a:lnTo>
                  <a:pt x="1456417" y="119359"/>
                </a:lnTo>
                <a:lnTo>
                  <a:pt x="1462615" y="124955"/>
                </a:lnTo>
                <a:lnTo>
                  <a:pt x="1468812" y="129819"/>
                </a:lnTo>
                <a:lnTo>
                  <a:pt x="1475010" y="134000"/>
                </a:lnTo>
                <a:lnTo>
                  <a:pt x="1481207" y="137550"/>
                </a:lnTo>
                <a:lnTo>
                  <a:pt x="1487405" y="140499"/>
                </a:lnTo>
                <a:lnTo>
                  <a:pt x="1493602" y="142942"/>
                </a:lnTo>
                <a:lnTo>
                  <a:pt x="1499800" y="144957"/>
                </a:lnTo>
                <a:lnTo>
                  <a:pt x="1505997" y="146611"/>
                </a:lnTo>
                <a:lnTo>
                  <a:pt x="1512195" y="147969"/>
                </a:lnTo>
                <a:lnTo>
                  <a:pt x="1518393" y="149084"/>
                </a:lnTo>
                <a:lnTo>
                  <a:pt x="1524590" y="149998"/>
                </a:lnTo>
                <a:lnTo>
                  <a:pt x="1530788" y="150740"/>
                </a:lnTo>
                <a:lnTo>
                  <a:pt x="1536985" y="151335"/>
                </a:lnTo>
                <a:lnTo>
                  <a:pt x="1543183" y="151801"/>
                </a:lnTo>
                <a:lnTo>
                  <a:pt x="1549380" y="152154"/>
                </a:lnTo>
                <a:lnTo>
                  <a:pt x="1555578" y="152412"/>
                </a:lnTo>
                <a:lnTo>
                  <a:pt x="1561775" y="152592"/>
                </a:lnTo>
                <a:lnTo>
                  <a:pt x="1567973" y="152713"/>
                </a:lnTo>
                <a:lnTo>
                  <a:pt x="1574170" y="152789"/>
                </a:lnTo>
                <a:lnTo>
                  <a:pt x="1580368" y="152835"/>
                </a:lnTo>
                <a:lnTo>
                  <a:pt x="1586565" y="152860"/>
                </a:lnTo>
                <a:lnTo>
                  <a:pt x="1592763" y="152874"/>
                </a:lnTo>
                <a:lnTo>
                  <a:pt x="1598960" y="152881"/>
                </a:lnTo>
                <a:lnTo>
                  <a:pt x="1605158" y="152885"/>
                </a:lnTo>
                <a:lnTo>
                  <a:pt x="1611355" y="152886"/>
                </a:lnTo>
                <a:lnTo>
                  <a:pt x="1617553" y="152887"/>
                </a:lnTo>
                <a:lnTo>
                  <a:pt x="1623750" y="152887"/>
                </a:lnTo>
                <a:lnTo>
                  <a:pt x="1629948" y="152887"/>
                </a:lnTo>
                <a:lnTo>
                  <a:pt x="1636145" y="152887"/>
                </a:lnTo>
                <a:lnTo>
                  <a:pt x="1642343" y="152887"/>
                </a:lnTo>
                <a:lnTo>
                  <a:pt x="1648540" y="152887"/>
                </a:lnTo>
                <a:lnTo>
                  <a:pt x="1654738" y="152887"/>
                </a:lnTo>
                <a:lnTo>
                  <a:pt x="1660936" y="152887"/>
                </a:lnTo>
                <a:lnTo>
                  <a:pt x="1667133" y="152887"/>
                </a:lnTo>
                <a:lnTo>
                  <a:pt x="1673331" y="152887"/>
                </a:lnTo>
                <a:lnTo>
                  <a:pt x="1679528" y="152887"/>
                </a:lnTo>
                <a:lnTo>
                  <a:pt x="1685726" y="152887"/>
                </a:lnTo>
                <a:lnTo>
                  <a:pt x="1691923" y="152887"/>
                </a:lnTo>
                <a:lnTo>
                  <a:pt x="1698121" y="152887"/>
                </a:lnTo>
                <a:lnTo>
                  <a:pt x="1704318" y="152887"/>
                </a:lnTo>
                <a:lnTo>
                  <a:pt x="1710516" y="152887"/>
                </a:lnTo>
                <a:lnTo>
                  <a:pt x="1716713" y="152887"/>
                </a:lnTo>
                <a:lnTo>
                  <a:pt x="1722911" y="152887"/>
                </a:lnTo>
                <a:lnTo>
                  <a:pt x="1729108" y="152887"/>
                </a:lnTo>
                <a:lnTo>
                  <a:pt x="1735306" y="152887"/>
                </a:lnTo>
                <a:lnTo>
                  <a:pt x="1741503" y="152887"/>
                </a:lnTo>
                <a:lnTo>
                  <a:pt x="1747701" y="152887"/>
                </a:lnTo>
                <a:lnTo>
                  <a:pt x="1753898" y="152887"/>
                </a:lnTo>
                <a:lnTo>
                  <a:pt x="1760096" y="152887"/>
                </a:lnTo>
                <a:lnTo>
                  <a:pt x="1766293" y="152887"/>
                </a:lnTo>
                <a:lnTo>
                  <a:pt x="1772491" y="152887"/>
                </a:lnTo>
                <a:lnTo>
                  <a:pt x="1778688" y="152887"/>
                </a:lnTo>
                <a:lnTo>
                  <a:pt x="1784886" y="152887"/>
                </a:lnTo>
                <a:lnTo>
                  <a:pt x="1791084" y="152887"/>
                </a:lnTo>
                <a:lnTo>
                  <a:pt x="1797281" y="152887"/>
                </a:lnTo>
                <a:lnTo>
                  <a:pt x="1803479" y="152887"/>
                </a:lnTo>
                <a:lnTo>
                  <a:pt x="1809676" y="152887"/>
                </a:lnTo>
                <a:lnTo>
                  <a:pt x="1815874" y="152887"/>
                </a:lnTo>
                <a:lnTo>
                  <a:pt x="1822071" y="152887"/>
                </a:lnTo>
                <a:lnTo>
                  <a:pt x="1828269" y="152887"/>
                </a:lnTo>
                <a:lnTo>
                  <a:pt x="1834466" y="152887"/>
                </a:lnTo>
                <a:lnTo>
                  <a:pt x="1840664" y="152887"/>
                </a:lnTo>
                <a:lnTo>
                  <a:pt x="1846861" y="152887"/>
                </a:lnTo>
                <a:lnTo>
                  <a:pt x="1853059" y="152887"/>
                </a:lnTo>
                <a:lnTo>
                  <a:pt x="1859256" y="152887"/>
                </a:lnTo>
                <a:lnTo>
                  <a:pt x="1865454" y="152887"/>
                </a:lnTo>
                <a:lnTo>
                  <a:pt x="1871651" y="152887"/>
                </a:lnTo>
                <a:lnTo>
                  <a:pt x="1877849" y="152887"/>
                </a:lnTo>
                <a:lnTo>
                  <a:pt x="1884046" y="152887"/>
                </a:lnTo>
                <a:lnTo>
                  <a:pt x="1890244" y="152887"/>
                </a:lnTo>
                <a:lnTo>
                  <a:pt x="1896441" y="152887"/>
                </a:lnTo>
                <a:lnTo>
                  <a:pt x="1902639" y="152887"/>
                </a:lnTo>
                <a:lnTo>
                  <a:pt x="1908836" y="152887"/>
                </a:lnTo>
                <a:lnTo>
                  <a:pt x="1915034" y="152887"/>
                </a:lnTo>
                <a:lnTo>
                  <a:pt x="1921231" y="152887"/>
                </a:lnTo>
                <a:lnTo>
                  <a:pt x="1927429" y="152887"/>
                </a:lnTo>
                <a:lnTo>
                  <a:pt x="1933627" y="152887"/>
                </a:lnTo>
                <a:lnTo>
                  <a:pt x="1939824" y="152887"/>
                </a:lnTo>
                <a:lnTo>
                  <a:pt x="1946022" y="152887"/>
                </a:lnTo>
                <a:lnTo>
                  <a:pt x="1952219" y="152887"/>
                </a:lnTo>
                <a:lnTo>
                  <a:pt x="1958417" y="152887"/>
                </a:lnTo>
                <a:lnTo>
                  <a:pt x="1964614" y="152887"/>
                </a:lnTo>
                <a:lnTo>
                  <a:pt x="1970812" y="152887"/>
                </a:lnTo>
                <a:lnTo>
                  <a:pt x="1977009" y="152887"/>
                </a:lnTo>
                <a:lnTo>
                  <a:pt x="1983207" y="152887"/>
                </a:lnTo>
                <a:lnTo>
                  <a:pt x="1989404" y="152887"/>
                </a:lnTo>
                <a:lnTo>
                  <a:pt x="1995602" y="152887"/>
                </a:lnTo>
                <a:lnTo>
                  <a:pt x="2001799" y="152887"/>
                </a:lnTo>
                <a:lnTo>
                  <a:pt x="2007997" y="152887"/>
                </a:lnTo>
                <a:lnTo>
                  <a:pt x="2014194" y="152887"/>
                </a:lnTo>
                <a:lnTo>
                  <a:pt x="2020392" y="152887"/>
                </a:lnTo>
                <a:lnTo>
                  <a:pt x="2026589" y="152887"/>
                </a:lnTo>
                <a:lnTo>
                  <a:pt x="2032787" y="152887"/>
                </a:lnTo>
                <a:lnTo>
                  <a:pt x="2038984" y="152887"/>
                </a:lnTo>
                <a:lnTo>
                  <a:pt x="2045182" y="152887"/>
                </a:lnTo>
                <a:lnTo>
                  <a:pt x="2051379" y="152887"/>
                </a:lnTo>
                <a:lnTo>
                  <a:pt x="2057577" y="152887"/>
                </a:lnTo>
                <a:lnTo>
                  <a:pt x="2063774" y="152887"/>
                </a:lnTo>
                <a:lnTo>
                  <a:pt x="2069972" y="152887"/>
                </a:lnTo>
                <a:lnTo>
                  <a:pt x="2076170" y="152887"/>
                </a:lnTo>
                <a:lnTo>
                  <a:pt x="2082367" y="152887"/>
                </a:lnTo>
                <a:lnTo>
                  <a:pt x="2088565" y="152887"/>
                </a:lnTo>
                <a:lnTo>
                  <a:pt x="2094762" y="152887"/>
                </a:lnTo>
                <a:lnTo>
                  <a:pt x="2100960" y="152887"/>
                </a:lnTo>
                <a:lnTo>
                  <a:pt x="2107157" y="152887"/>
                </a:lnTo>
                <a:lnTo>
                  <a:pt x="2113355" y="152887"/>
                </a:lnTo>
                <a:lnTo>
                  <a:pt x="2119552" y="152887"/>
                </a:lnTo>
                <a:lnTo>
                  <a:pt x="2125750" y="152887"/>
                </a:lnTo>
                <a:lnTo>
                  <a:pt x="2131947" y="152887"/>
                </a:lnTo>
                <a:lnTo>
                  <a:pt x="2138145" y="152887"/>
                </a:lnTo>
                <a:lnTo>
                  <a:pt x="2144342" y="152887"/>
                </a:lnTo>
                <a:lnTo>
                  <a:pt x="2150540" y="152887"/>
                </a:lnTo>
                <a:lnTo>
                  <a:pt x="2156737" y="152887"/>
                </a:lnTo>
                <a:lnTo>
                  <a:pt x="2162935" y="152887"/>
                </a:lnTo>
                <a:lnTo>
                  <a:pt x="2169132" y="152887"/>
                </a:lnTo>
                <a:lnTo>
                  <a:pt x="2175330" y="152887"/>
                </a:lnTo>
                <a:lnTo>
                  <a:pt x="2181527" y="152887"/>
                </a:lnTo>
                <a:lnTo>
                  <a:pt x="2187725" y="152887"/>
                </a:lnTo>
                <a:lnTo>
                  <a:pt x="2193922" y="152887"/>
                </a:lnTo>
                <a:lnTo>
                  <a:pt x="2200120" y="152887"/>
                </a:lnTo>
                <a:lnTo>
                  <a:pt x="2206318" y="152887"/>
                </a:lnTo>
                <a:lnTo>
                  <a:pt x="2212515" y="152887"/>
                </a:lnTo>
                <a:lnTo>
                  <a:pt x="2218713" y="152887"/>
                </a:lnTo>
                <a:lnTo>
                  <a:pt x="2224910" y="152887"/>
                </a:lnTo>
                <a:lnTo>
                  <a:pt x="2231108" y="152887"/>
                </a:lnTo>
                <a:lnTo>
                  <a:pt x="2237305" y="152887"/>
                </a:lnTo>
                <a:lnTo>
                  <a:pt x="2243503" y="152887"/>
                </a:lnTo>
                <a:lnTo>
                  <a:pt x="2249700" y="152887"/>
                </a:lnTo>
                <a:lnTo>
                  <a:pt x="2255898" y="152887"/>
                </a:lnTo>
                <a:lnTo>
                  <a:pt x="2262095" y="152887"/>
                </a:lnTo>
                <a:lnTo>
                  <a:pt x="2268293" y="152887"/>
                </a:lnTo>
                <a:lnTo>
                  <a:pt x="2274490" y="152887"/>
                </a:lnTo>
                <a:lnTo>
                  <a:pt x="2280688" y="152887"/>
                </a:lnTo>
                <a:lnTo>
                  <a:pt x="2286885" y="152887"/>
                </a:lnTo>
                <a:lnTo>
                  <a:pt x="2293083" y="152887"/>
                </a:lnTo>
                <a:lnTo>
                  <a:pt x="2299280" y="152887"/>
                </a:lnTo>
                <a:lnTo>
                  <a:pt x="2305478" y="152887"/>
                </a:lnTo>
                <a:lnTo>
                  <a:pt x="2311675" y="152887"/>
                </a:lnTo>
                <a:lnTo>
                  <a:pt x="2317873" y="152887"/>
                </a:lnTo>
                <a:lnTo>
                  <a:pt x="2324070" y="152887"/>
                </a:lnTo>
                <a:lnTo>
                  <a:pt x="2330268" y="152887"/>
                </a:lnTo>
                <a:lnTo>
                  <a:pt x="2336465" y="152887"/>
                </a:lnTo>
                <a:lnTo>
                  <a:pt x="2342663" y="152887"/>
                </a:lnTo>
                <a:lnTo>
                  <a:pt x="2348861" y="152887"/>
                </a:lnTo>
                <a:lnTo>
                  <a:pt x="2355058" y="152887"/>
                </a:lnTo>
                <a:lnTo>
                  <a:pt x="2361256" y="152887"/>
                </a:lnTo>
                <a:lnTo>
                  <a:pt x="2367453" y="152887"/>
                </a:lnTo>
                <a:lnTo>
                  <a:pt x="2373651" y="152887"/>
                </a:lnTo>
                <a:lnTo>
                  <a:pt x="2379848" y="152887"/>
                </a:lnTo>
                <a:lnTo>
                  <a:pt x="2386046" y="152887"/>
                </a:lnTo>
                <a:lnTo>
                  <a:pt x="2392243" y="152887"/>
                </a:lnTo>
                <a:lnTo>
                  <a:pt x="2398441" y="152887"/>
                </a:lnTo>
                <a:lnTo>
                  <a:pt x="2404638" y="152887"/>
                </a:lnTo>
                <a:lnTo>
                  <a:pt x="2410836" y="152887"/>
                </a:lnTo>
                <a:lnTo>
                  <a:pt x="2417033" y="152887"/>
                </a:lnTo>
                <a:lnTo>
                  <a:pt x="2423231" y="152887"/>
                </a:lnTo>
                <a:lnTo>
                  <a:pt x="2429428" y="152887"/>
                </a:lnTo>
                <a:lnTo>
                  <a:pt x="2435626" y="152887"/>
                </a:lnTo>
                <a:lnTo>
                  <a:pt x="2441823" y="152887"/>
                </a:lnTo>
                <a:lnTo>
                  <a:pt x="2448021" y="152887"/>
                </a:lnTo>
                <a:lnTo>
                  <a:pt x="2454218" y="152887"/>
                </a:lnTo>
                <a:lnTo>
                  <a:pt x="2460416" y="152887"/>
                </a:lnTo>
                <a:lnTo>
                  <a:pt x="2466613" y="152887"/>
                </a:lnTo>
                <a:lnTo>
                  <a:pt x="2472811" y="152887"/>
                </a:lnTo>
                <a:lnTo>
                  <a:pt x="2479009" y="152887"/>
                </a:lnTo>
                <a:lnTo>
                  <a:pt x="2485206" y="152887"/>
                </a:lnTo>
                <a:lnTo>
                  <a:pt x="2491404" y="152887"/>
                </a:lnTo>
                <a:lnTo>
                  <a:pt x="2497601" y="152887"/>
                </a:lnTo>
                <a:lnTo>
                  <a:pt x="2503799" y="152887"/>
                </a:lnTo>
                <a:lnTo>
                  <a:pt x="2509996" y="152887"/>
                </a:lnTo>
                <a:lnTo>
                  <a:pt x="2516194" y="152887"/>
                </a:lnTo>
                <a:lnTo>
                  <a:pt x="2522391" y="152887"/>
                </a:lnTo>
                <a:lnTo>
                  <a:pt x="2528589" y="152887"/>
                </a:lnTo>
                <a:lnTo>
                  <a:pt x="2534786" y="152887"/>
                </a:lnTo>
                <a:lnTo>
                  <a:pt x="2540984" y="152887"/>
                </a:lnTo>
                <a:lnTo>
                  <a:pt x="2547181" y="152887"/>
                </a:lnTo>
                <a:lnTo>
                  <a:pt x="2553379" y="152887"/>
                </a:lnTo>
                <a:lnTo>
                  <a:pt x="2559576" y="152887"/>
                </a:lnTo>
                <a:lnTo>
                  <a:pt x="2565774" y="152887"/>
                </a:lnTo>
                <a:lnTo>
                  <a:pt x="2571971" y="152887"/>
                </a:lnTo>
                <a:lnTo>
                  <a:pt x="2578169" y="152887"/>
                </a:lnTo>
                <a:lnTo>
                  <a:pt x="2584366" y="152887"/>
                </a:lnTo>
                <a:lnTo>
                  <a:pt x="2590564" y="152887"/>
                </a:lnTo>
                <a:lnTo>
                  <a:pt x="2596761" y="152887"/>
                </a:lnTo>
                <a:lnTo>
                  <a:pt x="2602959" y="152887"/>
                </a:lnTo>
                <a:lnTo>
                  <a:pt x="2609156" y="152887"/>
                </a:lnTo>
                <a:lnTo>
                  <a:pt x="2615354" y="152887"/>
                </a:lnTo>
                <a:lnTo>
                  <a:pt x="2621552" y="152887"/>
                </a:lnTo>
                <a:lnTo>
                  <a:pt x="2627749" y="152887"/>
                </a:lnTo>
                <a:lnTo>
                  <a:pt x="2633947" y="152887"/>
                </a:lnTo>
                <a:lnTo>
                  <a:pt x="2640144" y="152887"/>
                </a:lnTo>
                <a:lnTo>
                  <a:pt x="2646342" y="152887"/>
                </a:lnTo>
                <a:lnTo>
                  <a:pt x="2652539" y="152887"/>
                </a:lnTo>
                <a:lnTo>
                  <a:pt x="2658737" y="152887"/>
                </a:lnTo>
                <a:lnTo>
                  <a:pt x="2664934" y="152887"/>
                </a:lnTo>
                <a:lnTo>
                  <a:pt x="2671132" y="152887"/>
                </a:lnTo>
                <a:lnTo>
                  <a:pt x="2677329" y="152887"/>
                </a:lnTo>
                <a:lnTo>
                  <a:pt x="2683527" y="152887"/>
                </a:lnTo>
                <a:lnTo>
                  <a:pt x="2689724" y="152887"/>
                </a:lnTo>
                <a:lnTo>
                  <a:pt x="2695922" y="152887"/>
                </a:lnTo>
                <a:lnTo>
                  <a:pt x="2702119" y="152887"/>
                </a:lnTo>
                <a:lnTo>
                  <a:pt x="2708317" y="152887"/>
                </a:lnTo>
                <a:lnTo>
                  <a:pt x="2714514" y="152887"/>
                </a:lnTo>
                <a:lnTo>
                  <a:pt x="2720712" y="152887"/>
                </a:lnTo>
                <a:lnTo>
                  <a:pt x="2726909" y="152887"/>
                </a:lnTo>
                <a:lnTo>
                  <a:pt x="2733107" y="152887"/>
                </a:lnTo>
                <a:lnTo>
                  <a:pt x="2739304" y="152887"/>
                </a:lnTo>
                <a:lnTo>
                  <a:pt x="2745502" y="152887"/>
                </a:lnTo>
                <a:lnTo>
                  <a:pt x="2751699" y="152887"/>
                </a:lnTo>
                <a:lnTo>
                  <a:pt x="2757897" y="152887"/>
                </a:lnTo>
                <a:lnTo>
                  <a:pt x="2764095" y="152887"/>
                </a:lnTo>
                <a:lnTo>
                  <a:pt x="2770292" y="152887"/>
                </a:lnTo>
                <a:lnTo>
                  <a:pt x="2776490" y="152887"/>
                </a:lnTo>
                <a:lnTo>
                  <a:pt x="2782687" y="152887"/>
                </a:lnTo>
                <a:lnTo>
                  <a:pt x="2788885" y="152887"/>
                </a:lnTo>
                <a:lnTo>
                  <a:pt x="2795082" y="152887"/>
                </a:lnTo>
                <a:lnTo>
                  <a:pt x="2801280" y="152887"/>
                </a:lnTo>
                <a:lnTo>
                  <a:pt x="2807477" y="152887"/>
                </a:lnTo>
                <a:lnTo>
                  <a:pt x="2813675" y="152887"/>
                </a:lnTo>
                <a:lnTo>
                  <a:pt x="2819872" y="152887"/>
                </a:lnTo>
                <a:lnTo>
                  <a:pt x="2826070" y="152887"/>
                </a:lnTo>
                <a:lnTo>
                  <a:pt x="2832267" y="152887"/>
                </a:lnTo>
                <a:lnTo>
                  <a:pt x="2838465" y="152887"/>
                </a:lnTo>
                <a:lnTo>
                  <a:pt x="2844662" y="152887"/>
                </a:lnTo>
                <a:lnTo>
                  <a:pt x="2850860" y="152887"/>
                </a:lnTo>
                <a:lnTo>
                  <a:pt x="2857057" y="152887"/>
                </a:lnTo>
                <a:lnTo>
                  <a:pt x="2863255" y="152887"/>
                </a:lnTo>
                <a:lnTo>
                  <a:pt x="2869452" y="152887"/>
                </a:lnTo>
                <a:lnTo>
                  <a:pt x="2875650" y="152887"/>
                </a:lnTo>
                <a:lnTo>
                  <a:pt x="2881847" y="152887"/>
                </a:lnTo>
                <a:lnTo>
                  <a:pt x="2888045" y="152887"/>
                </a:lnTo>
                <a:lnTo>
                  <a:pt x="2894243" y="152887"/>
                </a:lnTo>
                <a:lnTo>
                  <a:pt x="2900440" y="152887"/>
                </a:lnTo>
                <a:lnTo>
                  <a:pt x="2906638" y="152887"/>
                </a:lnTo>
                <a:lnTo>
                  <a:pt x="2912835" y="152887"/>
                </a:lnTo>
                <a:lnTo>
                  <a:pt x="2919033" y="152887"/>
                </a:lnTo>
                <a:lnTo>
                  <a:pt x="2925230" y="152887"/>
                </a:lnTo>
                <a:lnTo>
                  <a:pt x="2931428" y="152887"/>
                </a:lnTo>
                <a:lnTo>
                  <a:pt x="2937625" y="152887"/>
                </a:lnTo>
                <a:lnTo>
                  <a:pt x="2943823" y="152887"/>
                </a:lnTo>
                <a:lnTo>
                  <a:pt x="2950020" y="152887"/>
                </a:lnTo>
                <a:lnTo>
                  <a:pt x="2956218" y="152887"/>
                </a:lnTo>
                <a:lnTo>
                  <a:pt x="2962415" y="152887"/>
                </a:lnTo>
                <a:lnTo>
                  <a:pt x="2968613" y="152887"/>
                </a:lnTo>
                <a:lnTo>
                  <a:pt x="2974810" y="152887"/>
                </a:lnTo>
                <a:lnTo>
                  <a:pt x="2981008" y="152887"/>
                </a:lnTo>
                <a:lnTo>
                  <a:pt x="2987205" y="152887"/>
                </a:lnTo>
                <a:lnTo>
                  <a:pt x="2993403" y="152887"/>
                </a:lnTo>
                <a:lnTo>
                  <a:pt x="2999600" y="152887"/>
                </a:lnTo>
                <a:lnTo>
                  <a:pt x="3005798" y="152887"/>
                </a:lnTo>
                <a:lnTo>
                  <a:pt x="3011995" y="152887"/>
                </a:lnTo>
                <a:lnTo>
                  <a:pt x="3018193" y="152887"/>
                </a:lnTo>
                <a:lnTo>
                  <a:pt x="3024390" y="152887"/>
                </a:lnTo>
                <a:lnTo>
                  <a:pt x="3030588" y="152887"/>
                </a:lnTo>
                <a:lnTo>
                  <a:pt x="3036786" y="152887"/>
                </a:lnTo>
                <a:lnTo>
                  <a:pt x="3042983" y="152887"/>
                </a:lnTo>
                <a:lnTo>
                  <a:pt x="3049181" y="152887"/>
                </a:lnTo>
                <a:lnTo>
                  <a:pt x="3055378" y="152887"/>
                </a:lnTo>
                <a:lnTo>
                  <a:pt x="3061576" y="152887"/>
                </a:lnTo>
                <a:lnTo>
                  <a:pt x="3067773" y="152887"/>
                </a:lnTo>
                <a:lnTo>
                  <a:pt x="3073971" y="152887"/>
                </a:lnTo>
                <a:lnTo>
                  <a:pt x="3080168" y="152887"/>
                </a:lnTo>
                <a:lnTo>
                  <a:pt x="3086366" y="152887"/>
                </a:lnTo>
                <a:lnTo>
                  <a:pt x="3092563" y="152887"/>
                </a:lnTo>
                <a:lnTo>
                  <a:pt x="3098761" y="152887"/>
                </a:lnTo>
                <a:lnTo>
                  <a:pt x="3104958" y="152887"/>
                </a:lnTo>
                <a:lnTo>
                  <a:pt x="3111156" y="152887"/>
                </a:lnTo>
                <a:lnTo>
                  <a:pt x="3117353" y="152887"/>
                </a:lnTo>
                <a:lnTo>
                  <a:pt x="3123551" y="152887"/>
                </a:lnTo>
                <a:lnTo>
                  <a:pt x="3129748" y="152887"/>
                </a:lnTo>
                <a:lnTo>
                  <a:pt x="3135946" y="152887"/>
                </a:lnTo>
                <a:lnTo>
                  <a:pt x="3142143" y="152887"/>
                </a:lnTo>
                <a:lnTo>
                  <a:pt x="3148341" y="152887"/>
                </a:lnTo>
                <a:lnTo>
                  <a:pt x="3154538" y="152887"/>
                </a:lnTo>
                <a:lnTo>
                  <a:pt x="3160736" y="152887"/>
                </a:lnTo>
                <a:lnTo>
                  <a:pt x="3166933" y="152887"/>
                </a:lnTo>
                <a:lnTo>
                  <a:pt x="3160736" y="152887"/>
                </a:lnTo>
                <a:lnTo>
                  <a:pt x="3154538" y="152887"/>
                </a:lnTo>
                <a:lnTo>
                  <a:pt x="3148341" y="152887"/>
                </a:lnTo>
                <a:lnTo>
                  <a:pt x="3142143" y="152887"/>
                </a:lnTo>
                <a:lnTo>
                  <a:pt x="3135946" y="152887"/>
                </a:lnTo>
                <a:lnTo>
                  <a:pt x="3129748" y="152887"/>
                </a:lnTo>
                <a:lnTo>
                  <a:pt x="3123551" y="152887"/>
                </a:lnTo>
                <a:lnTo>
                  <a:pt x="3117353" y="152887"/>
                </a:lnTo>
                <a:lnTo>
                  <a:pt x="3111156" y="152887"/>
                </a:lnTo>
                <a:lnTo>
                  <a:pt x="3104958" y="152887"/>
                </a:lnTo>
                <a:lnTo>
                  <a:pt x="3098761" y="152887"/>
                </a:lnTo>
                <a:lnTo>
                  <a:pt x="3092563" y="152887"/>
                </a:lnTo>
                <a:lnTo>
                  <a:pt x="3086366" y="152887"/>
                </a:lnTo>
                <a:lnTo>
                  <a:pt x="3080168" y="152887"/>
                </a:lnTo>
                <a:lnTo>
                  <a:pt x="3073971" y="152887"/>
                </a:lnTo>
                <a:lnTo>
                  <a:pt x="3067773" y="152887"/>
                </a:lnTo>
                <a:lnTo>
                  <a:pt x="3061576" y="152887"/>
                </a:lnTo>
                <a:lnTo>
                  <a:pt x="3055378" y="152887"/>
                </a:lnTo>
                <a:lnTo>
                  <a:pt x="3049181" y="152887"/>
                </a:lnTo>
                <a:lnTo>
                  <a:pt x="3042983" y="152887"/>
                </a:lnTo>
                <a:lnTo>
                  <a:pt x="3036786" y="152887"/>
                </a:lnTo>
                <a:lnTo>
                  <a:pt x="3030588" y="152887"/>
                </a:lnTo>
                <a:lnTo>
                  <a:pt x="3024390" y="152887"/>
                </a:lnTo>
                <a:lnTo>
                  <a:pt x="3018193" y="152887"/>
                </a:lnTo>
                <a:lnTo>
                  <a:pt x="3011995" y="152887"/>
                </a:lnTo>
                <a:lnTo>
                  <a:pt x="3005798" y="152887"/>
                </a:lnTo>
                <a:lnTo>
                  <a:pt x="2999600" y="152887"/>
                </a:lnTo>
                <a:lnTo>
                  <a:pt x="2993403" y="152887"/>
                </a:lnTo>
                <a:lnTo>
                  <a:pt x="2987205" y="152887"/>
                </a:lnTo>
                <a:lnTo>
                  <a:pt x="2981008" y="152887"/>
                </a:lnTo>
                <a:lnTo>
                  <a:pt x="2974810" y="152887"/>
                </a:lnTo>
                <a:lnTo>
                  <a:pt x="2968613" y="152887"/>
                </a:lnTo>
                <a:lnTo>
                  <a:pt x="2962415" y="152887"/>
                </a:lnTo>
                <a:lnTo>
                  <a:pt x="2956218" y="152887"/>
                </a:lnTo>
                <a:lnTo>
                  <a:pt x="2950020" y="152887"/>
                </a:lnTo>
                <a:lnTo>
                  <a:pt x="2943823" y="152887"/>
                </a:lnTo>
                <a:lnTo>
                  <a:pt x="2937625" y="152887"/>
                </a:lnTo>
                <a:lnTo>
                  <a:pt x="2931428" y="152887"/>
                </a:lnTo>
                <a:lnTo>
                  <a:pt x="2925230" y="152887"/>
                </a:lnTo>
                <a:lnTo>
                  <a:pt x="2919033" y="152887"/>
                </a:lnTo>
                <a:lnTo>
                  <a:pt x="2912835" y="152887"/>
                </a:lnTo>
                <a:lnTo>
                  <a:pt x="2906638" y="152887"/>
                </a:lnTo>
                <a:lnTo>
                  <a:pt x="2900440" y="152887"/>
                </a:lnTo>
                <a:lnTo>
                  <a:pt x="2894243" y="152887"/>
                </a:lnTo>
                <a:lnTo>
                  <a:pt x="2888045" y="152887"/>
                </a:lnTo>
                <a:lnTo>
                  <a:pt x="2881847" y="152887"/>
                </a:lnTo>
                <a:lnTo>
                  <a:pt x="2875650" y="152887"/>
                </a:lnTo>
                <a:lnTo>
                  <a:pt x="2869452" y="152887"/>
                </a:lnTo>
                <a:lnTo>
                  <a:pt x="2863255" y="152887"/>
                </a:lnTo>
                <a:lnTo>
                  <a:pt x="2857057" y="152887"/>
                </a:lnTo>
                <a:lnTo>
                  <a:pt x="2850860" y="152887"/>
                </a:lnTo>
                <a:lnTo>
                  <a:pt x="2844662" y="152887"/>
                </a:lnTo>
                <a:lnTo>
                  <a:pt x="2838465" y="152887"/>
                </a:lnTo>
                <a:lnTo>
                  <a:pt x="2832267" y="152887"/>
                </a:lnTo>
                <a:lnTo>
                  <a:pt x="2826070" y="152887"/>
                </a:lnTo>
                <a:lnTo>
                  <a:pt x="2819872" y="152887"/>
                </a:lnTo>
                <a:lnTo>
                  <a:pt x="2813675" y="152887"/>
                </a:lnTo>
                <a:lnTo>
                  <a:pt x="2807477" y="152887"/>
                </a:lnTo>
                <a:lnTo>
                  <a:pt x="2801280" y="152887"/>
                </a:lnTo>
                <a:lnTo>
                  <a:pt x="2795082" y="152887"/>
                </a:lnTo>
                <a:lnTo>
                  <a:pt x="2788885" y="152887"/>
                </a:lnTo>
                <a:lnTo>
                  <a:pt x="2782687" y="152887"/>
                </a:lnTo>
                <a:lnTo>
                  <a:pt x="2776490" y="152887"/>
                </a:lnTo>
                <a:lnTo>
                  <a:pt x="2770292" y="152887"/>
                </a:lnTo>
                <a:lnTo>
                  <a:pt x="2764095" y="152887"/>
                </a:lnTo>
                <a:lnTo>
                  <a:pt x="2757897" y="152887"/>
                </a:lnTo>
                <a:lnTo>
                  <a:pt x="2751699" y="152887"/>
                </a:lnTo>
                <a:lnTo>
                  <a:pt x="2745502" y="152887"/>
                </a:lnTo>
                <a:lnTo>
                  <a:pt x="2739304" y="152887"/>
                </a:lnTo>
                <a:lnTo>
                  <a:pt x="2733107" y="152887"/>
                </a:lnTo>
                <a:lnTo>
                  <a:pt x="2726909" y="152887"/>
                </a:lnTo>
                <a:lnTo>
                  <a:pt x="2720712" y="152887"/>
                </a:lnTo>
                <a:lnTo>
                  <a:pt x="2714514" y="152887"/>
                </a:lnTo>
                <a:lnTo>
                  <a:pt x="2708317" y="152887"/>
                </a:lnTo>
                <a:lnTo>
                  <a:pt x="2702119" y="152887"/>
                </a:lnTo>
                <a:lnTo>
                  <a:pt x="2695922" y="152887"/>
                </a:lnTo>
                <a:lnTo>
                  <a:pt x="2689724" y="152887"/>
                </a:lnTo>
                <a:lnTo>
                  <a:pt x="2683527" y="152887"/>
                </a:lnTo>
                <a:lnTo>
                  <a:pt x="2677329" y="152887"/>
                </a:lnTo>
                <a:lnTo>
                  <a:pt x="2671132" y="152887"/>
                </a:lnTo>
                <a:lnTo>
                  <a:pt x="2664934" y="152887"/>
                </a:lnTo>
                <a:lnTo>
                  <a:pt x="2658737" y="152887"/>
                </a:lnTo>
                <a:lnTo>
                  <a:pt x="2652539" y="152887"/>
                </a:lnTo>
                <a:lnTo>
                  <a:pt x="2646342" y="152887"/>
                </a:lnTo>
                <a:lnTo>
                  <a:pt x="2640144" y="152887"/>
                </a:lnTo>
                <a:lnTo>
                  <a:pt x="2633947" y="152887"/>
                </a:lnTo>
                <a:lnTo>
                  <a:pt x="2627749" y="152887"/>
                </a:lnTo>
                <a:lnTo>
                  <a:pt x="2621552" y="152887"/>
                </a:lnTo>
                <a:lnTo>
                  <a:pt x="2615354" y="152887"/>
                </a:lnTo>
                <a:lnTo>
                  <a:pt x="2609156" y="152887"/>
                </a:lnTo>
                <a:lnTo>
                  <a:pt x="2602959" y="152887"/>
                </a:lnTo>
                <a:lnTo>
                  <a:pt x="2596761" y="152887"/>
                </a:lnTo>
                <a:lnTo>
                  <a:pt x="2590564" y="152887"/>
                </a:lnTo>
                <a:lnTo>
                  <a:pt x="2584366" y="152887"/>
                </a:lnTo>
                <a:lnTo>
                  <a:pt x="2578169" y="152887"/>
                </a:lnTo>
                <a:lnTo>
                  <a:pt x="2571971" y="152887"/>
                </a:lnTo>
                <a:lnTo>
                  <a:pt x="2565774" y="152887"/>
                </a:lnTo>
                <a:lnTo>
                  <a:pt x="2559576" y="152887"/>
                </a:lnTo>
                <a:lnTo>
                  <a:pt x="2553379" y="152887"/>
                </a:lnTo>
                <a:lnTo>
                  <a:pt x="2547181" y="152887"/>
                </a:lnTo>
                <a:lnTo>
                  <a:pt x="2540984" y="152887"/>
                </a:lnTo>
                <a:lnTo>
                  <a:pt x="2534786" y="152887"/>
                </a:lnTo>
                <a:lnTo>
                  <a:pt x="2528589" y="152887"/>
                </a:lnTo>
                <a:lnTo>
                  <a:pt x="2522391" y="152887"/>
                </a:lnTo>
                <a:lnTo>
                  <a:pt x="2516194" y="152887"/>
                </a:lnTo>
                <a:lnTo>
                  <a:pt x="2509996" y="152887"/>
                </a:lnTo>
                <a:lnTo>
                  <a:pt x="2503799" y="152887"/>
                </a:lnTo>
                <a:lnTo>
                  <a:pt x="2497601" y="152887"/>
                </a:lnTo>
                <a:lnTo>
                  <a:pt x="2491404" y="152887"/>
                </a:lnTo>
                <a:lnTo>
                  <a:pt x="2485206" y="152887"/>
                </a:lnTo>
                <a:lnTo>
                  <a:pt x="2479009" y="152887"/>
                </a:lnTo>
                <a:lnTo>
                  <a:pt x="2472811" y="152887"/>
                </a:lnTo>
                <a:lnTo>
                  <a:pt x="2466613" y="152887"/>
                </a:lnTo>
                <a:lnTo>
                  <a:pt x="2460416" y="152887"/>
                </a:lnTo>
                <a:lnTo>
                  <a:pt x="2454218" y="152887"/>
                </a:lnTo>
                <a:lnTo>
                  <a:pt x="2448021" y="152887"/>
                </a:lnTo>
                <a:lnTo>
                  <a:pt x="2441823" y="152887"/>
                </a:lnTo>
                <a:lnTo>
                  <a:pt x="2435626" y="152887"/>
                </a:lnTo>
                <a:lnTo>
                  <a:pt x="2429428" y="152887"/>
                </a:lnTo>
                <a:lnTo>
                  <a:pt x="2423231" y="152887"/>
                </a:lnTo>
                <a:lnTo>
                  <a:pt x="2417033" y="152887"/>
                </a:lnTo>
                <a:lnTo>
                  <a:pt x="2410836" y="152887"/>
                </a:lnTo>
                <a:lnTo>
                  <a:pt x="2404638" y="152887"/>
                </a:lnTo>
                <a:lnTo>
                  <a:pt x="2398441" y="152887"/>
                </a:lnTo>
                <a:lnTo>
                  <a:pt x="2392243" y="152887"/>
                </a:lnTo>
                <a:lnTo>
                  <a:pt x="2386046" y="152887"/>
                </a:lnTo>
                <a:lnTo>
                  <a:pt x="2379848" y="152887"/>
                </a:lnTo>
                <a:lnTo>
                  <a:pt x="2373651" y="152887"/>
                </a:lnTo>
                <a:lnTo>
                  <a:pt x="2367453" y="152887"/>
                </a:lnTo>
                <a:lnTo>
                  <a:pt x="2361256" y="152887"/>
                </a:lnTo>
                <a:lnTo>
                  <a:pt x="2355058" y="152887"/>
                </a:lnTo>
                <a:lnTo>
                  <a:pt x="2348861" y="152887"/>
                </a:lnTo>
                <a:lnTo>
                  <a:pt x="2342663" y="152887"/>
                </a:lnTo>
                <a:lnTo>
                  <a:pt x="2336465" y="152887"/>
                </a:lnTo>
                <a:lnTo>
                  <a:pt x="2330268" y="152887"/>
                </a:lnTo>
                <a:lnTo>
                  <a:pt x="2324070" y="152887"/>
                </a:lnTo>
                <a:lnTo>
                  <a:pt x="2317873" y="152887"/>
                </a:lnTo>
                <a:lnTo>
                  <a:pt x="2311675" y="152887"/>
                </a:lnTo>
                <a:lnTo>
                  <a:pt x="2305478" y="152887"/>
                </a:lnTo>
                <a:lnTo>
                  <a:pt x="2299280" y="152887"/>
                </a:lnTo>
                <a:lnTo>
                  <a:pt x="2293083" y="152887"/>
                </a:lnTo>
                <a:lnTo>
                  <a:pt x="2286885" y="152887"/>
                </a:lnTo>
                <a:lnTo>
                  <a:pt x="2280688" y="152887"/>
                </a:lnTo>
                <a:lnTo>
                  <a:pt x="2274490" y="152887"/>
                </a:lnTo>
                <a:lnTo>
                  <a:pt x="2268293" y="152887"/>
                </a:lnTo>
                <a:lnTo>
                  <a:pt x="2262095" y="152887"/>
                </a:lnTo>
                <a:lnTo>
                  <a:pt x="2255898" y="152887"/>
                </a:lnTo>
                <a:lnTo>
                  <a:pt x="2249700" y="152887"/>
                </a:lnTo>
                <a:lnTo>
                  <a:pt x="2243503" y="152887"/>
                </a:lnTo>
                <a:lnTo>
                  <a:pt x="2237305" y="152887"/>
                </a:lnTo>
                <a:lnTo>
                  <a:pt x="2231108" y="152887"/>
                </a:lnTo>
                <a:lnTo>
                  <a:pt x="2224910" y="152887"/>
                </a:lnTo>
                <a:lnTo>
                  <a:pt x="2218713" y="152887"/>
                </a:lnTo>
                <a:lnTo>
                  <a:pt x="2212515" y="152887"/>
                </a:lnTo>
                <a:lnTo>
                  <a:pt x="2206318" y="152887"/>
                </a:lnTo>
                <a:lnTo>
                  <a:pt x="2200120" y="152887"/>
                </a:lnTo>
                <a:lnTo>
                  <a:pt x="2193922" y="152887"/>
                </a:lnTo>
                <a:lnTo>
                  <a:pt x="2187725" y="152887"/>
                </a:lnTo>
                <a:lnTo>
                  <a:pt x="2181527" y="152887"/>
                </a:lnTo>
                <a:lnTo>
                  <a:pt x="2175330" y="152887"/>
                </a:lnTo>
                <a:lnTo>
                  <a:pt x="2169132" y="152887"/>
                </a:lnTo>
                <a:lnTo>
                  <a:pt x="2162935" y="152887"/>
                </a:lnTo>
                <a:lnTo>
                  <a:pt x="2156737" y="152887"/>
                </a:lnTo>
                <a:lnTo>
                  <a:pt x="2150540" y="152887"/>
                </a:lnTo>
                <a:lnTo>
                  <a:pt x="2144342" y="152887"/>
                </a:lnTo>
                <a:lnTo>
                  <a:pt x="2138145" y="152887"/>
                </a:lnTo>
                <a:lnTo>
                  <a:pt x="2131947" y="152887"/>
                </a:lnTo>
                <a:lnTo>
                  <a:pt x="2125750" y="152887"/>
                </a:lnTo>
                <a:lnTo>
                  <a:pt x="2119552" y="152887"/>
                </a:lnTo>
                <a:lnTo>
                  <a:pt x="2113355" y="152887"/>
                </a:lnTo>
                <a:lnTo>
                  <a:pt x="2107157" y="152887"/>
                </a:lnTo>
                <a:lnTo>
                  <a:pt x="2100960" y="152887"/>
                </a:lnTo>
                <a:lnTo>
                  <a:pt x="2094762" y="152887"/>
                </a:lnTo>
                <a:lnTo>
                  <a:pt x="2088565" y="152887"/>
                </a:lnTo>
                <a:lnTo>
                  <a:pt x="2082367" y="152887"/>
                </a:lnTo>
                <a:lnTo>
                  <a:pt x="2076170" y="152887"/>
                </a:lnTo>
                <a:lnTo>
                  <a:pt x="2069972" y="152887"/>
                </a:lnTo>
                <a:lnTo>
                  <a:pt x="2063774" y="152887"/>
                </a:lnTo>
                <a:lnTo>
                  <a:pt x="2057577" y="152887"/>
                </a:lnTo>
                <a:lnTo>
                  <a:pt x="2051379" y="152887"/>
                </a:lnTo>
                <a:lnTo>
                  <a:pt x="2045182" y="152887"/>
                </a:lnTo>
                <a:lnTo>
                  <a:pt x="2038984" y="152887"/>
                </a:lnTo>
                <a:lnTo>
                  <a:pt x="2032787" y="152887"/>
                </a:lnTo>
                <a:lnTo>
                  <a:pt x="2026589" y="152887"/>
                </a:lnTo>
                <a:lnTo>
                  <a:pt x="2020392" y="152887"/>
                </a:lnTo>
                <a:lnTo>
                  <a:pt x="2014194" y="152887"/>
                </a:lnTo>
                <a:lnTo>
                  <a:pt x="2007997" y="152887"/>
                </a:lnTo>
                <a:lnTo>
                  <a:pt x="2001799" y="152887"/>
                </a:lnTo>
                <a:lnTo>
                  <a:pt x="1995602" y="152887"/>
                </a:lnTo>
                <a:lnTo>
                  <a:pt x="1989404" y="152887"/>
                </a:lnTo>
                <a:lnTo>
                  <a:pt x="1983207" y="152887"/>
                </a:lnTo>
                <a:lnTo>
                  <a:pt x="1977009" y="152887"/>
                </a:lnTo>
                <a:lnTo>
                  <a:pt x="1970812" y="152887"/>
                </a:lnTo>
                <a:lnTo>
                  <a:pt x="1964614" y="152887"/>
                </a:lnTo>
                <a:lnTo>
                  <a:pt x="1958417" y="152887"/>
                </a:lnTo>
                <a:lnTo>
                  <a:pt x="1952219" y="152887"/>
                </a:lnTo>
                <a:lnTo>
                  <a:pt x="1946022" y="152887"/>
                </a:lnTo>
                <a:lnTo>
                  <a:pt x="1939824" y="152887"/>
                </a:lnTo>
                <a:lnTo>
                  <a:pt x="1933627" y="152887"/>
                </a:lnTo>
                <a:lnTo>
                  <a:pt x="1927429" y="152887"/>
                </a:lnTo>
                <a:lnTo>
                  <a:pt x="1921231" y="152887"/>
                </a:lnTo>
                <a:lnTo>
                  <a:pt x="1915034" y="152887"/>
                </a:lnTo>
                <a:lnTo>
                  <a:pt x="1908836" y="152887"/>
                </a:lnTo>
                <a:lnTo>
                  <a:pt x="1902639" y="152887"/>
                </a:lnTo>
                <a:lnTo>
                  <a:pt x="1896441" y="152887"/>
                </a:lnTo>
                <a:lnTo>
                  <a:pt x="1890244" y="152887"/>
                </a:lnTo>
                <a:lnTo>
                  <a:pt x="1884046" y="152887"/>
                </a:lnTo>
                <a:lnTo>
                  <a:pt x="1877849" y="152887"/>
                </a:lnTo>
                <a:lnTo>
                  <a:pt x="1871651" y="152887"/>
                </a:lnTo>
                <a:lnTo>
                  <a:pt x="1865454" y="152887"/>
                </a:lnTo>
                <a:lnTo>
                  <a:pt x="1859256" y="152887"/>
                </a:lnTo>
                <a:lnTo>
                  <a:pt x="1853059" y="152887"/>
                </a:lnTo>
                <a:lnTo>
                  <a:pt x="1846861" y="152887"/>
                </a:lnTo>
                <a:lnTo>
                  <a:pt x="1840664" y="152887"/>
                </a:lnTo>
                <a:lnTo>
                  <a:pt x="1834466" y="152887"/>
                </a:lnTo>
                <a:lnTo>
                  <a:pt x="1828269" y="152887"/>
                </a:lnTo>
                <a:lnTo>
                  <a:pt x="1822071" y="152887"/>
                </a:lnTo>
                <a:lnTo>
                  <a:pt x="1815874" y="152887"/>
                </a:lnTo>
                <a:lnTo>
                  <a:pt x="1809676" y="152887"/>
                </a:lnTo>
                <a:lnTo>
                  <a:pt x="1803479" y="152887"/>
                </a:lnTo>
                <a:lnTo>
                  <a:pt x="1797281" y="152887"/>
                </a:lnTo>
                <a:lnTo>
                  <a:pt x="1791084" y="152887"/>
                </a:lnTo>
                <a:lnTo>
                  <a:pt x="1784886" y="152887"/>
                </a:lnTo>
                <a:lnTo>
                  <a:pt x="1778688" y="152887"/>
                </a:lnTo>
                <a:lnTo>
                  <a:pt x="1772491" y="152887"/>
                </a:lnTo>
                <a:lnTo>
                  <a:pt x="1766293" y="152887"/>
                </a:lnTo>
                <a:lnTo>
                  <a:pt x="1760096" y="152887"/>
                </a:lnTo>
                <a:lnTo>
                  <a:pt x="1753898" y="152887"/>
                </a:lnTo>
                <a:lnTo>
                  <a:pt x="1747701" y="152887"/>
                </a:lnTo>
                <a:lnTo>
                  <a:pt x="1741503" y="152887"/>
                </a:lnTo>
                <a:lnTo>
                  <a:pt x="1735306" y="152887"/>
                </a:lnTo>
                <a:lnTo>
                  <a:pt x="1729108" y="152887"/>
                </a:lnTo>
                <a:lnTo>
                  <a:pt x="1722911" y="152887"/>
                </a:lnTo>
                <a:lnTo>
                  <a:pt x="1716713" y="152887"/>
                </a:lnTo>
                <a:lnTo>
                  <a:pt x="1710516" y="152887"/>
                </a:lnTo>
                <a:lnTo>
                  <a:pt x="1704318" y="152887"/>
                </a:lnTo>
                <a:lnTo>
                  <a:pt x="1698121" y="152887"/>
                </a:lnTo>
                <a:lnTo>
                  <a:pt x="1691923" y="152887"/>
                </a:lnTo>
                <a:lnTo>
                  <a:pt x="1685726" y="152887"/>
                </a:lnTo>
                <a:lnTo>
                  <a:pt x="1679528" y="152887"/>
                </a:lnTo>
                <a:lnTo>
                  <a:pt x="1673331" y="152887"/>
                </a:lnTo>
                <a:lnTo>
                  <a:pt x="1667133" y="152887"/>
                </a:lnTo>
                <a:lnTo>
                  <a:pt x="1660936" y="152887"/>
                </a:lnTo>
                <a:lnTo>
                  <a:pt x="1654738" y="152887"/>
                </a:lnTo>
                <a:lnTo>
                  <a:pt x="1648540" y="152887"/>
                </a:lnTo>
                <a:lnTo>
                  <a:pt x="1642343" y="152887"/>
                </a:lnTo>
                <a:lnTo>
                  <a:pt x="1636145" y="152887"/>
                </a:lnTo>
                <a:lnTo>
                  <a:pt x="1629948" y="152887"/>
                </a:lnTo>
                <a:lnTo>
                  <a:pt x="1623750" y="152887"/>
                </a:lnTo>
                <a:lnTo>
                  <a:pt x="1617553" y="152887"/>
                </a:lnTo>
                <a:lnTo>
                  <a:pt x="1611355" y="152887"/>
                </a:lnTo>
                <a:lnTo>
                  <a:pt x="1605158" y="152887"/>
                </a:lnTo>
                <a:lnTo>
                  <a:pt x="1598960" y="152887"/>
                </a:lnTo>
                <a:lnTo>
                  <a:pt x="1592763" y="152887"/>
                </a:lnTo>
                <a:lnTo>
                  <a:pt x="1586565" y="152887"/>
                </a:lnTo>
                <a:lnTo>
                  <a:pt x="1580368" y="152887"/>
                </a:lnTo>
                <a:lnTo>
                  <a:pt x="1574170" y="152887"/>
                </a:lnTo>
                <a:lnTo>
                  <a:pt x="1567973" y="152887"/>
                </a:lnTo>
                <a:lnTo>
                  <a:pt x="1561775" y="152887"/>
                </a:lnTo>
                <a:lnTo>
                  <a:pt x="1555578" y="152887"/>
                </a:lnTo>
                <a:lnTo>
                  <a:pt x="1549380" y="152887"/>
                </a:lnTo>
                <a:lnTo>
                  <a:pt x="1543183" y="152887"/>
                </a:lnTo>
                <a:lnTo>
                  <a:pt x="1536985" y="152887"/>
                </a:lnTo>
                <a:lnTo>
                  <a:pt x="1530788" y="152887"/>
                </a:lnTo>
                <a:lnTo>
                  <a:pt x="1524590" y="152887"/>
                </a:lnTo>
                <a:lnTo>
                  <a:pt x="1518393" y="152887"/>
                </a:lnTo>
                <a:lnTo>
                  <a:pt x="1512195" y="152887"/>
                </a:lnTo>
                <a:lnTo>
                  <a:pt x="1505997" y="152887"/>
                </a:lnTo>
                <a:lnTo>
                  <a:pt x="1499800" y="152887"/>
                </a:lnTo>
                <a:lnTo>
                  <a:pt x="1493602" y="152887"/>
                </a:lnTo>
                <a:lnTo>
                  <a:pt x="1487405" y="152887"/>
                </a:lnTo>
                <a:lnTo>
                  <a:pt x="1481207" y="152887"/>
                </a:lnTo>
                <a:lnTo>
                  <a:pt x="1475010" y="152887"/>
                </a:lnTo>
                <a:lnTo>
                  <a:pt x="1468812" y="152887"/>
                </a:lnTo>
                <a:lnTo>
                  <a:pt x="1462615" y="152887"/>
                </a:lnTo>
                <a:lnTo>
                  <a:pt x="1456417" y="152887"/>
                </a:lnTo>
                <a:lnTo>
                  <a:pt x="1450220" y="152887"/>
                </a:lnTo>
                <a:lnTo>
                  <a:pt x="1444022" y="152887"/>
                </a:lnTo>
                <a:lnTo>
                  <a:pt x="1437825" y="152887"/>
                </a:lnTo>
                <a:lnTo>
                  <a:pt x="1431627" y="152887"/>
                </a:lnTo>
                <a:lnTo>
                  <a:pt x="1425430" y="152887"/>
                </a:lnTo>
                <a:lnTo>
                  <a:pt x="1419232" y="152887"/>
                </a:lnTo>
                <a:lnTo>
                  <a:pt x="1413035" y="152887"/>
                </a:lnTo>
                <a:lnTo>
                  <a:pt x="1406837" y="152887"/>
                </a:lnTo>
                <a:lnTo>
                  <a:pt x="1400640" y="152887"/>
                </a:lnTo>
                <a:lnTo>
                  <a:pt x="1394442" y="152887"/>
                </a:lnTo>
                <a:lnTo>
                  <a:pt x="1388245" y="152887"/>
                </a:lnTo>
                <a:lnTo>
                  <a:pt x="1382047" y="152887"/>
                </a:lnTo>
                <a:lnTo>
                  <a:pt x="1375849" y="152887"/>
                </a:lnTo>
                <a:lnTo>
                  <a:pt x="1369652" y="152887"/>
                </a:lnTo>
                <a:lnTo>
                  <a:pt x="1363454" y="152887"/>
                </a:lnTo>
                <a:lnTo>
                  <a:pt x="1357257" y="152887"/>
                </a:lnTo>
                <a:lnTo>
                  <a:pt x="1351059" y="152887"/>
                </a:lnTo>
                <a:lnTo>
                  <a:pt x="1344862" y="152887"/>
                </a:lnTo>
                <a:lnTo>
                  <a:pt x="1338664" y="152887"/>
                </a:lnTo>
                <a:lnTo>
                  <a:pt x="1332467" y="152887"/>
                </a:lnTo>
                <a:lnTo>
                  <a:pt x="1326269" y="152887"/>
                </a:lnTo>
                <a:lnTo>
                  <a:pt x="1320072" y="152887"/>
                </a:lnTo>
                <a:lnTo>
                  <a:pt x="1313874" y="152887"/>
                </a:lnTo>
                <a:lnTo>
                  <a:pt x="1307677" y="152887"/>
                </a:lnTo>
                <a:lnTo>
                  <a:pt x="1301479" y="152887"/>
                </a:lnTo>
                <a:lnTo>
                  <a:pt x="1295282" y="152887"/>
                </a:lnTo>
                <a:lnTo>
                  <a:pt x="1289084" y="152887"/>
                </a:lnTo>
                <a:lnTo>
                  <a:pt x="1282887" y="152887"/>
                </a:lnTo>
                <a:lnTo>
                  <a:pt x="1276689" y="152887"/>
                </a:lnTo>
                <a:lnTo>
                  <a:pt x="1270492" y="152887"/>
                </a:lnTo>
                <a:lnTo>
                  <a:pt x="1264294" y="152887"/>
                </a:lnTo>
                <a:lnTo>
                  <a:pt x="1258097" y="152887"/>
                </a:lnTo>
                <a:lnTo>
                  <a:pt x="1251899" y="152887"/>
                </a:lnTo>
                <a:lnTo>
                  <a:pt x="1245702" y="152887"/>
                </a:lnTo>
                <a:lnTo>
                  <a:pt x="1239504" y="152887"/>
                </a:lnTo>
                <a:lnTo>
                  <a:pt x="1233306" y="152887"/>
                </a:lnTo>
                <a:lnTo>
                  <a:pt x="1227109" y="152887"/>
                </a:lnTo>
                <a:lnTo>
                  <a:pt x="1220911" y="152887"/>
                </a:lnTo>
                <a:lnTo>
                  <a:pt x="1214714" y="152887"/>
                </a:lnTo>
                <a:lnTo>
                  <a:pt x="1208516" y="152887"/>
                </a:lnTo>
                <a:lnTo>
                  <a:pt x="1202319" y="152887"/>
                </a:lnTo>
                <a:lnTo>
                  <a:pt x="1196121" y="152887"/>
                </a:lnTo>
                <a:lnTo>
                  <a:pt x="1189924" y="152887"/>
                </a:lnTo>
                <a:lnTo>
                  <a:pt x="1183726" y="152887"/>
                </a:lnTo>
                <a:lnTo>
                  <a:pt x="1177529" y="152887"/>
                </a:lnTo>
                <a:lnTo>
                  <a:pt x="1171331" y="152887"/>
                </a:lnTo>
                <a:lnTo>
                  <a:pt x="1165134" y="152887"/>
                </a:lnTo>
                <a:lnTo>
                  <a:pt x="1158936" y="152887"/>
                </a:lnTo>
                <a:lnTo>
                  <a:pt x="1152739" y="152887"/>
                </a:lnTo>
                <a:lnTo>
                  <a:pt x="1146541" y="152887"/>
                </a:lnTo>
                <a:lnTo>
                  <a:pt x="1140344" y="152887"/>
                </a:lnTo>
                <a:lnTo>
                  <a:pt x="1134146" y="152887"/>
                </a:lnTo>
                <a:lnTo>
                  <a:pt x="1127949" y="152887"/>
                </a:lnTo>
                <a:lnTo>
                  <a:pt x="1121751" y="152887"/>
                </a:lnTo>
                <a:lnTo>
                  <a:pt x="1115554" y="152887"/>
                </a:lnTo>
                <a:lnTo>
                  <a:pt x="1109356" y="152887"/>
                </a:lnTo>
                <a:lnTo>
                  <a:pt x="1103159" y="152887"/>
                </a:lnTo>
                <a:lnTo>
                  <a:pt x="1096961" y="152887"/>
                </a:lnTo>
                <a:lnTo>
                  <a:pt x="1090763" y="152887"/>
                </a:lnTo>
                <a:lnTo>
                  <a:pt x="1084566" y="152887"/>
                </a:lnTo>
                <a:lnTo>
                  <a:pt x="1078368" y="152887"/>
                </a:lnTo>
                <a:lnTo>
                  <a:pt x="1072171" y="152887"/>
                </a:lnTo>
                <a:lnTo>
                  <a:pt x="1065973" y="152887"/>
                </a:lnTo>
                <a:lnTo>
                  <a:pt x="1059776" y="152887"/>
                </a:lnTo>
                <a:lnTo>
                  <a:pt x="1053578" y="152887"/>
                </a:lnTo>
                <a:lnTo>
                  <a:pt x="1047381" y="152887"/>
                </a:lnTo>
                <a:lnTo>
                  <a:pt x="1041183" y="152887"/>
                </a:lnTo>
                <a:lnTo>
                  <a:pt x="1034986" y="152887"/>
                </a:lnTo>
                <a:lnTo>
                  <a:pt x="1028788" y="152887"/>
                </a:lnTo>
                <a:lnTo>
                  <a:pt x="1022591" y="152887"/>
                </a:lnTo>
                <a:lnTo>
                  <a:pt x="1016393" y="152887"/>
                </a:lnTo>
                <a:lnTo>
                  <a:pt x="1010196" y="152887"/>
                </a:lnTo>
                <a:lnTo>
                  <a:pt x="1003998" y="152887"/>
                </a:lnTo>
                <a:lnTo>
                  <a:pt x="997801" y="152887"/>
                </a:lnTo>
                <a:lnTo>
                  <a:pt x="991603" y="152887"/>
                </a:lnTo>
                <a:lnTo>
                  <a:pt x="985406" y="152887"/>
                </a:lnTo>
                <a:lnTo>
                  <a:pt x="979208" y="152887"/>
                </a:lnTo>
                <a:lnTo>
                  <a:pt x="973011" y="152887"/>
                </a:lnTo>
                <a:lnTo>
                  <a:pt x="966813" y="152887"/>
                </a:lnTo>
                <a:lnTo>
                  <a:pt x="960615" y="152887"/>
                </a:lnTo>
                <a:lnTo>
                  <a:pt x="954418" y="152887"/>
                </a:lnTo>
                <a:lnTo>
                  <a:pt x="948220" y="152887"/>
                </a:lnTo>
                <a:lnTo>
                  <a:pt x="942023" y="152887"/>
                </a:lnTo>
                <a:lnTo>
                  <a:pt x="935825" y="152887"/>
                </a:lnTo>
                <a:lnTo>
                  <a:pt x="929628" y="152887"/>
                </a:lnTo>
                <a:lnTo>
                  <a:pt x="923430" y="152887"/>
                </a:lnTo>
                <a:lnTo>
                  <a:pt x="917233" y="152887"/>
                </a:lnTo>
                <a:lnTo>
                  <a:pt x="911035" y="152887"/>
                </a:lnTo>
                <a:lnTo>
                  <a:pt x="904838" y="152887"/>
                </a:lnTo>
                <a:lnTo>
                  <a:pt x="898640" y="152887"/>
                </a:lnTo>
                <a:lnTo>
                  <a:pt x="892443" y="152887"/>
                </a:lnTo>
                <a:lnTo>
                  <a:pt x="886245" y="152887"/>
                </a:lnTo>
                <a:lnTo>
                  <a:pt x="880048" y="152887"/>
                </a:lnTo>
                <a:lnTo>
                  <a:pt x="873850" y="152887"/>
                </a:lnTo>
                <a:lnTo>
                  <a:pt x="867653" y="152887"/>
                </a:lnTo>
                <a:lnTo>
                  <a:pt x="861455" y="152887"/>
                </a:lnTo>
                <a:lnTo>
                  <a:pt x="855258" y="152887"/>
                </a:lnTo>
                <a:lnTo>
                  <a:pt x="849060" y="152887"/>
                </a:lnTo>
                <a:lnTo>
                  <a:pt x="842863" y="152887"/>
                </a:lnTo>
                <a:lnTo>
                  <a:pt x="836665" y="152887"/>
                </a:lnTo>
                <a:lnTo>
                  <a:pt x="830468" y="152887"/>
                </a:lnTo>
                <a:lnTo>
                  <a:pt x="824270" y="152887"/>
                </a:lnTo>
                <a:lnTo>
                  <a:pt x="818072" y="152887"/>
                </a:lnTo>
                <a:lnTo>
                  <a:pt x="811875" y="152887"/>
                </a:lnTo>
                <a:lnTo>
                  <a:pt x="805677" y="152887"/>
                </a:lnTo>
                <a:lnTo>
                  <a:pt x="799480" y="152887"/>
                </a:lnTo>
                <a:lnTo>
                  <a:pt x="793282" y="152887"/>
                </a:lnTo>
                <a:lnTo>
                  <a:pt x="787085" y="152887"/>
                </a:lnTo>
                <a:lnTo>
                  <a:pt x="780887" y="152887"/>
                </a:lnTo>
                <a:lnTo>
                  <a:pt x="774690" y="152887"/>
                </a:lnTo>
                <a:lnTo>
                  <a:pt x="768492" y="152887"/>
                </a:lnTo>
                <a:lnTo>
                  <a:pt x="762295" y="152887"/>
                </a:lnTo>
                <a:lnTo>
                  <a:pt x="756097" y="152887"/>
                </a:lnTo>
                <a:lnTo>
                  <a:pt x="749900" y="152887"/>
                </a:lnTo>
                <a:lnTo>
                  <a:pt x="743702" y="152887"/>
                </a:lnTo>
                <a:lnTo>
                  <a:pt x="737505" y="152887"/>
                </a:lnTo>
                <a:lnTo>
                  <a:pt x="731307" y="152887"/>
                </a:lnTo>
                <a:lnTo>
                  <a:pt x="725110" y="152887"/>
                </a:lnTo>
                <a:lnTo>
                  <a:pt x="718912" y="152887"/>
                </a:lnTo>
                <a:lnTo>
                  <a:pt x="712715" y="152887"/>
                </a:lnTo>
                <a:lnTo>
                  <a:pt x="706517" y="152887"/>
                </a:lnTo>
                <a:lnTo>
                  <a:pt x="700320" y="152887"/>
                </a:lnTo>
                <a:lnTo>
                  <a:pt x="694122" y="152887"/>
                </a:lnTo>
                <a:lnTo>
                  <a:pt x="687924" y="152887"/>
                </a:lnTo>
                <a:lnTo>
                  <a:pt x="681727" y="152887"/>
                </a:lnTo>
                <a:lnTo>
                  <a:pt x="675529" y="152887"/>
                </a:lnTo>
                <a:lnTo>
                  <a:pt x="669332" y="152887"/>
                </a:lnTo>
                <a:lnTo>
                  <a:pt x="663134" y="152887"/>
                </a:lnTo>
                <a:lnTo>
                  <a:pt x="656937" y="152887"/>
                </a:lnTo>
                <a:lnTo>
                  <a:pt x="650739" y="152887"/>
                </a:lnTo>
                <a:lnTo>
                  <a:pt x="644542" y="152887"/>
                </a:lnTo>
                <a:lnTo>
                  <a:pt x="638344" y="152887"/>
                </a:lnTo>
                <a:lnTo>
                  <a:pt x="632147" y="152887"/>
                </a:lnTo>
                <a:lnTo>
                  <a:pt x="625949" y="152887"/>
                </a:lnTo>
                <a:lnTo>
                  <a:pt x="619752" y="152887"/>
                </a:lnTo>
                <a:lnTo>
                  <a:pt x="613554" y="152887"/>
                </a:lnTo>
                <a:lnTo>
                  <a:pt x="607357" y="152887"/>
                </a:lnTo>
                <a:lnTo>
                  <a:pt x="601159" y="152887"/>
                </a:lnTo>
                <a:lnTo>
                  <a:pt x="594962" y="152887"/>
                </a:lnTo>
                <a:lnTo>
                  <a:pt x="588764" y="152887"/>
                </a:lnTo>
                <a:lnTo>
                  <a:pt x="582567" y="152887"/>
                </a:lnTo>
                <a:lnTo>
                  <a:pt x="576369" y="152887"/>
                </a:lnTo>
                <a:lnTo>
                  <a:pt x="570172" y="152887"/>
                </a:lnTo>
                <a:lnTo>
                  <a:pt x="563974" y="152887"/>
                </a:lnTo>
                <a:lnTo>
                  <a:pt x="557777" y="152887"/>
                </a:lnTo>
                <a:lnTo>
                  <a:pt x="551579" y="152887"/>
                </a:lnTo>
                <a:lnTo>
                  <a:pt x="545381" y="152887"/>
                </a:lnTo>
                <a:lnTo>
                  <a:pt x="539184" y="152887"/>
                </a:lnTo>
                <a:lnTo>
                  <a:pt x="532986" y="152887"/>
                </a:lnTo>
                <a:lnTo>
                  <a:pt x="526789" y="152887"/>
                </a:lnTo>
                <a:lnTo>
                  <a:pt x="520591" y="152887"/>
                </a:lnTo>
                <a:lnTo>
                  <a:pt x="514394" y="152887"/>
                </a:lnTo>
                <a:lnTo>
                  <a:pt x="508196" y="152887"/>
                </a:lnTo>
                <a:lnTo>
                  <a:pt x="501999" y="152887"/>
                </a:lnTo>
                <a:lnTo>
                  <a:pt x="495801" y="152887"/>
                </a:lnTo>
                <a:lnTo>
                  <a:pt x="489604" y="152887"/>
                </a:lnTo>
                <a:lnTo>
                  <a:pt x="483406" y="152887"/>
                </a:lnTo>
                <a:lnTo>
                  <a:pt x="477209" y="152887"/>
                </a:lnTo>
                <a:lnTo>
                  <a:pt x="471011" y="152887"/>
                </a:lnTo>
                <a:lnTo>
                  <a:pt x="464814" y="152887"/>
                </a:lnTo>
                <a:lnTo>
                  <a:pt x="458616" y="152887"/>
                </a:lnTo>
                <a:lnTo>
                  <a:pt x="452419" y="152887"/>
                </a:lnTo>
                <a:lnTo>
                  <a:pt x="446221" y="152887"/>
                </a:lnTo>
                <a:lnTo>
                  <a:pt x="440024" y="152887"/>
                </a:lnTo>
                <a:lnTo>
                  <a:pt x="433826" y="152887"/>
                </a:lnTo>
                <a:lnTo>
                  <a:pt x="427629" y="152887"/>
                </a:lnTo>
                <a:lnTo>
                  <a:pt x="421431" y="152887"/>
                </a:lnTo>
                <a:lnTo>
                  <a:pt x="415234" y="152887"/>
                </a:lnTo>
                <a:lnTo>
                  <a:pt x="409036" y="152887"/>
                </a:lnTo>
                <a:lnTo>
                  <a:pt x="402838" y="152887"/>
                </a:lnTo>
                <a:lnTo>
                  <a:pt x="396641" y="152887"/>
                </a:lnTo>
                <a:lnTo>
                  <a:pt x="390443" y="152887"/>
                </a:lnTo>
                <a:lnTo>
                  <a:pt x="384246" y="152887"/>
                </a:lnTo>
                <a:lnTo>
                  <a:pt x="378048" y="152887"/>
                </a:lnTo>
                <a:lnTo>
                  <a:pt x="371851" y="152887"/>
                </a:lnTo>
                <a:lnTo>
                  <a:pt x="365653" y="152887"/>
                </a:lnTo>
                <a:lnTo>
                  <a:pt x="359456" y="152887"/>
                </a:lnTo>
                <a:lnTo>
                  <a:pt x="353258" y="152887"/>
                </a:lnTo>
                <a:lnTo>
                  <a:pt x="347061" y="152887"/>
                </a:lnTo>
                <a:lnTo>
                  <a:pt x="340863" y="152887"/>
                </a:lnTo>
                <a:lnTo>
                  <a:pt x="334666" y="152887"/>
                </a:lnTo>
                <a:lnTo>
                  <a:pt x="328468" y="152887"/>
                </a:lnTo>
                <a:lnTo>
                  <a:pt x="322271" y="152887"/>
                </a:lnTo>
                <a:lnTo>
                  <a:pt x="316073" y="152887"/>
                </a:lnTo>
                <a:lnTo>
                  <a:pt x="309876" y="152887"/>
                </a:lnTo>
                <a:lnTo>
                  <a:pt x="303678" y="152887"/>
                </a:lnTo>
                <a:lnTo>
                  <a:pt x="297481" y="152887"/>
                </a:lnTo>
                <a:lnTo>
                  <a:pt x="291283" y="152887"/>
                </a:lnTo>
                <a:lnTo>
                  <a:pt x="285086" y="152887"/>
                </a:lnTo>
                <a:lnTo>
                  <a:pt x="278888" y="152887"/>
                </a:lnTo>
                <a:lnTo>
                  <a:pt x="272690" y="152887"/>
                </a:lnTo>
                <a:lnTo>
                  <a:pt x="266493" y="152887"/>
                </a:lnTo>
                <a:lnTo>
                  <a:pt x="260295" y="152887"/>
                </a:lnTo>
                <a:lnTo>
                  <a:pt x="254098" y="152887"/>
                </a:lnTo>
                <a:lnTo>
                  <a:pt x="247900" y="152887"/>
                </a:lnTo>
                <a:lnTo>
                  <a:pt x="241703" y="152887"/>
                </a:lnTo>
                <a:lnTo>
                  <a:pt x="235505" y="152887"/>
                </a:lnTo>
                <a:lnTo>
                  <a:pt x="229308" y="152887"/>
                </a:lnTo>
                <a:lnTo>
                  <a:pt x="223110" y="152887"/>
                </a:lnTo>
                <a:lnTo>
                  <a:pt x="216913" y="152887"/>
                </a:lnTo>
                <a:lnTo>
                  <a:pt x="210715" y="152887"/>
                </a:lnTo>
                <a:lnTo>
                  <a:pt x="204518" y="152887"/>
                </a:lnTo>
                <a:lnTo>
                  <a:pt x="198320" y="152887"/>
                </a:lnTo>
                <a:lnTo>
                  <a:pt x="192123" y="152887"/>
                </a:lnTo>
                <a:lnTo>
                  <a:pt x="185925" y="152887"/>
                </a:lnTo>
                <a:lnTo>
                  <a:pt x="179728" y="152887"/>
                </a:lnTo>
                <a:lnTo>
                  <a:pt x="173530" y="152887"/>
                </a:lnTo>
                <a:lnTo>
                  <a:pt x="167333" y="152887"/>
                </a:lnTo>
                <a:lnTo>
                  <a:pt x="161135" y="152887"/>
                </a:lnTo>
                <a:lnTo>
                  <a:pt x="154938" y="152887"/>
                </a:lnTo>
                <a:lnTo>
                  <a:pt x="148740" y="152887"/>
                </a:lnTo>
                <a:lnTo>
                  <a:pt x="142543" y="152887"/>
                </a:lnTo>
                <a:lnTo>
                  <a:pt x="136345" y="152887"/>
                </a:lnTo>
                <a:lnTo>
                  <a:pt x="130147" y="152887"/>
                </a:lnTo>
                <a:lnTo>
                  <a:pt x="123950" y="152887"/>
                </a:lnTo>
                <a:lnTo>
                  <a:pt x="117752" y="152887"/>
                </a:lnTo>
                <a:lnTo>
                  <a:pt x="111555" y="152887"/>
                </a:lnTo>
                <a:lnTo>
                  <a:pt x="105357" y="152887"/>
                </a:lnTo>
                <a:lnTo>
                  <a:pt x="99160" y="152887"/>
                </a:lnTo>
                <a:lnTo>
                  <a:pt x="92962" y="152887"/>
                </a:lnTo>
                <a:lnTo>
                  <a:pt x="86765" y="152887"/>
                </a:lnTo>
                <a:lnTo>
                  <a:pt x="80567" y="152887"/>
                </a:lnTo>
                <a:lnTo>
                  <a:pt x="74370" y="152887"/>
                </a:lnTo>
                <a:lnTo>
                  <a:pt x="68172" y="152887"/>
                </a:lnTo>
                <a:lnTo>
                  <a:pt x="61975" y="152887"/>
                </a:lnTo>
                <a:lnTo>
                  <a:pt x="55777" y="152887"/>
                </a:lnTo>
                <a:lnTo>
                  <a:pt x="49580" y="152887"/>
                </a:lnTo>
                <a:lnTo>
                  <a:pt x="43382" y="152887"/>
                </a:lnTo>
                <a:lnTo>
                  <a:pt x="37185" y="152887"/>
                </a:lnTo>
                <a:lnTo>
                  <a:pt x="30987" y="152887"/>
                </a:lnTo>
                <a:lnTo>
                  <a:pt x="24790" y="152887"/>
                </a:lnTo>
                <a:lnTo>
                  <a:pt x="18592" y="152887"/>
                </a:lnTo>
                <a:lnTo>
                  <a:pt x="12395" y="152887"/>
                </a:lnTo>
                <a:lnTo>
                  <a:pt x="6197" y="15288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3" name="pl11">
            <a:extLst>
              <a:ext uri="{FF2B5EF4-FFF2-40B4-BE49-F238E27FC236}">
                <a16:creationId xmlns:a16="http://schemas.microsoft.com/office/drawing/2014/main" id="{D061FB98-63D9-2852-7F89-D1FF0B27EE26}"/>
              </a:ext>
            </a:extLst>
          </p:cNvPr>
          <p:cNvSpPr/>
          <p:nvPr/>
        </p:nvSpPr>
        <p:spPr>
          <a:xfrm>
            <a:off x="6365365" y="1395486"/>
            <a:ext cx="2412901" cy="116485"/>
          </a:xfrm>
          <a:custGeom>
            <a:avLst/>
            <a:gdLst/>
            <a:ahLst/>
            <a:cxnLst/>
            <a:rect l="0" t="0" r="0" b="0"/>
            <a:pathLst>
              <a:path w="3166933" h="152887">
                <a:moveTo>
                  <a:pt x="0" y="152887"/>
                </a:moveTo>
                <a:lnTo>
                  <a:pt x="6197" y="152887"/>
                </a:lnTo>
                <a:lnTo>
                  <a:pt x="12395" y="152887"/>
                </a:lnTo>
                <a:lnTo>
                  <a:pt x="18592" y="152887"/>
                </a:lnTo>
                <a:lnTo>
                  <a:pt x="24790" y="152887"/>
                </a:lnTo>
                <a:lnTo>
                  <a:pt x="30987" y="152887"/>
                </a:lnTo>
                <a:lnTo>
                  <a:pt x="37185" y="152887"/>
                </a:lnTo>
                <a:lnTo>
                  <a:pt x="43382" y="152887"/>
                </a:lnTo>
                <a:lnTo>
                  <a:pt x="49580" y="152887"/>
                </a:lnTo>
                <a:lnTo>
                  <a:pt x="55777" y="152886"/>
                </a:lnTo>
                <a:lnTo>
                  <a:pt x="61975" y="152884"/>
                </a:lnTo>
                <a:lnTo>
                  <a:pt x="68172" y="152880"/>
                </a:lnTo>
                <a:lnTo>
                  <a:pt x="74370" y="152874"/>
                </a:lnTo>
                <a:lnTo>
                  <a:pt x="80567" y="152863"/>
                </a:lnTo>
                <a:lnTo>
                  <a:pt x="86765" y="152845"/>
                </a:lnTo>
                <a:lnTo>
                  <a:pt x="92962" y="152820"/>
                </a:lnTo>
                <a:lnTo>
                  <a:pt x="99160" y="152786"/>
                </a:lnTo>
                <a:lnTo>
                  <a:pt x="105357" y="152743"/>
                </a:lnTo>
                <a:lnTo>
                  <a:pt x="111555" y="152693"/>
                </a:lnTo>
                <a:lnTo>
                  <a:pt x="117752" y="152641"/>
                </a:lnTo>
                <a:lnTo>
                  <a:pt x="123950" y="152592"/>
                </a:lnTo>
                <a:lnTo>
                  <a:pt x="130147" y="152553"/>
                </a:lnTo>
                <a:lnTo>
                  <a:pt x="136345" y="152529"/>
                </a:lnTo>
                <a:lnTo>
                  <a:pt x="142543" y="152524"/>
                </a:lnTo>
                <a:lnTo>
                  <a:pt x="148740" y="152540"/>
                </a:lnTo>
                <a:lnTo>
                  <a:pt x="154938" y="152573"/>
                </a:lnTo>
                <a:lnTo>
                  <a:pt x="161135" y="152618"/>
                </a:lnTo>
                <a:lnTo>
                  <a:pt x="167333" y="152670"/>
                </a:lnTo>
                <a:lnTo>
                  <a:pt x="173530" y="152721"/>
                </a:lnTo>
                <a:lnTo>
                  <a:pt x="179728" y="152764"/>
                </a:lnTo>
                <a:lnTo>
                  <a:pt x="185925" y="152797"/>
                </a:lnTo>
                <a:lnTo>
                  <a:pt x="192123" y="152817"/>
                </a:lnTo>
                <a:lnTo>
                  <a:pt x="198320" y="152824"/>
                </a:lnTo>
                <a:lnTo>
                  <a:pt x="204518" y="152817"/>
                </a:lnTo>
                <a:lnTo>
                  <a:pt x="210715" y="152796"/>
                </a:lnTo>
                <a:lnTo>
                  <a:pt x="216913" y="152763"/>
                </a:lnTo>
                <a:lnTo>
                  <a:pt x="223110" y="152721"/>
                </a:lnTo>
                <a:lnTo>
                  <a:pt x="229308" y="152672"/>
                </a:lnTo>
                <a:lnTo>
                  <a:pt x="235505" y="152621"/>
                </a:lnTo>
                <a:lnTo>
                  <a:pt x="241703" y="152576"/>
                </a:lnTo>
                <a:lnTo>
                  <a:pt x="247900" y="152543"/>
                </a:lnTo>
                <a:lnTo>
                  <a:pt x="254098" y="152527"/>
                </a:lnTo>
                <a:lnTo>
                  <a:pt x="260295" y="152530"/>
                </a:lnTo>
                <a:lnTo>
                  <a:pt x="266493" y="152552"/>
                </a:lnTo>
                <a:lnTo>
                  <a:pt x="272690" y="152591"/>
                </a:lnTo>
                <a:lnTo>
                  <a:pt x="278888" y="152640"/>
                </a:lnTo>
                <a:lnTo>
                  <a:pt x="285086" y="152692"/>
                </a:lnTo>
                <a:lnTo>
                  <a:pt x="291283" y="152740"/>
                </a:lnTo>
                <a:lnTo>
                  <a:pt x="297481" y="152782"/>
                </a:lnTo>
                <a:lnTo>
                  <a:pt x="303678" y="152815"/>
                </a:lnTo>
                <a:lnTo>
                  <a:pt x="309876" y="152838"/>
                </a:lnTo>
                <a:lnTo>
                  <a:pt x="316073" y="152850"/>
                </a:lnTo>
                <a:lnTo>
                  <a:pt x="322271" y="152853"/>
                </a:lnTo>
                <a:lnTo>
                  <a:pt x="328468" y="152846"/>
                </a:lnTo>
                <a:lnTo>
                  <a:pt x="334666" y="152829"/>
                </a:lnTo>
                <a:lnTo>
                  <a:pt x="340863" y="152802"/>
                </a:lnTo>
                <a:lnTo>
                  <a:pt x="347061" y="152765"/>
                </a:lnTo>
                <a:lnTo>
                  <a:pt x="353258" y="152719"/>
                </a:lnTo>
                <a:lnTo>
                  <a:pt x="359456" y="152668"/>
                </a:lnTo>
                <a:lnTo>
                  <a:pt x="365653" y="152616"/>
                </a:lnTo>
                <a:lnTo>
                  <a:pt x="371851" y="152570"/>
                </a:lnTo>
                <a:lnTo>
                  <a:pt x="378048" y="152538"/>
                </a:lnTo>
                <a:lnTo>
                  <a:pt x="384246" y="152524"/>
                </a:lnTo>
                <a:lnTo>
                  <a:pt x="390443" y="152530"/>
                </a:lnTo>
                <a:lnTo>
                  <a:pt x="396641" y="152555"/>
                </a:lnTo>
                <a:lnTo>
                  <a:pt x="402838" y="152595"/>
                </a:lnTo>
                <a:lnTo>
                  <a:pt x="409036" y="152645"/>
                </a:lnTo>
                <a:lnTo>
                  <a:pt x="415234" y="152696"/>
                </a:lnTo>
                <a:lnTo>
                  <a:pt x="421431" y="152745"/>
                </a:lnTo>
                <a:lnTo>
                  <a:pt x="427629" y="152788"/>
                </a:lnTo>
                <a:lnTo>
                  <a:pt x="433826" y="152821"/>
                </a:lnTo>
                <a:lnTo>
                  <a:pt x="440024" y="152846"/>
                </a:lnTo>
                <a:lnTo>
                  <a:pt x="446221" y="152863"/>
                </a:lnTo>
                <a:lnTo>
                  <a:pt x="452419" y="152874"/>
                </a:lnTo>
                <a:lnTo>
                  <a:pt x="458616" y="152880"/>
                </a:lnTo>
                <a:lnTo>
                  <a:pt x="464814" y="152884"/>
                </a:lnTo>
                <a:lnTo>
                  <a:pt x="471011" y="152886"/>
                </a:lnTo>
                <a:lnTo>
                  <a:pt x="477209" y="152887"/>
                </a:lnTo>
                <a:lnTo>
                  <a:pt x="483406" y="152887"/>
                </a:lnTo>
                <a:lnTo>
                  <a:pt x="489604" y="152887"/>
                </a:lnTo>
                <a:lnTo>
                  <a:pt x="495801" y="152887"/>
                </a:lnTo>
                <a:lnTo>
                  <a:pt x="501999" y="152887"/>
                </a:lnTo>
                <a:lnTo>
                  <a:pt x="508196" y="152887"/>
                </a:lnTo>
                <a:lnTo>
                  <a:pt x="514394" y="152887"/>
                </a:lnTo>
                <a:lnTo>
                  <a:pt x="520591" y="152886"/>
                </a:lnTo>
                <a:lnTo>
                  <a:pt x="526789" y="152884"/>
                </a:lnTo>
                <a:lnTo>
                  <a:pt x="532986" y="152880"/>
                </a:lnTo>
                <a:lnTo>
                  <a:pt x="539184" y="152873"/>
                </a:lnTo>
                <a:lnTo>
                  <a:pt x="545381" y="152862"/>
                </a:lnTo>
                <a:lnTo>
                  <a:pt x="551579" y="152843"/>
                </a:lnTo>
                <a:lnTo>
                  <a:pt x="557777" y="152813"/>
                </a:lnTo>
                <a:lnTo>
                  <a:pt x="563974" y="152771"/>
                </a:lnTo>
                <a:lnTo>
                  <a:pt x="570172" y="152714"/>
                </a:lnTo>
                <a:lnTo>
                  <a:pt x="576369" y="152640"/>
                </a:lnTo>
                <a:lnTo>
                  <a:pt x="582567" y="152554"/>
                </a:lnTo>
                <a:lnTo>
                  <a:pt x="588764" y="152460"/>
                </a:lnTo>
                <a:lnTo>
                  <a:pt x="594962" y="152367"/>
                </a:lnTo>
                <a:lnTo>
                  <a:pt x="601159" y="152287"/>
                </a:lnTo>
                <a:lnTo>
                  <a:pt x="607357" y="152228"/>
                </a:lnTo>
                <a:lnTo>
                  <a:pt x="613554" y="152200"/>
                </a:lnTo>
                <a:lnTo>
                  <a:pt x="619752" y="152205"/>
                </a:lnTo>
                <a:lnTo>
                  <a:pt x="625949" y="152242"/>
                </a:lnTo>
                <a:lnTo>
                  <a:pt x="632147" y="152307"/>
                </a:lnTo>
                <a:lnTo>
                  <a:pt x="638344" y="152388"/>
                </a:lnTo>
                <a:lnTo>
                  <a:pt x="644542" y="152475"/>
                </a:lnTo>
                <a:lnTo>
                  <a:pt x="650739" y="152555"/>
                </a:lnTo>
                <a:lnTo>
                  <a:pt x="656937" y="152621"/>
                </a:lnTo>
                <a:lnTo>
                  <a:pt x="663134" y="152664"/>
                </a:lnTo>
                <a:lnTo>
                  <a:pt x="669332" y="152681"/>
                </a:lnTo>
                <a:lnTo>
                  <a:pt x="675529" y="152673"/>
                </a:lnTo>
                <a:lnTo>
                  <a:pt x="681727" y="152642"/>
                </a:lnTo>
                <a:lnTo>
                  <a:pt x="687924" y="152596"/>
                </a:lnTo>
                <a:lnTo>
                  <a:pt x="694122" y="152541"/>
                </a:lnTo>
                <a:lnTo>
                  <a:pt x="700320" y="152484"/>
                </a:lnTo>
                <a:lnTo>
                  <a:pt x="706517" y="152431"/>
                </a:lnTo>
                <a:lnTo>
                  <a:pt x="712715" y="152387"/>
                </a:lnTo>
                <a:lnTo>
                  <a:pt x="718912" y="152355"/>
                </a:lnTo>
                <a:lnTo>
                  <a:pt x="725110" y="152337"/>
                </a:lnTo>
                <a:lnTo>
                  <a:pt x="731307" y="152333"/>
                </a:lnTo>
                <a:lnTo>
                  <a:pt x="737505" y="152343"/>
                </a:lnTo>
                <a:lnTo>
                  <a:pt x="743702" y="152368"/>
                </a:lnTo>
                <a:lnTo>
                  <a:pt x="749900" y="152406"/>
                </a:lnTo>
                <a:lnTo>
                  <a:pt x="756097" y="152457"/>
                </a:lnTo>
                <a:lnTo>
                  <a:pt x="762295" y="152517"/>
                </a:lnTo>
                <a:lnTo>
                  <a:pt x="768492" y="152581"/>
                </a:lnTo>
                <a:lnTo>
                  <a:pt x="774690" y="152647"/>
                </a:lnTo>
                <a:lnTo>
                  <a:pt x="780887" y="152707"/>
                </a:lnTo>
                <a:lnTo>
                  <a:pt x="787085" y="152758"/>
                </a:lnTo>
                <a:lnTo>
                  <a:pt x="793282" y="152800"/>
                </a:lnTo>
                <a:lnTo>
                  <a:pt x="799480" y="152831"/>
                </a:lnTo>
                <a:lnTo>
                  <a:pt x="805677" y="152853"/>
                </a:lnTo>
                <a:lnTo>
                  <a:pt x="811875" y="152867"/>
                </a:lnTo>
                <a:lnTo>
                  <a:pt x="818072" y="152876"/>
                </a:lnTo>
                <a:lnTo>
                  <a:pt x="824270" y="152882"/>
                </a:lnTo>
                <a:lnTo>
                  <a:pt x="830468" y="152885"/>
                </a:lnTo>
                <a:lnTo>
                  <a:pt x="836665" y="152886"/>
                </a:lnTo>
                <a:lnTo>
                  <a:pt x="842863" y="152887"/>
                </a:lnTo>
                <a:lnTo>
                  <a:pt x="849060" y="152886"/>
                </a:lnTo>
                <a:lnTo>
                  <a:pt x="855258" y="152886"/>
                </a:lnTo>
                <a:lnTo>
                  <a:pt x="861455" y="152884"/>
                </a:lnTo>
                <a:lnTo>
                  <a:pt x="867653" y="152880"/>
                </a:lnTo>
                <a:lnTo>
                  <a:pt x="873850" y="152874"/>
                </a:lnTo>
                <a:lnTo>
                  <a:pt x="880048" y="152863"/>
                </a:lnTo>
                <a:lnTo>
                  <a:pt x="886245" y="152846"/>
                </a:lnTo>
                <a:lnTo>
                  <a:pt x="892443" y="152822"/>
                </a:lnTo>
                <a:lnTo>
                  <a:pt x="898640" y="152788"/>
                </a:lnTo>
                <a:lnTo>
                  <a:pt x="904838" y="152746"/>
                </a:lnTo>
                <a:lnTo>
                  <a:pt x="911035" y="152696"/>
                </a:lnTo>
                <a:lnTo>
                  <a:pt x="917233" y="152645"/>
                </a:lnTo>
                <a:lnTo>
                  <a:pt x="923430" y="152596"/>
                </a:lnTo>
                <a:lnTo>
                  <a:pt x="929628" y="152556"/>
                </a:lnTo>
                <a:lnTo>
                  <a:pt x="935825" y="152531"/>
                </a:lnTo>
                <a:lnTo>
                  <a:pt x="942023" y="152526"/>
                </a:lnTo>
                <a:lnTo>
                  <a:pt x="948220" y="152540"/>
                </a:lnTo>
                <a:lnTo>
                  <a:pt x="954418" y="152572"/>
                </a:lnTo>
                <a:lnTo>
                  <a:pt x="960615" y="152616"/>
                </a:lnTo>
                <a:lnTo>
                  <a:pt x="966813" y="152668"/>
                </a:lnTo>
                <a:lnTo>
                  <a:pt x="973011" y="152719"/>
                </a:lnTo>
                <a:lnTo>
                  <a:pt x="979208" y="152766"/>
                </a:lnTo>
                <a:lnTo>
                  <a:pt x="985406" y="152804"/>
                </a:lnTo>
                <a:lnTo>
                  <a:pt x="991603" y="152833"/>
                </a:lnTo>
                <a:lnTo>
                  <a:pt x="997801" y="152854"/>
                </a:lnTo>
                <a:lnTo>
                  <a:pt x="1003998" y="152867"/>
                </a:lnTo>
                <a:lnTo>
                  <a:pt x="1010196" y="152874"/>
                </a:lnTo>
                <a:lnTo>
                  <a:pt x="1016393" y="152877"/>
                </a:lnTo>
                <a:lnTo>
                  <a:pt x="1022591" y="152875"/>
                </a:lnTo>
                <a:lnTo>
                  <a:pt x="1028788" y="152868"/>
                </a:lnTo>
                <a:lnTo>
                  <a:pt x="1034986" y="152856"/>
                </a:lnTo>
                <a:lnTo>
                  <a:pt x="1041183" y="152836"/>
                </a:lnTo>
                <a:lnTo>
                  <a:pt x="1047381" y="152808"/>
                </a:lnTo>
                <a:lnTo>
                  <a:pt x="1053578" y="152771"/>
                </a:lnTo>
                <a:lnTo>
                  <a:pt x="1059776" y="152726"/>
                </a:lnTo>
                <a:lnTo>
                  <a:pt x="1065973" y="152675"/>
                </a:lnTo>
                <a:lnTo>
                  <a:pt x="1072171" y="152623"/>
                </a:lnTo>
                <a:lnTo>
                  <a:pt x="1078368" y="152575"/>
                </a:lnTo>
                <a:lnTo>
                  <a:pt x="1084566" y="152538"/>
                </a:lnTo>
                <a:lnTo>
                  <a:pt x="1090763" y="152517"/>
                </a:lnTo>
                <a:lnTo>
                  <a:pt x="1096961" y="152511"/>
                </a:lnTo>
                <a:lnTo>
                  <a:pt x="1103159" y="152517"/>
                </a:lnTo>
                <a:lnTo>
                  <a:pt x="1109356" y="152526"/>
                </a:lnTo>
                <a:lnTo>
                  <a:pt x="1115554" y="152527"/>
                </a:lnTo>
                <a:lnTo>
                  <a:pt x="1121751" y="152505"/>
                </a:lnTo>
                <a:lnTo>
                  <a:pt x="1127949" y="152447"/>
                </a:lnTo>
                <a:lnTo>
                  <a:pt x="1134146" y="152339"/>
                </a:lnTo>
                <a:lnTo>
                  <a:pt x="1140344" y="152170"/>
                </a:lnTo>
                <a:lnTo>
                  <a:pt x="1146541" y="151931"/>
                </a:lnTo>
                <a:lnTo>
                  <a:pt x="1152739" y="151616"/>
                </a:lnTo>
                <a:lnTo>
                  <a:pt x="1158936" y="151218"/>
                </a:lnTo>
                <a:lnTo>
                  <a:pt x="1165134" y="150729"/>
                </a:lnTo>
                <a:lnTo>
                  <a:pt x="1171331" y="150136"/>
                </a:lnTo>
                <a:lnTo>
                  <a:pt x="1177529" y="149416"/>
                </a:lnTo>
                <a:lnTo>
                  <a:pt x="1183726" y="148530"/>
                </a:lnTo>
                <a:lnTo>
                  <a:pt x="1189924" y="147437"/>
                </a:lnTo>
                <a:lnTo>
                  <a:pt x="1196121" y="146086"/>
                </a:lnTo>
                <a:lnTo>
                  <a:pt x="1202319" y="144417"/>
                </a:lnTo>
                <a:lnTo>
                  <a:pt x="1208516" y="142364"/>
                </a:lnTo>
                <a:lnTo>
                  <a:pt x="1214714" y="139856"/>
                </a:lnTo>
                <a:lnTo>
                  <a:pt x="1220911" y="136817"/>
                </a:lnTo>
                <a:lnTo>
                  <a:pt x="1227109" y="133171"/>
                </a:lnTo>
                <a:lnTo>
                  <a:pt x="1233306" y="128845"/>
                </a:lnTo>
                <a:lnTo>
                  <a:pt x="1239504" y="123776"/>
                </a:lnTo>
                <a:lnTo>
                  <a:pt x="1245702" y="117925"/>
                </a:lnTo>
                <a:lnTo>
                  <a:pt x="1251899" y="111286"/>
                </a:lnTo>
                <a:lnTo>
                  <a:pt x="1258097" y="103903"/>
                </a:lnTo>
                <a:lnTo>
                  <a:pt x="1264294" y="95872"/>
                </a:lnTo>
                <a:lnTo>
                  <a:pt x="1270492" y="87343"/>
                </a:lnTo>
                <a:lnTo>
                  <a:pt x="1276689" y="78512"/>
                </a:lnTo>
                <a:lnTo>
                  <a:pt x="1282887" y="69597"/>
                </a:lnTo>
                <a:lnTo>
                  <a:pt x="1289084" y="60828"/>
                </a:lnTo>
                <a:lnTo>
                  <a:pt x="1295282" y="52375"/>
                </a:lnTo>
                <a:lnTo>
                  <a:pt x="1301479" y="44348"/>
                </a:lnTo>
                <a:lnTo>
                  <a:pt x="1307677" y="36804"/>
                </a:lnTo>
                <a:lnTo>
                  <a:pt x="1313874" y="29764"/>
                </a:lnTo>
                <a:lnTo>
                  <a:pt x="1320072" y="23235"/>
                </a:lnTo>
                <a:lnTo>
                  <a:pt x="1326269" y="17248"/>
                </a:lnTo>
                <a:lnTo>
                  <a:pt x="1332467" y="11876"/>
                </a:lnTo>
                <a:lnTo>
                  <a:pt x="1338664" y="7257"/>
                </a:lnTo>
                <a:lnTo>
                  <a:pt x="1344862" y="3584"/>
                </a:lnTo>
                <a:lnTo>
                  <a:pt x="1351059" y="1086"/>
                </a:lnTo>
                <a:lnTo>
                  <a:pt x="1357257" y="0"/>
                </a:lnTo>
                <a:lnTo>
                  <a:pt x="1363454" y="525"/>
                </a:lnTo>
                <a:lnTo>
                  <a:pt x="1369652" y="2797"/>
                </a:lnTo>
                <a:lnTo>
                  <a:pt x="1375849" y="6853"/>
                </a:lnTo>
                <a:lnTo>
                  <a:pt x="1382047" y="12643"/>
                </a:lnTo>
                <a:lnTo>
                  <a:pt x="1388245" y="20067"/>
                </a:lnTo>
                <a:lnTo>
                  <a:pt x="1394442" y="28754"/>
                </a:lnTo>
                <a:lnTo>
                  <a:pt x="1400640" y="38384"/>
                </a:lnTo>
                <a:lnTo>
                  <a:pt x="1406837" y="48612"/>
                </a:lnTo>
                <a:lnTo>
                  <a:pt x="1413035" y="59088"/>
                </a:lnTo>
                <a:lnTo>
                  <a:pt x="1419232" y="69490"/>
                </a:lnTo>
                <a:lnTo>
                  <a:pt x="1425430" y="79543"/>
                </a:lnTo>
                <a:lnTo>
                  <a:pt x="1431627" y="89033"/>
                </a:lnTo>
                <a:lnTo>
                  <a:pt x="1437825" y="97816"/>
                </a:lnTo>
                <a:lnTo>
                  <a:pt x="1444022" y="105811"/>
                </a:lnTo>
                <a:lnTo>
                  <a:pt x="1450220" y="112989"/>
                </a:lnTo>
                <a:lnTo>
                  <a:pt x="1456417" y="119359"/>
                </a:lnTo>
                <a:lnTo>
                  <a:pt x="1462615" y="124955"/>
                </a:lnTo>
                <a:lnTo>
                  <a:pt x="1468812" y="129819"/>
                </a:lnTo>
                <a:lnTo>
                  <a:pt x="1475010" y="134000"/>
                </a:lnTo>
                <a:lnTo>
                  <a:pt x="1481207" y="137550"/>
                </a:lnTo>
                <a:lnTo>
                  <a:pt x="1487405" y="140499"/>
                </a:lnTo>
                <a:lnTo>
                  <a:pt x="1493602" y="142942"/>
                </a:lnTo>
                <a:lnTo>
                  <a:pt x="1499800" y="144957"/>
                </a:lnTo>
                <a:lnTo>
                  <a:pt x="1505997" y="146611"/>
                </a:lnTo>
                <a:lnTo>
                  <a:pt x="1512195" y="147969"/>
                </a:lnTo>
                <a:lnTo>
                  <a:pt x="1518393" y="149084"/>
                </a:lnTo>
                <a:lnTo>
                  <a:pt x="1524590" y="149998"/>
                </a:lnTo>
                <a:lnTo>
                  <a:pt x="1530788" y="150740"/>
                </a:lnTo>
                <a:lnTo>
                  <a:pt x="1536985" y="151335"/>
                </a:lnTo>
                <a:lnTo>
                  <a:pt x="1543183" y="151801"/>
                </a:lnTo>
                <a:lnTo>
                  <a:pt x="1549380" y="152154"/>
                </a:lnTo>
                <a:lnTo>
                  <a:pt x="1555578" y="152412"/>
                </a:lnTo>
                <a:lnTo>
                  <a:pt x="1561775" y="152592"/>
                </a:lnTo>
                <a:lnTo>
                  <a:pt x="1567973" y="152713"/>
                </a:lnTo>
                <a:lnTo>
                  <a:pt x="1574170" y="152789"/>
                </a:lnTo>
                <a:lnTo>
                  <a:pt x="1580368" y="152835"/>
                </a:lnTo>
                <a:lnTo>
                  <a:pt x="1586565" y="152860"/>
                </a:lnTo>
                <a:lnTo>
                  <a:pt x="1592763" y="152874"/>
                </a:lnTo>
                <a:lnTo>
                  <a:pt x="1598960" y="152881"/>
                </a:lnTo>
                <a:lnTo>
                  <a:pt x="1605158" y="152885"/>
                </a:lnTo>
                <a:lnTo>
                  <a:pt x="1611355" y="152886"/>
                </a:lnTo>
                <a:lnTo>
                  <a:pt x="1617553" y="152887"/>
                </a:lnTo>
                <a:lnTo>
                  <a:pt x="1623750" y="152887"/>
                </a:lnTo>
                <a:lnTo>
                  <a:pt x="1629948" y="152887"/>
                </a:lnTo>
                <a:lnTo>
                  <a:pt x="1636145" y="152887"/>
                </a:lnTo>
                <a:lnTo>
                  <a:pt x="1642343" y="152887"/>
                </a:lnTo>
                <a:lnTo>
                  <a:pt x="1648540" y="152887"/>
                </a:lnTo>
                <a:lnTo>
                  <a:pt x="1654738" y="152887"/>
                </a:lnTo>
                <a:lnTo>
                  <a:pt x="1660936" y="152887"/>
                </a:lnTo>
                <a:lnTo>
                  <a:pt x="1667133" y="152887"/>
                </a:lnTo>
                <a:lnTo>
                  <a:pt x="1673331" y="152887"/>
                </a:lnTo>
                <a:lnTo>
                  <a:pt x="1679528" y="152887"/>
                </a:lnTo>
                <a:lnTo>
                  <a:pt x="1685726" y="152887"/>
                </a:lnTo>
                <a:lnTo>
                  <a:pt x="1691923" y="152887"/>
                </a:lnTo>
                <a:lnTo>
                  <a:pt x="1698121" y="152887"/>
                </a:lnTo>
                <a:lnTo>
                  <a:pt x="1704318" y="152887"/>
                </a:lnTo>
                <a:lnTo>
                  <a:pt x="1710516" y="152887"/>
                </a:lnTo>
                <a:lnTo>
                  <a:pt x="1716713" y="152887"/>
                </a:lnTo>
                <a:lnTo>
                  <a:pt x="1722911" y="152887"/>
                </a:lnTo>
                <a:lnTo>
                  <a:pt x="1729108" y="152887"/>
                </a:lnTo>
                <a:lnTo>
                  <a:pt x="1735306" y="152887"/>
                </a:lnTo>
                <a:lnTo>
                  <a:pt x="1741503" y="152887"/>
                </a:lnTo>
                <a:lnTo>
                  <a:pt x="1747701" y="152887"/>
                </a:lnTo>
                <a:lnTo>
                  <a:pt x="1753898" y="152887"/>
                </a:lnTo>
                <a:lnTo>
                  <a:pt x="1760096" y="152887"/>
                </a:lnTo>
                <a:lnTo>
                  <a:pt x="1766293" y="152887"/>
                </a:lnTo>
                <a:lnTo>
                  <a:pt x="1772491" y="152887"/>
                </a:lnTo>
                <a:lnTo>
                  <a:pt x="1778688" y="152887"/>
                </a:lnTo>
                <a:lnTo>
                  <a:pt x="1784886" y="152887"/>
                </a:lnTo>
                <a:lnTo>
                  <a:pt x="1791084" y="152887"/>
                </a:lnTo>
                <a:lnTo>
                  <a:pt x="1797281" y="152887"/>
                </a:lnTo>
                <a:lnTo>
                  <a:pt x="1803479" y="152887"/>
                </a:lnTo>
                <a:lnTo>
                  <a:pt x="1809676" y="152887"/>
                </a:lnTo>
                <a:lnTo>
                  <a:pt x="1815874" y="152887"/>
                </a:lnTo>
                <a:lnTo>
                  <a:pt x="1822071" y="152887"/>
                </a:lnTo>
                <a:lnTo>
                  <a:pt x="1828269" y="152887"/>
                </a:lnTo>
                <a:lnTo>
                  <a:pt x="1834466" y="152887"/>
                </a:lnTo>
                <a:lnTo>
                  <a:pt x="1840664" y="152887"/>
                </a:lnTo>
                <a:lnTo>
                  <a:pt x="1846861" y="152887"/>
                </a:lnTo>
                <a:lnTo>
                  <a:pt x="1853059" y="152887"/>
                </a:lnTo>
                <a:lnTo>
                  <a:pt x="1859256" y="152887"/>
                </a:lnTo>
                <a:lnTo>
                  <a:pt x="1865454" y="152887"/>
                </a:lnTo>
                <a:lnTo>
                  <a:pt x="1871651" y="152887"/>
                </a:lnTo>
                <a:lnTo>
                  <a:pt x="1877849" y="152887"/>
                </a:lnTo>
                <a:lnTo>
                  <a:pt x="1884046" y="152887"/>
                </a:lnTo>
                <a:lnTo>
                  <a:pt x="1890244" y="152887"/>
                </a:lnTo>
                <a:lnTo>
                  <a:pt x="1896441" y="152887"/>
                </a:lnTo>
                <a:lnTo>
                  <a:pt x="1902639" y="152887"/>
                </a:lnTo>
                <a:lnTo>
                  <a:pt x="1908836" y="152887"/>
                </a:lnTo>
                <a:lnTo>
                  <a:pt x="1915034" y="152887"/>
                </a:lnTo>
                <a:lnTo>
                  <a:pt x="1921231" y="152887"/>
                </a:lnTo>
                <a:lnTo>
                  <a:pt x="1927429" y="152887"/>
                </a:lnTo>
                <a:lnTo>
                  <a:pt x="1933627" y="152887"/>
                </a:lnTo>
                <a:lnTo>
                  <a:pt x="1939824" y="152887"/>
                </a:lnTo>
                <a:lnTo>
                  <a:pt x="1946022" y="152887"/>
                </a:lnTo>
                <a:lnTo>
                  <a:pt x="1952219" y="152887"/>
                </a:lnTo>
                <a:lnTo>
                  <a:pt x="1958417" y="152887"/>
                </a:lnTo>
                <a:lnTo>
                  <a:pt x="1964614" y="152887"/>
                </a:lnTo>
                <a:lnTo>
                  <a:pt x="1970812" y="152887"/>
                </a:lnTo>
                <a:lnTo>
                  <a:pt x="1977009" y="152887"/>
                </a:lnTo>
                <a:lnTo>
                  <a:pt x="1983207" y="152887"/>
                </a:lnTo>
                <a:lnTo>
                  <a:pt x="1989404" y="152887"/>
                </a:lnTo>
                <a:lnTo>
                  <a:pt x="1995602" y="152887"/>
                </a:lnTo>
                <a:lnTo>
                  <a:pt x="2001799" y="152887"/>
                </a:lnTo>
                <a:lnTo>
                  <a:pt x="2007997" y="152887"/>
                </a:lnTo>
                <a:lnTo>
                  <a:pt x="2014194" y="152887"/>
                </a:lnTo>
                <a:lnTo>
                  <a:pt x="2020392" y="152887"/>
                </a:lnTo>
                <a:lnTo>
                  <a:pt x="2026589" y="152887"/>
                </a:lnTo>
                <a:lnTo>
                  <a:pt x="2032787" y="152887"/>
                </a:lnTo>
                <a:lnTo>
                  <a:pt x="2038984" y="152887"/>
                </a:lnTo>
                <a:lnTo>
                  <a:pt x="2045182" y="152887"/>
                </a:lnTo>
                <a:lnTo>
                  <a:pt x="2051379" y="152887"/>
                </a:lnTo>
                <a:lnTo>
                  <a:pt x="2057577" y="152887"/>
                </a:lnTo>
                <a:lnTo>
                  <a:pt x="2063774" y="152887"/>
                </a:lnTo>
                <a:lnTo>
                  <a:pt x="2069972" y="152887"/>
                </a:lnTo>
                <a:lnTo>
                  <a:pt x="2076170" y="152887"/>
                </a:lnTo>
                <a:lnTo>
                  <a:pt x="2082367" y="152887"/>
                </a:lnTo>
                <a:lnTo>
                  <a:pt x="2088565" y="152887"/>
                </a:lnTo>
                <a:lnTo>
                  <a:pt x="2094762" y="152887"/>
                </a:lnTo>
                <a:lnTo>
                  <a:pt x="2100960" y="152887"/>
                </a:lnTo>
                <a:lnTo>
                  <a:pt x="2107157" y="152887"/>
                </a:lnTo>
                <a:lnTo>
                  <a:pt x="2113355" y="152887"/>
                </a:lnTo>
                <a:lnTo>
                  <a:pt x="2119552" y="152887"/>
                </a:lnTo>
                <a:lnTo>
                  <a:pt x="2125750" y="152887"/>
                </a:lnTo>
                <a:lnTo>
                  <a:pt x="2131947" y="152887"/>
                </a:lnTo>
                <a:lnTo>
                  <a:pt x="2138145" y="152887"/>
                </a:lnTo>
                <a:lnTo>
                  <a:pt x="2144342" y="152887"/>
                </a:lnTo>
                <a:lnTo>
                  <a:pt x="2150540" y="152887"/>
                </a:lnTo>
                <a:lnTo>
                  <a:pt x="2156737" y="152887"/>
                </a:lnTo>
                <a:lnTo>
                  <a:pt x="2162935" y="152887"/>
                </a:lnTo>
                <a:lnTo>
                  <a:pt x="2169132" y="152887"/>
                </a:lnTo>
                <a:lnTo>
                  <a:pt x="2175330" y="152887"/>
                </a:lnTo>
                <a:lnTo>
                  <a:pt x="2181527" y="152887"/>
                </a:lnTo>
                <a:lnTo>
                  <a:pt x="2187725" y="152887"/>
                </a:lnTo>
                <a:lnTo>
                  <a:pt x="2193922" y="152887"/>
                </a:lnTo>
                <a:lnTo>
                  <a:pt x="2200120" y="152887"/>
                </a:lnTo>
                <a:lnTo>
                  <a:pt x="2206318" y="152887"/>
                </a:lnTo>
                <a:lnTo>
                  <a:pt x="2212515" y="152887"/>
                </a:lnTo>
                <a:lnTo>
                  <a:pt x="2218713" y="152887"/>
                </a:lnTo>
                <a:lnTo>
                  <a:pt x="2224910" y="152887"/>
                </a:lnTo>
                <a:lnTo>
                  <a:pt x="2231108" y="152887"/>
                </a:lnTo>
                <a:lnTo>
                  <a:pt x="2237305" y="152887"/>
                </a:lnTo>
                <a:lnTo>
                  <a:pt x="2243503" y="152887"/>
                </a:lnTo>
                <a:lnTo>
                  <a:pt x="2249700" y="152887"/>
                </a:lnTo>
                <a:lnTo>
                  <a:pt x="2255898" y="152887"/>
                </a:lnTo>
                <a:lnTo>
                  <a:pt x="2262095" y="152887"/>
                </a:lnTo>
                <a:lnTo>
                  <a:pt x="2268293" y="152887"/>
                </a:lnTo>
                <a:lnTo>
                  <a:pt x="2274490" y="152887"/>
                </a:lnTo>
                <a:lnTo>
                  <a:pt x="2280688" y="152887"/>
                </a:lnTo>
                <a:lnTo>
                  <a:pt x="2286885" y="152887"/>
                </a:lnTo>
                <a:lnTo>
                  <a:pt x="2293083" y="152887"/>
                </a:lnTo>
                <a:lnTo>
                  <a:pt x="2299280" y="152887"/>
                </a:lnTo>
                <a:lnTo>
                  <a:pt x="2305478" y="152887"/>
                </a:lnTo>
                <a:lnTo>
                  <a:pt x="2311675" y="152887"/>
                </a:lnTo>
                <a:lnTo>
                  <a:pt x="2317873" y="152887"/>
                </a:lnTo>
                <a:lnTo>
                  <a:pt x="2324070" y="152887"/>
                </a:lnTo>
                <a:lnTo>
                  <a:pt x="2330268" y="152887"/>
                </a:lnTo>
                <a:lnTo>
                  <a:pt x="2336465" y="152887"/>
                </a:lnTo>
                <a:lnTo>
                  <a:pt x="2342663" y="152887"/>
                </a:lnTo>
                <a:lnTo>
                  <a:pt x="2348861" y="152887"/>
                </a:lnTo>
                <a:lnTo>
                  <a:pt x="2355058" y="152887"/>
                </a:lnTo>
                <a:lnTo>
                  <a:pt x="2361256" y="152887"/>
                </a:lnTo>
                <a:lnTo>
                  <a:pt x="2367453" y="152887"/>
                </a:lnTo>
                <a:lnTo>
                  <a:pt x="2373651" y="152887"/>
                </a:lnTo>
                <a:lnTo>
                  <a:pt x="2379848" y="152887"/>
                </a:lnTo>
                <a:lnTo>
                  <a:pt x="2386046" y="152887"/>
                </a:lnTo>
                <a:lnTo>
                  <a:pt x="2392243" y="152887"/>
                </a:lnTo>
                <a:lnTo>
                  <a:pt x="2398441" y="152887"/>
                </a:lnTo>
                <a:lnTo>
                  <a:pt x="2404638" y="152887"/>
                </a:lnTo>
                <a:lnTo>
                  <a:pt x="2410836" y="152887"/>
                </a:lnTo>
                <a:lnTo>
                  <a:pt x="2417033" y="152887"/>
                </a:lnTo>
                <a:lnTo>
                  <a:pt x="2423231" y="152887"/>
                </a:lnTo>
                <a:lnTo>
                  <a:pt x="2429428" y="152887"/>
                </a:lnTo>
                <a:lnTo>
                  <a:pt x="2435626" y="152887"/>
                </a:lnTo>
                <a:lnTo>
                  <a:pt x="2441823" y="152887"/>
                </a:lnTo>
                <a:lnTo>
                  <a:pt x="2448021" y="152887"/>
                </a:lnTo>
                <a:lnTo>
                  <a:pt x="2454218" y="152887"/>
                </a:lnTo>
                <a:lnTo>
                  <a:pt x="2460416" y="152887"/>
                </a:lnTo>
                <a:lnTo>
                  <a:pt x="2466613" y="152887"/>
                </a:lnTo>
                <a:lnTo>
                  <a:pt x="2472811" y="152887"/>
                </a:lnTo>
                <a:lnTo>
                  <a:pt x="2479009" y="152887"/>
                </a:lnTo>
                <a:lnTo>
                  <a:pt x="2485206" y="152887"/>
                </a:lnTo>
                <a:lnTo>
                  <a:pt x="2491404" y="152887"/>
                </a:lnTo>
                <a:lnTo>
                  <a:pt x="2497601" y="152887"/>
                </a:lnTo>
                <a:lnTo>
                  <a:pt x="2503799" y="152887"/>
                </a:lnTo>
                <a:lnTo>
                  <a:pt x="2509996" y="152887"/>
                </a:lnTo>
                <a:lnTo>
                  <a:pt x="2516194" y="152887"/>
                </a:lnTo>
                <a:lnTo>
                  <a:pt x="2522391" y="152887"/>
                </a:lnTo>
                <a:lnTo>
                  <a:pt x="2528589" y="152887"/>
                </a:lnTo>
                <a:lnTo>
                  <a:pt x="2534786" y="152887"/>
                </a:lnTo>
                <a:lnTo>
                  <a:pt x="2540984" y="152887"/>
                </a:lnTo>
                <a:lnTo>
                  <a:pt x="2547181" y="152887"/>
                </a:lnTo>
                <a:lnTo>
                  <a:pt x="2553379" y="152887"/>
                </a:lnTo>
                <a:lnTo>
                  <a:pt x="2559576" y="152887"/>
                </a:lnTo>
                <a:lnTo>
                  <a:pt x="2565774" y="152887"/>
                </a:lnTo>
                <a:lnTo>
                  <a:pt x="2571971" y="152887"/>
                </a:lnTo>
                <a:lnTo>
                  <a:pt x="2578169" y="152887"/>
                </a:lnTo>
                <a:lnTo>
                  <a:pt x="2584366" y="152887"/>
                </a:lnTo>
                <a:lnTo>
                  <a:pt x="2590564" y="152887"/>
                </a:lnTo>
                <a:lnTo>
                  <a:pt x="2596761" y="152887"/>
                </a:lnTo>
                <a:lnTo>
                  <a:pt x="2602959" y="152887"/>
                </a:lnTo>
                <a:lnTo>
                  <a:pt x="2609156" y="152887"/>
                </a:lnTo>
                <a:lnTo>
                  <a:pt x="2615354" y="152887"/>
                </a:lnTo>
                <a:lnTo>
                  <a:pt x="2621552" y="152887"/>
                </a:lnTo>
                <a:lnTo>
                  <a:pt x="2627749" y="152887"/>
                </a:lnTo>
                <a:lnTo>
                  <a:pt x="2633947" y="152887"/>
                </a:lnTo>
                <a:lnTo>
                  <a:pt x="2640144" y="152887"/>
                </a:lnTo>
                <a:lnTo>
                  <a:pt x="2646342" y="152887"/>
                </a:lnTo>
                <a:lnTo>
                  <a:pt x="2652539" y="152887"/>
                </a:lnTo>
                <a:lnTo>
                  <a:pt x="2658737" y="152887"/>
                </a:lnTo>
                <a:lnTo>
                  <a:pt x="2664934" y="152887"/>
                </a:lnTo>
                <a:lnTo>
                  <a:pt x="2671132" y="152887"/>
                </a:lnTo>
                <a:lnTo>
                  <a:pt x="2677329" y="152887"/>
                </a:lnTo>
                <a:lnTo>
                  <a:pt x="2683527" y="152887"/>
                </a:lnTo>
                <a:lnTo>
                  <a:pt x="2689724" y="152887"/>
                </a:lnTo>
                <a:lnTo>
                  <a:pt x="2695922" y="152887"/>
                </a:lnTo>
                <a:lnTo>
                  <a:pt x="2702119" y="152887"/>
                </a:lnTo>
                <a:lnTo>
                  <a:pt x="2708317" y="152887"/>
                </a:lnTo>
                <a:lnTo>
                  <a:pt x="2714514" y="152887"/>
                </a:lnTo>
                <a:lnTo>
                  <a:pt x="2720712" y="152887"/>
                </a:lnTo>
                <a:lnTo>
                  <a:pt x="2726909" y="152887"/>
                </a:lnTo>
                <a:lnTo>
                  <a:pt x="2733107" y="152887"/>
                </a:lnTo>
                <a:lnTo>
                  <a:pt x="2739304" y="152887"/>
                </a:lnTo>
                <a:lnTo>
                  <a:pt x="2745502" y="152887"/>
                </a:lnTo>
                <a:lnTo>
                  <a:pt x="2751699" y="152887"/>
                </a:lnTo>
                <a:lnTo>
                  <a:pt x="2757897" y="152887"/>
                </a:lnTo>
                <a:lnTo>
                  <a:pt x="2764095" y="152887"/>
                </a:lnTo>
                <a:lnTo>
                  <a:pt x="2770292" y="152887"/>
                </a:lnTo>
                <a:lnTo>
                  <a:pt x="2776490" y="152887"/>
                </a:lnTo>
                <a:lnTo>
                  <a:pt x="2782687" y="152887"/>
                </a:lnTo>
                <a:lnTo>
                  <a:pt x="2788885" y="152887"/>
                </a:lnTo>
                <a:lnTo>
                  <a:pt x="2795082" y="152887"/>
                </a:lnTo>
                <a:lnTo>
                  <a:pt x="2801280" y="152887"/>
                </a:lnTo>
                <a:lnTo>
                  <a:pt x="2807477" y="152887"/>
                </a:lnTo>
                <a:lnTo>
                  <a:pt x="2813675" y="152887"/>
                </a:lnTo>
                <a:lnTo>
                  <a:pt x="2819872" y="152887"/>
                </a:lnTo>
                <a:lnTo>
                  <a:pt x="2826070" y="152887"/>
                </a:lnTo>
                <a:lnTo>
                  <a:pt x="2832267" y="152887"/>
                </a:lnTo>
                <a:lnTo>
                  <a:pt x="2838465" y="152887"/>
                </a:lnTo>
                <a:lnTo>
                  <a:pt x="2844662" y="152887"/>
                </a:lnTo>
                <a:lnTo>
                  <a:pt x="2850860" y="152887"/>
                </a:lnTo>
                <a:lnTo>
                  <a:pt x="2857057" y="152887"/>
                </a:lnTo>
                <a:lnTo>
                  <a:pt x="2863255" y="152887"/>
                </a:lnTo>
                <a:lnTo>
                  <a:pt x="2869452" y="152887"/>
                </a:lnTo>
                <a:lnTo>
                  <a:pt x="2875650" y="152887"/>
                </a:lnTo>
                <a:lnTo>
                  <a:pt x="2881847" y="152887"/>
                </a:lnTo>
                <a:lnTo>
                  <a:pt x="2888045" y="152887"/>
                </a:lnTo>
                <a:lnTo>
                  <a:pt x="2894243" y="152887"/>
                </a:lnTo>
                <a:lnTo>
                  <a:pt x="2900440" y="152887"/>
                </a:lnTo>
                <a:lnTo>
                  <a:pt x="2906638" y="152887"/>
                </a:lnTo>
                <a:lnTo>
                  <a:pt x="2912835" y="152887"/>
                </a:lnTo>
                <a:lnTo>
                  <a:pt x="2919033" y="152887"/>
                </a:lnTo>
                <a:lnTo>
                  <a:pt x="2925230" y="152887"/>
                </a:lnTo>
                <a:lnTo>
                  <a:pt x="2931428" y="152887"/>
                </a:lnTo>
                <a:lnTo>
                  <a:pt x="2937625" y="152887"/>
                </a:lnTo>
                <a:lnTo>
                  <a:pt x="2943823" y="152887"/>
                </a:lnTo>
                <a:lnTo>
                  <a:pt x="2950020" y="152887"/>
                </a:lnTo>
                <a:lnTo>
                  <a:pt x="2956218" y="152887"/>
                </a:lnTo>
                <a:lnTo>
                  <a:pt x="2962415" y="152887"/>
                </a:lnTo>
                <a:lnTo>
                  <a:pt x="2968613" y="152887"/>
                </a:lnTo>
                <a:lnTo>
                  <a:pt x="2974810" y="152887"/>
                </a:lnTo>
                <a:lnTo>
                  <a:pt x="2981008" y="152887"/>
                </a:lnTo>
                <a:lnTo>
                  <a:pt x="2987205" y="152887"/>
                </a:lnTo>
                <a:lnTo>
                  <a:pt x="2993403" y="152887"/>
                </a:lnTo>
                <a:lnTo>
                  <a:pt x="2999600" y="152887"/>
                </a:lnTo>
                <a:lnTo>
                  <a:pt x="3005798" y="152887"/>
                </a:lnTo>
                <a:lnTo>
                  <a:pt x="3011995" y="152887"/>
                </a:lnTo>
                <a:lnTo>
                  <a:pt x="3018193" y="152887"/>
                </a:lnTo>
                <a:lnTo>
                  <a:pt x="3024390" y="152887"/>
                </a:lnTo>
                <a:lnTo>
                  <a:pt x="3030588" y="152887"/>
                </a:lnTo>
                <a:lnTo>
                  <a:pt x="3036786" y="152887"/>
                </a:lnTo>
                <a:lnTo>
                  <a:pt x="3042983" y="152887"/>
                </a:lnTo>
                <a:lnTo>
                  <a:pt x="3049181" y="152887"/>
                </a:lnTo>
                <a:lnTo>
                  <a:pt x="3055378" y="152887"/>
                </a:lnTo>
                <a:lnTo>
                  <a:pt x="3061576" y="152887"/>
                </a:lnTo>
                <a:lnTo>
                  <a:pt x="3067773" y="152887"/>
                </a:lnTo>
                <a:lnTo>
                  <a:pt x="3073971" y="152887"/>
                </a:lnTo>
                <a:lnTo>
                  <a:pt x="3080168" y="152887"/>
                </a:lnTo>
                <a:lnTo>
                  <a:pt x="3086366" y="152887"/>
                </a:lnTo>
                <a:lnTo>
                  <a:pt x="3092563" y="152887"/>
                </a:lnTo>
                <a:lnTo>
                  <a:pt x="3098761" y="152887"/>
                </a:lnTo>
                <a:lnTo>
                  <a:pt x="3104958" y="152887"/>
                </a:lnTo>
                <a:lnTo>
                  <a:pt x="3111156" y="152887"/>
                </a:lnTo>
                <a:lnTo>
                  <a:pt x="3117353" y="152887"/>
                </a:lnTo>
                <a:lnTo>
                  <a:pt x="3123551" y="152887"/>
                </a:lnTo>
                <a:lnTo>
                  <a:pt x="3129748" y="152887"/>
                </a:lnTo>
                <a:lnTo>
                  <a:pt x="3135946" y="152887"/>
                </a:lnTo>
                <a:lnTo>
                  <a:pt x="3142143" y="152887"/>
                </a:lnTo>
                <a:lnTo>
                  <a:pt x="3148341" y="152887"/>
                </a:lnTo>
                <a:lnTo>
                  <a:pt x="3154538" y="152887"/>
                </a:lnTo>
                <a:lnTo>
                  <a:pt x="3160736" y="152887"/>
                </a:lnTo>
                <a:lnTo>
                  <a:pt x="3166933" y="152887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4" name="pg12">
            <a:extLst>
              <a:ext uri="{FF2B5EF4-FFF2-40B4-BE49-F238E27FC236}">
                <a16:creationId xmlns:a16="http://schemas.microsoft.com/office/drawing/2014/main" id="{5B7D7949-356C-9EBB-B331-365870A43FD1}"/>
              </a:ext>
            </a:extLst>
          </p:cNvPr>
          <p:cNvSpPr/>
          <p:nvPr/>
        </p:nvSpPr>
        <p:spPr>
          <a:xfrm>
            <a:off x="6365365" y="1460384"/>
            <a:ext cx="2412901" cy="51587"/>
          </a:xfrm>
          <a:custGeom>
            <a:avLst/>
            <a:gdLst/>
            <a:ahLst/>
            <a:cxnLst/>
            <a:rect l="0" t="0" r="0" b="0"/>
            <a:pathLst>
              <a:path w="3166933" h="67708">
                <a:moveTo>
                  <a:pt x="0" y="67708"/>
                </a:moveTo>
                <a:lnTo>
                  <a:pt x="6197" y="67708"/>
                </a:lnTo>
                <a:lnTo>
                  <a:pt x="12395" y="67708"/>
                </a:lnTo>
                <a:lnTo>
                  <a:pt x="18592" y="67708"/>
                </a:lnTo>
                <a:lnTo>
                  <a:pt x="24790" y="67708"/>
                </a:lnTo>
                <a:lnTo>
                  <a:pt x="30987" y="67708"/>
                </a:lnTo>
                <a:lnTo>
                  <a:pt x="37185" y="67708"/>
                </a:lnTo>
                <a:lnTo>
                  <a:pt x="43382" y="67708"/>
                </a:lnTo>
                <a:lnTo>
                  <a:pt x="49580" y="67708"/>
                </a:lnTo>
                <a:lnTo>
                  <a:pt x="55777" y="67708"/>
                </a:lnTo>
                <a:lnTo>
                  <a:pt x="61975" y="67708"/>
                </a:lnTo>
                <a:lnTo>
                  <a:pt x="68172" y="67708"/>
                </a:lnTo>
                <a:lnTo>
                  <a:pt x="74370" y="67708"/>
                </a:lnTo>
                <a:lnTo>
                  <a:pt x="80567" y="67708"/>
                </a:lnTo>
                <a:lnTo>
                  <a:pt x="86765" y="67708"/>
                </a:lnTo>
                <a:lnTo>
                  <a:pt x="92962" y="67708"/>
                </a:lnTo>
                <a:lnTo>
                  <a:pt x="99160" y="67708"/>
                </a:lnTo>
                <a:lnTo>
                  <a:pt x="105357" y="67708"/>
                </a:lnTo>
                <a:lnTo>
                  <a:pt x="111555" y="67708"/>
                </a:lnTo>
                <a:lnTo>
                  <a:pt x="117752" y="67708"/>
                </a:lnTo>
                <a:lnTo>
                  <a:pt x="123950" y="67708"/>
                </a:lnTo>
                <a:lnTo>
                  <a:pt x="130147" y="67708"/>
                </a:lnTo>
                <a:lnTo>
                  <a:pt x="136345" y="67708"/>
                </a:lnTo>
                <a:lnTo>
                  <a:pt x="142543" y="67708"/>
                </a:lnTo>
                <a:lnTo>
                  <a:pt x="148740" y="67708"/>
                </a:lnTo>
                <a:lnTo>
                  <a:pt x="154938" y="67708"/>
                </a:lnTo>
                <a:lnTo>
                  <a:pt x="161135" y="67708"/>
                </a:lnTo>
                <a:lnTo>
                  <a:pt x="167333" y="67708"/>
                </a:lnTo>
                <a:lnTo>
                  <a:pt x="173530" y="67708"/>
                </a:lnTo>
                <a:lnTo>
                  <a:pt x="179728" y="67708"/>
                </a:lnTo>
                <a:lnTo>
                  <a:pt x="185925" y="67708"/>
                </a:lnTo>
                <a:lnTo>
                  <a:pt x="192123" y="67708"/>
                </a:lnTo>
                <a:lnTo>
                  <a:pt x="198320" y="67708"/>
                </a:lnTo>
                <a:lnTo>
                  <a:pt x="204518" y="67708"/>
                </a:lnTo>
                <a:lnTo>
                  <a:pt x="210715" y="67708"/>
                </a:lnTo>
                <a:lnTo>
                  <a:pt x="216913" y="67708"/>
                </a:lnTo>
                <a:lnTo>
                  <a:pt x="223110" y="67708"/>
                </a:lnTo>
                <a:lnTo>
                  <a:pt x="229308" y="67708"/>
                </a:lnTo>
                <a:lnTo>
                  <a:pt x="235505" y="67708"/>
                </a:lnTo>
                <a:lnTo>
                  <a:pt x="241703" y="67708"/>
                </a:lnTo>
                <a:lnTo>
                  <a:pt x="247900" y="67708"/>
                </a:lnTo>
                <a:lnTo>
                  <a:pt x="254098" y="67708"/>
                </a:lnTo>
                <a:lnTo>
                  <a:pt x="260295" y="67708"/>
                </a:lnTo>
                <a:lnTo>
                  <a:pt x="266493" y="67708"/>
                </a:lnTo>
                <a:lnTo>
                  <a:pt x="272690" y="67708"/>
                </a:lnTo>
                <a:lnTo>
                  <a:pt x="278888" y="67708"/>
                </a:lnTo>
                <a:lnTo>
                  <a:pt x="285086" y="67708"/>
                </a:lnTo>
                <a:lnTo>
                  <a:pt x="291283" y="67708"/>
                </a:lnTo>
                <a:lnTo>
                  <a:pt x="297481" y="67708"/>
                </a:lnTo>
                <a:lnTo>
                  <a:pt x="303678" y="67708"/>
                </a:lnTo>
                <a:lnTo>
                  <a:pt x="309876" y="67708"/>
                </a:lnTo>
                <a:lnTo>
                  <a:pt x="316073" y="67708"/>
                </a:lnTo>
                <a:lnTo>
                  <a:pt x="322271" y="67708"/>
                </a:lnTo>
                <a:lnTo>
                  <a:pt x="328468" y="67708"/>
                </a:lnTo>
                <a:lnTo>
                  <a:pt x="334666" y="67708"/>
                </a:lnTo>
                <a:lnTo>
                  <a:pt x="340863" y="67708"/>
                </a:lnTo>
                <a:lnTo>
                  <a:pt x="347061" y="67708"/>
                </a:lnTo>
                <a:lnTo>
                  <a:pt x="353258" y="67708"/>
                </a:lnTo>
                <a:lnTo>
                  <a:pt x="359456" y="67708"/>
                </a:lnTo>
                <a:lnTo>
                  <a:pt x="365653" y="67707"/>
                </a:lnTo>
                <a:lnTo>
                  <a:pt x="371851" y="67707"/>
                </a:lnTo>
                <a:lnTo>
                  <a:pt x="378048" y="67707"/>
                </a:lnTo>
                <a:lnTo>
                  <a:pt x="384246" y="67707"/>
                </a:lnTo>
                <a:lnTo>
                  <a:pt x="390443" y="67707"/>
                </a:lnTo>
                <a:lnTo>
                  <a:pt x="396641" y="67707"/>
                </a:lnTo>
                <a:lnTo>
                  <a:pt x="402838" y="67707"/>
                </a:lnTo>
                <a:lnTo>
                  <a:pt x="409036" y="67707"/>
                </a:lnTo>
                <a:lnTo>
                  <a:pt x="415234" y="67707"/>
                </a:lnTo>
                <a:lnTo>
                  <a:pt x="421431" y="67706"/>
                </a:lnTo>
                <a:lnTo>
                  <a:pt x="427629" y="67706"/>
                </a:lnTo>
                <a:lnTo>
                  <a:pt x="433826" y="67705"/>
                </a:lnTo>
                <a:lnTo>
                  <a:pt x="440024" y="67705"/>
                </a:lnTo>
                <a:lnTo>
                  <a:pt x="446221" y="67704"/>
                </a:lnTo>
                <a:lnTo>
                  <a:pt x="452419" y="67702"/>
                </a:lnTo>
                <a:lnTo>
                  <a:pt x="458616" y="67701"/>
                </a:lnTo>
                <a:lnTo>
                  <a:pt x="464814" y="67699"/>
                </a:lnTo>
                <a:lnTo>
                  <a:pt x="471011" y="67697"/>
                </a:lnTo>
                <a:lnTo>
                  <a:pt x="477209" y="67694"/>
                </a:lnTo>
                <a:lnTo>
                  <a:pt x="483406" y="67690"/>
                </a:lnTo>
                <a:lnTo>
                  <a:pt x="489604" y="67686"/>
                </a:lnTo>
                <a:lnTo>
                  <a:pt x="495801" y="67681"/>
                </a:lnTo>
                <a:lnTo>
                  <a:pt x="501999" y="67676"/>
                </a:lnTo>
                <a:lnTo>
                  <a:pt x="508196" y="67669"/>
                </a:lnTo>
                <a:lnTo>
                  <a:pt x="514394" y="67662"/>
                </a:lnTo>
                <a:lnTo>
                  <a:pt x="520591" y="67655"/>
                </a:lnTo>
                <a:lnTo>
                  <a:pt x="526789" y="67646"/>
                </a:lnTo>
                <a:lnTo>
                  <a:pt x="532986" y="67637"/>
                </a:lnTo>
                <a:lnTo>
                  <a:pt x="539184" y="67627"/>
                </a:lnTo>
                <a:lnTo>
                  <a:pt x="545381" y="67617"/>
                </a:lnTo>
                <a:lnTo>
                  <a:pt x="551579" y="67607"/>
                </a:lnTo>
                <a:lnTo>
                  <a:pt x="557777" y="67597"/>
                </a:lnTo>
                <a:lnTo>
                  <a:pt x="563974" y="67588"/>
                </a:lnTo>
                <a:lnTo>
                  <a:pt x="570172" y="67579"/>
                </a:lnTo>
                <a:lnTo>
                  <a:pt x="576369" y="67570"/>
                </a:lnTo>
                <a:lnTo>
                  <a:pt x="582567" y="67563"/>
                </a:lnTo>
                <a:lnTo>
                  <a:pt x="588764" y="67557"/>
                </a:lnTo>
                <a:lnTo>
                  <a:pt x="594962" y="67553"/>
                </a:lnTo>
                <a:lnTo>
                  <a:pt x="601159" y="67550"/>
                </a:lnTo>
                <a:lnTo>
                  <a:pt x="607357" y="67549"/>
                </a:lnTo>
                <a:lnTo>
                  <a:pt x="613554" y="67549"/>
                </a:lnTo>
                <a:lnTo>
                  <a:pt x="619752" y="67551"/>
                </a:lnTo>
                <a:lnTo>
                  <a:pt x="625949" y="67555"/>
                </a:lnTo>
                <a:lnTo>
                  <a:pt x="632147" y="67560"/>
                </a:lnTo>
                <a:lnTo>
                  <a:pt x="638344" y="67567"/>
                </a:lnTo>
                <a:lnTo>
                  <a:pt x="644542" y="67575"/>
                </a:lnTo>
                <a:lnTo>
                  <a:pt x="650739" y="67583"/>
                </a:lnTo>
                <a:lnTo>
                  <a:pt x="656937" y="67593"/>
                </a:lnTo>
                <a:lnTo>
                  <a:pt x="663134" y="67602"/>
                </a:lnTo>
                <a:lnTo>
                  <a:pt x="669332" y="67612"/>
                </a:lnTo>
                <a:lnTo>
                  <a:pt x="675529" y="67622"/>
                </a:lnTo>
                <a:lnTo>
                  <a:pt x="681727" y="67632"/>
                </a:lnTo>
                <a:lnTo>
                  <a:pt x="687924" y="67642"/>
                </a:lnTo>
                <a:lnTo>
                  <a:pt x="694122" y="67650"/>
                </a:lnTo>
                <a:lnTo>
                  <a:pt x="700320" y="67659"/>
                </a:lnTo>
                <a:lnTo>
                  <a:pt x="706517" y="67666"/>
                </a:lnTo>
                <a:lnTo>
                  <a:pt x="712715" y="67673"/>
                </a:lnTo>
                <a:lnTo>
                  <a:pt x="718912" y="67679"/>
                </a:lnTo>
                <a:lnTo>
                  <a:pt x="725110" y="67684"/>
                </a:lnTo>
                <a:lnTo>
                  <a:pt x="731307" y="67688"/>
                </a:lnTo>
                <a:lnTo>
                  <a:pt x="737505" y="67692"/>
                </a:lnTo>
                <a:lnTo>
                  <a:pt x="743702" y="67695"/>
                </a:lnTo>
                <a:lnTo>
                  <a:pt x="749900" y="67698"/>
                </a:lnTo>
                <a:lnTo>
                  <a:pt x="756097" y="67700"/>
                </a:lnTo>
                <a:lnTo>
                  <a:pt x="762295" y="67702"/>
                </a:lnTo>
                <a:lnTo>
                  <a:pt x="768492" y="67703"/>
                </a:lnTo>
                <a:lnTo>
                  <a:pt x="774690" y="67704"/>
                </a:lnTo>
                <a:lnTo>
                  <a:pt x="780887" y="67705"/>
                </a:lnTo>
                <a:lnTo>
                  <a:pt x="787085" y="67706"/>
                </a:lnTo>
                <a:lnTo>
                  <a:pt x="793282" y="67706"/>
                </a:lnTo>
                <a:lnTo>
                  <a:pt x="799480" y="67707"/>
                </a:lnTo>
                <a:lnTo>
                  <a:pt x="805677" y="67707"/>
                </a:lnTo>
                <a:lnTo>
                  <a:pt x="811875" y="67707"/>
                </a:lnTo>
                <a:lnTo>
                  <a:pt x="818072" y="67707"/>
                </a:lnTo>
                <a:lnTo>
                  <a:pt x="824270" y="67707"/>
                </a:lnTo>
                <a:lnTo>
                  <a:pt x="830468" y="67707"/>
                </a:lnTo>
                <a:lnTo>
                  <a:pt x="836665" y="67707"/>
                </a:lnTo>
                <a:lnTo>
                  <a:pt x="842863" y="67707"/>
                </a:lnTo>
                <a:lnTo>
                  <a:pt x="849060" y="67707"/>
                </a:lnTo>
                <a:lnTo>
                  <a:pt x="855258" y="67707"/>
                </a:lnTo>
                <a:lnTo>
                  <a:pt x="861455" y="67708"/>
                </a:lnTo>
                <a:lnTo>
                  <a:pt x="867653" y="67708"/>
                </a:lnTo>
                <a:lnTo>
                  <a:pt x="873850" y="67708"/>
                </a:lnTo>
                <a:lnTo>
                  <a:pt x="880048" y="67708"/>
                </a:lnTo>
                <a:lnTo>
                  <a:pt x="886245" y="67708"/>
                </a:lnTo>
                <a:lnTo>
                  <a:pt x="892443" y="67708"/>
                </a:lnTo>
                <a:lnTo>
                  <a:pt x="898640" y="67708"/>
                </a:lnTo>
                <a:lnTo>
                  <a:pt x="904838" y="67708"/>
                </a:lnTo>
                <a:lnTo>
                  <a:pt x="911035" y="67708"/>
                </a:lnTo>
                <a:lnTo>
                  <a:pt x="917233" y="67708"/>
                </a:lnTo>
                <a:lnTo>
                  <a:pt x="923430" y="67708"/>
                </a:lnTo>
                <a:lnTo>
                  <a:pt x="929628" y="67708"/>
                </a:lnTo>
                <a:lnTo>
                  <a:pt x="935825" y="67708"/>
                </a:lnTo>
                <a:lnTo>
                  <a:pt x="942023" y="67708"/>
                </a:lnTo>
                <a:lnTo>
                  <a:pt x="948220" y="67708"/>
                </a:lnTo>
                <a:lnTo>
                  <a:pt x="954418" y="67708"/>
                </a:lnTo>
                <a:lnTo>
                  <a:pt x="960615" y="67708"/>
                </a:lnTo>
                <a:lnTo>
                  <a:pt x="966813" y="67708"/>
                </a:lnTo>
                <a:lnTo>
                  <a:pt x="973011" y="67708"/>
                </a:lnTo>
                <a:lnTo>
                  <a:pt x="979208" y="67708"/>
                </a:lnTo>
                <a:lnTo>
                  <a:pt x="985406" y="67708"/>
                </a:lnTo>
                <a:lnTo>
                  <a:pt x="991603" y="67708"/>
                </a:lnTo>
                <a:lnTo>
                  <a:pt x="997801" y="67708"/>
                </a:lnTo>
                <a:lnTo>
                  <a:pt x="1003998" y="67708"/>
                </a:lnTo>
                <a:lnTo>
                  <a:pt x="1010196" y="67708"/>
                </a:lnTo>
                <a:lnTo>
                  <a:pt x="1016393" y="67708"/>
                </a:lnTo>
                <a:lnTo>
                  <a:pt x="1022591" y="67708"/>
                </a:lnTo>
                <a:lnTo>
                  <a:pt x="1028788" y="67708"/>
                </a:lnTo>
                <a:lnTo>
                  <a:pt x="1034986" y="67708"/>
                </a:lnTo>
                <a:lnTo>
                  <a:pt x="1041183" y="67708"/>
                </a:lnTo>
                <a:lnTo>
                  <a:pt x="1047381" y="67708"/>
                </a:lnTo>
                <a:lnTo>
                  <a:pt x="1053578" y="67708"/>
                </a:lnTo>
                <a:lnTo>
                  <a:pt x="1059776" y="67708"/>
                </a:lnTo>
                <a:lnTo>
                  <a:pt x="1065973" y="67708"/>
                </a:lnTo>
                <a:lnTo>
                  <a:pt x="1072171" y="67708"/>
                </a:lnTo>
                <a:lnTo>
                  <a:pt x="1078368" y="67708"/>
                </a:lnTo>
                <a:lnTo>
                  <a:pt x="1084566" y="67708"/>
                </a:lnTo>
                <a:lnTo>
                  <a:pt x="1090763" y="67708"/>
                </a:lnTo>
                <a:lnTo>
                  <a:pt x="1096961" y="67708"/>
                </a:lnTo>
                <a:lnTo>
                  <a:pt x="1103159" y="67708"/>
                </a:lnTo>
                <a:lnTo>
                  <a:pt x="1109356" y="67708"/>
                </a:lnTo>
                <a:lnTo>
                  <a:pt x="1115554" y="67708"/>
                </a:lnTo>
                <a:lnTo>
                  <a:pt x="1121751" y="67708"/>
                </a:lnTo>
                <a:lnTo>
                  <a:pt x="1127949" y="67708"/>
                </a:lnTo>
                <a:lnTo>
                  <a:pt x="1134146" y="67708"/>
                </a:lnTo>
                <a:lnTo>
                  <a:pt x="1140344" y="67708"/>
                </a:lnTo>
                <a:lnTo>
                  <a:pt x="1146541" y="67708"/>
                </a:lnTo>
                <a:lnTo>
                  <a:pt x="1152739" y="67708"/>
                </a:lnTo>
                <a:lnTo>
                  <a:pt x="1158936" y="67708"/>
                </a:lnTo>
                <a:lnTo>
                  <a:pt x="1165134" y="67708"/>
                </a:lnTo>
                <a:lnTo>
                  <a:pt x="1171331" y="67708"/>
                </a:lnTo>
                <a:lnTo>
                  <a:pt x="1177529" y="67707"/>
                </a:lnTo>
                <a:lnTo>
                  <a:pt x="1183726" y="67707"/>
                </a:lnTo>
                <a:lnTo>
                  <a:pt x="1189924" y="67707"/>
                </a:lnTo>
                <a:lnTo>
                  <a:pt x="1196121" y="67707"/>
                </a:lnTo>
                <a:lnTo>
                  <a:pt x="1202319" y="67707"/>
                </a:lnTo>
                <a:lnTo>
                  <a:pt x="1208516" y="67707"/>
                </a:lnTo>
                <a:lnTo>
                  <a:pt x="1214714" y="67707"/>
                </a:lnTo>
                <a:lnTo>
                  <a:pt x="1220911" y="67707"/>
                </a:lnTo>
                <a:lnTo>
                  <a:pt x="1227109" y="67707"/>
                </a:lnTo>
                <a:lnTo>
                  <a:pt x="1233306" y="67706"/>
                </a:lnTo>
                <a:lnTo>
                  <a:pt x="1239504" y="67706"/>
                </a:lnTo>
                <a:lnTo>
                  <a:pt x="1245702" y="67705"/>
                </a:lnTo>
                <a:lnTo>
                  <a:pt x="1251899" y="67705"/>
                </a:lnTo>
                <a:lnTo>
                  <a:pt x="1258097" y="67704"/>
                </a:lnTo>
                <a:lnTo>
                  <a:pt x="1264294" y="67702"/>
                </a:lnTo>
                <a:lnTo>
                  <a:pt x="1270492" y="67701"/>
                </a:lnTo>
                <a:lnTo>
                  <a:pt x="1276689" y="67699"/>
                </a:lnTo>
                <a:lnTo>
                  <a:pt x="1282887" y="67696"/>
                </a:lnTo>
                <a:lnTo>
                  <a:pt x="1289084" y="67693"/>
                </a:lnTo>
                <a:lnTo>
                  <a:pt x="1295282" y="67690"/>
                </a:lnTo>
                <a:lnTo>
                  <a:pt x="1301479" y="67686"/>
                </a:lnTo>
                <a:lnTo>
                  <a:pt x="1307677" y="67681"/>
                </a:lnTo>
                <a:lnTo>
                  <a:pt x="1313874" y="67675"/>
                </a:lnTo>
                <a:lnTo>
                  <a:pt x="1320072" y="67669"/>
                </a:lnTo>
                <a:lnTo>
                  <a:pt x="1326269" y="67661"/>
                </a:lnTo>
                <a:lnTo>
                  <a:pt x="1332467" y="67654"/>
                </a:lnTo>
                <a:lnTo>
                  <a:pt x="1338664" y="67645"/>
                </a:lnTo>
                <a:lnTo>
                  <a:pt x="1344862" y="67636"/>
                </a:lnTo>
                <a:lnTo>
                  <a:pt x="1351059" y="67626"/>
                </a:lnTo>
                <a:lnTo>
                  <a:pt x="1357257" y="67615"/>
                </a:lnTo>
                <a:lnTo>
                  <a:pt x="1363454" y="67605"/>
                </a:lnTo>
                <a:lnTo>
                  <a:pt x="1369652" y="67595"/>
                </a:lnTo>
                <a:lnTo>
                  <a:pt x="1375849" y="67584"/>
                </a:lnTo>
                <a:lnTo>
                  <a:pt x="1382047" y="67574"/>
                </a:lnTo>
                <a:lnTo>
                  <a:pt x="1388245" y="67564"/>
                </a:lnTo>
                <a:lnTo>
                  <a:pt x="1394442" y="67555"/>
                </a:lnTo>
                <a:lnTo>
                  <a:pt x="1400640" y="67547"/>
                </a:lnTo>
                <a:lnTo>
                  <a:pt x="1406837" y="67539"/>
                </a:lnTo>
                <a:lnTo>
                  <a:pt x="1413035" y="67532"/>
                </a:lnTo>
                <a:lnTo>
                  <a:pt x="1419232" y="67526"/>
                </a:lnTo>
                <a:lnTo>
                  <a:pt x="1425430" y="67519"/>
                </a:lnTo>
                <a:lnTo>
                  <a:pt x="1431627" y="67513"/>
                </a:lnTo>
                <a:lnTo>
                  <a:pt x="1437825" y="67506"/>
                </a:lnTo>
                <a:lnTo>
                  <a:pt x="1444022" y="67499"/>
                </a:lnTo>
                <a:lnTo>
                  <a:pt x="1450220" y="67489"/>
                </a:lnTo>
                <a:lnTo>
                  <a:pt x="1456417" y="67477"/>
                </a:lnTo>
                <a:lnTo>
                  <a:pt x="1462615" y="67462"/>
                </a:lnTo>
                <a:lnTo>
                  <a:pt x="1468812" y="67444"/>
                </a:lnTo>
                <a:lnTo>
                  <a:pt x="1475010" y="67420"/>
                </a:lnTo>
                <a:lnTo>
                  <a:pt x="1481207" y="67391"/>
                </a:lnTo>
                <a:lnTo>
                  <a:pt x="1487405" y="67355"/>
                </a:lnTo>
                <a:lnTo>
                  <a:pt x="1493602" y="67310"/>
                </a:lnTo>
                <a:lnTo>
                  <a:pt x="1499800" y="67256"/>
                </a:lnTo>
                <a:lnTo>
                  <a:pt x="1505997" y="67191"/>
                </a:lnTo>
                <a:lnTo>
                  <a:pt x="1512195" y="67114"/>
                </a:lnTo>
                <a:lnTo>
                  <a:pt x="1518393" y="67024"/>
                </a:lnTo>
                <a:lnTo>
                  <a:pt x="1524590" y="66918"/>
                </a:lnTo>
                <a:lnTo>
                  <a:pt x="1530788" y="66796"/>
                </a:lnTo>
                <a:lnTo>
                  <a:pt x="1536985" y="66655"/>
                </a:lnTo>
                <a:lnTo>
                  <a:pt x="1543183" y="66489"/>
                </a:lnTo>
                <a:lnTo>
                  <a:pt x="1549380" y="66299"/>
                </a:lnTo>
                <a:lnTo>
                  <a:pt x="1555578" y="66083"/>
                </a:lnTo>
                <a:lnTo>
                  <a:pt x="1561775" y="65838"/>
                </a:lnTo>
                <a:lnTo>
                  <a:pt x="1567973" y="65561"/>
                </a:lnTo>
                <a:lnTo>
                  <a:pt x="1574170" y="65250"/>
                </a:lnTo>
                <a:lnTo>
                  <a:pt x="1580368" y="64902"/>
                </a:lnTo>
                <a:lnTo>
                  <a:pt x="1586565" y="64510"/>
                </a:lnTo>
                <a:lnTo>
                  <a:pt x="1592763" y="64070"/>
                </a:lnTo>
                <a:lnTo>
                  <a:pt x="1598960" y="63583"/>
                </a:lnTo>
                <a:lnTo>
                  <a:pt x="1605158" y="63048"/>
                </a:lnTo>
                <a:lnTo>
                  <a:pt x="1611355" y="62461"/>
                </a:lnTo>
                <a:lnTo>
                  <a:pt x="1617553" y="61821"/>
                </a:lnTo>
                <a:lnTo>
                  <a:pt x="1623750" y="61125"/>
                </a:lnTo>
                <a:lnTo>
                  <a:pt x="1629948" y="60372"/>
                </a:lnTo>
                <a:lnTo>
                  <a:pt x="1636145" y="59552"/>
                </a:lnTo>
                <a:lnTo>
                  <a:pt x="1642343" y="58669"/>
                </a:lnTo>
                <a:lnTo>
                  <a:pt x="1648540" y="57726"/>
                </a:lnTo>
                <a:lnTo>
                  <a:pt x="1654738" y="56721"/>
                </a:lnTo>
                <a:lnTo>
                  <a:pt x="1660936" y="55655"/>
                </a:lnTo>
                <a:lnTo>
                  <a:pt x="1667133" y="54528"/>
                </a:lnTo>
                <a:lnTo>
                  <a:pt x="1673331" y="53340"/>
                </a:lnTo>
                <a:lnTo>
                  <a:pt x="1679528" y="52091"/>
                </a:lnTo>
                <a:lnTo>
                  <a:pt x="1685726" y="50777"/>
                </a:lnTo>
                <a:lnTo>
                  <a:pt x="1691923" y="49407"/>
                </a:lnTo>
                <a:lnTo>
                  <a:pt x="1698121" y="47987"/>
                </a:lnTo>
                <a:lnTo>
                  <a:pt x="1704318" y="46518"/>
                </a:lnTo>
                <a:lnTo>
                  <a:pt x="1710516" y="45005"/>
                </a:lnTo>
                <a:lnTo>
                  <a:pt x="1716713" y="43452"/>
                </a:lnTo>
                <a:lnTo>
                  <a:pt x="1722911" y="41865"/>
                </a:lnTo>
                <a:lnTo>
                  <a:pt x="1729108" y="40248"/>
                </a:lnTo>
                <a:lnTo>
                  <a:pt x="1735306" y="38607"/>
                </a:lnTo>
                <a:lnTo>
                  <a:pt x="1741503" y="36952"/>
                </a:lnTo>
                <a:lnTo>
                  <a:pt x="1747701" y="35289"/>
                </a:lnTo>
                <a:lnTo>
                  <a:pt x="1753898" y="33624"/>
                </a:lnTo>
                <a:lnTo>
                  <a:pt x="1760096" y="31963"/>
                </a:lnTo>
                <a:lnTo>
                  <a:pt x="1766293" y="30310"/>
                </a:lnTo>
                <a:lnTo>
                  <a:pt x="1772491" y="28672"/>
                </a:lnTo>
                <a:lnTo>
                  <a:pt x="1778688" y="27056"/>
                </a:lnTo>
                <a:lnTo>
                  <a:pt x="1784886" y="25464"/>
                </a:lnTo>
                <a:lnTo>
                  <a:pt x="1791084" y="23898"/>
                </a:lnTo>
                <a:lnTo>
                  <a:pt x="1797281" y="22359"/>
                </a:lnTo>
                <a:lnTo>
                  <a:pt x="1803479" y="20850"/>
                </a:lnTo>
                <a:lnTo>
                  <a:pt x="1809676" y="19370"/>
                </a:lnTo>
                <a:lnTo>
                  <a:pt x="1815874" y="17919"/>
                </a:lnTo>
                <a:lnTo>
                  <a:pt x="1822071" y="16500"/>
                </a:lnTo>
                <a:lnTo>
                  <a:pt x="1828269" y="15114"/>
                </a:lnTo>
                <a:lnTo>
                  <a:pt x="1834466" y="13759"/>
                </a:lnTo>
                <a:lnTo>
                  <a:pt x="1840664" y="12434"/>
                </a:lnTo>
                <a:lnTo>
                  <a:pt x="1846861" y="11142"/>
                </a:lnTo>
                <a:lnTo>
                  <a:pt x="1853059" y="9884"/>
                </a:lnTo>
                <a:lnTo>
                  <a:pt x="1859256" y="8665"/>
                </a:lnTo>
                <a:lnTo>
                  <a:pt x="1865454" y="7489"/>
                </a:lnTo>
                <a:lnTo>
                  <a:pt x="1871651" y="6366"/>
                </a:lnTo>
                <a:lnTo>
                  <a:pt x="1877849" y="5306"/>
                </a:lnTo>
                <a:lnTo>
                  <a:pt x="1884046" y="4313"/>
                </a:lnTo>
                <a:lnTo>
                  <a:pt x="1890244" y="3397"/>
                </a:lnTo>
                <a:lnTo>
                  <a:pt x="1896441" y="2567"/>
                </a:lnTo>
                <a:lnTo>
                  <a:pt x="1902639" y="1832"/>
                </a:lnTo>
                <a:lnTo>
                  <a:pt x="1908836" y="1204"/>
                </a:lnTo>
                <a:lnTo>
                  <a:pt x="1915034" y="690"/>
                </a:lnTo>
                <a:lnTo>
                  <a:pt x="1921231" y="321"/>
                </a:lnTo>
                <a:lnTo>
                  <a:pt x="1927429" y="90"/>
                </a:lnTo>
                <a:lnTo>
                  <a:pt x="1933627" y="0"/>
                </a:lnTo>
                <a:lnTo>
                  <a:pt x="1939824" y="54"/>
                </a:lnTo>
                <a:lnTo>
                  <a:pt x="1946022" y="256"/>
                </a:lnTo>
                <a:lnTo>
                  <a:pt x="1952219" y="606"/>
                </a:lnTo>
                <a:lnTo>
                  <a:pt x="1958417" y="1104"/>
                </a:lnTo>
                <a:lnTo>
                  <a:pt x="1964614" y="1752"/>
                </a:lnTo>
                <a:lnTo>
                  <a:pt x="1970812" y="2562"/>
                </a:lnTo>
                <a:lnTo>
                  <a:pt x="1977009" y="3506"/>
                </a:lnTo>
                <a:lnTo>
                  <a:pt x="1983207" y="4577"/>
                </a:lnTo>
                <a:lnTo>
                  <a:pt x="1989404" y="5768"/>
                </a:lnTo>
                <a:lnTo>
                  <a:pt x="1995602" y="7071"/>
                </a:lnTo>
                <a:lnTo>
                  <a:pt x="2001799" y="8477"/>
                </a:lnTo>
                <a:lnTo>
                  <a:pt x="2007997" y="9978"/>
                </a:lnTo>
                <a:lnTo>
                  <a:pt x="2014194" y="11569"/>
                </a:lnTo>
                <a:lnTo>
                  <a:pt x="2020392" y="13240"/>
                </a:lnTo>
                <a:lnTo>
                  <a:pt x="2026589" y="14973"/>
                </a:lnTo>
                <a:lnTo>
                  <a:pt x="2032787" y="16759"/>
                </a:lnTo>
                <a:lnTo>
                  <a:pt x="2038984" y="18590"/>
                </a:lnTo>
                <a:lnTo>
                  <a:pt x="2045182" y="20456"/>
                </a:lnTo>
                <a:lnTo>
                  <a:pt x="2051379" y="22349"/>
                </a:lnTo>
                <a:lnTo>
                  <a:pt x="2057577" y="24261"/>
                </a:lnTo>
                <a:lnTo>
                  <a:pt x="2063774" y="26184"/>
                </a:lnTo>
                <a:lnTo>
                  <a:pt x="2069972" y="28106"/>
                </a:lnTo>
                <a:lnTo>
                  <a:pt x="2076170" y="30021"/>
                </a:lnTo>
                <a:lnTo>
                  <a:pt x="2082367" y="31922"/>
                </a:lnTo>
                <a:lnTo>
                  <a:pt x="2088565" y="33802"/>
                </a:lnTo>
                <a:lnTo>
                  <a:pt x="2094762" y="35655"/>
                </a:lnTo>
                <a:lnTo>
                  <a:pt x="2100960" y="37475"/>
                </a:lnTo>
                <a:lnTo>
                  <a:pt x="2107157" y="39256"/>
                </a:lnTo>
                <a:lnTo>
                  <a:pt x="2113355" y="40986"/>
                </a:lnTo>
                <a:lnTo>
                  <a:pt x="2119552" y="42667"/>
                </a:lnTo>
                <a:lnTo>
                  <a:pt x="2125750" y="44296"/>
                </a:lnTo>
                <a:lnTo>
                  <a:pt x="2131947" y="45868"/>
                </a:lnTo>
                <a:lnTo>
                  <a:pt x="2138145" y="47382"/>
                </a:lnTo>
                <a:lnTo>
                  <a:pt x="2144342" y="48835"/>
                </a:lnTo>
                <a:lnTo>
                  <a:pt x="2150540" y="50225"/>
                </a:lnTo>
                <a:lnTo>
                  <a:pt x="2156737" y="51544"/>
                </a:lnTo>
                <a:lnTo>
                  <a:pt x="2162935" y="52791"/>
                </a:lnTo>
                <a:lnTo>
                  <a:pt x="2169132" y="53972"/>
                </a:lnTo>
                <a:lnTo>
                  <a:pt x="2175330" y="55087"/>
                </a:lnTo>
                <a:lnTo>
                  <a:pt x="2181527" y="56135"/>
                </a:lnTo>
                <a:lnTo>
                  <a:pt x="2187725" y="57118"/>
                </a:lnTo>
                <a:lnTo>
                  <a:pt x="2193922" y="58037"/>
                </a:lnTo>
                <a:lnTo>
                  <a:pt x="2200120" y="58893"/>
                </a:lnTo>
                <a:lnTo>
                  <a:pt x="2206318" y="59680"/>
                </a:lnTo>
                <a:lnTo>
                  <a:pt x="2212515" y="60408"/>
                </a:lnTo>
                <a:lnTo>
                  <a:pt x="2218713" y="61080"/>
                </a:lnTo>
                <a:lnTo>
                  <a:pt x="2224910" y="61701"/>
                </a:lnTo>
                <a:lnTo>
                  <a:pt x="2231108" y="62273"/>
                </a:lnTo>
                <a:lnTo>
                  <a:pt x="2237305" y="62798"/>
                </a:lnTo>
                <a:lnTo>
                  <a:pt x="2243503" y="63280"/>
                </a:lnTo>
                <a:lnTo>
                  <a:pt x="2249700" y="63722"/>
                </a:lnTo>
                <a:lnTo>
                  <a:pt x="2255898" y="64121"/>
                </a:lnTo>
                <a:lnTo>
                  <a:pt x="2262095" y="64487"/>
                </a:lnTo>
                <a:lnTo>
                  <a:pt x="2268293" y="64823"/>
                </a:lnTo>
                <a:lnTo>
                  <a:pt x="2274490" y="65131"/>
                </a:lnTo>
                <a:lnTo>
                  <a:pt x="2280688" y="65412"/>
                </a:lnTo>
                <a:lnTo>
                  <a:pt x="2286885" y="65670"/>
                </a:lnTo>
                <a:lnTo>
                  <a:pt x="2293083" y="65905"/>
                </a:lnTo>
                <a:lnTo>
                  <a:pt x="2299280" y="66118"/>
                </a:lnTo>
                <a:lnTo>
                  <a:pt x="2305478" y="66311"/>
                </a:lnTo>
                <a:lnTo>
                  <a:pt x="2311675" y="66485"/>
                </a:lnTo>
                <a:lnTo>
                  <a:pt x="2317873" y="66644"/>
                </a:lnTo>
                <a:lnTo>
                  <a:pt x="2324070" y="66787"/>
                </a:lnTo>
                <a:lnTo>
                  <a:pt x="2330268" y="66915"/>
                </a:lnTo>
                <a:lnTo>
                  <a:pt x="2336465" y="67030"/>
                </a:lnTo>
                <a:lnTo>
                  <a:pt x="2342663" y="67132"/>
                </a:lnTo>
                <a:lnTo>
                  <a:pt x="2348861" y="67221"/>
                </a:lnTo>
                <a:lnTo>
                  <a:pt x="2355058" y="67298"/>
                </a:lnTo>
                <a:lnTo>
                  <a:pt x="2361256" y="67366"/>
                </a:lnTo>
                <a:lnTo>
                  <a:pt x="2367453" y="67425"/>
                </a:lnTo>
                <a:lnTo>
                  <a:pt x="2373651" y="67475"/>
                </a:lnTo>
                <a:lnTo>
                  <a:pt x="2379848" y="67518"/>
                </a:lnTo>
                <a:lnTo>
                  <a:pt x="2386046" y="67555"/>
                </a:lnTo>
                <a:lnTo>
                  <a:pt x="2392243" y="67585"/>
                </a:lnTo>
                <a:lnTo>
                  <a:pt x="2398441" y="67610"/>
                </a:lnTo>
                <a:lnTo>
                  <a:pt x="2404638" y="67630"/>
                </a:lnTo>
                <a:lnTo>
                  <a:pt x="2410836" y="67647"/>
                </a:lnTo>
                <a:lnTo>
                  <a:pt x="2417033" y="67660"/>
                </a:lnTo>
                <a:lnTo>
                  <a:pt x="2423231" y="67671"/>
                </a:lnTo>
                <a:lnTo>
                  <a:pt x="2429428" y="67680"/>
                </a:lnTo>
                <a:lnTo>
                  <a:pt x="2435626" y="67687"/>
                </a:lnTo>
                <a:lnTo>
                  <a:pt x="2441823" y="67692"/>
                </a:lnTo>
                <a:lnTo>
                  <a:pt x="2448021" y="67696"/>
                </a:lnTo>
                <a:lnTo>
                  <a:pt x="2454218" y="67699"/>
                </a:lnTo>
                <a:lnTo>
                  <a:pt x="2460416" y="67701"/>
                </a:lnTo>
                <a:lnTo>
                  <a:pt x="2466613" y="67703"/>
                </a:lnTo>
                <a:lnTo>
                  <a:pt x="2472811" y="67704"/>
                </a:lnTo>
                <a:lnTo>
                  <a:pt x="2479009" y="67705"/>
                </a:lnTo>
                <a:lnTo>
                  <a:pt x="2485206" y="67706"/>
                </a:lnTo>
                <a:lnTo>
                  <a:pt x="2491404" y="67706"/>
                </a:lnTo>
                <a:lnTo>
                  <a:pt x="2497601" y="67707"/>
                </a:lnTo>
                <a:lnTo>
                  <a:pt x="2503799" y="67707"/>
                </a:lnTo>
                <a:lnTo>
                  <a:pt x="2509996" y="67707"/>
                </a:lnTo>
                <a:lnTo>
                  <a:pt x="2516194" y="67707"/>
                </a:lnTo>
                <a:lnTo>
                  <a:pt x="2522391" y="67707"/>
                </a:lnTo>
                <a:lnTo>
                  <a:pt x="2528589" y="67707"/>
                </a:lnTo>
                <a:lnTo>
                  <a:pt x="2534786" y="67707"/>
                </a:lnTo>
                <a:lnTo>
                  <a:pt x="2540984" y="67707"/>
                </a:lnTo>
                <a:lnTo>
                  <a:pt x="2547181" y="67707"/>
                </a:lnTo>
                <a:lnTo>
                  <a:pt x="2553379" y="67708"/>
                </a:lnTo>
                <a:lnTo>
                  <a:pt x="2559576" y="67708"/>
                </a:lnTo>
                <a:lnTo>
                  <a:pt x="2565774" y="67708"/>
                </a:lnTo>
                <a:lnTo>
                  <a:pt x="2571971" y="67708"/>
                </a:lnTo>
                <a:lnTo>
                  <a:pt x="2578169" y="67708"/>
                </a:lnTo>
                <a:lnTo>
                  <a:pt x="2584366" y="67708"/>
                </a:lnTo>
                <a:lnTo>
                  <a:pt x="2590564" y="67708"/>
                </a:lnTo>
                <a:lnTo>
                  <a:pt x="2596761" y="67708"/>
                </a:lnTo>
                <a:lnTo>
                  <a:pt x="2602959" y="67708"/>
                </a:lnTo>
                <a:lnTo>
                  <a:pt x="2609156" y="67708"/>
                </a:lnTo>
                <a:lnTo>
                  <a:pt x="2615354" y="67708"/>
                </a:lnTo>
                <a:lnTo>
                  <a:pt x="2621552" y="67708"/>
                </a:lnTo>
                <a:lnTo>
                  <a:pt x="2627749" y="67708"/>
                </a:lnTo>
                <a:lnTo>
                  <a:pt x="2633947" y="67708"/>
                </a:lnTo>
                <a:lnTo>
                  <a:pt x="2640144" y="67708"/>
                </a:lnTo>
                <a:lnTo>
                  <a:pt x="2646342" y="67708"/>
                </a:lnTo>
                <a:lnTo>
                  <a:pt x="2652539" y="67708"/>
                </a:lnTo>
                <a:lnTo>
                  <a:pt x="2658737" y="67708"/>
                </a:lnTo>
                <a:lnTo>
                  <a:pt x="2664934" y="67708"/>
                </a:lnTo>
                <a:lnTo>
                  <a:pt x="2671132" y="67708"/>
                </a:lnTo>
                <a:lnTo>
                  <a:pt x="2677329" y="67708"/>
                </a:lnTo>
                <a:lnTo>
                  <a:pt x="2683527" y="67708"/>
                </a:lnTo>
                <a:lnTo>
                  <a:pt x="2689724" y="67708"/>
                </a:lnTo>
                <a:lnTo>
                  <a:pt x="2695922" y="67708"/>
                </a:lnTo>
                <a:lnTo>
                  <a:pt x="2702119" y="67708"/>
                </a:lnTo>
                <a:lnTo>
                  <a:pt x="2708317" y="67708"/>
                </a:lnTo>
                <a:lnTo>
                  <a:pt x="2714514" y="67708"/>
                </a:lnTo>
                <a:lnTo>
                  <a:pt x="2720712" y="67708"/>
                </a:lnTo>
                <a:lnTo>
                  <a:pt x="2726909" y="67708"/>
                </a:lnTo>
                <a:lnTo>
                  <a:pt x="2733107" y="67708"/>
                </a:lnTo>
                <a:lnTo>
                  <a:pt x="2739304" y="67708"/>
                </a:lnTo>
                <a:lnTo>
                  <a:pt x="2745502" y="67708"/>
                </a:lnTo>
                <a:lnTo>
                  <a:pt x="2751699" y="67708"/>
                </a:lnTo>
                <a:lnTo>
                  <a:pt x="2757897" y="67708"/>
                </a:lnTo>
                <a:lnTo>
                  <a:pt x="2764095" y="67708"/>
                </a:lnTo>
                <a:lnTo>
                  <a:pt x="2770292" y="67708"/>
                </a:lnTo>
                <a:lnTo>
                  <a:pt x="2776490" y="67708"/>
                </a:lnTo>
                <a:lnTo>
                  <a:pt x="2782687" y="67708"/>
                </a:lnTo>
                <a:lnTo>
                  <a:pt x="2788885" y="67708"/>
                </a:lnTo>
                <a:lnTo>
                  <a:pt x="2795082" y="67708"/>
                </a:lnTo>
                <a:lnTo>
                  <a:pt x="2801280" y="67708"/>
                </a:lnTo>
                <a:lnTo>
                  <a:pt x="2807477" y="67708"/>
                </a:lnTo>
                <a:lnTo>
                  <a:pt x="2813675" y="67708"/>
                </a:lnTo>
                <a:lnTo>
                  <a:pt x="2819872" y="67708"/>
                </a:lnTo>
                <a:lnTo>
                  <a:pt x="2826070" y="67708"/>
                </a:lnTo>
                <a:lnTo>
                  <a:pt x="2832267" y="67708"/>
                </a:lnTo>
                <a:lnTo>
                  <a:pt x="2838465" y="67708"/>
                </a:lnTo>
                <a:lnTo>
                  <a:pt x="2844662" y="67708"/>
                </a:lnTo>
                <a:lnTo>
                  <a:pt x="2850860" y="67708"/>
                </a:lnTo>
                <a:lnTo>
                  <a:pt x="2857057" y="67708"/>
                </a:lnTo>
                <a:lnTo>
                  <a:pt x="2863255" y="67708"/>
                </a:lnTo>
                <a:lnTo>
                  <a:pt x="2869452" y="67708"/>
                </a:lnTo>
                <a:lnTo>
                  <a:pt x="2875650" y="67708"/>
                </a:lnTo>
                <a:lnTo>
                  <a:pt x="2881847" y="67708"/>
                </a:lnTo>
                <a:lnTo>
                  <a:pt x="2888045" y="67708"/>
                </a:lnTo>
                <a:lnTo>
                  <a:pt x="2894243" y="67708"/>
                </a:lnTo>
                <a:lnTo>
                  <a:pt x="2900440" y="67708"/>
                </a:lnTo>
                <a:lnTo>
                  <a:pt x="2906638" y="67708"/>
                </a:lnTo>
                <a:lnTo>
                  <a:pt x="2912835" y="67708"/>
                </a:lnTo>
                <a:lnTo>
                  <a:pt x="2919033" y="67708"/>
                </a:lnTo>
                <a:lnTo>
                  <a:pt x="2925230" y="67708"/>
                </a:lnTo>
                <a:lnTo>
                  <a:pt x="2931428" y="67708"/>
                </a:lnTo>
                <a:lnTo>
                  <a:pt x="2937625" y="67708"/>
                </a:lnTo>
                <a:lnTo>
                  <a:pt x="2943823" y="67708"/>
                </a:lnTo>
                <a:lnTo>
                  <a:pt x="2950020" y="67708"/>
                </a:lnTo>
                <a:lnTo>
                  <a:pt x="2956218" y="67708"/>
                </a:lnTo>
                <a:lnTo>
                  <a:pt x="2962415" y="67708"/>
                </a:lnTo>
                <a:lnTo>
                  <a:pt x="2968613" y="67708"/>
                </a:lnTo>
                <a:lnTo>
                  <a:pt x="2974810" y="67708"/>
                </a:lnTo>
                <a:lnTo>
                  <a:pt x="2981008" y="67708"/>
                </a:lnTo>
                <a:lnTo>
                  <a:pt x="2987205" y="67708"/>
                </a:lnTo>
                <a:lnTo>
                  <a:pt x="2993403" y="67708"/>
                </a:lnTo>
                <a:lnTo>
                  <a:pt x="2999600" y="67708"/>
                </a:lnTo>
                <a:lnTo>
                  <a:pt x="3005798" y="67708"/>
                </a:lnTo>
                <a:lnTo>
                  <a:pt x="3011995" y="67708"/>
                </a:lnTo>
                <a:lnTo>
                  <a:pt x="3018193" y="67708"/>
                </a:lnTo>
                <a:lnTo>
                  <a:pt x="3024390" y="67708"/>
                </a:lnTo>
                <a:lnTo>
                  <a:pt x="3030588" y="67708"/>
                </a:lnTo>
                <a:lnTo>
                  <a:pt x="3036786" y="67708"/>
                </a:lnTo>
                <a:lnTo>
                  <a:pt x="3042983" y="67708"/>
                </a:lnTo>
                <a:lnTo>
                  <a:pt x="3049181" y="67708"/>
                </a:lnTo>
                <a:lnTo>
                  <a:pt x="3055378" y="67708"/>
                </a:lnTo>
                <a:lnTo>
                  <a:pt x="3061576" y="67708"/>
                </a:lnTo>
                <a:lnTo>
                  <a:pt x="3067773" y="67708"/>
                </a:lnTo>
                <a:lnTo>
                  <a:pt x="3073971" y="67708"/>
                </a:lnTo>
                <a:lnTo>
                  <a:pt x="3080168" y="67708"/>
                </a:lnTo>
                <a:lnTo>
                  <a:pt x="3086366" y="67708"/>
                </a:lnTo>
                <a:lnTo>
                  <a:pt x="3092563" y="67708"/>
                </a:lnTo>
                <a:lnTo>
                  <a:pt x="3098761" y="67708"/>
                </a:lnTo>
                <a:lnTo>
                  <a:pt x="3104958" y="67708"/>
                </a:lnTo>
                <a:lnTo>
                  <a:pt x="3111156" y="67708"/>
                </a:lnTo>
                <a:lnTo>
                  <a:pt x="3117353" y="67708"/>
                </a:lnTo>
                <a:lnTo>
                  <a:pt x="3123551" y="67708"/>
                </a:lnTo>
                <a:lnTo>
                  <a:pt x="3129748" y="67708"/>
                </a:lnTo>
                <a:lnTo>
                  <a:pt x="3135946" y="67708"/>
                </a:lnTo>
                <a:lnTo>
                  <a:pt x="3142143" y="67708"/>
                </a:lnTo>
                <a:lnTo>
                  <a:pt x="3148341" y="67708"/>
                </a:lnTo>
                <a:lnTo>
                  <a:pt x="3154538" y="67708"/>
                </a:lnTo>
                <a:lnTo>
                  <a:pt x="3160736" y="67708"/>
                </a:lnTo>
                <a:lnTo>
                  <a:pt x="3166933" y="67708"/>
                </a:lnTo>
                <a:lnTo>
                  <a:pt x="3160736" y="67708"/>
                </a:lnTo>
                <a:lnTo>
                  <a:pt x="3154538" y="67708"/>
                </a:lnTo>
                <a:lnTo>
                  <a:pt x="3148341" y="67708"/>
                </a:lnTo>
                <a:lnTo>
                  <a:pt x="3142143" y="67708"/>
                </a:lnTo>
                <a:lnTo>
                  <a:pt x="3135946" y="67708"/>
                </a:lnTo>
                <a:lnTo>
                  <a:pt x="3129748" y="67708"/>
                </a:lnTo>
                <a:lnTo>
                  <a:pt x="3123551" y="67708"/>
                </a:lnTo>
                <a:lnTo>
                  <a:pt x="3117353" y="67708"/>
                </a:lnTo>
                <a:lnTo>
                  <a:pt x="3111156" y="67708"/>
                </a:lnTo>
                <a:lnTo>
                  <a:pt x="3104958" y="67708"/>
                </a:lnTo>
                <a:lnTo>
                  <a:pt x="3098761" y="67708"/>
                </a:lnTo>
                <a:lnTo>
                  <a:pt x="3092563" y="67708"/>
                </a:lnTo>
                <a:lnTo>
                  <a:pt x="3086366" y="67708"/>
                </a:lnTo>
                <a:lnTo>
                  <a:pt x="3080168" y="67708"/>
                </a:lnTo>
                <a:lnTo>
                  <a:pt x="3073971" y="67708"/>
                </a:lnTo>
                <a:lnTo>
                  <a:pt x="3067773" y="67708"/>
                </a:lnTo>
                <a:lnTo>
                  <a:pt x="3061576" y="67708"/>
                </a:lnTo>
                <a:lnTo>
                  <a:pt x="3055378" y="67708"/>
                </a:lnTo>
                <a:lnTo>
                  <a:pt x="3049181" y="67708"/>
                </a:lnTo>
                <a:lnTo>
                  <a:pt x="3042983" y="67708"/>
                </a:lnTo>
                <a:lnTo>
                  <a:pt x="3036786" y="67708"/>
                </a:lnTo>
                <a:lnTo>
                  <a:pt x="3030588" y="67708"/>
                </a:lnTo>
                <a:lnTo>
                  <a:pt x="3024390" y="67708"/>
                </a:lnTo>
                <a:lnTo>
                  <a:pt x="3018193" y="67708"/>
                </a:lnTo>
                <a:lnTo>
                  <a:pt x="3011995" y="67708"/>
                </a:lnTo>
                <a:lnTo>
                  <a:pt x="3005798" y="67708"/>
                </a:lnTo>
                <a:lnTo>
                  <a:pt x="2999600" y="67708"/>
                </a:lnTo>
                <a:lnTo>
                  <a:pt x="2993403" y="67708"/>
                </a:lnTo>
                <a:lnTo>
                  <a:pt x="2987205" y="67708"/>
                </a:lnTo>
                <a:lnTo>
                  <a:pt x="2981008" y="67708"/>
                </a:lnTo>
                <a:lnTo>
                  <a:pt x="2974810" y="67708"/>
                </a:lnTo>
                <a:lnTo>
                  <a:pt x="2968613" y="67708"/>
                </a:lnTo>
                <a:lnTo>
                  <a:pt x="2962415" y="67708"/>
                </a:lnTo>
                <a:lnTo>
                  <a:pt x="2956218" y="67708"/>
                </a:lnTo>
                <a:lnTo>
                  <a:pt x="2950020" y="67708"/>
                </a:lnTo>
                <a:lnTo>
                  <a:pt x="2943823" y="67708"/>
                </a:lnTo>
                <a:lnTo>
                  <a:pt x="2937625" y="67708"/>
                </a:lnTo>
                <a:lnTo>
                  <a:pt x="2931428" y="67708"/>
                </a:lnTo>
                <a:lnTo>
                  <a:pt x="2925230" y="67708"/>
                </a:lnTo>
                <a:lnTo>
                  <a:pt x="2919033" y="67708"/>
                </a:lnTo>
                <a:lnTo>
                  <a:pt x="2912835" y="67708"/>
                </a:lnTo>
                <a:lnTo>
                  <a:pt x="2906638" y="67708"/>
                </a:lnTo>
                <a:lnTo>
                  <a:pt x="2900440" y="67708"/>
                </a:lnTo>
                <a:lnTo>
                  <a:pt x="2894243" y="67708"/>
                </a:lnTo>
                <a:lnTo>
                  <a:pt x="2888045" y="67708"/>
                </a:lnTo>
                <a:lnTo>
                  <a:pt x="2881847" y="67708"/>
                </a:lnTo>
                <a:lnTo>
                  <a:pt x="2875650" y="67708"/>
                </a:lnTo>
                <a:lnTo>
                  <a:pt x="2869452" y="67708"/>
                </a:lnTo>
                <a:lnTo>
                  <a:pt x="2863255" y="67708"/>
                </a:lnTo>
                <a:lnTo>
                  <a:pt x="2857057" y="67708"/>
                </a:lnTo>
                <a:lnTo>
                  <a:pt x="2850860" y="67708"/>
                </a:lnTo>
                <a:lnTo>
                  <a:pt x="2844662" y="67708"/>
                </a:lnTo>
                <a:lnTo>
                  <a:pt x="2838465" y="67708"/>
                </a:lnTo>
                <a:lnTo>
                  <a:pt x="2832267" y="67708"/>
                </a:lnTo>
                <a:lnTo>
                  <a:pt x="2826070" y="67708"/>
                </a:lnTo>
                <a:lnTo>
                  <a:pt x="2819872" y="67708"/>
                </a:lnTo>
                <a:lnTo>
                  <a:pt x="2813675" y="67708"/>
                </a:lnTo>
                <a:lnTo>
                  <a:pt x="2807477" y="67708"/>
                </a:lnTo>
                <a:lnTo>
                  <a:pt x="2801280" y="67708"/>
                </a:lnTo>
                <a:lnTo>
                  <a:pt x="2795082" y="67708"/>
                </a:lnTo>
                <a:lnTo>
                  <a:pt x="2788885" y="67708"/>
                </a:lnTo>
                <a:lnTo>
                  <a:pt x="2782687" y="67708"/>
                </a:lnTo>
                <a:lnTo>
                  <a:pt x="2776490" y="67708"/>
                </a:lnTo>
                <a:lnTo>
                  <a:pt x="2770292" y="67708"/>
                </a:lnTo>
                <a:lnTo>
                  <a:pt x="2764095" y="67708"/>
                </a:lnTo>
                <a:lnTo>
                  <a:pt x="2757897" y="67708"/>
                </a:lnTo>
                <a:lnTo>
                  <a:pt x="2751699" y="67708"/>
                </a:lnTo>
                <a:lnTo>
                  <a:pt x="2745502" y="67708"/>
                </a:lnTo>
                <a:lnTo>
                  <a:pt x="2739304" y="67708"/>
                </a:lnTo>
                <a:lnTo>
                  <a:pt x="2733107" y="67708"/>
                </a:lnTo>
                <a:lnTo>
                  <a:pt x="2726909" y="67708"/>
                </a:lnTo>
                <a:lnTo>
                  <a:pt x="2720712" y="67708"/>
                </a:lnTo>
                <a:lnTo>
                  <a:pt x="2714514" y="67708"/>
                </a:lnTo>
                <a:lnTo>
                  <a:pt x="2708317" y="67708"/>
                </a:lnTo>
                <a:lnTo>
                  <a:pt x="2702119" y="67708"/>
                </a:lnTo>
                <a:lnTo>
                  <a:pt x="2695922" y="67708"/>
                </a:lnTo>
                <a:lnTo>
                  <a:pt x="2689724" y="67708"/>
                </a:lnTo>
                <a:lnTo>
                  <a:pt x="2683527" y="67708"/>
                </a:lnTo>
                <a:lnTo>
                  <a:pt x="2677329" y="67708"/>
                </a:lnTo>
                <a:lnTo>
                  <a:pt x="2671132" y="67708"/>
                </a:lnTo>
                <a:lnTo>
                  <a:pt x="2664934" y="67708"/>
                </a:lnTo>
                <a:lnTo>
                  <a:pt x="2658737" y="67708"/>
                </a:lnTo>
                <a:lnTo>
                  <a:pt x="2652539" y="67708"/>
                </a:lnTo>
                <a:lnTo>
                  <a:pt x="2646342" y="67708"/>
                </a:lnTo>
                <a:lnTo>
                  <a:pt x="2640144" y="67708"/>
                </a:lnTo>
                <a:lnTo>
                  <a:pt x="2633947" y="67708"/>
                </a:lnTo>
                <a:lnTo>
                  <a:pt x="2627749" y="67708"/>
                </a:lnTo>
                <a:lnTo>
                  <a:pt x="2621552" y="67708"/>
                </a:lnTo>
                <a:lnTo>
                  <a:pt x="2615354" y="67708"/>
                </a:lnTo>
                <a:lnTo>
                  <a:pt x="2609156" y="67708"/>
                </a:lnTo>
                <a:lnTo>
                  <a:pt x="2602959" y="67708"/>
                </a:lnTo>
                <a:lnTo>
                  <a:pt x="2596761" y="67708"/>
                </a:lnTo>
                <a:lnTo>
                  <a:pt x="2590564" y="67708"/>
                </a:lnTo>
                <a:lnTo>
                  <a:pt x="2584366" y="67708"/>
                </a:lnTo>
                <a:lnTo>
                  <a:pt x="2578169" y="67708"/>
                </a:lnTo>
                <a:lnTo>
                  <a:pt x="2571971" y="67708"/>
                </a:lnTo>
                <a:lnTo>
                  <a:pt x="2565774" y="67708"/>
                </a:lnTo>
                <a:lnTo>
                  <a:pt x="2559576" y="67708"/>
                </a:lnTo>
                <a:lnTo>
                  <a:pt x="2553379" y="67708"/>
                </a:lnTo>
                <a:lnTo>
                  <a:pt x="2547181" y="67708"/>
                </a:lnTo>
                <a:lnTo>
                  <a:pt x="2540984" y="67708"/>
                </a:lnTo>
                <a:lnTo>
                  <a:pt x="2534786" y="67708"/>
                </a:lnTo>
                <a:lnTo>
                  <a:pt x="2528589" y="67708"/>
                </a:lnTo>
                <a:lnTo>
                  <a:pt x="2522391" y="67708"/>
                </a:lnTo>
                <a:lnTo>
                  <a:pt x="2516194" y="67708"/>
                </a:lnTo>
                <a:lnTo>
                  <a:pt x="2509996" y="67708"/>
                </a:lnTo>
                <a:lnTo>
                  <a:pt x="2503799" y="67708"/>
                </a:lnTo>
                <a:lnTo>
                  <a:pt x="2497601" y="67708"/>
                </a:lnTo>
                <a:lnTo>
                  <a:pt x="2491404" y="67708"/>
                </a:lnTo>
                <a:lnTo>
                  <a:pt x="2485206" y="67708"/>
                </a:lnTo>
                <a:lnTo>
                  <a:pt x="2479009" y="67708"/>
                </a:lnTo>
                <a:lnTo>
                  <a:pt x="2472811" y="67708"/>
                </a:lnTo>
                <a:lnTo>
                  <a:pt x="2466613" y="67708"/>
                </a:lnTo>
                <a:lnTo>
                  <a:pt x="2460416" y="67708"/>
                </a:lnTo>
                <a:lnTo>
                  <a:pt x="2454218" y="67708"/>
                </a:lnTo>
                <a:lnTo>
                  <a:pt x="2448021" y="67708"/>
                </a:lnTo>
                <a:lnTo>
                  <a:pt x="2441823" y="67708"/>
                </a:lnTo>
                <a:lnTo>
                  <a:pt x="2435626" y="67708"/>
                </a:lnTo>
                <a:lnTo>
                  <a:pt x="2429428" y="67708"/>
                </a:lnTo>
                <a:lnTo>
                  <a:pt x="2423231" y="67708"/>
                </a:lnTo>
                <a:lnTo>
                  <a:pt x="2417033" y="67708"/>
                </a:lnTo>
                <a:lnTo>
                  <a:pt x="2410836" y="67708"/>
                </a:lnTo>
                <a:lnTo>
                  <a:pt x="2404638" y="67708"/>
                </a:lnTo>
                <a:lnTo>
                  <a:pt x="2398441" y="67708"/>
                </a:lnTo>
                <a:lnTo>
                  <a:pt x="2392243" y="67708"/>
                </a:lnTo>
                <a:lnTo>
                  <a:pt x="2386046" y="67708"/>
                </a:lnTo>
                <a:lnTo>
                  <a:pt x="2379848" y="67708"/>
                </a:lnTo>
                <a:lnTo>
                  <a:pt x="2373651" y="67708"/>
                </a:lnTo>
                <a:lnTo>
                  <a:pt x="2367453" y="67708"/>
                </a:lnTo>
                <a:lnTo>
                  <a:pt x="2361256" y="67708"/>
                </a:lnTo>
                <a:lnTo>
                  <a:pt x="2355058" y="67708"/>
                </a:lnTo>
                <a:lnTo>
                  <a:pt x="2348861" y="67708"/>
                </a:lnTo>
                <a:lnTo>
                  <a:pt x="2342663" y="67708"/>
                </a:lnTo>
                <a:lnTo>
                  <a:pt x="2336465" y="67708"/>
                </a:lnTo>
                <a:lnTo>
                  <a:pt x="2330268" y="67708"/>
                </a:lnTo>
                <a:lnTo>
                  <a:pt x="2324070" y="67708"/>
                </a:lnTo>
                <a:lnTo>
                  <a:pt x="2317873" y="67708"/>
                </a:lnTo>
                <a:lnTo>
                  <a:pt x="2311675" y="67708"/>
                </a:lnTo>
                <a:lnTo>
                  <a:pt x="2305478" y="67708"/>
                </a:lnTo>
                <a:lnTo>
                  <a:pt x="2299280" y="67708"/>
                </a:lnTo>
                <a:lnTo>
                  <a:pt x="2293083" y="67708"/>
                </a:lnTo>
                <a:lnTo>
                  <a:pt x="2286885" y="67708"/>
                </a:lnTo>
                <a:lnTo>
                  <a:pt x="2280688" y="67708"/>
                </a:lnTo>
                <a:lnTo>
                  <a:pt x="2274490" y="67708"/>
                </a:lnTo>
                <a:lnTo>
                  <a:pt x="2268293" y="67708"/>
                </a:lnTo>
                <a:lnTo>
                  <a:pt x="2262095" y="67708"/>
                </a:lnTo>
                <a:lnTo>
                  <a:pt x="2255898" y="67708"/>
                </a:lnTo>
                <a:lnTo>
                  <a:pt x="2249700" y="67708"/>
                </a:lnTo>
                <a:lnTo>
                  <a:pt x="2243503" y="67708"/>
                </a:lnTo>
                <a:lnTo>
                  <a:pt x="2237305" y="67708"/>
                </a:lnTo>
                <a:lnTo>
                  <a:pt x="2231108" y="67708"/>
                </a:lnTo>
                <a:lnTo>
                  <a:pt x="2224910" y="67708"/>
                </a:lnTo>
                <a:lnTo>
                  <a:pt x="2218713" y="67708"/>
                </a:lnTo>
                <a:lnTo>
                  <a:pt x="2212515" y="67708"/>
                </a:lnTo>
                <a:lnTo>
                  <a:pt x="2206318" y="67708"/>
                </a:lnTo>
                <a:lnTo>
                  <a:pt x="2200120" y="67708"/>
                </a:lnTo>
                <a:lnTo>
                  <a:pt x="2193922" y="67708"/>
                </a:lnTo>
                <a:lnTo>
                  <a:pt x="2187725" y="67708"/>
                </a:lnTo>
                <a:lnTo>
                  <a:pt x="2181527" y="67708"/>
                </a:lnTo>
                <a:lnTo>
                  <a:pt x="2175330" y="67708"/>
                </a:lnTo>
                <a:lnTo>
                  <a:pt x="2169132" y="67708"/>
                </a:lnTo>
                <a:lnTo>
                  <a:pt x="2162935" y="67708"/>
                </a:lnTo>
                <a:lnTo>
                  <a:pt x="2156737" y="67708"/>
                </a:lnTo>
                <a:lnTo>
                  <a:pt x="2150540" y="67708"/>
                </a:lnTo>
                <a:lnTo>
                  <a:pt x="2144342" y="67708"/>
                </a:lnTo>
                <a:lnTo>
                  <a:pt x="2138145" y="67708"/>
                </a:lnTo>
                <a:lnTo>
                  <a:pt x="2131947" y="67708"/>
                </a:lnTo>
                <a:lnTo>
                  <a:pt x="2125750" y="67708"/>
                </a:lnTo>
                <a:lnTo>
                  <a:pt x="2119552" y="67708"/>
                </a:lnTo>
                <a:lnTo>
                  <a:pt x="2113355" y="67708"/>
                </a:lnTo>
                <a:lnTo>
                  <a:pt x="2107157" y="67708"/>
                </a:lnTo>
                <a:lnTo>
                  <a:pt x="2100960" y="67708"/>
                </a:lnTo>
                <a:lnTo>
                  <a:pt x="2094762" y="67708"/>
                </a:lnTo>
                <a:lnTo>
                  <a:pt x="2088565" y="67708"/>
                </a:lnTo>
                <a:lnTo>
                  <a:pt x="2082367" y="67708"/>
                </a:lnTo>
                <a:lnTo>
                  <a:pt x="2076170" y="67708"/>
                </a:lnTo>
                <a:lnTo>
                  <a:pt x="2069972" y="67708"/>
                </a:lnTo>
                <a:lnTo>
                  <a:pt x="2063774" y="67708"/>
                </a:lnTo>
                <a:lnTo>
                  <a:pt x="2057577" y="67708"/>
                </a:lnTo>
                <a:lnTo>
                  <a:pt x="2051379" y="67708"/>
                </a:lnTo>
                <a:lnTo>
                  <a:pt x="2045182" y="67708"/>
                </a:lnTo>
                <a:lnTo>
                  <a:pt x="2038984" y="67708"/>
                </a:lnTo>
                <a:lnTo>
                  <a:pt x="2032787" y="67708"/>
                </a:lnTo>
                <a:lnTo>
                  <a:pt x="2026589" y="67708"/>
                </a:lnTo>
                <a:lnTo>
                  <a:pt x="2020392" y="67708"/>
                </a:lnTo>
                <a:lnTo>
                  <a:pt x="2014194" y="67708"/>
                </a:lnTo>
                <a:lnTo>
                  <a:pt x="2007997" y="67708"/>
                </a:lnTo>
                <a:lnTo>
                  <a:pt x="2001799" y="67708"/>
                </a:lnTo>
                <a:lnTo>
                  <a:pt x="1995602" y="67708"/>
                </a:lnTo>
                <a:lnTo>
                  <a:pt x="1989404" y="67708"/>
                </a:lnTo>
                <a:lnTo>
                  <a:pt x="1983207" y="67708"/>
                </a:lnTo>
                <a:lnTo>
                  <a:pt x="1977009" y="67708"/>
                </a:lnTo>
                <a:lnTo>
                  <a:pt x="1970812" y="67708"/>
                </a:lnTo>
                <a:lnTo>
                  <a:pt x="1964614" y="67708"/>
                </a:lnTo>
                <a:lnTo>
                  <a:pt x="1958417" y="67708"/>
                </a:lnTo>
                <a:lnTo>
                  <a:pt x="1952219" y="67708"/>
                </a:lnTo>
                <a:lnTo>
                  <a:pt x="1946022" y="67708"/>
                </a:lnTo>
                <a:lnTo>
                  <a:pt x="1939824" y="67708"/>
                </a:lnTo>
                <a:lnTo>
                  <a:pt x="1933627" y="67708"/>
                </a:lnTo>
                <a:lnTo>
                  <a:pt x="1927429" y="67708"/>
                </a:lnTo>
                <a:lnTo>
                  <a:pt x="1921231" y="67708"/>
                </a:lnTo>
                <a:lnTo>
                  <a:pt x="1915034" y="67708"/>
                </a:lnTo>
                <a:lnTo>
                  <a:pt x="1908836" y="67708"/>
                </a:lnTo>
                <a:lnTo>
                  <a:pt x="1902639" y="67708"/>
                </a:lnTo>
                <a:lnTo>
                  <a:pt x="1896441" y="67708"/>
                </a:lnTo>
                <a:lnTo>
                  <a:pt x="1890244" y="67708"/>
                </a:lnTo>
                <a:lnTo>
                  <a:pt x="1884046" y="67708"/>
                </a:lnTo>
                <a:lnTo>
                  <a:pt x="1877849" y="67708"/>
                </a:lnTo>
                <a:lnTo>
                  <a:pt x="1871651" y="67708"/>
                </a:lnTo>
                <a:lnTo>
                  <a:pt x="1865454" y="67708"/>
                </a:lnTo>
                <a:lnTo>
                  <a:pt x="1859256" y="67708"/>
                </a:lnTo>
                <a:lnTo>
                  <a:pt x="1853059" y="67708"/>
                </a:lnTo>
                <a:lnTo>
                  <a:pt x="1846861" y="67708"/>
                </a:lnTo>
                <a:lnTo>
                  <a:pt x="1840664" y="67708"/>
                </a:lnTo>
                <a:lnTo>
                  <a:pt x="1834466" y="67708"/>
                </a:lnTo>
                <a:lnTo>
                  <a:pt x="1828269" y="67708"/>
                </a:lnTo>
                <a:lnTo>
                  <a:pt x="1822071" y="67708"/>
                </a:lnTo>
                <a:lnTo>
                  <a:pt x="1815874" y="67708"/>
                </a:lnTo>
                <a:lnTo>
                  <a:pt x="1809676" y="67708"/>
                </a:lnTo>
                <a:lnTo>
                  <a:pt x="1803479" y="67708"/>
                </a:lnTo>
                <a:lnTo>
                  <a:pt x="1797281" y="67708"/>
                </a:lnTo>
                <a:lnTo>
                  <a:pt x="1791084" y="67708"/>
                </a:lnTo>
                <a:lnTo>
                  <a:pt x="1784886" y="67708"/>
                </a:lnTo>
                <a:lnTo>
                  <a:pt x="1778688" y="67708"/>
                </a:lnTo>
                <a:lnTo>
                  <a:pt x="1772491" y="67708"/>
                </a:lnTo>
                <a:lnTo>
                  <a:pt x="1766293" y="67708"/>
                </a:lnTo>
                <a:lnTo>
                  <a:pt x="1760096" y="67708"/>
                </a:lnTo>
                <a:lnTo>
                  <a:pt x="1753898" y="67708"/>
                </a:lnTo>
                <a:lnTo>
                  <a:pt x="1747701" y="67708"/>
                </a:lnTo>
                <a:lnTo>
                  <a:pt x="1741503" y="67708"/>
                </a:lnTo>
                <a:lnTo>
                  <a:pt x="1735306" y="67708"/>
                </a:lnTo>
                <a:lnTo>
                  <a:pt x="1729108" y="67708"/>
                </a:lnTo>
                <a:lnTo>
                  <a:pt x="1722911" y="67708"/>
                </a:lnTo>
                <a:lnTo>
                  <a:pt x="1716713" y="67708"/>
                </a:lnTo>
                <a:lnTo>
                  <a:pt x="1710516" y="67708"/>
                </a:lnTo>
                <a:lnTo>
                  <a:pt x="1704318" y="67708"/>
                </a:lnTo>
                <a:lnTo>
                  <a:pt x="1698121" y="67708"/>
                </a:lnTo>
                <a:lnTo>
                  <a:pt x="1691923" y="67708"/>
                </a:lnTo>
                <a:lnTo>
                  <a:pt x="1685726" y="67708"/>
                </a:lnTo>
                <a:lnTo>
                  <a:pt x="1679528" y="67708"/>
                </a:lnTo>
                <a:lnTo>
                  <a:pt x="1673331" y="67708"/>
                </a:lnTo>
                <a:lnTo>
                  <a:pt x="1667133" y="67708"/>
                </a:lnTo>
                <a:lnTo>
                  <a:pt x="1660936" y="67708"/>
                </a:lnTo>
                <a:lnTo>
                  <a:pt x="1654738" y="67708"/>
                </a:lnTo>
                <a:lnTo>
                  <a:pt x="1648540" y="67708"/>
                </a:lnTo>
                <a:lnTo>
                  <a:pt x="1642343" y="67708"/>
                </a:lnTo>
                <a:lnTo>
                  <a:pt x="1636145" y="67708"/>
                </a:lnTo>
                <a:lnTo>
                  <a:pt x="1629948" y="67708"/>
                </a:lnTo>
                <a:lnTo>
                  <a:pt x="1623750" y="67708"/>
                </a:lnTo>
                <a:lnTo>
                  <a:pt x="1617553" y="67708"/>
                </a:lnTo>
                <a:lnTo>
                  <a:pt x="1611355" y="67708"/>
                </a:lnTo>
                <a:lnTo>
                  <a:pt x="1605158" y="67708"/>
                </a:lnTo>
                <a:lnTo>
                  <a:pt x="1598960" y="67708"/>
                </a:lnTo>
                <a:lnTo>
                  <a:pt x="1592763" y="67708"/>
                </a:lnTo>
                <a:lnTo>
                  <a:pt x="1586565" y="67708"/>
                </a:lnTo>
                <a:lnTo>
                  <a:pt x="1580368" y="67708"/>
                </a:lnTo>
                <a:lnTo>
                  <a:pt x="1574170" y="67708"/>
                </a:lnTo>
                <a:lnTo>
                  <a:pt x="1567973" y="67708"/>
                </a:lnTo>
                <a:lnTo>
                  <a:pt x="1561775" y="67708"/>
                </a:lnTo>
                <a:lnTo>
                  <a:pt x="1555578" y="67708"/>
                </a:lnTo>
                <a:lnTo>
                  <a:pt x="1549380" y="67708"/>
                </a:lnTo>
                <a:lnTo>
                  <a:pt x="1543183" y="67708"/>
                </a:lnTo>
                <a:lnTo>
                  <a:pt x="1536985" y="67708"/>
                </a:lnTo>
                <a:lnTo>
                  <a:pt x="1530788" y="67708"/>
                </a:lnTo>
                <a:lnTo>
                  <a:pt x="1524590" y="67708"/>
                </a:lnTo>
                <a:lnTo>
                  <a:pt x="1518393" y="67708"/>
                </a:lnTo>
                <a:lnTo>
                  <a:pt x="1512195" y="67708"/>
                </a:lnTo>
                <a:lnTo>
                  <a:pt x="1505997" y="67708"/>
                </a:lnTo>
                <a:lnTo>
                  <a:pt x="1499800" y="67708"/>
                </a:lnTo>
                <a:lnTo>
                  <a:pt x="1493602" y="67708"/>
                </a:lnTo>
                <a:lnTo>
                  <a:pt x="1487405" y="67708"/>
                </a:lnTo>
                <a:lnTo>
                  <a:pt x="1481207" y="67708"/>
                </a:lnTo>
                <a:lnTo>
                  <a:pt x="1475010" y="67708"/>
                </a:lnTo>
                <a:lnTo>
                  <a:pt x="1468812" y="67708"/>
                </a:lnTo>
                <a:lnTo>
                  <a:pt x="1462615" y="67708"/>
                </a:lnTo>
                <a:lnTo>
                  <a:pt x="1456417" y="67708"/>
                </a:lnTo>
                <a:lnTo>
                  <a:pt x="1450220" y="67708"/>
                </a:lnTo>
                <a:lnTo>
                  <a:pt x="1444022" y="67708"/>
                </a:lnTo>
                <a:lnTo>
                  <a:pt x="1437825" y="67708"/>
                </a:lnTo>
                <a:lnTo>
                  <a:pt x="1431627" y="67708"/>
                </a:lnTo>
                <a:lnTo>
                  <a:pt x="1425430" y="67708"/>
                </a:lnTo>
                <a:lnTo>
                  <a:pt x="1419232" y="67708"/>
                </a:lnTo>
                <a:lnTo>
                  <a:pt x="1413035" y="67708"/>
                </a:lnTo>
                <a:lnTo>
                  <a:pt x="1406837" y="67708"/>
                </a:lnTo>
                <a:lnTo>
                  <a:pt x="1400640" y="67708"/>
                </a:lnTo>
                <a:lnTo>
                  <a:pt x="1394442" y="67708"/>
                </a:lnTo>
                <a:lnTo>
                  <a:pt x="1388245" y="67708"/>
                </a:lnTo>
                <a:lnTo>
                  <a:pt x="1382047" y="67708"/>
                </a:lnTo>
                <a:lnTo>
                  <a:pt x="1375849" y="67708"/>
                </a:lnTo>
                <a:lnTo>
                  <a:pt x="1369652" y="67708"/>
                </a:lnTo>
                <a:lnTo>
                  <a:pt x="1363454" y="67708"/>
                </a:lnTo>
                <a:lnTo>
                  <a:pt x="1357257" y="67708"/>
                </a:lnTo>
                <a:lnTo>
                  <a:pt x="1351059" y="67708"/>
                </a:lnTo>
                <a:lnTo>
                  <a:pt x="1344862" y="67708"/>
                </a:lnTo>
                <a:lnTo>
                  <a:pt x="1338664" y="67708"/>
                </a:lnTo>
                <a:lnTo>
                  <a:pt x="1332467" y="67708"/>
                </a:lnTo>
                <a:lnTo>
                  <a:pt x="1326269" y="67708"/>
                </a:lnTo>
                <a:lnTo>
                  <a:pt x="1320072" y="67708"/>
                </a:lnTo>
                <a:lnTo>
                  <a:pt x="1313874" y="67708"/>
                </a:lnTo>
                <a:lnTo>
                  <a:pt x="1307677" y="67708"/>
                </a:lnTo>
                <a:lnTo>
                  <a:pt x="1301479" y="67708"/>
                </a:lnTo>
                <a:lnTo>
                  <a:pt x="1295282" y="67708"/>
                </a:lnTo>
                <a:lnTo>
                  <a:pt x="1289084" y="67708"/>
                </a:lnTo>
                <a:lnTo>
                  <a:pt x="1282887" y="67708"/>
                </a:lnTo>
                <a:lnTo>
                  <a:pt x="1276689" y="67708"/>
                </a:lnTo>
                <a:lnTo>
                  <a:pt x="1270492" y="67708"/>
                </a:lnTo>
                <a:lnTo>
                  <a:pt x="1264294" y="67708"/>
                </a:lnTo>
                <a:lnTo>
                  <a:pt x="1258097" y="67708"/>
                </a:lnTo>
                <a:lnTo>
                  <a:pt x="1251899" y="67708"/>
                </a:lnTo>
                <a:lnTo>
                  <a:pt x="1245702" y="67708"/>
                </a:lnTo>
                <a:lnTo>
                  <a:pt x="1239504" y="67708"/>
                </a:lnTo>
                <a:lnTo>
                  <a:pt x="1233306" y="67708"/>
                </a:lnTo>
                <a:lnTo>
                  <a:pt x="1227109" y="67708"/>
                </a:lnTo>
                <a:lnTo>
                  <a:pt x="1220911" y="67708"/>
                </a:lnTo>
                <a:lnTo>
                  <a:pt x="1214714" y="67708"/>
                </a:lnTo>
                <a:lnTo>
                  <a:pt x="1208516" y="67708"/>
                </a:lnTo>
                <a:lnTo>
                  <a:pt x="1202319" y="67708"/>
                </a:lnTo>
                <a:lnTo>
                  <a:pt x="1196121" y="67708"/>
                </a:lnTo>
                <a:lnTo>
                  <a:pt x="1189924" y="67708"/>
                </a:lnTo>
                <a:lnTo>
                  <a:pt x="1183726" y="67708"/>
                </a:lnTo>
                <a:lnTo>
                  <a:pt x="1177529" y="67708"/>
                </a:lnTo>
                <a:lnTo>
                  <a:pt x="1171331" y="67708"/>
                </a:lnTo>
                <a:lnTo>
                  <a:pt x="1165134" y="67708"/>
                </a:lnTo>
                <a:lnTo>
                  <a:pt x="1158936" y="67708"/>
                </a:lnTo>
                <a:lnTo>
                  <a:pt x="1152739" y="67708"/>
                </a:lnTo>
                <a:lnTo>
                  <a:pt x="1146541" y="67708"/>
                </a:lnTo>
                <a:lnTo>
                  <a:pt x="1140344" y="67708"/>
                </a:lnTo>
                <a:lnTo>
                  <a:pt x="1134146" y="67708"/>
                </a:lnTo>
                <a:lnTo>
                  <a:pt x="1127949" y="67708"/>
                </a:lnTo>
                <a:lnTo>
                  <a:pt x="1121751" y="67708"/>
                </a:lnTo>
                <a:lnTo>
                  <a:pt x="1115554" y="67708"/>
                </a:lnTo>
                <a:lnTo>
                  <a:pt x="1109356" y="67708"/>
                </a:lnTo>
                <a:lnTo>
                  <a:pt x="1103159" y="67708"/>
                </a:lnTo>
                <a:lnTo>
                  <a:pt x="1096961" y="67708"/>
                </a:lnTo>
                <a:lnTo>
                  <a:pt x="1090763" y="67708"/>
                </a:lnTo>
                <a:lnTo>
                  <a:pt x="1084566" y="67708"/>
                </a:lnTo>
                <a:lnTo>
                  <a:pt x="1078368" y="67708"/>
                </a:lnTo>
                <a:lnTo>
                  <a:pt x="1072171" y="67708"/>
                </a:lnTo>
                <a:lnTo>
                  <a:pt x="1065973" y="67708"/>
                </a:lnTo>
                <a:lnTo>
                  <a:pt x="1059776" y="67708"/>
                </a:lnTo>
                <a:lnTo>
                  <a:pt x="1053578" y="67708"/>
                </a:lnTo>
                <a:lnTo>
                  <a:pt x="1047381" y="67708"/>
                </a:lnTo>
                <a:lnTo>
                  <a:pt x="1041183" y="67708"/>
                </a:lnTo>
                <a:lnTo>
                  <a:pt x="1034986" y="67708"/>
                </a:lnTo>
                <a:lnTo>
                  <a:pt x="1028788" y="67708"/>
                </a:lnTo>
                <a:lnTo>
                  <a:pt x="1022591" y="67708"/>
                </a:lnTo>
                <a:lnTo>
                  <a:pt x="1016393" y="67708"/>
                </a:lnTo>
                <a:lnTo>
                  <a:pt x="1010196" y="67708"/>
                </a:lnTo>
                <a:lnTo>
                  <a:pt x="1003998" y="67708"/>
                </a:lnTo>
                <a:lnTo>
                  <a:pt x="997801" y="67708"/>
                </a:lnTo>
                <a:lnTo>
                  <a:pt x="991603" y="67708"/>
                </a:lnTo>
                <a:lnTo>
                  <a:pt x="985406" y="67708"/>
                </a:lnTo>
                <a:lnTo>
                  <a:pt x="979208" y="67708"/>
                </a:lnTo>
                <a:lnTo>
                  <a:pt x="973011" y="67708"/>
                </a:lnTo>
                <a:lnTo>
                  <a:pt x="966813" y="67708"/>
                </a:lnTo>
                <a:lnTo>
                  <a:pt x="960615" y="67708"/>
                </a:lnTo>
                <a:lnTo>
                  <a:pt x="954418" y="67708"/>
                </a:lnTo>
                <a:lnTo>
                  <a:pt x="948220" y="67708"/>
                </a:lnTo>
                <a:lnTo>
                  <a:pt x="942023" y="67708"/>
                </a:lnTo>
                <a:lnTo>
                  <a:pt x="935825" y="67708"/>
                </a:lnTo>
                <a:lnTo>
                  <a:pt x="929628" y="67708"/>
                </a:lnTo>
                <a:lnTo>
                  <a:pt x="923430" y="67708"/>
                </a:lnTo>
                <a:lnTo>
                  <a:pt x="917233" y="67708"/>
                </a:lnTo>
                <a:lnTo>
                  <a:pt x="911035" y="67708"/>
                </a:lnTo>
                <a:lnTo>
                  <a:pt x="904838" y="67708"/>
                </a:lnTo>
                <a:lnTo>
                  <a:pt x="898640" y="67708"/>
                </a:lnTo>
                <a:lnTo>
                  <a:pt x="892443" y="67708"/>
                </a:lnTo>
                <a:lnTo>
                  <a:pt x="886245" y="67708"/>
                </a:lnTo>
                <a:lnTo>
                  <a:pt x="880048" y="67708"/>
                </a:lnTo>
                <a:lnTo>
                  <a:pt x="873850" y="67708"/>
                </a:lnTo>
                <a:lnTo>
                  <a:pt x="867653" y="67708"/>
                </a:lnTo>
                <a:lnTo>
                  <a:pt x="861455" y="67708"/>
                </a:lnTo>
                <a:lnTo>
                  <a:pt x="855258" y="67708"/>
                </a:lnTo>
                <a:lnTo>
                  <a:pt x="849060" y="67708"/>
                </a:lnTo>
                <a:lnTo>
                  <a:pt x="842863" y="67708"/>
                </a:lnTo>
                <a:lnTo>
                  <a:pt x="836665" y="67708"/>
                </a:lnTo>
                <a:lnTo>
                  <a:pt x="830468" y="67708"/>
                </a:lnTo>
                <a:lnTo>
                  <a:pt x="824270" y="67708"/>
                </a:lnTo>
                <a:lnTo>
                  <a:pt x="818072" y="67708"/>
                </a:lnTo>
                <a:lnTo>
                  <a:pt x="811875" y="67708"/>
                </a:lnTo>
                <a:lnTo>
                  <a:pt x="805677" y="67708"/>
                </a:lnTo>
                <a:lnTo>
                  <a:pt x="799480" y="67708"/>
                </a:lnTo>
                <a:lnTo>
                  <a:pt x="793282" y="67708"/>
                </a:lnTo>
                <a:lnTo>
                  <a:pt x="787085" y="67708"/>
                </a:lnTo>
                <a:lnTo>
                  <a:pt x="780887" y="67708"/>
                </a:lnTo>
                <a:lnTo>
                  <a:pt x="774690" y="67708"/>
                </a:lnTo>
                <a:lnTo>
                  <a:pt x="768492" y="67708"/>
                </a:lnTo>
                <a:lnTo>
                  <a:pt x="762295" y="67708"/>
                </a:lnTo>
                <a:lnTo>
                  <a:pt x="756097" y="67708"/>
                </a:lnTo>
                <a:lnTo>
                  <a:pt x="749900" y="67708"/>
                </a:lnTo>
                <a:lnTo>
                  <a:pt x="743702" y="67708"/>
                </a:lnTo>
                <a:lnTo>
                  <a:pt x="737505" y="67708"/>
                </a:lnTo>
                <a:lnTo>
                  <a:pt x="731307" y="67708"/>
                </a:lnTo>
                <a:lnTo>
                  <a:pt x="725110" y="67708"/>
                </a:lnTo>
                <a:lnTo>
                  <a:pt x="718912" y="67708"/>
                </a:lnTo>
                <a:lnTo>
                  <a:pt x="712715" y="67708"/>
                </a:lnTo>
                <a:lnTo>
                  <a:pt x="706517" y="67708"/>
                </a:lnTo>
                <a:lnTo>
                  <a:pt x="700320" y="67708"/>
                </a:lnTo>
                <a:lnTo>
                  <a:pt x="694122" y="67708"/>
                </a:lnTo>
                <a:lnTo>
                  <a:pt x="687924" y="67708"/>
                </a:lnTo>
                <a:lnTo>
                  <a:pt x="681727" y="67708"/>
                </a:lnTo>
                <a:lnTo>
                  <a:pt x="675529" y="67708"/>
                </a:lnTo>
                <a:lnTo>
                  <a:pt x="669332" y="67708"/>
                </a:lnTo>
                <a:lnTo>
                  <a:pt x="663134" y="67708"/>
                </a:lnTo>
                <a:lnTo>
                  <a:pt x="656937" y="67708"/>
                </a:lnTo>
                <a:lnTo>
                  <a:pt x="650739" y="67708"/>
                </a:lnTo>
                <a:lnTo>
                  <a:pt x="644542" y="67708"/>
                </a:lnTo>
                <a:lnTo>
                  <a:pt x="638344" y="67708"/>
                </a:lnTo>
                <a:lnTo>
                  <a:pt x="632147" y="67708"/>
                </a:lnTo>
                <a:lnTo>
                  <a:pt x="625949" y="67708"/>
                </a:lnTo>
                <a:lnTo>
                  <a:pt x="619752" y="67708"/>
                </a:lnTo>
                <a:lnTo>
                  <a:pt x="613554" y="67708"/>
                </a:lnTo>
                <a:lnTo>
                  <a:pt x="607357" y="67708"/>
                </a:lnTo>
                <a:lnTo>
                  <a:pt x="601159" y="67708"/>
                </a:lnTo>
                <a:lnTo>
                  <a:pt x="594962" y="67708"/>
                </a:lnTo>
                <a:lnTo>
                  <a:pt x="588764" y="67708"/>
                </a:lnTo>
                <a:lnTo>
                  <a:pt x="582567" y="67708"/>
                </a:lnTo>
                <a:lnTo>
                  <a:pt x="576369" y="67708"/>
                </a:lnTo>
                <a:lnTo>
                  <a:pt x="570172" y="67708"/>
                </a:lnTo>
                <a:lnTo>
                  <a:pt x="563974" y="67708"/>
                </a:lnTo>
                <a:lnTo>
                  <a:pt x="557777" y="67708"/>
                </a:lnTo>
                <a:lnTo>
                  <a:pt x="551579" y="67708"/>
                </a:lnTo>
                <a:lnTo>
                  <a:pt x="545381" y="67708"/>
                </a:lnTo>
                <a:lnTo>
                  <a:pt x="539184" y="67708"/>
                </a:lnTo>
                <a:lnTo>
                  <a:pt x="532986" y="67708"/>
                </a:lnTo>
                <a:lnTo>
                  <a:pt x="526789" y="67708"/>
                </a:lnTo>
                <a:lnTo>
                  <a:pt x="520591" y="67708"/>
                </a:lnTo>
                <a:lnTo>
                  <a:pt x="514394" y="67708"/>
                </a:lnTo>
                <a:lnTo>
                  <a:pt x="508196" y="67708"/>
                </a:lnTo>
                <a:lnTo>
                  <a:pt x="501999" y="67708"/>
                </a:lnTo>
                <a:lnTo>
                  <a:pt x="495801" y="67708"/>
                </a:lnTo>
                <a:lnTo>
                  <a:pt x="489604" y="67708"/>
                </a:lnTo>
                <a:lnTo>
                  <a:pt x="483406" y="67708"/>
                </a:lnTo>
                <a:lnTo>
                  <a:pt x="477209" y="67708"/>
                </a:lnTo>
                <a:lnTo>
                  <a:pt x="471011" y="67708"/>
                </a:lnTo>
                <a:lnTo>
                  <a:pt x="464814" y="67708"/>
                </a:lnTo>
                <a:lnTo>
                  <a:pt x="458616" y="67708"/>
                </a:lnTo>
                <a:lnTo>
                  <a:pt x="452419" y="67708"/>
                </a:lnTo>
                <a:lnTo>
                  <a:pt x="446221" y="67708"/>
                </a:lnTo>
                <a:lnTo>
                  <a:pt x="440024" y="67708"/>
                </a:lnTo>
                <a:lnTo>
                  <a:pt x="433826" y="67708"/>
                </a:lnTo>
                <a:lnTo>
                  <a:pt x="427629" y="67708"/>
                </a:lnTo>
                <a:lnTo>
                  <a:pt x="421431" y="67708"/>
                </a:lnTo>
                <a:lnTo>
                  <a:pt x="415234" y="67708"/>
                </a:lnTo>
                <a:lnTo>
                  <a:pt x="409036" y="67708"/>
                </a:lnTo>
                <a:lnTo>
                  <a:pt x="402838" y="67708"/>
                </a:lnTo>
                <a:lnTo>
                  <a:pt x="396641" y="67708"/>
                </a:lnTo>
                <a:lnTo>
                  <a:pt x="390443" y="67708"/>
                </a:lnTo>
                <a:lnTo>
                  <a:pt x="384246" y="67708"/>
                </a:lnTo>
                <a:lnTo>
                  <a:pt x="378048" y="67708"/>
                </a:lnTo>
                <a:lnTo>
                  <a:pt x="371851" y="67708"/>
                </a:lnTo>
                <a:lnTo>
                  <a:pt x="365653" y="67708"/>
                </a:lnTo>
                <a:lnTo>
                  <a:pt x="359456" y="67708"/>
                </a:lnTo>
                <a:lnTo>
                  <a:pt x="353258" y="67708"/>
                </a:lnTo>
                <a:lnTo>
                  <a:pt x="347061" y="67708"/>
                </a:lnTo>
                <a:lnTo>
                  <a:pt x="340863" y="67708"/>
                </a:lnTo>
                <a:lnTo>
                  <a:pt x="334666" y="67708"/>
                </a:lnTo>
                <a:lnTo>
                  <a:pt x="328468" y="67708"/>
                </a:lnTo>
                <a:lnTo>
                  <a:pt x="322271" y="67708"/>
                </a:lnTo>
                <a:lnTo>
                  <a:pt x="316073" y="67708"/>
                </a:lnTo>
                <a:lnTo>
                  <a:pt x="309876" y="67708"/>
                </a:lnTo>
                <a:lnTo>
                  <a:pt x="303678" y="67708"/>
                </a:lnTo>
                <a:lnTo>
                  <a:pt x="297481" y="67708"/>
                </a:lnTo>
                <a:lnTo>
                  <a:pt x="291283" y="67708"/>
                </a:lnTo>
                <a:lnTo>
                  <a:pt x="285086" y="67708"/>
                </a:lnTo>
                <a:lnTo>
                  <a:pt x="278888" y="67708"/>
                </a:lnTo>
                <a:lnTo>
                  <a:pt x="272690" y="67708"/>
                </a:lnTo>
                <a:lnTo>
                  <a:pt x="266493" y="67708"/>
                </a:lnTo>
                <a:lnTo>
                  <a:pt x="260295" y="67708"/>
                </a:lnTo>
                <a:lnTo>
                  <a:pt x="254098" y="67708"/>
                </a:lnTo>
                <a:lnTo>
                  <a:pt x="247900" y="67708"/>
                </a:lnTo>
                <a:lnTo>
                  <a:pt x="241703" y="67708"/>
                </a:lnTo>
                <a:lnTo>
                  <a:pt x="235505" y="67708"/>
                </a:lnTo>
                <a:lnTo>
                  <a:pt x="229308" y="67708"/>
                </a:lnTo>
                <a:lnTo>
                  <a:pt x="223110" y="67708"/>
                </a:lnTo>
                <a:lnTo>
                  <a:pt x="216913" y="67708"/>
                </a:lnTo>
                <a:lnTo>
                  <a:pt x="210715" y="67708"/>
                </a:lnTo>
                <a:lnTo>
                  <a:pt x="204518" y="67708"/>
                </a:lnTo>
                <a:lnTo>
                  <a:pt x="198320" y="67708"/>
                </a:lnTo>
                <a:lnTo>
                  <a:pt x="192123" y="67708"/>
                </a:lnTo>
                <a:lnTo>
                  <a:pt x="185925" y="67708"/>
                </a:lnTo>
                <a:lnTo>
                  <a:pt x="179728" y="67708"/>
                </a:lnTo>
                <a:lnTo>
                  <a:pt x="173530" y="67708"/>
                </a:lnTo>
                <a:lnTo>
                  <a:pt x="167333" y="67708"/>
                </a:lnTo>
                <a:lnTo>
                  <a:pt x="161135" y="67708"/>
                </a:lnTo>
                <a:lnTo>
                  <a:pt x="154938" y="67708"/>
                </a:lnTo>
                <a:lnTo>
                  <a:pt x="148740" y="67708"/>
                </a:lnTo>
                <a:lnTo>
                  <a:pt x="142543" y="67708"/>
                </a:lnTo>
                <a:lnTo>
                  <a:pt x="136345" y="67708"/>
                </a:lnTo>
                <a:lnTo>
                  <a:pt x="130147" y="67708"/>
                </a:lnTo>
                <a:lnTo>
                  <a:pt x="123950" y="67708"/>
                </a:lnTo>
                <a:lnTo>
                  <a:pt x="117752" y="67708"/>
                </a:lnTo>
                <a:lnTo>
                  <a:pt x="111555" y="67708"/>
                </a:lnTo>
                <a:lnTo>
                  <a:pt x="105357" y="67708"/>
                </a:lnTo>
                <a:lnTo>
                  <a:pt x="99160" y="67708"/>
                </a:lnTo>
                <a:lnTo>
                  <a:pt x="92962" y="67708"/>
                </a:lnTo>
                <a:lnTo>
                  <a:pt x="86765" y="67708"/>
                </a:lnTo>
                <a:lnTo>
                  <a:pt x="80567" y="67708"/>
                </a:lnTo>
                <a:lnTo>
                  <a:pt x="74370" y="67708"/>
                </a:lnTo>
                <a:lnTo>
                  <a:pt x="68172" y="67708"/>
                </a:lnTo>
                <a:lnTo>
                  <a:pt x="61975" y="67708"/>
                </a:lnTo>
                <a:lnTo>
                  <a:pt x="55777" y="67708"/>
                </a:lnTo>
                <a:lnTo>
                  <a:pt x="49580" y="67708"/>
                </a:lnTo>
                <a:lnTo>
                  <a:pt x="43382" y="67708"/>
                </a:lnTo>
                <a:lnTo>
                  <a:pt x="37185" y="67708"/>
                </a:lnTo>
                <a:lnTo>
                  <a:pt x="30987" y="67708"/>
                </a:lnTo>
                <a:lnTo>
                  <a:pt x="24790" y="67708"/>
                </a:lnTo>
                <a:lnTo>
                  <a:pt x="18592" y="67708"/>
                </a:lnTo>
                <a:lnTo>
                  <a:pt x="12395" y="67708"/>
                </a:lnTo>
                <a:lnTo>
                  <a:pt x="6197" y="6770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5" name="pl13">
            <a:extLst>
              <a:ext uri="{FF2B5EF4-FFF2-40B4-BE49-F238E27FC236}">
                <a16:creationId xmlns:a16="http://schemas.microsoft.com/office/drawing/2014/main" id="{C6943433-CDB9-D8B6-936A-8C97BB99E263}"/>
              </a:ext>
            </a:extLst>
          </p:cNvPr>
          <p:cNvSpPr/>
          <p:nvPr/>
        </p:nvSpPr>
        <p:spPr>
          <a:xfrm>
            <a:off x="6365365" y="1460384"/>
            <a:ext cx="2412901" cy="51587"/>
          </a:xfrm>
          <a:custGeom>
            <a:avLst/>
            <a:gdLst/>
            <a:ahLst/>
            <a:cxnLst/>
            <a:rect l="0" t="0" r="0" b="0"/>
            <a:pathLst>
              <a:path w="3166933" h="67708">
                <a:moveTo>
                  <a:pt x="0" y="67708"/>
                </a:moveTo>
                <a:lnTo>
                  <a:pt x="6197" y="67708"/>
                </a:lnTo>
                <a:lnTo>
                  <a:pt x="12395" y="67708"/>
                </a:lnTo>
                <a:lnTo>
                  <a:pt x="18592" y="67708"/>
                </a:lnTo>
                <a:lnTo>
                  <a:pt x="24790" y="67708"/>
                </a:lnTo>
                <a:lnTo>
                  <a:pt x="30987" y="67708"/>
                </a:lnTo>
                <a:lnTo>
                  <a:pt x="37185" y="67708"/>
                </a:lnTo>
                <a:lnTo>
                  <a:pt x="43382" y="67708"/>
                </a:lnTo>
                <a:lnTo>
                  <a:pt x="49580" y="67708"/>
                </a:lnTo>
                <a:lnTo>
                  <a:pt x="55777" y="67708"/>
                </a:lnTo>
                <a:lnTo>
                  <a:pt x="61975" y="67708"/>
                </a:lnTo>
                <a:lnTo>
                  <a:pt x="68172" y="67708"/>
                </a:lnTo>
                <a:lnTo>
                  <a:pt x="74370" y="67708"/>
                </a:lnTo>
                <a:lnTo>
                  <a:pt x="80567" y="67708"/>
                </a:lnTo>
                <a:lnTo>
                  <a:pt x="86765" y="67708"/>
                </a:lnTo>
                <a:lnTo>
                  <a:pt x="92962" y="67708"/>
                </a:lnTo>
                <a:lnTo>
                  <a:pt x="99160" y="67708"/>
                </a:lnTo>
                <a:lnTo>
                  <a:pt x="105357" y="67708"/>
                </a:lnTo>
                <a:lnTo>
                  <a:pt x="111555" y="67708"/>
                </a:lnTo>
                <a:lnTo>
                  <a:pt x="117752" y="67708"/>
                </a:lnTo>
                <a:lnTo>
                  <a:pt x="123950" y="67708"/>
                </a:lnTo>
                <a:lnTo>
                  <a:pt x="130147" y="67708"/>
                </a:lnTo>
                <a:lnTo>
                  <a:pt x="136345" y="67708"/>
                </a:lnTo>
                <a:lnTo>
                  <a:pt x="142543" y="67708"/>
                </a:lnTo>
                <a:lnTo>
                  <a:pt x="148740" y="67708"/>
                </a:lnTo>
                <a:lnTo>
                  <a:pt x="154938" y="67708"/>
                </a:lnTo>
                <a:lnTo>
                  <a:pt x="161135" y="67708"/>
                </a:lnTo>
                <a:lnTo>
                  <a:pt x="167333" y="67708"/>
                </a:lnTo>
                <a:lnTo>
                  <a:pt x="173530" y="67708"/>
                </a:lnTo>
                <a:lnTo>
                  <a:pt x="179728" y="67708"/>
                </a:lnTo>
                <a:lnTo>
                  <a:pt x="185925" y="67708"/>
                </a:lnTo>
                <a:lnTo>
                  <a:pt x="192123" y="67708"/>
                </a:lnTo>
                <a:lnTo>
                  <a:pt x="198320" y="67708"/>
                </a:lnTo>
                <a:lnTo>
                  <a:pt x="204518" y="67708"/>
                </a:lnTo>
                <a:lnTo>
                  <a:pt x="210715" y="67708"/>
                </a:lnTo>
                <a:lnTo>
                  <a:pt x="216913" y="67708"/>
                </a:lnTo>
                <a:lnTo>
                  <a:pt x="223110" y="67708"/>
                </a:lnTo>
                <a:lnTo>
                  <a:pt x="229308" y="67708"/>
                </a:lnTo>
                <a:lnTo>
                  <a:pt x="235505" y="67708"/>
                </a:lnTo>
                <a:lnTo>
                  <a:pt x="241703" y="67708"/>
                </a:lnTo>
                <a:lnTo>
                  <a:pt x="247900" y="67708"/>
                </a:lnTo>
                <a:lnTo>
                  <a:pt x="254098" y="67708"/>
                </a:lnTo>
                <a:lnTo>
                  <a:pt x="260295" y="67708"/>
                </a:lnTo>
                <a:lnTo>
                  <a:pt x="266493" y="67708"/>
                </a:lnTo>
                <a:lnTo>
                  <a:pt x="272690" y="67708"/>
                </a:lnTo>
                <a:lnTo>
                  <a:pt x="278888" y="67708"/>
                </a:lnTo>
                <a:lnTo>
                  <a:pt x="285086" y="67708"/>
                </a:lnTo>
                <a:lnTo>
                  <a:pt x="291283" y="67708"/>
                </a:lnTo>
                <a:lnTo>
                  <a:pt x="297481" y="67708"/>
                </a:lnTo>
                <a:lnTo>
                  <a:pt x="303678" y="67708"/>
                </a:lnTo>
                <a:lnTo>
                  <a:pt x="309876" y="67708"/>
                </a:lnTo>
                <a:lnTo>
                  <a:pt x="316073" y="67708"/>
                </a:lnTo>
                <a:lnTo>
                  <a:pt x="322271" y="67708"/>
                </a:lnTo>
                <a:lnTo>
                  <a:pt x="328468" y="67708"/>
                </a:lnTo>
                <a:lnTo>
                  <a:pt x="334666" y="67708"/>
                </a:lnTo>
                <a:lnTo>
                  <a:pt x="340863" y="67708"/>
                </a:lnTo>
                <a:lnTo>
                  <a:pt x="347061" y="67708"/>
                </a:lnTo>
                <a:lnTo>
                  <a:pt x="353258" y="67708"/>
                </a:lnTo>
                <a:lnTo>
                  <a:pt x="359456" y="67708"/>
                </a:lnTo>
                <a:lnTo>
                  <a:pt x="365653" y="67707"/>
                </a:lnTo>
                <a:lnTo>
                  <a:pt x="371851" y="67707"/>
                </a:lnTo>
                <a:lnTo>
                  <a:pt x="378048" y="67707"/>
                </a:lnTo>
                <a:lnTo>
                  <a:pt x="384246" y="67707"/>
                </a:lnTo>
                <a:lnTo>
                  <a:pt x="390443" y="67707"/>
                </a:lnTo>
                <a:lnTo>
                  <a:pt x="396641" y="67707"/>
                </a:lnTo>
                <a:lnTo>
                  <a:pt x="402838" y="67707"/>
                </a:lnTo>
                <a:lnTo>
                  <a:pt x="409036" y="67707"/>
                </a:lnTo>
                <a:lnTo>
                  <a:pt x="415234" y="67707"/>
                </a:lnTo>
                <a:lnTo>
                  <a:pt x="421431" y="67706"/>
                </a:lnTo>
                <a:lnTo>
                  <a:pt x="427629" y="67706"/>
                </a:lnTo>
                <a:lnTo>
                  <a:pt x="433826" y="67705"/>
                </a:lnTo>
                <a:lnTo>
                  <a:pt x="440024" y="67705"/>
                </a:lnTo>
                <a:lnTo>
                  <a:pt x="446221" y="67704"/>
                </a:lnTo>
                <a:lnTo>
                  <a:pt x="452419" y="67702"/>
                </a:lnTo>
                <a:lnTo>
                  <a:pt x="458616" y="67701"/>
                </a:lnTo>
                <a:lnTo>
                  <a:pt x="464814" y="67699"/>
                </a:lnTo>
                <a:lnTo>
                  <a:pt x="471011" y="67697"/>
                </a:lnTo>
                <a:lnTo>
                  <a:pt x="477209" y="67694"/>
                </a:lnTo>
                <a:lnTo>
                  <a:pt x="483406" y="67690"/>
                </a:lnTo>
                <a:lnTo>
                  <a:pt x="489604" y="67686"/>
                </a:lnTo>
                <a:lnTo>
                  <a:pt x="495801" y="67681"/>
                </a:lnTo>
                <a:lnTo>
                  <a:pt x="501999" y="67676"/>
                </a:lnTo>
                <a:lnTo>
                  <a:pt x="508196" y="67669"/>
                </a:lnTo>
                <a:lnTo>
                  <a:pt x="514394" y="67662"/>
                </a:lnTo>
                <a:lnTo>
                  <a:pt x="520591" y="67655"/>
                </a:lnTo>
                <a:lnTo>
                  <a:pt x="526789" y="67646"/>
                </a:lnTo>
                <a:lnTo>
                  <a:pt x="532986" y="67637"/>
                </a:lnTo>
                <a:lnTo>
                  <a:pt x="539184" y="67627"/>
                </a:lnTo>
                <a:lnTo>
                  <a:pt x="545381" y="67617"/>
                </a:lnTo>
                <a:lnTo>
                  <a:pt x="551579" y="67607"/>
                </a:lnTo>
                <a:lnTo>
                  <a:pt x="557777" y="67597"/>
                </a:lnTo>
                <a:lnTo>
                  <a:pt x="563974" y="67588"/>
                </a:lnTo>
                <a:lnTo>
                  <a:pt x="570172" y="67579"/>
                </a:lnTo>
                <a:lnTo>
                  <a:pt x="576369" y="67570"/>
                </a:lnTo>
                <a:lnTo>
                  <a:pt x="582567" y="67563"/>
                </a:lnTo>
                <a:lnTo>
                  <a:pt x="588764" y="67557"/>
                </a:lnTo>
                <a:lnTo>
                  <a:pt x="594962" y="67553"/>
                </a:lnTo>
                <a:lnTo>
                  <a:pt x="601159" y="67550"/>
                </a:lnTo>
                <a:lnTo>
                  <a:pt x="607357" y="67549"/>
                </a:lnTo>
                <a:lnTo>
                  <a:pt x="613554" y="67549"/>
                </a:lnTo>
                <a:lnTo>
                  <a:pt x="619752" y="67551"/>
                </a:lnTo>
                <a:lnTo>
                  <a:pt x="625949" y="67555"/>
                </a:lnTo>
                <a:lnTo>
                  <a:pt x="632147" y="67560"/>
                </a:lnTo>
                <a:lnTo>
                  <a:pt x="638344" y="67567"/>
                </a:lnTo>
                <a:lnTo>
                  <a:pt x="644542" y="67575"/>
                </a:lnTo>
                <a:lnTo>
                  <a:pt x="650739" y="67583"/>
                </a:lnTo>
                <a:lnTo>
                  <a:pt x="656937" y="67593"/>
                </a:lnTo>
                <a:lnTo>
                  <a:pt x="663134" y="67602"/>
                </a:lnTo>
                <a:lnTo>
                  <a:pt x="669332" y="67612"/>
                </a:lnTo>
                <a:lnTo>
                  <a:pt x="675529" y="67622"/>
                </a:lnTo>
                <a:lnTo>
                  <a:pt x="681727" y="67632"/>
                </a:lnTo>
                <a:lnTo>
                  <a:pt x="687924" y="67642"/>
                </a:lnTo>
                <a:lnTo>
                  <a:pt x="694122" y="67650"/>
                </a:lnTo>
                <a:lnTo>
                  <a:pt x="700320" y="67659"/>
                </a:lnTo>
                <a:lnTo>
                  <a:pt x="706517" y="67666"/>
                </a:lnTo>
                <a:lnTo>
                  <a:pt x="712715" y="67673"/>
                </a:lnTo>
                <a:lnTo>
                  <a:pt x="718912" y="67679"/>
                </a:lnTo>
                <a:lnTo>
                  <a:pt x="725110" y="67684"/>
                </a:lnTo>
                <a:lnTo>
                  <a:pt x="731307" y="67688"/>
                </a:lnTo>
                <a:lnTo>
                  <a:pt x="737505" y="67692"/>
                </a:lnTo>
                <a:lnTo>
                  <a:pt x="743702" y="67695"/>
                </a:lnTo>
                <a:lnTo>
                  <a:pt x="749900" y="67698"/>
                </a:lnTo>
                <a:lnTo>
                  <a:pt x="756097" y="67700"/>
                </a:lnTo>
                <a:lnTo>
                  <a:pt x="762295" y="67702"/>
                </a:lnTo>
                <a:lnTo>
                  <a:pt x="768492" y="67703"/>
                </a:lnTo>
                <a:lnTo>
                  <a:pt x="774690" y="67704"/>
                </a:lnTo>
                <a:lnTo>
                  <a:pt x="780887" y="67705"/>
                </a:lnTo>
                <a:lnTo>
                  <a:pt x="787085" y="67706"/>
                </a:lnTo>
                <a:lnTo>
                  <a:pt x="793282" y="67706"/>
                </a:lnTo>
                <a:lnTo>
                  <a:pt x="799480" y="67707"/>
                </a:lnTo>
                <a:lnTo>
                  <a:pt x="805677" y="67707"/>
                </a:lnTo>
                <a:lnTo>
                  <a:pt x="811875" y="67707"/>
                </a:lnTo>
                <a:lnTo>
                  <a:pt x="818072" y="67707"/>
                </a:lnTo>
                <a:lnTo>
                  <a:pt x="824270" y="67707"/>
                </a:lnTo>
                <a:lnTo>
                  <a:pt x="830468" y="67707"/>
                </a:lnTo>
                <a:lnTo>
                  <a:pt x="836665" y="67707"/>
                </a:lnTo>
                <a:lnTo>
                  <a:pt x="842863" y="67707"/>
                </a:lnTo>
                <a:lnTo>
                  <a:pt x="849060" y="67707"/>
                </a:lnTo>
                <a:lnTo>
                  <a:pt x="855258" y="67707"/>
                </a:lnTo>
                <a:lnTo>
                  <a:pt x="861455" y="67708"/>
                </a:lnTo>
                <a:lnTo>
                  <a:pt x="867653" y="67708"/>
                </a:lnTo>
                <a:lnTo>
                  <a:pt x="873850" y="67708"/>
                </a:lnTo>
                <a:lnTo>
                  <a:pt x="880048" y="67708"/>
                </a:lnTo>
                <a:lnTo>
                  <a:pt x="886245" y="67708"/>
                </a:lnTo>
                <a:lnTo>
                  <a:pt x="892443" y="67708"/>
                </a:lnTo>
                <a:lnTo>
                  <a:pt x="898640" y="67708"/>
                </a:lnTo>
                <a:lnTo>
                  <a:pt x="904838" y="67708"/>
                </a:lnTo>
                <a:lnTo>
                  <a:pt x="911035" y="67708"/>
                </a:lnTo>
                <a:lnTo>
                  <a:pt x="917233" y="67708"/>
                </a:lnTo>
                <a:lnTo>
                  <a:pt x="923430" y="67708"/>
                </a:lnTo>
                <a:lnTo>
                  <a:pt x="929628" y="67708"/>
                </a:lnTo>
                <a:lnTo>
                  <a:pt x="935825" y="67708"/>
                </a:lnTo>
                <a:lnTo>
                  <a:pt x="942023" y="67708"/>
                </a:lnTo>
                <a:lnTo>
                  <a:pt x="948220" y="67708"/>
                </a:lnTo>
                <a:lnTo>
                  <a:pt x="954418" y="67708"/>
                </a:lnTo>
                <a:lnTo>
                  <a:pt x="960615" y="67708"/>
                </a:lnTo>
                <a:lnTo>
                  <a:pt x="966813" y="67708"/>
                </a:lnTo>
                <a:lnTo>
                  <a:pt x="973011" y="67708"/>
                </a:lnTo>
                <a:lnTo>
                  <a:pt x="979208" y="67708"/>
                </a:lnTo>
                <a:lnTo>
                  <a:pt x="985406" y="67708"/>
                </a:lnTo>
                <a:lnTo>
                  <a:pt x="991603" y="67708"/>
                </a:lnTo>
                <a:lnTo>
                  <a:pt x="997801" y="67708"/>
                </a:lnTo>
                <a:lnTo>
                  <a:pt x="1003998" y="67708"/>
                </a:lnTo>
                <a:lnTo>
                  <a:pt x="1010196" y="67708"/>
                </a:lnTo>
                <a:lnTo>
                  <a:pt x="1016393" y="67708"/>
                </a:lnTo>
                <a:lnTo>
                  <a:pt x="1022591" y="67708"/>
                </a:lnTo>
                <a:lnTo>
                  <a:pt x="1028788" y="67708"/>
                </a:lnTo>
                <a:lnTo>
                  <a:pt x="1034986" y="67708"/>
                </a:lnTo>
                <a:lnTo>
                  <a:pt x="1041183" y="67708"/>
                </a:lnTo>
                <a:lnTo>
                  <a:pt x="1047381" y="67708"/>
                </a:lnTo>
                <a:lnTo>
                  <a:pt x="1053578" y="67708"/>
                </a:lnTo>
                <a:lnTo>
                  <a:pt x="1059776" y="67708"/>
                </a:lnTo>
                <a:lnTo>
                  <a:pt x="1065973" y="67708"/>
                </a:lnTo>
                <a:lnTo>
                  <a:pt x="1072171" y="67708"/>
                </a:lnTo>
                <a:lnTo>
                  <a:pt x="1078368" y="67708"/>
                </a:lnTo>
                <a:lnTo>
                  <a:pt x="1084566" y="67708"/>
                </a:lnTo>
                <a:lnTo>
                  <a:pt x="1090763" y="67708"/>
                </a:lnTo>
                <a:lnTo>
                  <a:pt x="1096961" y="67708"/>
                </a:lnTo>
                <a:lnTo>
                  <a:pt x="1103159" y="67708"/>
                </a:lnTo>
                <a:lnTo>
                  <a:pt x="1109356" y="67708"/>
                </a:lnTo>
                <a:lnTo>
                  <a:pt x="1115554" y="67708"/>
                </a:lnTo>
                <a:lnTo>
                  <a:pt x="1121751" y="67708"/>
                </a:lnTo>
                <a:lnTo>
                  <a:pt x="1127949" y="67708"/>
                </a:lnTo>
                <a:lnTo>
                  <a:pt x="1134146" y="67708"/>
                </a:lnTo>
                <a:lnTo>
                  <a:pt x="1140344" y="67708"/>
                </a:lnTo>
                <a:lnTo>
                  <a:pt x="1146541" y="67708"/>
                </a:lnTo>
                <a:lnTo>
                  <a:pt x="1152739" y="67708"/>
                </a:lnTo>
                <a:lnTo>
                  <a:pt x="1158936" y="67708"/>
                </a:lnTo>
                <a:lnTo>
                  <a:pt x="1165134" y="67708"/>
                </a:lnTo>
                <a:lnTo>
                  <a:pt x="1171331" y="67708"/>
                </a:lnTo>
                <a:lnTo>
                  <a:pt x="1177529" y="67707"/>
                </a:lnTo>
                <a:lnTo>
                  <a:pt x="1183726" y="67707"/>
                </a:lnTo>
                <a:lnTo>
                  <a:pt x="1189924" y="67707"/>
                </a:lnTo>
                <a:lnTo>
                  <a:pt x="1196121" y="67707"/>
                </a:lnTo>
                <a:lnTo>
                  <a:pt x="1202319" y="67707"/>
                </a:lnTo>
                <a:lnTo>
                  <a:pt x="1208516" y="67707"/>
                </a:lnTo>
                <a:lnTo>
                  <a:pt x="1214714" y="67707"/>
                </a:lnTo>
                <a:lnTo>
                  <a:pt x="1220911" y="67707"/>
                </a:lnTo>
                <a:lnTo>
                  <a:pt x="1227109" y="67707"/>
                </a:lnTo>
                <a:lnTo>
                  <a:pt x="1233306" y="67706"/>
                </a:lnTo>
                <a:lnTo>
                  <a:pt x="1239504" y="67706"/>
                </a:lnTo>
                <a:lnTo>
                  <a:pt x="1245702" y="67705"/>
                </a:lnTo>
                <a:lnTo>
                  <a:pt x="1251899" y="67705"/>
                </a:lnTo>
                <a:lnTo>
                  <a:pt x="1258097" y="67704"/>
                </a:lnTo>
                <a:lnTo>
                  <a:pt x="1264294" y="67702"/>
                </a:lnTo>
                <a:lnTo>
                  <a:pt x="1270492" y="67701"/>
                </a:lnTo>
                <a:lnTo>
                  <a:pt x="1276689" y="67699"/>
                </a:lnTo>
                <a:lnTo>
                  <a:pt x="1282887" y="67696"/>
                </a:lnTo>
                <a:lnTo>
                  <a:pt x="1289084" y="67693"/>
                </a:lnTo>
                <a:lnTo>
                  <a:pt x="1295282" y="67690"/>
                </a:lnTo>
                <a:lnTo>
                  <a:pt x="1301479" y="67686"/>
                </a:lnTo>
                <a:lnTo>
                  <a:pt x="1307677" y="67681"/>
                </a:lnTo>
                <a:lnTo>
                  <a:pt x="1313874" y="67675"/>
                </a:lnTo>
                <a:lnTo>
                  <a:pt x="1320072" y="67669"/>
                </a:lnTo>
                <a:lnTo>
                  <a:pt x="1326269" y="67661"/>
                </a:lnTo>
                <a:lnTo>
                  <a:pt x="1332467" y="67654"/>
                </a:lnTo>
                <a:lnTo>
                  <a:pt x="1338664" y="67645"/>
                </a:lnTo>
                <a:lnTo>
                  <a:pt x="1344862" y="67636"/>
                </a:lnTo>
                <a:lnTo>
                  <a:pt x="1351059" y="67626"/>
                </a:lnTo>
                <a:lnTo>
                  <a:pt x="1357257" y="67615"/>
                </a:lnTo>
                <a:lnTo>
                  <a:pt x="1363454" y="67605"/>
                </a:lnTo>
                <a:lnTo>
                  <a:pt x="1369652" y="67595"/>
                </a:lnTo>
                <a:lnTo>
                  <a:pt x="1375849" y="67584"/>
                </a:lnTo>
                <a:lnTo>
                  <a:pt x="1382047" y="67574"/>
                </a:lnTo>
                <a:lnTo>
                  <a:pt x="1388245" y="67564"/>
                </a:lnTo>
                <a:lnTo>
                  <a:pt x="1394442" y="67555"/>
                </a:lnTo>
                <a:lnTo>
                  <a:pt x="1400640" y="67547"/>
                </a:lnTo>
                <a:lnTo>
                  <a:pt x="1406837" y="67539"/>
                </a:lnTo>
                <a:lnTo>
                  <a:pt x="1413035" y="67532"/>
                </a:lnTo>
                <a:lnTo>
                  <a:pt x="1419232" y="67526"/>
                </a:lnTo>
                <a:lnTo>
                  <a:pt x="1425430" y="67519"/>
                </a:lnTo>
                <a:lnTo>
                  <a:pt x="1431627" y="67513"/>
                </a:lnTo>
                <a:lnTo>
                  <a:pt x="1437825" y="67506"/>
                </a:lnTo>
                <a:lnTo>
                  <a:pt x="1444022" y="67499"/>
                </a:lnTo>
                <a:lnTo>
                  <a:pt x="1450220" y="67489"/>
                </a:lnTo>
                <a:lnTo>
                  <a:pt x="1456417" y="67477"/>
                </a:lnTo>
                <a:lnTo>
                  <a:pt x="1462615" y="67462"/>
                </a:lnTo>
                <a:lnTo>
                  <a:pt x="1468812" y="67444"/>
                </a:lnTo>
                <a:lnTo>
                  <a:pt x="1475010" y="67420"/>
                </a:lnTo>
                <a:lnTo>
                  <a:pt x="1481207" y="67391"/>
                </a:lnTo>
                <a:lnTo>
                  <a:pt x="1487405" y="67355"/>
                </a:lnTo>
                <a:lnTo>
                  <a:pt x="1493602" y="67310"/>
                </a:lnTo>
                <a:lnTo>
                  <a:pt x="1499800" y="67256"/>
                </a:lnTo>
                <a:lnTo>
                  <a:pt x="1505997" y="67191"/>
                </a:lnTo>
                <a:lnTo>
                  <a:pt x="1512195" y="67114"/>
                </a:lnTo>
                <a:lnTo>
                  <a:pt x="1518393" y="67024"/>
                </a:lnTo>
                <a:lnTo>
                  <a:pt x="1524590" y="66918"/>
                </a:lnTo>
                <a:lnTo>
                  <a:pt x="1530788" y="66796"/>
                </a:lnTo>
                <a:lnTo>
                  <a:pt x="1536985" y="66655"/>
                </a:lnTo>
                <a:lnTo>
                  <a:pt x="1543183" y="66489"/>
                </a:lnTo>
                <a:lnTo>
                  <a:pt x="1549380" y="66299"/>
                </a:lnTo>
                <a:lnTo>
                  <a:pt x="1555578" y="66083"/>
                </a:lnTo>
                <a:lnTo>
                  <a:pt x="1561775" y="65838"/>
                </a:lnTo>
                <a:lnTo>
                  <a:pt x="1567973" y="65561"/>
                </a:lnTo>
                <a:lnTo>
                  <a:pt x="1574170" y="65250"/>
                </a:lnTo>
                <a:lnTo>
                  <a:pt x="1580368" y="64902"/>
                </a:lnTo>
                <a:lnTo>
                  <a:pt x="1586565" y="64510"/>
                </a:lnTo>
                <a:lnTo>
                  <a:pt x="1592763" y="64070"/>
                </a:lnTo>
                <a:lnTo>
                  <a:pt x="1598960" y="63583"/>
                </a:lnTo>
                <a:lnTo>
                  <a:pt x="1605158" y="63048"/>
                </a:lnTo>
                <a:lnTo>
                  <a:pt x="1611355" y="62461"/>
                </a:lnTo>
                <a:lnTo>
                  <a:pt x="1617553" y="61821"/>
                </a:lnTo>
                <a:lnTo>
                  <a:pt x="1623750" y="61125"/>
                </a:lnTo>
                <a:lnTo>
                  <a:pt x="1629948" y="60372"/>
                </a:lnTo>
                <a:lnTo>
                  <a:pt x="1636145" y="59552"/>
                </a:lnTo>
                <a:lnTo>
                  <a:pt x="1642343" y="58669"/>
                </a:lnTo>
                <a:lnTo>
                  <a:pt x="1648540" y="57726"/>
                </a:lnTo>
                <a:lnTo>
                  <a:pt x="1654738" y="56721"/>
                </a:lnTo>
                <a:lnTo>
                  <a:pt x="1660936" y="55655"/>
                </a:lnTo>
                <a:lnTo>
                  <a:pt x="1667133" y="54528"/>
                </a:lnTo>
                <a:lnTo>
                  <a:pt x="1673331" y="53340"/>
                </a:lnTo>
                <a:lnTo>
                  <a:pt x="1679528" y="52091"/>
                </a:lnTo>
                <a:lnTo>
                  <a:pt x="1685726" y="50777"/>
                </a:lnTo>
                <a:lnTo>
                  <a:pt x="1691923" y="49407"/>
                </a:lnTo>
                <a:lnTo>
                  <a:pt x="1698121" y="47987"/>
                </a:lnTo>
                <a:lnTo>
                  <a:pt x="1704318" y="46518"/>
                </a:lnTo>
                <a:lnTo>
                  <a:pt x="1710516" y="45005"/>
                </a:lnTo>
                <a:lnTo>
                  <a:pt x="1716713" y="43452"/>
                </a:lnTo>
                <a:lnTo>
                  <a:pt x="1722911" y="41865"/>
                </a:lnTo>
                <a:lnTo>
                  <a:pt x="1729108" y="40248"/>
                </a:lnTo>
                <a:lnTo>
                  <a:pt x="1735306" y="38607"/>
                </a:lnTo>
                <a:lnTo>
                  <a:pt x="1741503" y="36952"/>
                </a:lnTo>
                <a:lnTo>
                  <a:pt x="1747701" y="35289"/>
                </a:lnTo>
                <a:lnTo>
                  <a:pt x="1753898" y="33624"/>
                </a:lnTo>
                <a:lnTo>
                  <a:pt x="1760096" y="31963"/>
                </a:lnTo>
                <a:lnTo>
                  <a:pt x="1766293" y="30310"/>
                </a:lnTo>
                <a:lnTo>
                  <a:pt x="1772491" y="28672"/>
                </a:lnTo>
                <a:lnTo>
                  <a:pt x="1778688" y="27056"/>
                </a:lnTo>
                <a:lnTo>
                  <a:pt x="1784886" y="25464"/>
                </a:lnTo>
                <a:lnTo>
                  <a:pt x="1791084" y="23898"/>
                </a:lnTo>
                <a:lnTo>
                  <a:pt x="1797281" y="22359"/>
                </a:lnTo>
                <a:lnTo>
                  <a:pt x="1803479" y="20850"/>
                </a:lnTo>
                <a:lnTo>
                  <a:pt x="1809676" y="19370"/>
                </a:lnTo>
                <a:lnTo>
                  <a:pt x="1815874" y="17919"/>
                </a:lnTo>
                <a:lnTo>
                  <a:pt x="1822071" y="16500"/>
                </a:lnTo>
                <a:lnTo>
                  <a:pt x="1828269" y="15114"/>
                </a:lnTo>
                <a:lnTo>
                  <a:pt x="1834466" y="13759"/>
                </a:lnTo>
                <a:lnTo>
                  <a:pt x="1840664" y="12434"/>
                </a:lnTo>
                <a:lnTo>
                  <a:pt x="1846861" y="11142"/>
                </a:lnTo>
                <a:lnTo>
                  <a:pt x="1853059" y="9884"/>
                </a:lnTo>
                <a:lnTo>
                  <a:pt x="1859256" y="8665"/>
                </a:lnTo>
                <a:lnTo>
                  <a:pt x="1865454" y="7489"/>
                </a:lnTo>
                <a:lnTo>
                  <a:pt x="1871651" y="6366"/>
                </a:lnTo>
                <a:lnTo>
                  <a:pt x="1877849" y="5306"/>
                </a:lnTo>
                <a:lnTo>
                  <a:pt x="1884046" y="4313"/>
                </a:lnTo>
                <a:lnTo>
                  <a:pt x="1890244" y="3397"/>
                </a:lnTo>
                <a:lnTo>
                  <a:pt x="1896441" y="2567"/>
                </a:lnTo>
                <a:lnTo>
                  <a:pt x="1902639" y="1832"/>
                </a:lnTo>
                <a:lnTo>
                  <a:pt x="1908836" y="1204"/>
                </a:lnTo>
                <a:lnTo>
                  <a:pt x="1915034" y="690"/>
                </a:lnTo>
                <a:lnTo>
                  <a:pt x="1921231" y="321"/>
                </a:lnTo>
                <a:lnTo>
                  <a:pt x="1927429" y="90"/>
                </a:lnTo>
                <a:lnTo>
                  <a:pt x="1933627" y="0"/>
                </a:lnTo>
                <a:lnTo>
                  <a:pt x="1939824" y="54"/>
                </a:lnTo>
                <a:lnTo>
                  <a:pt x="1946022" y="256"/>
                </a:lnTo>
                <a:lnTo>
                  <a:pt x="1952219" y="606"/>
                </a:lnTo>
                <a:lnTo>
                  <a:pt x="1958417" y="1104"/>
                </a:lnTo>
                <a:lnTo>
                  <a:pt x="1964614" y="1752"/>
                </a:lnTo>
                <a:lnTo>
                  <a:pt x="1970812" y="2562"/>
                </a:lnTo>
                <a:lnTo>
                  <a:pt x="1977009" y="3506"/>
                </a:lnTo>
                <a:lnTo>
                  <a:pt x="1983207" y="4577"/>
                </a:lnTo>
                <a:lnTo>
                  <a:pt x="1989404" y="5768"/>
                </a:lnTo>
                <a:lnTo>
                  <a:pt x="1995602" y="7071"/>
                </a:lnTo>
                <a:lnTo>
                  <a:pt x="2001799" y="8477"/>
                </a:lnTo>
                <a:lnTo>
                  <a:pt x="2007997" y="9978"/>
                </a:lnTo>
                <a:lnTo>
                  <a:pt x="2014194" y="11569"/>
                </a:lnTo>
                <a:lnTo>
                  <a:pt x="2020392" y="13240"/>
                </a:lnTo>
                <a:lnTo>
                  <a:pt x="2026589" y="14973"/>
                </a:lnTo>
                <a:lnTo>
                  <a:pt x="2032787" y="16759"/>
                </a:lnTo>
                <a:lnTo>
                  <a:pt x="2038984" y="18590"/>
                </a:lnTo>
                <a:lnTo>
                  <a:pt x="2045182" y="20456"/>
                </a:lnTo>
                <a:lnTo>
                  <a:pt x="2051379" y="22349"/>
                </a:lnTo>
                <a:lnTo>
                  <a:pt x="2057577" y="24261"/>
                </a:lnTo>
                <a:lnTo>
                  <a:pt x="2063774" y="26184"/>
                </a:lnTo>
                <a:lnTo>
                  <a:pt x="2069972" y="28106"/>
                </a:lnTo>
                <a:lnTo>
                  <a:pt x="2076170" y="30021"/>
                </a:lnTo>
                <a:lnTo>
                  <a:pt x="2082367" y="31922"/>
                </a:lnTo>
                <a:lnTo>
                  <a:pt x="2088565" y="33802"/>
                </a:lnTo>
                <a:lnTo>
                  <a:pt x="2094762" y="35655"/>
                </a:lnTo>
                <a:lnTo>
                  <a:pt x="2100960" y="37475"/>
                </a:lnTo>
                <a:lnTo>
                  <a:pt x="2107157" y="39256"/>
                </a:lnTo>
                <a:lnTo>
                  <a:pt x="2113355" y="40986"/>
                </a:lnTo>
                <a:lnTo>
                  <a:pt x="2119552" y="42667"/>
                </a:lnTo>
                <a:lnTo>
                  <a:pt x="2125750" y="44296"/>
                </a:lnTo>
                <a:lnTo>
                  <a:pt x="2131947" y="45868"/>
                </a:lnTo>
                <a:lnTo>
                  <a:pt x="2138145" y="47382"/>
                </a:lnTo>
                <a:lnTo>
                  <a:pt x="2144342" y="48835"/>
                </a:lnTo>
                <a:lnTo>
                  <a:pt x="2150540" y="50225"/>
                </a:lnTo>
                <a:lnTo>
                  <a:pt x="2156737" y="51544"/>
                </a:lnTo>
                <a:lnTo>
                  <a:pt x="2162935" y="52791"/>
                </a:lnTo>
                <a:lnTo>
                  <a:pt x="2169132" y="53972"/>
                </a:lnTo>
                <a:lnTo>
                  <a:pt x="2175330" y="55087"/>
                </a:lnTo>
                <a:lnTo>
                  <a:pt x="2181527" y="56135"/>
                </a:lnTo>
                <a:lnTo>
                  <a:pt x="2187725" y="57118"/>
                </a:lnTo>
                <a:lnTo>
                  <a:pt x="2193922" y="58037"/>
                </a:lnTo>
                <a:lnTo>
                  <a:pt x="2200120" y="58893"/>
                </a:lnTo>
                <a:lnTo>
                  <a:pt x="2206318" y="59680"/>
                </a:lnTo>
                <a:lnTo>
                  <a:pt x="2212515" y="60408"/>
                </a:lnTo>
                <a:lnTo>
                  <a:pt x="2218713" y="61080"/>
                </a:lnTo>
                <a:lnTo>
                  <a:pt x="2224910" y="61701"/>
                </a:lnTo>
                <a:lnTo>
                  <a:pt x="2231108" y="62273"/>
                </a:lnTo>
                <a:lnTo>
                  <a:pt x="2237305" y="62798"/>
                </a:lnTo>
                <a:lnTo>
                  <a:pt x="2243503" y="63280"/>
                </a:lnTo>
                <a:lnTo>
                  <a:pt x="2249700" y="63722"/>
                </a:lnTo>
                <a:lnTo>
                  <a:pt x="2255898" y="64121"/>
                </a:lnTo>
                <a:lnTo>
                  <a:pt x="2262095" y="64487"/>
                </a:lnTo>
                <a:lnTo>
                  <a:pt x="2268293" y="64823"/>
                </a:lnTo>
                <a:lnTo>
                  <a:pt x="2274490" y="65131"/>
                </a:lnTo>
                <a:lnTo>
                  <a:pt x="2280688" y="65412"/>
                </a:lnTo>
                <a:lnTo>
                  <a:pt x="2286885" y="65670"/>
                </a:lnTo>
                <a:lnTo>
                  <a:pt x="2293083" y="65905"/>
                </a:lnTo>
                <a:lnTo>
                  <a:pt x="2299280" y="66118"/>
                </a:lnTo>
                <a:lnTo>
                  <a:pt x="2305478" y="66311"/>
                </a:lnTo>
                <a:lnTo>
                  <a:pt x="2311675" y="66485"/>
                </a:lnTo>
                <a:lnTo>
                  <a:pt x="2317873" y="66644"/>
                </a:lnTo>
                <a:lnTo>
                  <a:pt x="2324070" y="66787"/>
                </a:lnTo>
                <a:lnTo>
                  <a:pt x="2330268" y="66915"/>
                </a:lnTo>
                <a:lnTo>
                  <a:pt x="2336465" y="67030"/>
                </a:lnTo>
                <a:lnTo>
                  <a:pt x="2342663" y="67132"/>
                </a:lnTo>
                <a:lnTo>
                  <a:pt x="2348861" y="67221"/>
                </a:lnTo>
                <a:lnTo>
                  <a:pt x="2355058" y="67298"/>
                </a:lnTo>
                <a:lnTo>
                  <a:pt x="2361256" y="67366"/>
                </a:lnTo>
                <a:lnTo>
                  <a:pt x="2367453" y="67425"/>
                </a:lnTo>
                <a:lnTo>
                  <a:pt x="2373651" y="67475"/>
                </a:lnTo>
                <a:lnTo>
                  <a:pt x="2379848" y="67518"/>
                </a:lnTo>
                <a:lnTo>
                  <a:pt x="2386046" y="67555"/>
                </a:lnTo>
                <a:lnTo>
                  <a:pt x="2392243" y="67585"/>
                </a:lnTo>
                <a:lnTo>
                  <a:pt x="2398441" y="67610"/>
                </a:lnTo>
                <a:lnTo>
                  <a:pt x="2404638" y="67630"/>
                </a:lnTo>
                <a:lnTo>
                  <a:pt x="2410836" y="67647"/>
                </a:lnTo>
                <a:lnTo>
                  <a:pt x="2417033" y="67660"/>
                </a:lnTo>
                <a:lnTo>
                  <a:pt x="2423231" y="67671"/>
                </a:lnTo>
                <a:lnTo>
                  <a:pt x="2429428" y="67680"/>
                </a:lnTo>
                <a:lnTo>
                  <a:pt x="2435626" y="67687"/>
                </a:lnTo>
                <a:lnTo>
                  <a:pt x="2441823" y="67692"/>
                </a:lnTo>
                <a:lnTo>
                  <a:pt x="2448021" y="67696"/>
                </a:lnTo>
                <a:lnTo>
                  <a:pt x="2454218" y="67699"/>
                </a:lnTo>
                <a:lnTo>
                  <a:pt x="2460416" y="67701"/>
                </a:lnTo>
                <a:lnTo>
                  <a:pt x="2466613" y="67703"/>
                </a:lnTo>
                <a:lnTo>
                  <a:pt x="2472811" y="67704"/>
                </a:lnTo>
                <a:lnTo>
                  <a:pt x="2479009" y="67705"/>
                </a:lnTo>
                <a:lnTo>
                  <a:pt x="2485206" y="67706"/>
                </a:lnTo>
                <a:lnTo>
                  <a:pt x="2491404" y="67706"/>
                </a:lnTo>
                <a:lnTo>
                  <a:pt x="2497601" y="67707"/>
                </a:lnTo>
                <a:lnTo>
                  <a:pt x="2503799" y="67707"/>
                </a:lnTo>
                <a:lnTo>
                  <a:pt x="2509996" y="67707"/>
                </a:lnTo>
                <a:lnTo>
                  <a:pt x="2516194" y="67707"/>
                </a:lnTo>
                <a:lnTo>
                  <a:pt x="2522391" y="67707"/>
                </a:lnTo>
                <a:lnTo>
                  <a:pt x="2528589" y="67707"/>
                </a:lnTo>
                <a:lnTo>
                  <a:pt x="2534786" y="67707"/>
                </a:lnTo>
                <a:lnTo>
                  <a:pt x="2540984" y="67707"/>
                </a:lnTo>
                <a:lnTo>
                  <a:pt x="2547181" y="67707"/>
                </a:lnTo>
                <a:lnTo>
                  <a:pt x="2553379" y="67708"/>
                </a:lnTo>
                <a:lnTo>
                  <a:pt x="2559576" y="67708"/>
                </a:lnTo>
                <a:lnTo>
                  <a:pt x="2565774" y="67708"/>
                </a:lnTo>
                <a:lnTo>
                  <a:pt x="2571971" y="67708"/>
                </a:lnTo>
                <a:lnTo>
                  <a:pt x="2578169" y="67708"/>
                </a:lnTo>
                <a:lnTo>
                  <a:pt x="2584366" y="67708"/>
                </a:lnTo>
                <a:lnTo>
                  <a:pt x="2590564" y="67708"/>
                </a:lnTo>
                <a:lnTo>
                  <a:pt x="2596761" y="67708"/>
                </a:lnTo>
                <a:lnTo>
                  <a:pt x="2602959" y="67708"/>
                </a:lnTo>
                <a:lnTo>
                  <a:pt x="2609156" y="67708"/>
                </a:lnTo>
                <a:lnTo>
                  <a:pt x="2615354" y="67708"/>
                </a:lnTo>
                <a:lnTo>
                  <a:pt x="2621552" y="67708"/>
                </a:lnTo>
                <a:lnTo>
                  <a:pt x="2627749" y="67708"/>
                </a:lnTo>
                <a:lnTo>
                  <a:pt x="2633947" y="67708"/>
                </a:lnTo>
                <a:lnTo>
                  <a:pt x="2640144" y="67708"/>
                </a:lnTo>
                <a:lnTo>
                  <a:pt x="2646342" y="67708"/>
                </a:lnTo>
                <a:lnTo>
                  <a:pt x="2652539" y="67708"/>
                </a:lnTo>
                <a:lnTo>
                  <a:pt x="2658737" y="67708"/>
                </a:lnTo>
                <a:lnTo>
                  <a:pt x="2664934" y="67708"/>
                </a:lnTo>
                <a:lnTo>
                  <a:pt x="2671132" y="67708"/>
                </a:lnTo>
                <a:lnTo>
                  <a:pt x="2677329" y="67708"/>
                </a:lnTo>
                <a:lnTo>
                  <a:pt x="2683527" y="67708"/>
                </a:lnTo>
                <a:lnTo>
                  <a:pt x="2689724" y="67708"/>
                </a:lnTo>
                <a:lnTo>
                  <a:pt x="2695922" y="67708"/>
                </a:lnTo>
                <a:lnTo>
                  <a:pt x="2702119" y="67708"/>
                </a:lnTo>
                <a:lnTo>
                  <a:pt x="2708317" y="67708"/>
                </a:lnTo>
                <a:lnTo>
                  <a:pt x="2714514" y="67708"/>
                </a:lnTo>
                <a:lnTo>
                  <a:pt x="2720712" y="67708"/>
                </a:lnTo>
                <a:lnTo>
                  <a:pt x="2726909" y="67708"/>
                </a:lnTo>
                <a:lnTo>
                  <a:pt x="2733107" y="67708"/>
                </a:lnTo>
                <a:lnTo>
                  <a:pt x="2739304" y="67708"/>
                </a:lnTo>
                <a:lnTo>
                  <a:pt x="2745502" y="67708"/>
                </a:lnTo>
                <a:lnTo>
                  <a:pt x="2751699" y="67708"/>
                </a:lnTo>
                <a:lnTo>
                  <a:pt x="2757897" y="67708"/>
                </a:lnTo>
                <a:lnTo>
                  <a:pt x="2764095" y="67708"/>
                </a:lnTo>
                <a:lnTo>
                  <a:pt x="2770292" y="67708"/>
                </a:lnTo>
                <a:lnTo>
                  <a:pt x="2776490" y="67708"/>
                </a:lnTo>
                <a:lnTo>
                  <a:pt x="2782687" y="67708"/>
                </a:lnTo>
                <a:lnTo>
                  <a:pt x="2788885" y="67708"/>
                </a:lnTo>
                <a:lnTo>
                  <a:pt x="2795082" y="67708"/>
                </a:lnTo>
                <a:lnTo>
                  <a:pt x="2801280" y="67708"/>
                </a:lnTo>
                <a:lnTo>
                  <a:pt x="2807477" y="67708"/>
                </a:lnTo>
                <a:lnTo>
                  <a:pt x="2813675" y="67708"/>
                </a:lnTo>
                <a:lnTo>
                  <a:pt x="2819872" y="67708"/>
                </a:lnTo>
                <a:lnTo>
                  <a:pt x="2826070" y="67708"/>
                </a:lnTo>
                <a:lnTo>
                  <a:pt x="2832267" y="67708"/>
                </a:lnTo>
                <a:lnTo>
                  <a:pt x="2838465" y="67708"/>
                </a:lnTo>
                <a:lnTo>
                  <a:pt x="2844662" y="67708"/>
                </a:lnTo>
                <a:lnTo>
                  <a:pt x="2850860" y="67708"/>
                </a:lnTo>
                <a:lnTo>
                  <a:pt x="2857057" y="67708"/>
                </a:lnTo>
                <a:lnTo>
                  <a:pt x="2863255" y="67708"/>
                </a:lnTo>
                <a:lnTo>
                  <a:pt x="2869452" y="67708"/>
                </a:lnTo>
                <a:lnTo>
                  <a:pt x="2875650" y="67708"/>
                </a:lnTo>
                <a:lnTo>
                  <a:pt x="2881847" y="67708"/>
                </a:lnTo>
                <a:lnTo>
                  <a:pt x="2888045" y="67708"/>
                </a:lnTo>
                <a:lnTo>
                  <a:pt x="2894243" y="67708"/>
                </a:lnTo>
                <a:lnTo>
                  <a:pt x="2900440" y="67708"/>
                </a:lnTo>
                <a:lnTo>
                  <a:pt x="2906638" y="67708"/>
                </a:lnTo>
                <a:lnTo>
                  <a:pt x="2912835" y="67708"/>
                </a:lnTo>
                <a:lnTo>
                  <a:pt x="2919033" y="67708"/>
                </a:lnTo>
                <a:lnTo>
                  <a:pt x="2925230" y="67708"/>
                </a:lnTo>
                <a:lnTo>
                  <a:pt x="2931428" y="67708"/>
                </a:lnTo>
                <a:lnTo>
                  <a:pt x="2937625" y="67708"/>
                </a:lnTo>
                <a:lnTo>
                  <a:pt x="2943823" y="67708"/>
                </a:lnTo>
                <a:lnTo>
                  <a:pt x="2950020" y="67708"/>
                </a:lnTo>
                <a:lnTo>
                  <a:pt x="2956218" y="67708"/>
                </a:lnTo>
                <a:lnTo>
                  <a:pt x="2962415" y="67708"/>
                </a:lnTo>
                <a:lnTo>
                  <a:pt x="2968613" y="67708"/>
                </a:lnTo>
                <a:lnTo>
                  <a:pt x="2974810" y="67708"/>
                </a:lnTo>
                <a:lnTo>
                  <a:pt x="2981008" y="67708"/>
                </a:lnTo>
                <a:lnTo>
                  <a:pt x="2987205" y="67708"/>
                </a:lnTo>
                <a:lnTo>
                  <a:pt x="2993403" y="67708"/>
                </a:lnTo>
                <a:lnTo>
                  <a:pt x="2999600" y="67708"/>
                </a:lnTo>
                <a:lnTo>
                  <a:pt x="3005798" y="67708"/>
                </a:lnTo>
                <a:lnTo>
                  <a:pt x="3011995" y="67708"/>
                </a:lnTo>
                <a:lnTo>
                  <a:pt x="3018193" y="67708"/>
                </a:lnTo>
                <a:lnTo>
                  <a:pt x="3024390" y="67708"/>
                </a:lnTo>
                <a:lnTo>
                  <a:pt x="3030588" y="67708"/>
                </a:lnTo>
                <a:lnTo>
                  <a:pt x="3036786" y="67708"/>
                </a:lnTo>
                <a:lnTo>
                  <a:pt x="3042983" y="67708"/>
                </a:lnTo>
                <a:lnTo>
                  <a:pt x="3049181" y="67708"/>
                </a:lnTo>
                <a:lnTo>
                  <a:pt x="3055378" y="67708"/>
                </a:lnTo>
                <a:lnTo>
                  <a:pt x="3061576" y="67708"/>
                </a:lnTo>
                <a:lnTo>
                  <a:pt x="3067773" y="67708"/>
                </a:lnTo>
                <a:lnTo>
                  <a:pt x="3073971" y="67708"/>
                </a:lnTo>
                <a:lnTo>
                  <a:pt x="3080168" y="67708"/>
                </a:lnTo>
                <a:lnTo>
                  <a:pt x="3086366" y="67708"/>
                </a:lnTo>
                <a:lnTo>
                  <a:pt x="3092563" y="67708"/>
                </a:lnTo>
                <a:lnTo>
                  <a:pt x="3098761" y="67708"/>
                </a:lnTo>
                <a:lnTo>
                  <a:pt x="3104958" y="67708"/>
                </a:lnTo>
                <a:lnTo>
                  <a:pt x="3111156" y="67708"/>
                </a:lnTo>
                <a:lnTo>
                  <a:pt x="3117353" y="67708"/>
                </a:lnTo>
                <a:lnTo>
                  <a:pt x="3123551" y="67708"/>
                </a:lnTo>
                <a:lnTo>
                  <a:pt x="3129748" y="67708"/>
                </a:lnTo>
                <a:lnTo>
                  <a:pt x="3135946" y="67708"/>
                </a:lnTo>
                <a:lnTo>
                  <a:pt x="3142143" y="67708"/>
                </a:lnTo>
                <a:lnTo>
                  <a:pt x="3148341" y="67708"/>
                </a:lnTo>
                <a:lnTo>
                  <a:pt x="3154538" y="67708"/>
                </a:lnTo>
                <a:lnTo>
                  <a:pt x="3160736" y="67708"/>
                </a:lnTo>
                <a:lnTo>
                  <a:pt x="3166933" y="67708"/>
                </a:lnTo>
              </a:path>
            </a:pathLst>
          </a:custGeom>
          <a:ln w="27101" cap="flat">
            <a:solidFill>
              <a:srgbClr val="6FE3E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6" name="pg14">
            <a:extLst>
              <a:ext uri="{FF2B5EF4-FFF2-40B4-BE49-F238E27FC236}">
                <a16:creationId xmlns:a16="http://schemas.microsoft.com/office/drawing/2014/main" id="{28594AE2-C2AA-753F-43AB-DBBF1F28C318}"/>
              </a:ext>
            </a:extLst>
          </p:cNvPr>
          <p:cNvSpPr/>
          <p:nvPr/>
        </p:nvSpPr>
        <p:spPr>
          <a:xfrm>
            <a:off x="6365365" y="1481212"/>
            <a:ext cx="2412901" cy="30760"/>
          </a:xfrm>
          <a:custGeom>
            <a:avLst/>
            <a:gdLst/>
            <a:ahLst/>
            <a:cxnLst/>
            <a:rect l="0" t="0" r="0" b="0"/>
            <a:pathLst>
              <a:path w="3166933" h="40372">
                <a:moveTo>
                  <a:pt x="0" y="40275"/>
                </a:moveTo>
                <a:lnTo>
                  <a:pt x="6197" y="40276"/>
                </a:lnTo>
                <a:lnTo>
                  <a:pt x="12395" y="40276"/>
                </a:lnTo>
                <a:lnTo>
                  <a:pt x="18592" y="40277"/>
                </a:lnTo>
                <a:lnTo>
                  <a:pt x="24790" y="40278"/>
                </a:lnTo>
                <a:lnTo>
                  <a:pt x="30987" y="40280"/>
                </a:lnTo>
                <a:lnTo>
                  <a:pt x="37185" y="40282"/>
                </a:lnTo>
                <a:lnTo>
                  <a:pt x="43382" y="40284"/>
                </a:lnTo>
                <a:lnTo>
                  <a:pt x="49580" y="40287"/>
                </a:lnTo>
                <a:lnTo>
                  <a:pt x="55777" y="40290"/>
                </a:lnTo>
                <a:lnTo>
                  <a:pt x="61975" y="40293"/>
                </a:lnTo>
                <a:lnTo>
                  <a:pt x="68172" y="40296"/>
                </a:lnTo>
                <a:lnTo>
                  <a:pt x="74370" y="40299"/>
                </a:lnTo>
                <a:lnTo>
                  <a:pt x="80567" y="40303"/>
                </a:lnTo>
                <a:lnTo>
                  <a:pt x="86765" y="40307"/>
                </a:lnTo>
                <a:lnTo>
                  <a:pt x="92962" y="40310"/>
                </a:lnTo>
                <a:lnTo>
                  <a:pt x="99160" y="40314"/>
                </a:lnTo>
                <a:lnTo>
                  <a:pt x="105357" y="40318"/>
                </a:lnTo>
                <a:lnTo>
                  <a:pt x="111555" y="40321"/>
                </a:lnTo>
                <a:lnTo>
                  <a:pt x="117752" y="40325"/>
                </a:lnTo>
                <a:lnTo>
                  <a:pt x="123950" y="40328"/>
                </a:lnTo>
                <a:lnTo>
                  <a:pt x="130147" y="40332"/>
                </a:lnTo>
                <a:lnTo>
                  <a:pt x="136345" y="40335"/>
                </a:lnTo>
                <a:lnTo>
                  <a:pt x="142543" y="40338"/>
                </a:lnTo>
                <a:lnTo>
                  <a:pt x="148740" y="40341"/>
                </a:lnTo>
                <a:lnTo>
                  <a:pt x="154938" y="40344"/>
                </a:lnTo>
                <a:lnTo>
                  <a:pt x="161135" y="40347"/>
                </a:lnTo>
                <a:lnTo>
                  <a:pt x="167333" y="40349"/>
                </a:lnTo>
                <a:lnTo>
                  <a:pt x="173530" y="40352"/>
                </a:lnTo>
                <a:lnTo>
                  <a:pt x="179728" y="40354"/>
                </a:lnTo>
                <a:lnTo>
                  <a:pt x="185925" y="40356"/>
                </a:lnTo>
                <a:lnTo>
                  <a:pt x="192123" y="40358"/>
                </a:lnTo>
                <a:lnTo>
                  <a:pt x="198320" y="40359"/>
                </a:lnTo>
                <a:lnTo>
                  <a:pt x="204518" y="40361"/>
                </a:lnTo>
                <a:lnTo>
                  <a:pt x="210715" y="40362"/>
                </a:lnTo>
                <a:lnTo>
                  <a:pt x="216913" y="40364"/>
                </a:lnTo>
                <a:lnTo>
                  <a:pt x="223110" y="40365"/>
                </a:lnTo>
                <a:lnTo>
                  <a:pt x="229308" y="40366"/>
                </a:lnTo>
                <a:lnTo>
                  <a:pt x="235505" y="40367"/>
                </a:lnTo>
                <a:lnTo>
                  <a:pt x="241703" y="40367"/>
                </a:lnTo>
                <a:lnTo>
                  <a:pt x="247900" y="40368"/>
                </a:lnTo>
                <a:lnTo>
                  <a:pt x="254098" y="40369"/>
                </a:lnTo>
                <a:lnTo>
                  <a:pt x="260295" y="40369"/>
                </a:lnTo>
                <a:lnTo>
                  <a:pt x="266493" y="40370"/>
                </a:lnTo>
                <a:lnTo>
                  <a:pt x="272690" y="40370"/>
                </a:lnTo>
                <a:lnTo>
                  <a:pt x="278888" y="40370"/>
                </a:lnTo>
                <a:lnTo>
                  <a:pt x="285086" y="40371"/>
                </a:lnTo>
                <a:lnTo>
                  <a:pt x="291283" y="40371"/>
                </a:lnTo>
                <a:lnTo>
                  <a:pt x="297481" y="40371"/>
                </a:lnTo>
                <a:lnTo>
                  <a:pt x="303678" y="40371"/>
                </a:lnTo>
                <a:lnTo>
                  <a:pt x="309876" y="40371"/>
                </a:lnTo>
                <a:lnTo>
                  <a:pt x="316073" y="40372"/>
                </a:lnTo>
                <a:lnTo>
                  <a:pt x="322271" y="40372"/>
                </a:lnTo>
                <a:lnTo>
                  <a:pt x="328468" y="40372"/>
                </a:lnTo>
                <a:lnTo>
                  <a:pt x="334666" y="40372"/>
                </a:lnTo>
                <a:lnTo>
                  <a:pt x="340863" y="40372"/>
                </a:lnTo>
                <a:lnTo>
                  <a:pt x="347061" y="40372"/>
                </a:lnTo>
                <a:lnTo>
                  <a:pt x="353258" y="40372"/>
                </a:lnTo>
                <a:lnTo>
                  <a:pt x="359456" y="40372"/>
                </a:lnTo>
                <a:lnTo>
                  <a:pt x="365653" y="40372"/>
                </a:lnTo>
                <a:lnTo>
                  <a:pt x="371851" y="40372"/>
                </a:lnTo>
                <a:lnTo>
                  <a:pt x="378048" y="40372"/>
                </a:lnTo>
                <a:lnTo>
                  <a:pt x="384246" y="40372"/>
                </a:lnTo>
                <a:lnTo>
                  <a:pt x="390443" y="40372"/>
                </a:lnTo>
                <a:lnTo>
                  <a:pt x="396641" y="40372"/>
                </a:lnTo>
                <a:lnTo>
                  <a:pt x="402838" y="40372"/>
                </a:lnTo>
                <a:lnTo>
                  <a:pt x="409036" y="40372"/>
                </a:lnTo>
                <a:lnTo>
                  <a:pt x="415234" y="40372"/>
                </a:lnTo>
                <a:lnTo>
                  <a:pt x="421431" y="40372"/>
                </a:lnTo>
                <a:lnTo>
                  <a:pt x="427629" y="40372"/>
                </a:lnTo>
                <a:lnTo>
                  <a:pt x="433826" y="40372"/>
                </a:lnTo>
                <a:lnTo>
                  <a:pt x="440024" y="40372"/>
                </a:lnTo>
                <a:lnTo>
                  <a:pt x="446221" y="40372"/>
                </a:lnTo>
                <a:lnTo>
                  <a:pt x="452419" y="40372"/>
                </a:lnTo>
                <a:lnTo>
                  <a:pt x="458616" y="40372"/>
                </a:lnTo>
                <a:lnTo>
                  <a:pt x="464814" y="40372"/>
                </a:lnTo>
                <a:lnTo>
                  <a:pt x="471011" y="40372"/>
                </a:lnTo>
                <a:lnTo>
                  <a:pt x="477209" y="40372"/>
                </a:lnTo>
                <a:lnTo>
                  <a:pt x="483406" y="40372"/>
                </a:lnTo>
                <a:lnTo>
                  <a:pt x="489604" y="40372"/>
                </a:lnTo>
                <a:lnTo>
                  <a:pt x="495801" y="40372"/>
                </a:lnTo>
                <a:lnTo>
                  <a:pt x="501999" y="40372"/>
                </a:lnTo>
                <a:lnTo>
                  <a:pt x="508196" y="40372"/>
                </a:lnTo>
                <a:lnTo>
                  <a:pt x="514394" y="40372"/>
                </a:lnTo>
                <a:lnTo>
                  <a:pt x="520591" y="40372"/>
                </a:lnTo>
                <a:lnTo>
                  <a:pt x="526789" y="40372"/>
                </a:lnTo>
                <a:lnTo>
                  <a:pt x="532986" y="40372"/>
                </a:lnTo>
                <a:lnTo>
                  <a:pt x="539184" y="40372"/>
                </a:lnTo>
                <a:lnTo>
                  <a:pt x="545381" y="40372"/>
                </a:lnTo>
                <a:lnTo>
                  <a:pt x="551579" y="40372"/>
                </a:lnTo>
                <a:lnTo>
                  <a:pt x="557777" y="40372"/>
                </a:lnTo>
                <a:lnTo>
                  <a:pt x="563974" y="40372"/>
                </a:lnTo>
                <a:lnTo>
                  <a:pt x="570172" y="40372"/>
                </a:lnTo>
                <a:lnTo>
                  <a:pt x="576369" y="40372"/>
                </a:lnTo>
                <a:lnTo>
                  <a:pt x="582567" y="40372"/>
                </a:lnTo>
                <a:lnTo>
                  <a:pt x="588764" y="40372"/>
                </a:lnTo>
                <a:lnTo>
                  <a:pt x="594962" y="40372"/>
                </a:lnTo>
                <a:lnTo>
                  <a:pt x="601159" y="40372"/>
                </a:lnTo>
                <a:lnTo>
                  <a:pt x="607357" y="40372"/>
                </a:lnTo>
                <a:lnTo>
                  <a:pt x="613554" y="40371"/>
                </a:lnTo>
                <a:lnTo>
                  <a:pt x="619752" y="40371"/>
                </a:lnTo>
                <a:lnTo>
                  <a:pt x="625949" y="40371"/>
                </a:lnTo>
                <a:lnTo>
                  <a:pt x="632147" y="40371"/>
                </a:lnTo>
                <a:lnTo>
                  <a:pt x="638344" y="40371"/>
                </a:lnTo>
                <a:lnTo>
                  <a:pt x="644542" y="40371"/>
                </a:lnTo>
                <a:lnTo>
                  <a:pt x="650739" y="40370"/>
                </a:lnTo>
                <a:lnTo>
                  <a:pt x="656937" y="40370"/>
                </a:lnTo>
                <a:lnTo>
                  <a:pt x="663134" y="40369"/>
                </a:lnTo>
                <a:lnTo>
                  <a:pt x="669332" y="40369"/>
                </a:lnTo>
                <a:lnTo>
                  <a:pt x="675529" y="40368"/>
                </a:lnTo>
                <a:lnTo>
                  <a:pt x="681727" y="40368"/>
                </a:lnTo>
                <a:lnTo>
                  <a:pt x="687924" y="40367"/>
                </a:lnTo>
                <a:lnTo>
                  <a:pt x="694122" y="40366"/>
                </a:lnTo>
                <a:lnTo>
                  <a:pt x="700320" y="40365"/>
                </a:lnTo>
                <a:lnTo>
                  <a:pt x="706517" y="40364"/>
                </a:lnTo>
                <a:lnTo>
                  <a:pt x="712715" y="40363"/>
                </a:lnTo>
                <a:lnTo>
                  <a:pt x="718912" y="40362"/>
                </a:lnTo>
                <a:lnTo>
                  <a:pt x="725110" y="40360"/>
                </a:lnTo>
                <a:lnTo>
                  <a:pt x="731307" y="40359"/>
                </a:lnTo>
                <a:lnTo>
                  <a:pt x="737505" y="40357"/>
                </a:lnTo>
                <a:lnTo>
                  <a:pt x="743702" y="40355"/>
                </a:lnTo>
                <a:lnTo>
                  <a:pt x="749900" y="40353"/>
                </a:lnTo>
                <a:lnTo>
                  <a:pt x="756097" y="40350"/>
                </a:lnTo>
                <a:lnTo>
                  <a:pt x="762295" y="40348"/>
                </a:lnTo>
                <a:lnTo>
                  <a:pt x="768492" y="40345"/>
                </a:lnTo>
                <a:lnTo>
                  <a:pt x="774690" y="40343"/>
                </a:lnTo>
                <a:lnTo>
                  <a:pt x="780887" y="40340"/>
                </a:lnTo>
                <a:lnTo>
                  <a:pt x="787085" y="40337"/>
                </a:lnTo>
                <a:lnTo>
                  <a:pt x="793282" y="40333"/>
                </a:lnTo>
                <a:lnTo>
                  <a:pt x="799480" y="40330"/>
                </a:lnTo>
                <a:lnTo>
                  <a:pt x="805677" y="40326"/>
                </a:lnTo>
                <a:lnTo>
                  <a:pt x="811875" y="40323"/>
                </a:lnTo>
                <a:lnTo>
                  <a:pt x="818072" y="40319"/>
                </a:lnTo>
                <a:lnTo>
                  <a:pt x="824270" y="40316"/>
                </a:lnTo>
                <a:lnTo>
                  <a:pt x="830468" y="40312"/>
                </a:lnTo>
                <a:lnTo>
                  <a:pt x="836665" y="40308"/>
                </a:lnTo>
                <a:lnTo>
                  <a:pt x="842863" y="40305"/>
                </a:lnTo>
                <a:lnTo>
                  <a:pt x="849060" y="40301"/>
                </a:lnTo>
                <a:lnTo>
                  <a:pt x="855258" y="40298"/>
                </a:lnTo>
                <a:lnTo>
                  <a:pt x="861455" y="40294"/>
                </a:lnTo>
                <a:lnTo>
                  <a:pt x="867653" y="40291"/>
                </a:lnTo>
                <a:lnTo>
                  <a:pt x="873850" y="40288"/>
                </a:lnTo>
                <a:lnTo>
                  <a:pt x="880048" y="40285"/>
                </a:lnTo>
                <a:lnTo>
                  <a:pt x="886245" y="40283"/>
                </a:lnTo>
                <a:lnTo>
                  <a:pt x="892443" y="40281"/>
                </a:lnTo>
                <a:lnTo>
                  <a:pt x="898640" y="40279"/>
                </a:lnTo>
                <a:lnTo>
                  <a:pt x="904838" y="40278"/>
                </a:lnTo>
                <a:lnTo>
                  <a:pt x="911035" y="40277"/>
                </a:lnTo>
                <a:lnTo>
                  <a:pt x="917233" y="40276"/>
                </a:lnTo>
                <a:lnTo>
                  <a:pt x="923430" y="40275"/>
                </a:lnTo>
                <a:lnTo>
                  <a:pt x="929628" y="40275"/>
                </a:lnTo>
                <a:lnTo>
                  <a:pt x="935825" y="40276"/>
                </a:lnTo>
                <a:lnTo>
                  <a:pt x="942023" y="40277"/>
                </a:lnTo>
                <a:lnTo>
                  <a:pt x="948220" y="40278"/>
                </a:lnTo>
                <a:lnTo>
                  <a:pt x="954418" y="40279"/>
                </a:lnTo>
                <a:lnTo>
                  <a:pt x="960615" y="40281"/>
                </a:lnTo>
                <a:lnTo>
                  <a:pt x="966813" y="40283"/>
                </a:lnTo>
                <a:lnTo>
                  <a:pt x="973011" y="40286"/>
                </a:lnTo>
                <a:lnTo>
                  <a:pt x="979208" y="40289"/>
                </a:lnTo>
                <a:lnTo>
                  <a:pt x="985406" y="40291"/>
                </a:lnTo>
                <a:lnTo>
                  <a:pt x="991603" y="40295"/>
                </a:lnTo>
                <a:lnTo>
                  <a:pt x="997801" y="40298"/>
                </a:lnTo>
                <a:lnTo>
                  <a:pt x="1003998" y="40301"/>
                </a:lnTo>
                <a:lnTo>
                  <a:pt x="1010196" y="40305"/>
                </a:lnTo>
                <a:lnTo>
                  <a:pt x="1016393" y="40309"/>
                </a:lnTo>
                <a:lnTo>
                  <a:pt x="1022591" y="40312"/>
                </a:lnTo>
                <a:lnTo>
                  <a:pt x="1028788" y="40316"/>
                </a:lnTo>
                <a:lnTo>
                  <a:pt x="1034986" y="40320"/>
                </a:lnTo>
                <a:lnTo>
                  <a:pt x="1041183" y="40323"/>
                </a:lnTo>
                <a:lnTo>
                  <a:pt x="1047381" y="40327"/>
                </a:lnTo>
                <a:lnTo>
                  <a:pt x="1053578" y="40330"/>
                </a:lnTo>
                <a:lnTo>
                  <a:pt x="1059776" y="40334"/>
                </a:lnTo>
                <a:lnTo>
                  <a:pt x="1065973" y="40337"/>
                </a:lnTo>
                <a:lnTo>
                  <a:pt x="1072171" y="40340"/>
                </a:lnTo>
                <a:lnTo>
                  <a:pt x="1078368" y="40343"/>
                </a:lnTo>
                <a:lnTo>
                  <a:pt x="1084566" y="40346"/>
                </a:lnTo>
                <a:lnTo>
                  <a:pt x="1090763" y="40348"/>
                </a:lnTo>
                <a:lnTo>
                  <a:pt x="1096961" y="40351"/>
                </a:lnTo>
                <a:lnTo>
                  <a:pt x="1103159" y="40353"/>
                </a:lnTo>
                <a:lnTo>
                  <a:pt x="1109356" y="40355"/>
                </a:lnTo>
                <a:lnTo>
                  <a:pt x="1115554" y="40357"/>
                </a:lnTo>
                <a:lnTo>
                  <a:pt x="1121751" y="40359"/>
                </a:lnTo>
                <a:lnTo>
                  <a:pt x="1127949" y="40360"/>
                </a:lnTo>
                <a:lnTo>
                  <a:pt x="1134146" y="40362"/>
                </a:lnTo>
                <a:lnTo>
                  <a:pt x="1140344" y="40363"/>
                </a:lnTo>
                <a:lnTo>
                  <a:pt x="1146541" y="40364"/>
                </a:lnTo>
                <a:lnTo>
                  <a:pt x="1152739" y="40365"/>
                </a:lnTo>
                <a:lnTo>
                  <a:pt x="1158936" y="40366"/>
                </a:lnTo>
                <a:lnTo>
                  <a:pt x="1165134" y="40367"/>
                </a:lnTo>
                <a:lnTo>
                  <a:pt x="1171331" y="40368"/>
                </a:lnTo>
                <a:lnTo>
                  <a:pt x="1177529" y="40368"/>
                </a:lnTo>
                <a:lnTo>
                  <a:pt x="1183726" y="40369"/>
                </a:lnTo>
                <a:lnTo>
                  <a:pt x="1189924" y="40369"/>
                </a:lnTo>
                <a:lnTo>
                  <a:pt x="1196121" y="40370"/>
                </a:lnTo>
                <a:lnTo>
                  <a:pt x="1202319" y="40370"/>
                </a:lnTo>
                <a:lnTo>
                  <a:pt x="1208516" y="40371"/>
                </a:lnTo>
                <a:lnTo>
                  <a:pt x="1214714" y="40371"/>
                </a:lnTo>
                <a:lnTo>
                  <a:pt x="1220911" y="40371"/>
                </a:lnTo>
                <a:lnTo>
                  <a:pt x="1227109" y="40371"/>
                </a:lnTo>
                <a:lnTo>
                  <a:pt x="1233306" y="40371"/>
                </a:lnTo>
                <a:lnTo>
                  <a:pt x="1239504" y="40372"/>
                </a:lnTo>
                <a:lnTo>
                  <a:pt x="1245702" y="40372"/>
                </a:lnTo>
                <a:lnTo>
                  <a:pt x="1251899" y="40372"/>
                </a:lnTo>
                <a:lnTo>
                  <a:pt x="1258097" y="40372"/>
                </a:lnTo>
                <a:lnTo>
                  <a:pt x="1264294" y="40372"/>
                </a:lnTo>
                <a:lnTo>
                  <a:pt x="1270492" y="40372"/>
                </a:lnTo>
                <a:lnTo>
                  <a:pt x="1276689" y="40372"/>
                </a:lnTo>
                <a:lnTo>
                  <a:pt x="1282887" y="40372"/>
                </a:lnTo>
                <a:lnTo>
                  <a:pt x="1289084" y="40372"/>
                </a:lnTo>
                <a:lnTo>
                  <a:pt x="1295282" y="40372"/>
                </a:lnTo>
                <a:lnTo>
                  <a:pt x="1301479" y="40372"/>
                </a:lnTo>
                <a:lnTo>
                  <a:pt x="1307677" y="40372"/>
                </a:lnTo>
                <a:lnTo>
                  <a:pt x="1313874" y="40372"/>
                </a:lnTo>
                <a:lnTo>
                  <a:pt x="1320072" y="40372"/>
                </a:lnTo>
                <a:lnTo>
                  <a:pt x="1326269" y="40372"/>
                </a:lnTo>
                <a:lnTo>
                  <a:pt x="1332467" y="40372"/>
                </a:lnTo>
                <a:lnTo>
                  <a:pt x="1338664" y="40372"/>
                </a:lnTo>
                <a:lnTo>
                  <a:pt x="1344862" y="40372"/>
                </a:lnTo>
                <a:lnTo>
                  <a:pt x="1351059" y="40372"/>
                </a:lnTo>
                <a:lnTo>
                  <a:pt x="1357257" y="40372"/>
                </a:lnTo>
                <a:lnTo>
                  <a:pt x="1363454" y="40372"/>
                </a:lnTo>
                <a:lnTo>
                  <a:pt x="1369652" y="40372"/>
                </a:lnTo>
                <a:lnTo>
                  <a:pt x="1375849" y="40372"/>
                </a:lnTo>
                <a:lnTo>
                  <a:pt x="1382047" y="40372"/>
                </a:lnTo>
                <a:lnTo>
                  <a:pt x="1388245" y="40372"/>
                </a:lnTo>
                <a:lnTo>
                  <a:pt x="1394442" y="40372"/>
                </a:lnTo>
                <a:lnTo>
                  <a:pt x="1400640" y="40372"/>
                </a:lnTo>
                <a:lnTo>
                  <a:pt x="1406837" y="40372"/>
                </a:lnTo>
                <a:lnTo>
                  <a:pt x="1413035" y="40372"/>
                </a:lnTo>
                <a:lnTo>
                  <a:pt x="1419232" y="40372"/>
                </a:lnTo>
                <a:lnTo>
                  <a:pt x="1425430" y="40372"/>
                </a:lnTo>
                <a:lnTo>
                  <a:pt x="1431627" y="40372"/>
                </a:lnTo>
                <a:lnTo>
                  <a:pt x="1437825" y="40372"/>
                </a:lnTo>
                <a:lnTo>
                  <a:pt x="1444022" y="40372"/>
                </a:lnTo>
                <a:lnTo>
                  <a:pt x="1450220" y="40372"/>
                </a:lnTo>
                <a:lnTo>
                  <a:pt x="1456417" y="40372"/>
                </a:lnTo>
                <a:lnTo>
                  <a:pt x="1462615" y="40372"/>
                </a:lnTo>
                <a:lnTo>
                  <a:pt x="1468812" y="40372"/>
                </a:lnTo>
                <a:lnTo>
                  <a:pt x="1475010" y="40372"/>
                </a:lnTo>
                <a:lnTo>
                  <a:pt x="1481207" y="40372"/>
                </a:lnTo>
                <a:lnTo>
                  <a:pt x="1487405" y="40372"/>
                </a:lnTo>
                <a:lnTo>
                  <a:pt x="1493602" y="40372"/>
                </a:lnTo>
                <a:lnTo>
                  <a:pt x="1499800" y="40372"/>
                </a:lnTo>
                <a:lnTo>
                  <a:pt x="1505997" y="40372"/>
                </a:lnTo>
                <a:lnTo>
                  <a:pt x="1512195" y="40372"/>
                </a:lnTo>
                <a:lnTo>
                  <a:pt x="1518393" y="40372"/>
                </a:lnTo>
                <a:lnTo>
                  <a:pt x="1524590" y="40372"/>
                </a:lnTo>
                <a:lnTo>
                  <a:pt x="1530788" y="40372"/>
                </a:lnTo>
                <a:lnTo>
                  <a:pt x="1536985" y="40372"/>
                </a:lnTo>
                <a:lnTo>
                  <a:pt x="1543183" y="40372"/>
                </a:lnTo>
                <a:lnTo>
                  <a:pt x="1549380" y="40372"/>
                </a:lnTo>
                <a:lnTo>
                  <a:pt x="1555578" y="40372"/>
                </a:lnTo>
                <a:lnTo>
                  <a:pt x="1561775" y="40372"/>
                </a:lnTo>
                <a:lnTo>
                  <a:pt x="1567973" y="40372"/>
                </a:lnTo>
                <a:lnTo>
                  <a:pt x="1574170" y="40372"/>
                </a:lnTo>
                <a:lnTo>
                  <a:pt x="1580368" y="40372"/>
                </a:lnTo>
                <a:lnTo>
                  <a:pt x="1586565" y="40372"/>
                </a:lnTo>
                <a:lnTo>
                  <a:pt x="1592763" y="40372"/>
                </a:lnTo>
                <a:lnTo>
                  <a:pt x="1598960" y="40372"/>
                </a:lnTo>
                <a:lnTo>
                  <a:pt x="1605158" y="40372"/>
                </a:lnTo>
                <a:lnTo>
                  <a:pt x="1611355" y="40372"/>
                </a:lnTo>
                <a:lnTo>
                  <a:pt x="1617553" y="40372"/>
                </a:lnTo>
                <a:lnTo>
                  <a:pt x="1623750" y="40372"/>
                </a:lnTo>
                <a:lnTo>
                  <a:pt x="1629948" y="40372"/>
                </a:lnTo>
                <a:lnTo>
                  <a:pt x="1636145" y="40372"/>
                </a:lnTo>
                <a:lnTo>
                  <a:pt x="1642343" y="40372"/>
                </a:lnTo>
                <a:lnTo>
                  <a:pt x="1648540" y="40372"/>
                </a:lnTo>
                <a:lnTo>
                  <a:pt x="1654738" y="40371"/>
                </a:lnTo>
                <a:lnTo>
                  <a:pt x="1660936" y="40371"/>
                </a:lnTo>
                <a:lnTo>
                  <a:pt x="1667133" y="40371"/>
                </a:lnTo>
                <a:lnTo>
                  <a:pt x="1673331" y="40371"/>
                </a:lnTo>
                <a:lnTo>
                  <a:pt x="1679528" y="40370"/>
                </a:lnTo>
                <a:lnTo>
                  <a:pt x="1685726" y="40370"/>
                </a:lnTo>
                <a:lnTo>
                  <a:pt x="1691923" y="40370"/>
                </a:lnTo>
                <a:lnTo>
                  <a:pt x="1698121" y="40369"/>
                </a:lnTo>
                <a:lnTo>
                  <a:pt x="1704318" y="40368"/>
                </a:lnTo>
                <a:lnTo>
                  <a:pt x="1710516" y="40368"/>
                </a:lnTo>
                <a:lnTo>
                  <a:pt x="1716713" y="40367"/>
                </a:lnTo>
                <a:lnTo>
                  <a:pt x="1722911" y="40366"/>
                </a:lnTo>
                <a:lnTo>
                  <a:pt x="1729108" y="40365"/>
                </a:lnTo>
                <a:lnTo>
                  <a:pt x="1735306" y="40363"/>
                </a:lnTo>
                <a:lnTo>
                  <a:pt x="1741503" y="40362"/>
                </a:lnTo>
                <a:lnTo>
                  <a:pt x="1747701" y="40360"/>
                </a:lnTo>
                <a:lnTo>
                  <a:pt x="1753898" y="40357"/>
                </a:lnTo>
                <a:lnTo>
                  <a:pt x="1760096" y="40355"/>
                </a:lnTo>
                <a:lnTo>
                  <a:pt x="1766293" y="40352"/>
                </a:lnTo>
                <a:lnTo>
                  <a:pt x="1772491" y="40349"/>
                </a:lnTo>
                <a:lnTo>
                  <a:pt x="1778688" y="40345"/>
                </a:lnTo>
                <a:lnTo>
                  <a:pt x="1784886" y="40341"/>
                </a:lnTo>
                <a:lnTo>
                  <a:pt x="1791084" y="40336"/>
                </a:lnTo>
                <a:lnTo>
                  <a:pt x="1797281" y="40330"/>
                </a:lnTo>
                <a:lnTo>
                  <a:pt x="1803479" y="40324"/>
                </a:lnTo>
                <a:lnTo>
                  <a:pt x="1809676" y="40317"/>
                </a:lnTo>
                <a:lnTo>
                  <a:pt x="1815874" y="40309"/>
                </a:lnTo>
                <a:lnTo>
                  <a:pt x="1822071" y="40301"/>
                </a:lnTo>
                <a:lnTo>
                  <a:pt x="1828269" y="40291"/>
                </a:lnTo>
                <a:lnTo>
                  <a:pt x="1834466" y="40281"/>
                </a:lnTo>
                <a:lnTo>
                  <a:pt x="1840664" y="40268"/>
                </a:lnTo>
                <a:lnTo>
                  <a:pt x="1846861" y="40255"/>
                </a:lnTo>
                <a:lnTo>
                  <a:pt x="1853059" y="40241"/>
                </a:lnTo>
                <a:lnTo>
                  <a:pt x="1859256" y="40225"/>
                </a:lnTo>
                <a:lnTo>
                  <a:pt x="1865454" y="40207"/>
                </a:lnTo>
                <a:lnTo>
                  <a:pt x="1871651" y="40188"/>
                </a:lnTo>
                <a:lnTo>
                  <a:pt x="1877849" y="40166"/>
                </a:lnTo>
                <a:lnTo>
                  <a:pt x="1884046" y="40143"/>
                </a:lnTo>
                <a:lnTo>
                  <a:pt x="1890244" y="40117"/>
                </a:lnTo>
                <a:lnTo>
                  <a:pt x="1896441" y="40090"/>
                </a:lnTo>
                <a:lnTo>
                  <a:pt x="1902639" y="40059"/>
                </a:lnTo>
                <a:lnTo>
                  <a:pt x="1908836" y="40026"/>
                </a:lnTo>
                <a:lnTo>
                  <a:pt x="1915034" y="39989"/>
                </a:lnTo>
                <a:lnTo>
                  <a:pt x="1921231" y="39950"/>
                </a:lnTo>
                <a:lnTo>
                  <a:pt x="1927429" y="39908"/>
                </a:lnTo>
                <a:lnTo>
                  <a:pt x="1933627" y="39861"/>
                </a:lnTo>
                <a:lnTo>
                  <a:pt x="1939824" y="39810"/>
                </a:lnTo>
                <a:lnTo>
                  <a:pt x="1946022" y="39756"/>
                </a:lnTo>
                <a:lnTo>
                  <a:pt x="1952219" y="39697"/>
                </a:lnTo>
                <a:lnTo>
                  <a:pt x="1958417" y="39633"/>
                </a:lnTo>
                <a:lnTo>
                  <a:pt x="1964614" y="39563"/>
                </a:lnTo>
                <a:lnTo>
                  <a:pt x="1970812" y="39487"/>
                </a:lnTo>
                <a:lnTo>
                  <a:pt x="1977009" y="39406"/>
                </a:lnTo>
                <a:lnTo>
                  <a:pt x="1983207" y="39318"/>
                </a:lnTo>
                <a:lnTo>
                  <a:pt x="1989404" y="39224"/>
                </a:lnTo>
                <a:lnTo>
                  <a:pt x="1995602" y="39121"/>
                </a:lnTo>
                <a:lnTo>
                  <a:pt x="2001799" y="39011"/>
                </a:lnTo>
                <a:lnTo>
                  <a:pt x="2007997" y="38892"/>
                </a:lnTo>
                <a:lnTo>
                  <a:pt x="2014194" y="38765"/>
                </a:lnTo>
                <a:lnTo>
                  <a:pt x="2020392" y="38630"/>
                </a:lnTo>
                <a:lnTo>
                  <a:pt x="2026589" y="38482"/>
                </a:lnTo>
                <a:lnTo>
                  <a:pt x="2032787" y="38325"/>
                </a:lnTo>
                <a:lnTo>
                  <a:pt x="2038984" y="38158"/>
                </a:lnTo>
                <a:lnTo>
                  <a:pt x="2045182" y="37980"/>
                </a:lnTo>
                <a:lnTo>
                  <a:pt x="2051379" y="37791"/>
                </a:lnTo>
                <a:lnTo>
                  <a:pt x="2057577" y="37587"/>
                </a:lnTo>
                <a:lnTo>
                  <a:pt x="2063774" y="37370"/>
                </a:lnTo>
                <a:lnTo>
                  <a:pt x="2069972" y="37142"/>
                </a:lnTo>
                <a:lnTo>
                  <a:pt x="2076170" y="36901"/>
                </a:lnTo>
                <a:lnTo>
                  <a:pt x="2082367" y="36647"/>
                </a:lnTo>
                <a:lnTo>
                  <a:pt x="2088565" y="36376"/>
                </a:lnTo>
                <a:lnTo>
                  <a:pt x="2094762" y="36091"/>
                </a:lnTo>
                <a:lnTo>
                  <a:pt x="2100960" y="35792"/>
                </a:lnTo>
                <a:lnTo>
                  <a:pt x="2107157" y="35480"/>
                </a:lnTo>
                <a:lnTo>
                  <a:pt x="2113355" y="35153"/>
                </a:lnTo>
                <a:lnTo>
                  <a:pt x="2119552" y="34808"/>
                </a:lnTo>
                <a:lnTo>
                  <a:pt x="2125750" y="34449"/>
                </a:lnTo>
                <a:lnTo>
                  <a:pt x="2131947" y="34076"/>
                </a:lnTo>
                <a:lnTo>
                  <a:pt x="2138145" y="33688"/>
                </a:lnTo>
                <a:lnTo>
                  <a:pt x="2144342" y="33287"/>
                </a:lnTo>
                <a:lnTo>
                  <a:pt x="2150540" y="32868"/>
                </a:lnTo>
                <a:lnTo>
                  <a:pt x="2156737" y="32435"/>
                </a:lnTo>
                <a:lnTo>
                  <a:pt x="2162935" y="31989"/>
                </a:lnTo>
                <a:lnTo>
                  <a:pt x="2169132" y="31530"/>
                </a:lnTo>
                <a:lnTo>
                  <a:pt x="2175330" y="31059"/>
                </a:lnTo>
                <a:lnTo>
                  <a:pt x="2181527" y="30573"/>
                </a:lnTo>
                <a:lnTo>
                  <a:pt x="2187725" y="30074"/>
                </a:lnTo>
                <a:lnTo>
                  <a:pt x="2193922" y="29565"/>
                </a:lnTo>
                <a:lnTo>
                  <a:pt x="2200120" y="29045"/>
                </a:lnTo>
                <a:lnTo>
                  <a:pt x="2206318" y="28515"/>
                </a:lnTo>
                <a:lnTo>
                  <a:pt x="2212515" y="27974"/>
                </a:lnTo>
                <a:lnTo>
                  <a:pt x="2218713" y="27424"/>
                </a:lnTo>
                <a:lnTo>
                  <a:pt x="2224910" y="26866"/>
                </a:lnTo>
                <a:lnTo>
                  <a:pt x="2231108" y="26300"/>
                </a:lnTo>
                <a:lnTo>
                  <a:pt x="2237305" y="25729"/>
                </a:lnTo>
                <a:lnTo>
                  <a:pt x="2243503" y="25150"/>
                </a:lnTo>
                <a:lnTo>
                  <a:pt x="2249700" y="24566"/>
                </a:lnTo>
                <a:lnTo>
                  <a:pt x="2255898" y="23977"/>
                </a:lnTo>
                <a:lnTo>
                  <a:pt x="2262095" y="23385"/>
                </a:lnTo>
                <a:lnTo>
                  <a:pt x="2268293" y="22791"/>
                </a:lnTo>
                <a:lnTo>
                  <a:pt x="2274490" y="22193"/>
                </a:lnTo>
                <a:lnTo>
                  <a:pt x="2280688" y="21594"/>
                </a:lnTo>
                <a:lnTo>
                  <a:pt x="2286885" y="20995"/>
                </a:lnTo>
                <a:lnTo>
                  <a:pt x="2293083" y="20396"/>
                </a:lnTo>
                <a:lnTo>
                  <a:pt x="2299280" y="19797"/>
                </a:lnTo>
                <a:lnTo>
                  <a:pt x="2305478" y="19199"/>
                </a:lnTo>
                <a:lnTo>
                  <a:pt x="2311675" y="18604"/>
                </a:lnTo>
                <a:lnTo>
                  <a:pt x="2317873" y="18011"/>
                </a:lnTo>
                <a:lnTo>
                  <a:pt x="2324070" y="17422"/>
                </a:lnTo>
                <a:lnTo>
                  <a:pt x="2330268" y="16835"/>
                </a:lnTo>
                <a:lnTo>
                  <a:pt x="2336465" y="16254"/>
                </a:lnTo>
                <a:lnTo>
                  <a:pt x="2342663" y="15677"/>
                </a:lnTo>
                <a:lnTo>
                  <a:pt x="2348861" y="15106"/>
                </a:lnTo>
                <a:lnTo>
                  <a:pt x="2355058" y="14539"/>
                </a:lnTo>
                <a:lnTo>
                  <a:pt x="2361256" y="13979"/>
                </a:lnTo>
                <a:lnTo>
                  <a:pt x="2367453" y="13425"/>
                </a:lnTo>
                <a:lnTo>
                  <a:pt x="2373651" y="12878"/>
                </a:lnTo>
                <a:lnTo>
                  <a:pt x="2379848" y="12338"/>
                </a:lnTo>
                <a:lnTo>
                  <a:pt x="2386046" y="11805"/>
                </a:lnTo>
                <a:lnTo>
                  <a:pt x="2392243" y="11279"/>
                </a:lnTo>
                <a:lnTo>
                  <a:pt x="2398441" y="10761"/>
                </a:lnTo>
                <a:lnTo>
                  <a:pt x="2404638" y="10252"/>
                </a:lnTo>
                <a:lnTo>
                  <a:pt x="2410836" y="9750"/>
                </a:lnTo>
                <a:lnTo>
                  <a:pt x="2417033" y="9255"/>
                </a:lnTo>
                <a:lnTo>
                  <a:pt x="2423231" y="8768"/>
                </a:lnTo>
                <a:lnTo>
                  <a:pt x="2429428" y="8291"/>
                </a:lnTo>
                <a:lnTo>
                  <a:pt x="2435626" y="7823"/>
                </a:lnTo>
                <a:lnTo>
                  <a:pt x="2441823" y="7363"/>
                </a:lnTo>
                <a:lnTo>
                  <a:pt x="2448021" y="6911"/>
                </a:lnTo>
                <a:lnTo>
                  <a:pt x="2454218" y="6468"/>
                </a:lnTo>
                <a:lnTo>
                  <a:pt x="2460416" y="6035"/>
                </a:lnTo>
                <a:lnTo>
                  <a:pt x="2466613" y="5612"/>
                </a:lnTo>
                <a:lnTo>
                  <a:pt x="2472811" y="5199"/>
                </a:lnTo>
                <a:lnTo>
                  <a:pt x="2479009" y="4795"/>
                </a:lnTo>
                <a:lnTo>
                  <a:pt x="2485206" y="4402"/>
                </a:lnTo>
                <a:lnTo>
                  <a:pt x="2491404" y="4020"/>
                </a:lnTo>
                <a:lnTo>
                  <a:pt x="2497601" y="3652"/>
                </a:lnTo>
                <a:lnTo>
                  <a:pt x="2503799" y="3296"/>
                </a:lnTo>
                <a:lnTo>
                  <a:pt x="2509996" y="2951"/>
                </a:lnTo>
                <a:lnTo>
                  <a:pt x="2516194" y="2620"/>
                </a:lnTo>
                <a:lnTo>
                  <a:pt x="2522391" y="2305"/>
                </a:lnTo>
                <a:lnTo>
                  <a:pt x="2528589" y="2007"/>
                </a:lnTo>
                <a:lnTo>
                  <a:pt x="2534786" y="1725"/>
                </a:lnTo>
                <a:lnTo>
                  <a:pt x="2540984" y="1460"/>
                </a:lnTo>
                <a:lnTo>
                  <a:pt x="2547181" y="1212"/>
                </a:lnTo>
                <a:lnTo>
                  <a:pt x="2553379" y="984"/>
                </a:lnTo>
                <a:lnTo>
                  <a:pt x="2559576" y="781"/>
                </a:lnTo>
                <a:lnTo>
                  <a:pt x="2565774" y="597"/>
                </a:lnTo>
                <a:lnTo>
                  <a:pt x="2571971" y="435"/>
                </a:lnTo>
                <a:lnTo>
                  <a:pt x="2578169" y="296"/>
                </a:lnTo>
                <a:lnTo>
                  <a:pt x="2584366" y="182"/>
                </a:lnTo>
                <a:lnTo>
                  <a:pt x="2590564" y="98"/>
                </a:lnTo>
                <a:lnTo>
                  <a:pt x="2596761" y="39"/>
                </a:lnTo>
                <a:lnTo>
                  <a:pt x="2602959" y="6"/>
                </a:lnTo>
                <a:lnTo>
                  <a:pt x="2609156" y="0"/>
                </a:lnTo>
                <a:lnTo>
                  <a:pt x="2615354" y="23"/>
                </a:lnTo>
                <a:lnTo>
                  <a:pt x="2621552" y="80"/>
                </a:lnTo>
                <a:lnTo>
                  <a:pt x="2627749" y="165"/>
                </a:lnTo>
                <a:lnTo>
                  <a:pt x="2633947" y="279"/>
                </a:lnTo>
                <a:lnTo>
                  <a:pt x="2640144" y="421"/>
                </a:lnTo>
                <a:lnTo>
                  <a:pt x="2646342" y="595"/>
                </a:lnTo>
                <a:lnTo>
                  <a:pt x="2652539" y="804"/>
                </a:lnTo>
                <a:lnTo>
                  <a:pt x="2658737" y="1041"/>
                </a:lnTo>
                <a:lnTo>
                  <a:pt x="2664934" y="1307"/>
                </a:lnTo>
                <a:lnTo>
                  <a:pt x="2671132" y="1601"/>
                </a:lnTo>
                <a:lnTo>
                  <a:pt x="2677329" y="1925"/>
                </a:lnTo>
                <a:lnTo>
                  <a:pt x="2683527" y="2283"/>
                </a:lnTo>
                <a:lnTo>
                  <a:pt x="2689724" y="2666"/>
                </a:lnTo>
                <a:lnTo>
                  <a:pt x="2695922" y="3076"/>
                </a:lnTo>
                <a:lnTo>
                  <a:pt x="2702119" y="3510"/>
                </a:lnTo>
                <a:lnTo>
                  <a:pt x="2708317" y="3971"/>
                </a:lnTo>
                <a:lnTo>
                  <a:pt x="2714514" y="4461"/>
                </a:lnTo>
                <a:lnTo>
                  <a:pt x="2720712" y="4972"/>
                </a:lnTo>
                <a:lnTo>
                  <a:pt x="2726909" y="5505"/>
                </a:lnTo>
                <a:lnTo>
                  <a:pt x="2733107" y="6057"/>
                </a:lnTo>
                <a:lnTo>
                  <a:pt x="2739304" y="6630"/>
                </a:lnTo>
                <a:lnTo>
                  <a:pt x="2745502" y="7225"/>
                </a:lnTo>
                <a:lnTo>
                  <a:pt x="2751699" y="7837"/>
                </a:lnTo>
                <a:lnTo>
                  <a:pt x="2757897" y="8463"/>
                </a:lnTo>
                <a:lnTo>
                  <a:pt x="2764095" y="9104"/>
                </a:lnTo>
                <a:lnTo>
                  <a:pt x="2770292" y="9758"/>
                </a:lnTo>
                <a:lnTo>
                  <a:pt x="2776490" y="10426"/>
                </a:lnTo>
                <a:lnTo>
                  <a:pt x="2782687" y="11105"/>
                </a:lnTo>
                <a:lnTo>
                  <a:pt x="2788885" y="11792"/>
                </a:lnTo>
                <a:lnTo>
                  <a:pt x="2795082" y="12487"/>
                </a:lnTo>
                <a:lnTo>
                  <a:pt x="2801280" y="13188"/>
                </a:lnTo>
                <a:lnTo>
                  <a:pt x="2807477" y="13896"/>
                </a:lnTo>
                <a:lnTo>
                  <a:pt x="2813675" y="14607"/>
                </a:lnTo>
                <a:lnTo>
                  <a:pt x="2819872" y="15321"/>
                </a:lnTo>
                <a:lnTo>
                  <a:pt x="2826070" y="16036"/>
                </a:lnTo>
                <a:lnTo>
                  <a:pt x="2832267" y="16752"/>
                </a:lnTo>
                <a:lnTo>
                  <a:pt x="2838465" y="17466"/>
                </a:lnTo>
                <a:lnTo>
                  <a:pt x="2844662" y="18178"/>
                </a:lnTo>
                <a:lnTo>
                  <a:pt x="2850860" y="18887"/>
                </a:lnTo>
                <a:lnTo>
                  <a:pt x="2857057" y="19592"/>
                </a:lnTo>
                <a:lnTo>
                  <a:pt x="2863255" y="20291"/>
                </a:lnTo>
                <a:lnTo>
                  <a:pt x="2869452" y="20983"/>
                </a:lnTo>
                <a:lnTo>
                  <a:pt x="2875650" y="21668"/>
                </a:lnTo>
                <a:lnTo>
                  <a:pt x="2881847" y="22344"/>
                </a:lnTo>
                <a:lnTo>
                  <a:pt x="2888045" y="23013"/>
                </a:lnTo>
                <a:lnTo>
                  <a:pt x="2894243" y="23671"/>
                </a:lnTo>
                <a:lnTo>
                  <a:pt x="2900440" y="24317"/>
                </a:lnTo>
                <a:lnTo>
                  <a:pt x="2906638" y="24951"/>
                </a:lnTo>
                <a:lnTo>
                  <a:pt x="2912835" y="25575"/>
                </a:lnTo>
                <a:lnTo>
                  <a:pt x="2919033" y="26186"/>
                </a:lnTo>
                <a:lnTo>
                  <a:pt x="2925230" y="26785"/>
                </a:lnTo>
                <a:lnTo>
                  <a:pt x="2931428" y="27366"/>
                </a:lnTo>
                <a:lnTo>
                  <a:pt x="2937625" y="27935"/>
                </a:lnTo>
                <a:lnTo>
                  <a:pt x="2943823" y="28489"/>
                </a:lnTo>
                <a:lnTo>
                  <a:pt x="2950020" y="29029"/>
                </a:lnTo>
                <a:lnTo>
                  <a:pt x="2956218" y="29556"/>
                </a:lnTo>
                <a:lnTo>
                  <a:pt x="2962415" y="30063"/>
                </a:lnTo>
                <a:lnTo>
                  <a:pt x="2968613" y="30555"/>
                </a:lnTo>
                <a:lnTo>
                  <a:pt x="2974810" y="31032"/>
                </a:lnTo>
                <a:lnTo>
                  <a:pt x="2981008" y="31495"/>
                </a:lnTo>
                <a:lnTo>
                  <a:pt x="2987205" y="31942"/>
                </a:lnTo>
                <a:lnTo>
                  <a:pt x="2993403" y="32370"/>
                </a:lnTo>
                <a:lnTo>
                  <a:pt x="2999600" y="32783"/>
                </a:lnTo>
                <a:lnTo>
                  <a:pt x="3005798" y="33181"/>
                </a:lnTo>
                <a:lnTo>
                  <a:pt x="3011995" y="33565"/>
                </a:lnTo>
                <a:lnTo>
                  <a:pt x="3018193" y="33934"/>
                </a:lnTo>
                <a:lnTo>
                  <a:pt x="3024390" y="34285"/>
                </a:lnTo>
                <a:lnTo>
                  <a:pt x="3030588" y="34621"/>
                </a:lnTo>
                <a:lnTo>
                  <a:pt x="3036786" y="34943"/>
                </a:lnTo>
                <a:lnTo>
                  <a:pt x="3042983" y="35252"/>
                </a:lnTo>
                <a:lnTo>
                  <a:pt x="3049181" y="35548"/>
                </a:lnTo>
                <a:lnTo>
                  <a:pt x="3055378" y="35828"/>
                </a:lnTo>
                <a:lnTo>
                  <a:pt x="3061576" y="36095"/>
                </a:lnTo>
                <a:lnTo>
                  <a:pt x="3067773" y="36350"/>
                </a:lnTo>
                <a:lnTo>
                  <a:pt x="3073971" y="36594"/>
                </a:lnTo>
                <a:lnTo>
                  <a:pt x="3080168" y="36826"/>
                </a:lnTo>
                <a:lnTo>
                  <a:pt x="3086366" y="37044"/>
                </a:lnTo>
                <a:lnTo>
                  <a:pt x="3092563" y="37252"/>
                </a:lnTo>
                <a:lnTo>
                  <a:pt x="3098761" y="37450"/>
                </a:lnTo>
                <a:lnTo>
                  <a:pt x="3104958" y="37639"/>
                </a:lnTo>
                <a:lnTo>
                  <a:pt x="3111156" y="37818"/>
                </a:lnTo>
                <a:lnTo>
                  <a:pt x="3117353" y="37986"/>
                </a:lnTo>
                <a:lnTo>
                  <a:pt x="3123551" y="38146"/>
                </a:lnTo>
                <a:lnTo>
                  <a:pt x="3129748" y="38297"/>
                </a:lnTo>
                <a:lnTo>
                  <a:pt x="3135946" y="38441"/>
                </a:lnTo>
                <a:lnTo>
                  <a:pt x="3142143" y="38578"/>
                </a:lnTo>
                <a:lnTo>
                  <a:pt x="3148341" y="38706"/>
                </a:lnTo>
                <a:lnTo>
                  <a:pt x="3154538" y="38827"/>
                </a:lnTo>
                <a:lnTo>
                  <a:pt x="3160736" y="38941"/>
                </a:lnTo>
                <a:lnTo>
                  <a:pt x="3166933" y="39049"/>
                </a:lnTo>
                <a:lnTo>
                  <a:pt x="3166933" y="40372"/>
                </a:lnTo>
                <a:lnTo>
                  <a:pt x="3160736" y="40372"/>
                </a:lnTo>
                <a:lnTo>
                  <a:pt x="3154538" y="40372"/>
                </a:lnTo>
                <a:lnTo>
                  <a:pt x="3148341" y="40372"/>
                </a:lnTo>
                <a:lnTo>
                  <a:pt x="3142143" y="40372"/>
                </a:lnTo>
                <a:lnTo>
                  <a:pt x="3135946" y="40372"/>
                </a:lnTo>
                <a:lnTo>
                  <a:pt x="3129748" y="40372"/>
                </a:lnTo>
                <a:lnTo>
                  <a:pt x="3123551" y="40372"/>
                </a:lnTo>
                <a:lnTo>
                  <a:pt x="3117353" y="40372"/>
                </a:lnTo>
                <a:lnTo>
                  <a:pt x="3111156" y="40372"/>
                </a:lnTo>
                <a:lnTo>
                  <a:pt x="3104958" y="40372"/>
                </a:lnTo>
                <a:lnTo>
                  <a:pt x="3098761" y="40372"/>
                </a:lnTo>
                <a:lnTo>
                  <a:pt x="3092563" y="40372"/>
                </a:lnTo>
                <a:lnTo>
                  <a:pt x="3086366" y="40372"/>
                </a:lnTo>
                <a:lnTo>
                  <a:pt x="3080168" y="40372"/>
                </a:lnTo>
                <a:lnTo>
                  <a:pt x="3073971" y="40372"/>
                </a:lnTo>
                <a:lnTo>
                  <a:pt x="3067773" y="40372"/>
                </a:lnTo>
                <a:lnTo>
                  <a:pt x="3061576" y="40372"/>
                </a:lnTo>
                <a:lnTo>
                  <a:pt x="3055378" y="40372"/>
                </a:lnTo>
                <a:lnTo>
                  <a:pt x="3049181" y="40372"/>
                </a:lnTo>
                <a:lnTo>
                  <a:pt x="3042983" y="40372"/>
                </a:lnTo>
                <a:lnTo>
                  <a:pt x="3036786" y="40372"/>
                </a:lnTo>
                <a:lnTo>
                  <a:pt x="3030588" y="40372"/>
                </a:lnTo>
                <a:lnTo>
                  <a:pt x="3024390" y="40372"/>
                </a:lnTo>
                <a:lnTo>
                  <a:pt x="3018193" y="40372"/>
                </a:lnTo>
                <a:lnTo>
                  <a:pt x="3011995" y="40372"/>
                </a:lnTo>
                <a:lnTo>
                  <a:pt x="3005798" y="40372"/>
                </a:lnTo>
                <a:lnTo>
                  <a:pt x="2999600" y="40372"/>
                </a:lnTo>
                <a:lnTo>
                  <a:pt x="2993403" y="40372"/>
                </a:lnTo>
                <a:lnTo>
                  <a:pt x="2987205" y="40372"/>
                </a:lnTo>
                <a:lnTo>
                  <a:pt x="2981008" y="40372"/>
                </a:lnTo>
                <a:lnTo>
                  <a:pt x="2974810" y="40372"/>
                </a:lnTo>
                <a:lnTo>
                  <a:pt x="2968613" y="40372"/>
                </a:lnTo>
                <a:lnTo>
                  <a:pt x="2962415" y="40372"/>
                </a:lnTo>
                <a:lnTo>
                  <a:pt x="2956218" y="40372"/>
                </a:lnTo>
                <a:lnTo>
                  <a:pt x="2950020" y="40372"/>
                </a:lnTo>
                <a:lnTo>
                  <a:pt x="2943823" y="40372"/>
                </a:lnTo>
                <a:lnTo>
                  <a:pt x="2937625" y="40372"/>
                </a:lnTo>
                <a:lnTo>
                  <a:pt x="2931428" y="40372"/>
                </a:lnTo>
                <a:lnTo>
                  <a:pt x="2925230" y="40372"/>
                </a:lnTo>
                <a:lnTo>
                  <a:pt x="2919033" y="40372"/>
                </a:lnTo>
                <a:lnTo>
                  <a:pt x="2912835" y="40372"/>
                </a:lnTo>
                <a:lnTo>
                  <a:pt x="2906638" y="40372"/>
                </a:lnTo>
                <a:lnTo>
                  <a:pt x="2900440" y="40372"/>
                </a:lnTo>
                <a:lnTo>
                  <a:pt x="2894243" y="40372"/>
                </a:lnTo>
                <a:lnTo>
                  <a:pt x="2888045" y="40372"/>
                </a:lnTo>
                <a:lnTo>
                  <a:pt x="2881847" y="40372"/>
                </a:lnTo>
                <a:lnTo>
                  <a:pt x="2875650" y="40372"/>
                </a:lnTo>
                <a:lnTo>
                  <a:pt x="2869452" y="40372"/>
                </a:lnTo>
                <a:lnTo>
                  <a:pt x="2863255" y="40372"/>
                </a:lnTo>
                <a:lnTo>
                  <a:pt x="2857057" y="40372"/>
                </a:lnTo>
                <a:lnTo>
                  <a:pt x="2850860" y="40372"/>
                </a:lnTo>
                <a:lnTo>
                  <a:pt x="2844662" y="40372"/>
                </a:lnTo>
                <a:lnTo>
                  <a:pt x="2838465" y="40372"/>
                </a:lnTo>
                <a:lnTo>
                  <a:pt x="2832267" y="40372"/>
                </a:lnTo>
                <a:lnTo>
                  <a:pt x="2826070" y="40372"/>
                </a:lnTo>
                <a:lnTo>
                  <a:pt x="2819872" y="40372"/>
                </a:lnTo>
                <a:lnTo>
                  <a:pt x="2813675" y="40372"/>
                </a:lnTo>
                <a:lnTo>
                  <a:pt x="2807477" y="40372"/>
                </a:lnTo>
                <a:lnTo>
                  <a:pt x="2801280" y="40372"/>
                </a:lnTo>
                <a:lnTo>
                  <a:pt x="2795082" y="40372"/>
                </a:lnTo>
                <a:lnTo>
                  <a:pt x="2788885" y="40372"/>
                </a:lnTo>
                <a:lnTo>
                  <a:pt x="2782687" y="40372"/>
                </a:lnTo>
                <a:lnTo>
                  <a:pt x="2776490" y="40372"/>
                </a:lnTo>
                <a:lnTo>
                  <a:pt x="2770292" y="40372"/>
                </a:lnTo>
                <a:lnTo>
                  <a:pt x="2764095" y="40372"/>
                </a:lnTo>
                <a:lnTo>
                  <a:pt x="2757897" y="40372"/>
                </a:lnTo>
                <a:lnTo>
                  <a:pt x="2751699" y="40372"/>
                </a:lnTo>
                <a:lnTo>
                  <a:pt x="2745502" y="40372"/>
                </a:lnTo>
                <a:lnTo>
                  <a:pt x="2739304" y="40372"/>
                </a:lnTo>
                <a:lnTo>
                  <a:pt x="2733107" y="40372"/>
                </a:lnTo>
                <a:lnTo>
                  <a:pt x="2726909" y="40372"/>
                </a:lnTo>
                <a:lnTo>
                  <a:pt x="2720712" y="40372"/>
                </a:lnTo>
                <a:lnTo>
                  <a:pt x="2714514" y="40372"/>
                </a:lnTo>
                <a:lnTo>
                  <a:pt x="2708317" y="40372"/>
                </a:lnTo>
                <a:lnTo>
                  <a:pt x="2702119" y="40372"/>
                </a:lnTo>
                <a:lnTo>
                  <a:pt x="2695922" y="40372"/>
                </a:lnTo>
                <a:lnTo>
                  <a:pt x="2689724" y="40372"/>
                </a:lnTo>
                <a:lnTo>
                  <a:pt x="2683527" y="40372"/>
                </a:lnTo>
                <a:lnTo>
                  <a:pt x="2677329" y="40372"/>
                </a:lnTo>
                <a:lnTo>
                  <a:pt x="2671132" y="40372"/>
                </a:lnTo>
                <a:lnTo>
                  <a:pt x="2664934" y="40372"/>
                </a:lnTo>
                <a:lnTo>
                  <a:pt x="2658737" y="40372"/>
                </a:lnTo>
                <a:lnTo>
                  <a:pt x="2652539" y="40372"/>
                </a:lnTo>
                <a:lnTo>
                  <a:pt x="2646342" y="40372"/>
                </a:lnTo>
                <a:lnTo>
                  <a:pt x="2640144" y="40372"/>
                </a:lnTo>
                <a:lnTo>
                  <a:pt x="2633947" y="40372"/>
                </a:lnTo>
                <a:lnTo>
                  <a:pt x="2627749" y="40372"/>
                </a:lnTo>
                <a:lnTo>
                  <a:pt x="2621552" y="40372"/>
                </a:lnTo>
                <a:lnTo>
                  <a:pt x="2615354" y="40372"/>
                </a:lnTo>
                <a:lnTo>
                  <a:pt x="2609156" y="40372"/>
                </a:lnTo>
                <a:lnTo>
                  <a:pt x="2602959" y="40372"/>
                </a:lnTo>
                <a:lnTo>
                  <a:pt x="2596761" y="40372"/>
                </a:lnTo>
                <a:lnTo>
                  <a:pt x="2590564" y="40372"/>
                </a:lnTo>
                <a:lnTo>
                  <a:pt x="2584366" y="40372"/>
                </a:lnTo>
                <a:lnTo>
                  <a:pt x="2578169" y="40372"/>
                </a:lnTo>
                <a:lnTo>
                  <a:pt x="2571971" y="40372"/>
                </a:lnTo>
                <a:lnTo>
                  <a:pt x="2565774" y="40372"/>
                </a:lnTo>
                <a:lnTo>
                  <a:pt x="2559576" y="40372"/>
                </a:lnTo>
                <a:lnTo>
                  <a:pt x="2553379" y="40372"/>
                </a:lnTo>
                <a:lnTo>
                  <a:pt x="2547181" y="40372"/>
                </a:lnTo>
                <a:lnTo>
                  <a:pt x="2540984" y="40372"/>
                </a:lnTo>
                <a:lnTo>
                  <a:pt x="2534786" y="40372"/>
                </a:lnTo>
                <a:lnTo>
                  <a:pt x="2528589" y="40372"/>
                </a:lnTo>
                <a:lnTo>
                  <a:pt x="2522391" y="40372"/>
                </a:lnTo>
                <a:lnTo>
                  <a:pt x="2516194" y="40372"/>
                </a:lnTo>
                <a:lnTo>
                  <a:pt x="2509996" y="40372"/>
                </a:lnTo>
                <a:lnTo>
                  <a:pt x="2503799" y="40372"/>
                </a:lnTo>
                <a:lnTo>
                  <a:pt x="2497601" y="40372"/>
                </a:lnTo>
                <a:lnTo>
                  <a:pt x="2491404" y="40372"/>
                </a:lnTo>
                <a:lnTo>
                  <a:pt x="2485206" y="40372"/>
                </a:lnTo>
                <a:lnTo>
                  <a:pt x="2479009" y="40372"/>
                </a:lnTo>
                <a:lnTo>
                  <a:pt x="2472811" y="40372"/>
                </a:lnTo>
                <a:lnTo>
                  <a:pt x="2466613" y="40372"/>
                </a:lnTo>
                <a:lnTo>
                  <a:pt x="2460416" y="40372"/>
                </a:lnTo>
                <a:lnTo>
                  <a:pt x="2454218" y="40372"/>
                </a:lnTo>
                <a:lnTo>
                  <a:pt x="2448021" y="40372"/>
                </a:lnTo>
                <a:lnTo>
                  <a:pt x="2441823" y="40372"/>
                </a:lnTo>
                <a:lnTo>
                  <a:pt x="2435626" y="40372"/>
                </a:lnTo>
                <a:lnTo>
                  <a:pt x="2429428" y="40372"/>
                </a:lnTo>
                <a:lnTo>
                  <a:pt x="2423231" y="40372"/>
                </a:lnTo>
                <a:lnTo>
                  <a:pt x="2417033" y="40372"/>
                </a:lnTo>
                <a:lnTo>
                  <a:pt x="2410836" y="40372"/>
                </a:lnTo>
                <a:lnTo>
                  <a:pt x="2404638" y="40372"/>
                </a:lnTo>
                <a:lnTo>
                  <a:pt x="2398441" y="40372"/>
                </a:lnTo>
                <a:lnTo>
                  <a:pt x="2392243" y="40372"/>
                </a:lnTo>
                <a:lnTo>
                  <a:pt x="2386046" y="40372"/>
                </a:lnTo>
                <a:lnTo>
                  <a:pt x="2379848" y="40372"/>
                </a:lnTo>
                <a:lnTo>
                  <a:pt x="2373651" y="40372"/>
                </a:lnTo>
                <a:lnTo>
                  <a:pt x="2367453" y="40372"/>
                </a:lnTo>
                <a:lnTo>
                  <a:pt x="2361256" y="40372"/>
                </a:lnTo>
                <a:lnTo>
                  <a:pt x="2355058" y="40372"/>
                </a:lnTo>
                <a:lnTo>
                  <a:pt x="2348861" y="40372"/>
                </a:lnTo>
                <a:lnTo>
                  <a:pt x="2342663" y="40372"/>
                </a:lnTo>
                <a:lnTo>
                  <a:pt x="2336465" y="40372"/>
                </a:lnTo>
                <a:lnTo>
                  <a:pt x="2330268" y="40372"/>
                </a:lnTo>
                <a:lnTo>
                  <a:pt x="2324070" y="40372"/>
                </a:lnTo>
                <a:lnTo>
                  <a:pt x="2317873" y="40372"/>
                </a:lnTo>
                <a:lnTo>
                  <a:pt x="2311675" y="40372"/>
                </a:lnTo>
                <a:lnTo>
                  <a:pt x="2305478" y="40372"/>
                </a:lnTo>
                <a:lnTo>
                  <a:pt x="2299280" y="40372"/>
                </a:lnTo>
                <a:lnTo>
                  <a:pt x="2293083" y="40372"/>
                </a:lnTo>
                <a:lnTo>
                  <a:pt x="2286885" y="40372"/>
                </a:lnTo>
                <a:lnTo>
                  <a:pt x="2280688" y="40372"/>
                </a:lnTo>
                <a:lnTo>
                  <a:pt x="2274490" y="40372"/>
                </a:lnTo>
                <a:lnTo>
                  <a:pt x="2268293" y="40372"/>
                </a:lnTo>
                <a:lnTo>
                  <a:pt x="2262095" y="40372"/>
                </a:lnTo>
                <a:lnTo>
                  <a:pt x="2255898" y="40372"/>
                </a:lnTo>
                <a:lnTo>
                  <a:pt x="2249700" y="40372"/>
                </a:lnTo>
                <a:lnTo>
                  <a:pt x="2243503" y="40372"/>
                </a:lnTo>
                <a:lnTo>
                  <a:pt x="2237305" y="40372"/>
                </a:lnTo>
                <a:lnTo>
                  <a:pt x="2231108" y="40372"/>
                </a:lnTo>
                <a:lnTo>
                  <a:pt x="2224910" y="40372"/>
                </a:lnTo>
                <a:lnTo>
                  <a:pt x="2218713" y="40372"/>
                </a:lnTo>
                <a:lnTo>
                  <a:pt x="2212515" y="40372"/>
                </a:lnTo>
                <a:lnTo>
                  <a:pt x="2206318" y="40372"/>
                </a:lnTo>
                <a:lnTo>
                  <a:pt x="2200120" y="40372"/>
                </a:lnTo>
                <a:lnTo>
                  <a:pt x="2193922" y="40372"/>
                </a:lnTo>
                <a:lnTo>
                  <a:pt x="2187725" y="40372"/>
                </a:lnTo>
                <a:lnTo>
                  <a:pt x="2181527" y="40372"/>
                </a:lnTo>
                <a:lnTo>
                  <a:pt x="2175330" y="40372"/>
                </a:lnTo>
                <a:lnTo>
                  <a:pt x="2169132" y="40372"/>
                </a:lnTo>
                <a:lnTo>
                  <a:pt x="2162935" y="40372"/>
                </a:lnTo>
                <a:lnTo>
                  <a:pt x="2156737" y="40372"/>
                </a:lnTo>
                <a:lnTo>
                  <a:pt x="2150540" y="40372"/>
                </a:lnTo>
                <a:lnTo>
                  <a:pt x="2144342" y="40372"/>
                </a:lnTo>
                <a:lnTo>
                  <a:pt x="2138145" y="40372"/>
                </a:lnTo>
                <a:lnTo>
                  <a:pt x="2131947" y="40372"/>
                </a:lnTo>
                <a:lnTo>
                  <a:pt x="2125750" y="40372"/>
                </a:lnTo>
                <a:lnTo>
                  <a:pt x="2119552" y="40372"/>
                </a:lnTo>
                <a:lnTo>
                  <a:pt x="2113355" y="40372"/>
                </a:lnTo>
                <a:lnTo>
                  <a:pt x="2107157" y="40372"/>
                </a:lnTo>
                <a:lnTo>
                  <a:pt x="2100960" y="40372"/>
                </a:lnTo>
                <a:lnTo>
                  <a:pt x="2094762" y="40372"/>
                </a:lnTo>
                <a:lnTo>
                  <a:pt x="2088565" y="40372"/>
                </a:lnTo>
                <a:lnTo>
                  <a:pt x="2082367" y="40372"/>
                </a:lnTo>
                <a:lnTo>
                  <a:pt x="2076170" y="40372"/>
                </a:lnTo>
                <a:lnTo>
                  <a:pt x="2069972" y="40372"/>
                </a:lnTo>
                <a:lnTo>
                  <a:pt x="2063774" y="40372"/>
                </a:lnTo>
                <a:lnTo>
                  <a:pt x="2057577" y="40372"/>
                </a:lnTo>
                <a:lnTo>
                  <a:pt x="2051379" y="40372"/>
                </a:lnTo>
                <a:lnTo>
                  <a:pt x="2045182" y="40372"/>
                </a:lnTo>
                <a:lnTo>
                  <a:pt x="2038984" y="40372"/>
                </a:lnTo>
                <a:lnTo>
                  <a:pt x="2032787" y="40372"/>
                </a:lnTo>
                <a:lnTo>
                  <a:pt x="2026589" y="40372"/>
                </a:lnTo>
                <a:lnTo>
                  <a:pt x="2020392" y="40372"/>
                </a:lnTo>
                <a:lnTo>
                  <a:pt x="2014194" y="40372"/>
                </a:lnTo>
                <a:lnTo>
                  <a:pt x="2007997" y="40372"/>
                </a:lnTo>
                <a:lnTo>
                  <a:pt x="2001799" y="40372"/>
                </a:lnTo>
                <a:lnTo>
                  <a:pt x="1995602" y="40372"/>
                </a:lnTo>
                <a:lnTo>
                  <a:pt x="1989404" y="40372"/>
                </a:lnTo>
                <a:lnTo>
                  <a:pt x="1983207" y="40372"/>
                </a:lnTo>
                <a:lnTo>
                  <a:pt x="1977009" y="40372"/>
                </a:lnTo>
                <a:lnTo>
                  <a:pt x="1970812" y="40372"/>
                </a:lnTo>
                <a:lnTo>
                  <a:pt x="1964614" y="40372"/>
                </a:lnTo>
                <a:lnTo>
                  <a:pt x="1958417" y="40372"/>
                </a:lnTo>
                <a:lnTo>
                  <a:pt x="1952219" y="40372"/>
                </a:lnTo>
                <a:lnTo>
                  <a:pt x="1946022" y="40372"/>
                </a:lnTo>
                <a:lnTo>
                  <a:pt x="1939824" y="40372"/>
                </a:lnTo>
                <a:lnTo>
                  <a:pt x="1933627" y="40372"/>
                </a:lnTo>
                <a:lnTo>
                  <a:pt x="1927429" y="40372"/>
                </a:lnTo>
                <a:lnTo>
                  <a:pt x="1921231" y="40372"/>
                </a:lnTo>
                <a:lnTo>
                  <a:pt x="1915034" y="40372"/>
                </a:lnTo>
                <a:lnTo>
                  <a:pt x="1908836" y="40372"/>
                </a:lnTo>
                <a:lnTo>
                  <a:pt x="1902639" y="40372"/>
                </a:lnTo>
                <a:lnTo>
                  <a:pt x="1896441" y="40372"/>
                </a:lnTo>
                <a:lnTo>
                  <a:pt x="1890244" y="40372"/>
                </a:lnTo>
                <a:lnTo>
                  <a:pt x="1884046" y="40372"/>
                </a:lnTo>
                <a:lnTo>
                  <a:pt x="1877849" y="40372"/>
                </a:lnTo>
                <a:lnTo>
                  <a:pt x="1871651" y="40372"/>
                </a:lnTo>
                <a:lnTo>
                  <a:pt x="1865454" y="40372"/>
                </a:lnTo>
                <a:lnTo>
                  <a:pt x="1859256" y="40372"/>
                </a:lnTo>
                <a:lnTo>
                  <a:pt x="1853059" y="40372"/>
                </a:lnTo>
                <a:lnTo>
                  <a:pt x="1846861" y="40372"/>
                </a:lnTo>
                <a:lnTo>
                  <a:pt x="1840664" y="40372"/>
                </a:lnTo>
                <a:lnTo>
                  <a:pt x="1834466" y="40372"/>
                </a:lnTo>
                <a:lnTo>
                  <a:pt x="1828269" y="40372"/>
                </a:lnTo>
                <a:lnTo>
                  <a:pt x="1822071" y="40372"/>
                </a:lnTo>
                <a:lnTo>
                  <a:pt x="1815874" y="40372"/>
                </a:lnTo>
                <a:lnTo>
                  <a:pt x="1809676" y="40372"/>
                </a:lnTo>
                <a:lnTo>
                  <a:pt x="1803479" y="40372"/>
                </a:lnTo>
                <a:lnTo>
                  <a:pt x="1797281" y="40372"/>
                </a:lnTo>
                <a:lnTo>
                  <a:pt x="1791084" y="40372"/>
                </a:lnTo>
                <a:lnTo>
                  <a:pt x="1784886" y="40372"/>
                </a:lnTo>
                <a:lnTo>
                  <a:pt x="1778688" y="40372"/>
                </a:lnTo>
                <a:lnTo>
                  <a:pt x="1772491" y="40372"/>
                </a:lnTo>
                <a:lnTo>
                  <a:pt x="1766293" y="40372"/>
                </a:lnTo>
                <a:lnTo>
                  <a:pt x="1760096" y="40372"/>
                </a:lnTo>
                <a:lnTo>
                  <a:pt x="1753898" y="40372"/>
                </a:lnTo>
                <a:lnTo>
                  <a:pt x="1747701" y="40372"/>
                </a:lnTo>
                <a:lnTo>
                  <a:pt x="1741503" y="40372"/>
                </a:lnTo>
                <a:lnTo>
                  <a:pt x="1735306" y="40372"/>
                </a:lnTo>
                <a:lnTo>
                  <a:pt x="1729108" y="40372"/>
                </a:lnTo>
                <a:lnTo>
                  <a:pt x="1722911" y="40372"/>
                </a:lnTo>
                <a:lnTo>
                  <a:pt x="1716713" y="40372"/>
                </a:lnTo>
                <a:lnTo>
                  <a:pt x="1710516" y="40372"/>
                </a:lnTo>
                <a:lnTo>
                  <a:pt x="1704318" y="40372"/>
                </a:lnTo>
                <a:lnTo>
                  <a:pt x="1698121" y="40372"/>
                </a:lnTo>
                <a:lnTo>
                  <a:pt x="1691923" y="40372"/>
                </a:lnTo>
                <a:lnTo>
                  <a:pt x="1685726" y="40372"/>
                </a:lnTo>
                <a:lnTo>
                  <a:pt x="1679528" y="40372"/>
                </a:lnTo>
                <a:lnTo>
                  <a:pt x="1673331" y="40372"/>
                </a:lnTo>
                <a:lnTo>
                  <a:pt x="1667133" y="40372"/>
                </a:lnTo>
                <a:lnTo>
                  <a:pt x="1660936" y="40372"/>
                </a:lnTo>
                <a:lnTo>
                  <a:pt x="1654738" y="40372"/>
                </a:lnTo>
                <a:lnTo>
                  <a:pt x="1648540" y="40372"/>
                </a:lnTo>
                <a:lnTo>
                  <a:pt x="1642343" y="40372"/>
                </a:lnTo>
                <a:lnTo>
                  <a:pt x="1636145" y="40372"/>
                </a:lnTo>
                <a:lnTo>
                  <a:pt x="1629948" y="40372"/>
                </a:lnTo>
                <a:lnTo>
                  <a:pt x="1623750" y="40372"/>
                </a:lnTo>
                <a:lnTo>
                  <a:pt x="1617553" y="40372"/>
                </a:lnTo>
                <a:lnTo>
                  <a:pt x="1611355" y="40372"/>
                </a:lnTo>
                <a:lnTo>
                  <a:pt x="1605158" y="40372"/>
                </a:lnTo>
                <a:lnTo>
                  <a:pt x="1598960" y="40372"/>
                </a:lnTo>
                <a:lnTo>
                  <a:pt x="1592763" y="40372"/>
                </a:lnTo>
                <a:lnTo>
                  <a:pt x="1586565" y="40372"/>
                </a:lnTo>
                <a:lnTo>
                  <a:pt x="1580368" y="40372"/>
                </a:lnTo>
                <a:lnTo>
                  <a:pt x="1574170" y="40372"/>
                </a:lnTo>
                <a:lnTo>
                  <a:pt x="1567973" y="40372"/>
                </a:lnTo>
                <a:lnTo>
                  <a:pt x="1561775" y="40372"/>
                </a:lnTo>
                <a:lnTo>
                  <a:pt x="1555578" y="40372"/>
                </a:lnTo>
                <a:lnTo>
                  <a:pt x="1549380" y="40372"/>
                </a:lnTo>
                <a:lnTo>
                  <a:pt x="1543183" y="40372"/>
                </a:lnTo>
                <a:lnTo>
                  <a:pt x="1536985" y="40372"/>
                </a:lnTo>
                <a:lnTo>
                  <a:pt x="1530788" y="40372"/>
                </a:lnTo>
                <a:lnTo>
                  <a:pt x="1524590" y="40372"/>
                </a:lnTo>
                <a:lnTo>
                  <a:pt x="1518393" y="40372"/>
                </a:lnTo>
                <a:lnTo>
                  <a:pt x="1512195" y="40372"/>
                </a:lnTo>
                <a:lnTo>
                  <a:pt x="1505997" y="40372"/>
                </a:lnTo>
                <a:lnTo>
                  <a:pt x="1499800" y="40372"/>
                </a:lnTo>
                <a:lnTo>
                  <a:pt x="1493602" y="40372"/>
                </a:lnTo>
                <a:lnTo>
                  <a:pt x="1487405" y="40372"/>
                </a:lnTo>
                <a:lnTo>
                  <a:pt x="1481207" y="40372"/>
                </a:lnTo>
                <a:lnTo>
                  <a:pt x="1475010" y="40372"/>
                </a:lnTo>
                <a:lnTo>
                  <a:pt x="1468812" y="40372"/>
                </a:lnTo>
                <a:lnTo>
                  <a:pt x="1462615" y="40372"/>
                </a:lnTo>
                <a:lnTo>
                  <a:pt x="1456417" y="40372"/>
                </a:lnTo>
                <a:lnTo>
                  <a:pt x="1450220" y="40372"/>
                </a:lnTo>
                <a:lnTo>
                  <a:pt x="1444022" y="40372"/>
                </a:lnTo>
                <a:lnTo>
                  <a:pt x="1437825" y="40372"/>
                </a:lnTo>
                <a:lnTo>
                  <a:pt x="1431627" y="40372"/>
                </a:lnTo>
                <a:lnTo>
                  <a:pt x="1425430" y="40372"/>
                </a:lnTo>
                <a:lnTo>
                  <a:pt x="1419232" y="40372"/>
                </a:lnTo>
                <a:lnTo>
                  <a:pt x="1413035" y="40372"/>
                </a:lnTo>
                <a:lnTo>
                  <a:pt x="1406837" y="40372"/>
                </a:lnTo>
                <a:lnTo>
                  <a:pt x="1400640" y="40372"/>
                </a:lnTo>
                <a:lnTo>
                  <a:pt x="1394442" y="40372"/>
                </a:lnTo>
                <a:lnTo>
                  <a:pt x="1388245" y="40372"/>
                </a:lnTo>
                <a:lnTo>
                  <a:pt x="1382047" y="40372"/>
                </a:lnTo>
                <a:lnTo>
                  <a:pt x="1375849" y="40372"/>
                </a:lnTo>
                <a:lnTo>
                  <a:pt x="1369652" y="40372"/>
                </a:lnTo>
                <a:lnTo>
                  <a:pt x="1363454" y="40372"/>
                </a:lnTo>
                <a:lnTo>
                  <a:pt x="1357257" y="40372"/>
                </a:lnTo>
                <a:lnTo>
                  <a:pt x="1351059" y="40372"/>
                </a:lnTo>
                <a:lnTo>
                  <a:pt x="1344862" y="40372"/>
                </a:lnTo>
                <a:lnTo>
                  <a:pt x="1338664" y="40372"/>
                </a:lnTo>
                <a:lnTo>
                  <a:pt x="1332467" y="40372"/>
                </a:lnTo>
                <a:lnTo>
                  <a:pt x="1326269" y="40372"/>
                </a:lnTo>
                <a:lnTo>
                  <a:pt x="1320072" y="40372"/>
                </a:lnTo>
                <a:lnTo>
                  <a:pt x="1313874" y="40372"/>
                </a:lnTo>
                <a:lnTo>
                  <a:pt x="1307677" y="40372"/>
                </a:lnTo>
                <a:lnTo>
                  <a:pt x="1301479" y="40372"/>
                </a:lnTo>
                <a:lnTo>
                  <a:pt x="1295282" y="40372"/>
                </a:lnTo>
                <a:lnTo>
                  <a:pt x="1289084" y="40372"/>
                </a:lnTo>
                <a:lnTo>
                  <a:pt x="1282887" y="40372"/>
                </a:lnTo>
                <a:lnTo>
                  <a:pt x="1276689" y="40372"/>
                </a:lnTo>
                <a:lnTo>
                  <a:pt x="1270492" y="40372"/>
                </a:lnTo>
                <a:lnTo>
                  <a:pt x="1264294" y="40372"/>
                </a:lnTo>
                <a:lnTo>
                  <a:pt x="1258097" y="40372"/>
                </a:lnTo>
                <a:lnTo>
                  <a:pt x="1251899" y="40372"/>
                </a:lnTo>
                <a:lnTo>
                  <a:pt x="1245702" y="40372"/>
                </a:lnTo>
                <a:lnTo>
                  <a:pt x="1239504" y="40372"/>
                </a:lnTo>
                <a:lnTo>
                  <a:pt x="1233306" y="40372"/>
                </a:lnTo>
                <a:lnTo>
                  <a:pt x="1227109" y="40372"/>
                </a:lnTo>
                <a:lnTo>
                  <a:pt x="1220911" y="40372"/>
                </a:lnTo>
                <a:lnTo>
                  <a:pt x="1214714" y="40372"/>
                </a:lnTo>
                <a:lnTo>
                  <a:pt x="1208516" y="40372"/>
                </a:lnTo>
                <a:lnTo>
                  <a:pt x="1202319" y="40372"/>
                </a:lnTo>
                <a:lnTo>
                  <a:pt x="1196121" y="40372"/>
                </a:lnTo>
                <a:lnTo>
                  <a:pt x="1189924" y="40372"/>
                </a:lnTo>
                <a:lnTo>
                  <a:pt x="1183726" y="40372"/>
                </a:lnTo>
                <a:lnTo>
                  <a:pt x="1177529" y="40372"/>
                </a:lnTo>
                <a:lnTo>
                  <a:pt x="1171331" y="40372"/>
                </a:lnTo>
                <a:lnTo>
                  <a:pt x="1165134" y="40372"/>
                </a:lnTo>
                <a:lnTo>
                  <a:pt x="1158936" y="40372"/>
                </a:lnTo>
                <a:lnTo>
                  <a:pt x="1152739" y="40372"/>
                </a:lnTo>
                <a:lnTo>
                  <a:pt x="1146541" y="40372"/>
                </a:lnTo>
                <a:lnTo>
                  <a:pt x="1140344" y="40372"/>
                </a:lnTo>
                <a:lnTo>
                  <a:pt x="1134146" y="40372"/>
                </a:lnTo>
                <a:lnTo>
                  <a:pt x="1127949" y="40372"/>
                </a:lnTo>
                <a:lnTo>
                  <a:pt x="1121751" y="40372"/>
                </a:lnTo>
                <a:lnTo>
                  <a:pt x="1115554" y="40372"/>
                </a:lnTo>
                <a:lnTo>
                  <a:pt x="1109356" y="40372"/>
                </a:lnTo>
                <a:lnTo>
                  <a:pt x="1103159" y="40372"/>
                </a:lnTo>
                <a:lnTo>
                  <a:pt x="1096961" y="40372"/>
                </a:lnTo>
                <a:lnTo>
                  <a:pt x="1090763" y="40372"/>
                </a:lnTo>
                <a:lnTo>
                  <a:pt x="1084566" y="40372"/>
                </a:lnTo>
                <a:lnTo>
                  <a:pt x="1078368" y="40372"/>
                </a:lnTo>
                <a:lnTo>
                  <a:pt x="1072171" y="40372"/>
                </a:lnTo>
                <a:lnTo>
                  <a:pt x="1065973" y="40372"/>
                </a:lnTo>
                <a:lnTo>
                  <a:pt x="1059776" y="40372"/>
                </a:lnTo>
                <a:lnTo>
                  <a:pt x="1053578" y="40372"/>
                </a:lnTo>
                <a:lnTo>
                  <a:pt x="1047381" y="40372"/>
                </a:lnTo>
                <a:lnTo>
                  <a:pt x="1041183" y="40372"/>
                </a:lnTo>
                <a:lnTo>
                  <a:pt x="1034986" y="40372"/>
                </a:lnTo>
                <a:lnTo>
                  <a:pt x="1028788" y="40372"/>
                </a:lnTo>
                <a:lnTo>
                  <a:pt x="1022591" y="40372"/>
                </a:lnTo>
                <a:lnTo>
                  <a:pt x="1016393" y="40372"/>
                </a:lnTo>
                <a:lnTo>
                  <a:pt x="1010196" y="40372"/>
                </a:lnTo>
                <a:lnTo>
                  <a:pt x="1003998" y="40372"/>
                </a:lnTo>
                <a:lnTo>
                  <a:pt x="997801" y="40372"/>
                </a:lnTo>
                <a:lnTo>
                  <a:pt x="991603" y="40372"/>
                </a:lnTo>
                <a:lnTo>
                  <a:pt x="985406" y="40372"/>
                </a:lnTo>
                <a:lnTo>
                  <a:pt x="979208" y="40372"/>
                </a:lnTo>
                <a:lnTo>
                  <a:pt x="973011" y="40372"/>
                </a:lnTo>
                <a:lnTo>
                  <a:pt x="966813" y="40372"/>
                </a:lnTo>
                <a:lnTo>
                  <a:pt x="960615" y="40372"/>
                </a:lnTo>
                <a:lnTo>
                  <a:pt x="954418" y="40372"/>
                </a:lnTo>
                <a:lnTo>
                  <a:pt x="948220" y="40372"/>
                </a:lnTo>
                <a:lnTo>
                  <a:pt x="942023" y="40372"/>
                </a:lnTo>
                <a:lnTo>
                  <a:pt x="935825" y="40372"/>
                </a:lnTo>
                <a:lnTo>
                  <a:pt x="929628" y="40372"/>
                </a:lnTo>
                <a:lnTo>
                  <a:pt x="923430" y="40372"/>
                </a:lnTo>
                <a:lnTo>
                  <a:pt x="917233" y="40372"/>
                </a:lnTo>
                <a:lnTo>
                  <a:pt x="911035" y="40372"/>
                </a:lnTo>
                <a:lnTo>
                  <a:pt x="904838" y="40372"/>
                </a:lnTo>
                <a:lnTo>
                  <a:pt x="898640" y="40372"/>
                </a:lnTo>
                <a:lnTo>
                  <a:pt x="892443" y="40372"/>
                </a:lnTo>
                <a:lnTo>
                  <a:pt x="886245" y="40372"/>
                </a:lnTo>
                <a:lnTo>
                  <a:pt x="880048" y="40372"/>
                </a:lnTo>
                <a:lnTo>
                  <a:pt x="873850" y="40372"/>
                </a:lnTo>
                <a:lnTo>
                  <a:pt x="867653" y="40372"/>
                </a:lnTo>
                <a:lnTo>
                  <a:pt x="861455" y="40372"/>
                </a:lnTo>
                <a:lnTo>
                  <a:pt x="855258" y="40372"/>
                </a:lnTo>
                <a:lnTo>
                  <a:pt x="849060" y="40372"/>
                </a:lnTo>
                <a:lnTo>
                  <a:pt x="842863" y="40372"/>
                </a:lnTo>
                <a:lnTo>
                  <a:pt x="836665" y="40372"/>
                </a:lnTo>
                <a:lnTo>
                  <a:pt x="830468" y="40372"/>
                </a:lnTo>
                <a:lnTo>
                  <a:pt x="824270" y="40372"/>
                </a:lnTo>
                <a:lnTo>
                  <a:pt x="818072" y="40372"/>
                </a:lnTo>
                <a:lnTo>
                  <a:pt x="811875" y="40372"/>
                </a:lnTo>
                <a:lnTo>
                  <a:pt x="805677" y="40372"/>
                </a:lnTo>
                <a:lnTo>
                  <a:pt x="799480" y="40372"/>
                </a:lnTo>
                <a:lnTo>
                  <a:pt x="793282" y="40372"/>
                </a:lnTo>
                <a:lnTo>
                  <a:pt x="787085" y="40372"/>
                </a:lnTo>
                <a:lnTo>
                  <a:pt x="780887" y="40372"/>
                </a:lnTo>
                <a:lnTo>
                  <a:pt x="774690" y="40372"/>
                </a:lnTo>
                <a:lnTo>
                  <a:pt x="768492" y="40372"/>
                </a:lnTo>
                <a:lnTo>
                  <a:pt x="762295" y="40372"/>
                </a:lnTo>
                <a:lnTo>
                  <a:pt x="756097" y="40372"/>
                </a:lnTo>
                <a:lnTo>
                  <a:pt x="749900" y="40372"/>
                </a:lnTo>
                <a:lnTo>
                  <a:pt x="743702" y="40372"/>
                </a:lnTo>
                <a:lnTo>
                  <a:pt x="737505" y="40372"/>
                </a:lnTo>
                <a:lnTo>
                  <a:pt x="731307" y="40372"/>
                </a:lnTo>
                <a:lnTo>
                  <a:pt x="725110" y="40372"/>
                </a:lnTo>
                <a:lnTo>
                  <a:pt x="718912" y="40372"/>
                </a:lnTo>
                <a:lnTo>
                  <a:pt x="712715" y="40372"/>
                </a:lnTo>
                <a:lnTo>
                  <a:pt x="706517" y="40372"/>
                </a:lnTo>
                <a:lnTo>
                  <a:pt x="700320" y="40372"/>
                </a:lnTo>
                <a:lnTo>
                  <a:pt x="694122" y="40372"/>
                </a:lnTo>
                <a:lnTo>
                  <a:pt x="687924" y="40372"/>
                </a:lnTo>
                <a:lnTo>
                  <a:pt x="681727" y="40372"/>
                </a:lnTo>
                <a:lnTo>
                  <a:pt x="675529" y="40372"/>
                </a:lnTo>
                <a:lnTo>
                  <a:pt x="669332" y="40372"/>
                </a:lnTo>
                <a:lnTo>
                  <a:pt x="663134" y="40372"/>
                </a:lnTo>
                <a:lnTo>
                  <a:pt x="656937" y="40372"/>
                </a:lnTo>
                <a:lnTo>
                  <a:pt x="650739" y="40372"/>
                </a:lnTo>
                <a:lnTo>
                  <a:pt x="644542" y="40372"/>
                </a:lnTo>
                <a:lnTo>
                  <a:pt x="638344" y="40372"/>
                </a:lnTo>
                <a:lnTo>
                  <a:pt x="632147" y="40372"/>
                </a:lnTo>
                <a:lnTo>
                  <a:pt x="625949" y="40372"/>
                </a:lnTo>
                <a:lnTo>
                  <a:pt x="619752" y="40372"/>
                </a:lnTo>
                <a:lnTo>
                  <a:pt x="613554" y="40372"/>
                </a:lnTo>
                <a:lnTo>
                  <a:pt x="607357" y="40372"/>
                </a:lnTo>
                <a:lnTo>
                  <a:pt x="601159" y="40372"/>
                </a:lnTo>
                <a:lnTo>
                  <a:pt x="594962" y="40372"/>
                </a:lnTo>
                <a:lnTo>
                  <a:pt x="588764" y="40372"/>
                </a:lnTo>
                <a:lnTo>
                  <a:pt x="582567" y="40372"/>
                </a:lnTo>
                <a:lnTo>
                  <a:pt x="576369" y="40372"/>
                </a:lnTo>
                <a:lnTo>
                  <a:pt x="570172" y="40372"/>
                </a:lnTo>
                <a:lnTo>
                  <a:pt x="563974" y="40372"/>
                </a:lnTo>
                <a:lnTo>
                  <a:pt x="557777" y="40372"/>
                </a:lnTo>
                <a:lnTo>
                  <a:pt x="551579" y="40372"/>
                </a:lnTo>
                <a:lnTo>
                  <a:pt x="545381" y="40372"/>
                </a:lnTo>
                <a:lnTo>
                  <a:pt x="539184" y="40372"/>
                </a:lnTo>
                <a:lnTo>
                  <a:pt x="532986" y="40372"/>
                </a:lnTo>
                <a:lnTo>
                  <a:pt x="526789" y="40372"/>
                </a:lnTo>
                <a:lnTo>
                  <a:pt x="520591" y="40372"/>
                </a:lnTo>
                <a:lnTo>
                  <a:pt x="514394" y="40372"/>
                </a:lnTo>
                <a:lnTo>
                  <a:pt x="508196" y="40372"/>
                </a:lnTo>
                <a:lnTo>
                  <a:pt x="501999" y="40372"/>
                </a:lnTo>
                <a:lnTo>
                  <a:pt x="495801" y="40372"/>
                </a:lnTo>
                <a:lnTo>
                  <a:pt x="489604" y="40372"/>
                </a:lnTo>
                <a:lnTo>
                  <a:pt x="483406" y="40372"/>
                </a:lnTo>
                <a:lnTo>
                  <a:pt x="477209" y="40372"/>
                </a:lnTo>
                <a:lnTo>
                  <a:pt x="471011" y="40372"/>
                </a:lnTo>
                <a:lnTo>
                  <a:pt x="464814" y="40372"/>
                </a:lnTo>
                <a:lnTo>
                  <a:pt x="458616" y="40372"/>
                </a:lnTo>
                <a:lnTo>
                  <a:pt x="452419" y="40372"/>
                </a:lnTo>
                <a:lnTo>
                  <a:pt x="446221" y="40372"/>
                </a:lnTo>
                <a:lnTo>
                  <a:pt x="440024" y="40372"/>
                </a:lnTo>
                <a:lnTo>
                  <a:pt x="433826" y="40372"/>
                </a:lnTo>
                <a:lnTo>
                  <a:pt x="427629" y="40372"/>
                </a:lnTo>
                <a:lnTo>
                  <a:pt x="421431" y="40372"/>
                </a:lnTo>
                <a:lnTo>
                  <a:pt x="415234" y="40372"/>
                </a:lnTo>
                <a:lnTo>
                  <a:pt x="409036" y="40372"/>
                </a:lnTo>
                <a:lnTo>
                  <a:pt x="402838" y="40372"/>
                </a:lnTo>
                <a:lnTo>
                  <a:pt x="396641" y="40372"/>
                </a:lnTo>
                <a:lnTo>
                  <a:pt x="390443" y="40372"/>
                </a:lnTo>
                <a:lnTo>
                  <a:pt x="384246" y="40372"/>
                </a:lnTo>
                <a:lnTo>
                  <a:pt x="378048" y="40372"/>
                </a:lnTo>
                <a:lnTo>
                  <a:pt x="371851" y="40372"/>
                </a:lnTo>
                <a:lnTo>
                  <a:pt x="365653" y="40372"/>
                </a:lnTo>
                <a:lnTo>
                  <a:pt x="359456" y="40372"/>
                </a:lnTo>
                <a:lnTo>
                  <a:pt x="353258" y="40372"/>
                </a:lnTo>
                <a:lnTo>
                  <a:pt x="347061" y="40372"/>
                </a:lnTo>
                <a:lnTo>
                  <a:pt x="340863" y="40372"/>
                </a:lnTo>
                <a:lnTo>
                  <a:pt x="334666" y="40372"/>
                </a:lnTo>
                <a:lnTo>
                  <a:pt x="328468" y="40372"/>
                </a:lnTo>
                <a:lnTo>
                  <a:pt x="322271" y="40372"/>
                </a:lnTo>
                <a:lnTo>
                  <a:pt x="316073" y="40372"/>
                </a:lnTo>
                <a:lnTo>
                  <a:pt x="309876" y="40372"/>
                </a:lnTo>
                <a:lnTo>
                  <a:pt x="303678" y="40372"/>
                </a:lnTo>
                <a:lnTo>
                  <a:pt x="297481" y="40372"/>
                </a:lnTo>
                <a:lnTo>
                  <a:pt x="291283" y="40372"/>
                </a:lnTo>
                <a:lnTo>
                  <a:pt x="285086" y="40372"/>
                </a:lnTo>
                <a:lnTo>
                  <a:pt x="278888" y="40372"/>
                </a:lnTo>
                <a:lnTo>
                  <a:pt x="272690" y="40372"/>
                </a:lnTo>
                <a:lnTo>
                  <a:pt x="266493" y="40372"/>
                </a:lnTo>
                <a:lnTo>
                  <a:pt x="260295" y="40372"/>
                </a:lnTo>
                <a:lnTo>
                  <a:pt x="254098" y="40372"/>
                </a:lnTo>
                <a:lnTo>
                  <a:pt x="247900" y="40372"/>
                </a:lnTo>
                <a:lnTo>
                  <a:pt x="241703" y="40372"/>
                </a:lnTo>
                <a:lnTo>
                  <a:pt x="235505" y="40372"/>
                </a:lnTo>
                <a:lnTo>
                  <a:pt x="229308" y="40372"/>
                </a:lnTo>
                <a:lnTo>
                  <a:pt x="223110" y="40372"/>
                </a:lnTo>
                <a:lnTo>
                  <a:pt x="216913" y="40372"/>
                </a:lnTo>
                <a:lnTo>
                  <a:pt x="210715" y="40372"/>
                </a:lnTo>
                <a:lnTo>
                  <a:pt x="204518" y="40372"/>
                </a:lnTo>
                <a:lnTo>
                  <a:pt x="198320" y="40372"/>
                </a:lnTo>
                <a:lnTo>
                  <a:pt x="192123" y="40372"/>
                </a:lnTo>
                <a:lnTo>
                  <a:pt x="185925" y="40372"/>
                </a:lnTo>
                <a:lnTo>
                  <a:pt x="179728" y="40372"/>
                </a:lnTo>
                <a:lnTo>
                  <a:pt x="173530" y="40372"/>
                </a:lnTo>
                <a:lnTo>
                  <a:pt x="167333" y="40372"/>
                </a:lnTo>
                <a:lnTo>
                  <a:pt x="161135" y="40372"/>
                </a:lnTo>
                <a:lnTo>
                  <a:pt x="154938" y="40372"/>
                </a:lnTo>
                <a:lnTo>
                  <a:pt x="148740" y="40372"/>
                </a:lnTo>
                <a:lnTo>
                  <a:pt x="142543" y="40372"/>
                </a:lnTo>
                <a:lnTo>
                  <a:pt x="136345" y="40372"/>
                </a:lnTo>
                <a:lnTo>
                  <a:pt x="130147" y="40372"/>
                </a:lnTo>
                <a:lnTo>
                  <a:pt x="123950" y="40372"/>
                </a:lnTo>
                <a:lnTo>
                  <a:pt x="117752" y="40372"/>
                </a:lnTo>
                <a:lnTo>
                  <a:pt x="111555" y="40372"/>
                </a:lnTo>
                <a:lnTo>
                  <a:pt x="105357" y="40372"/>
                </a:lnTo>
                <a:lnTo>
                  <a:pt x="99160" y="40372"/>
                </a:lnTo>
                <a:lnTo>
                  <a:pt x="92962" y="40372"/>
                </a:lnTo>
                <a:lnTo>
                  <a:pt x="86765" y="40372"/>
                </a:lnTo>
                <a:lnTo>
                  <a:pt x="80567" y="40372"/>
                </a:lnTo>
                <a:lnTo>
                  <a:pt x="74370" y="40372"/>
                </a:lnTo>
                <a:lnTo>
                  <a:pt x="68172" y="40372"/>
                </a:lnTo>
                <a:lnTo>
                  <a:pt x="61975" y="40372"/>
                </a:lnTo>
                <a:lnTo>
                  <a:pt x="55777" y="40372"/>
                </a:lnTo>
                <a:lnTo>
                  <a:pt x="49580" y="40372"/>
                </a:lnTo>
                <a:lnTo>
                  <a:pt x="43382" y="40372"/>
                </a:lnTo>
                <a:lnTo>
                  <a:pt x="37185" y="40372"/>
                </a:lnTo>
                <a:lnTo>
                  <a:pt x="30987" y="40372"/>
                </a:lnTo>
                <a:lnTo>
                  <a:pt x="24790" y="40372"/>
                </a:lnTo>
                <a:lnTo>
                  <a:pt x="18592" y="40372"/>
                </a:lnTo>
                <a:lnTo>
                  <a:pt x="12395" y="40372"/>
                </a:lnTo>
                <a:lnTo>
                  <a:pt x="6197" y="4037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7" name="pl15">
            <a:extLst>
              <a:ext uri="{FF2B5EF4-FFF2-40B4-BE49-F238E27FC236}">
                <a16:creationId xmlns:a16="http://schemas.microsoft.com/office/drawing/2014/main" id="{0F67301F-9425-B182-8E7F-D641AADE64F9}"/>
              </a:ext>
            </a:extLst>
          </p:cNvPr>
          <p:cNvSpPr/>
          <p:nvPr/>
        </p:nvSpPr>
        <p:spPr>
          <a:xfrm>
            <a:off x="6365365" y="1481212"/>
            <a:ext cx="2412901" cy="30760"/>
          </a:xfrm>
          <a:custGeom>
            <a:avLst/>
            <a:gdLst/>
            <a:ahLst/>
            <a:cxnLst/>
            <a:rect l="0" t="0" r="0" b="0"/>
            <a:pathLst>
              <a:path w="3166933" h="40372">
                <a:moveTo>
                  <a:pt x="0" y="40275"/>
                </a:moveTo>
                <a:lnTo>
                  <a:pt x="6197" y="40276"/>
                </a:lnTo>
                <a:lnTo>
                  <a:pt x="12395" y="40276"/>
                </a:lnTo>
                <a:lnTo>
                  <a:pt x="18592" y="40277"/>
                </a:lnTo>
                <a:lnTo>
                  <a:pt x="24790" y="40278"/>
                </a:lnTo>
                <a:lnTo>
                  <a:pt x="30987" y="40280"/>
                </a:lnTo>
                <a:lnTo>
                  <a:pt x="37185" y="40282"/>
                </a:lnTo>
                <a:lnTo>
                  <a:pt x="43382" y="40284"/>
                </a:lnTo>
                <a:lnTo>
                  <a:pt x="49580" y="40287"/>
                </a:lnTo>
                <a:lnTo>
                  <a:pt x="55777" y="40290"/>
                </a:lnTo>
                <a:lnTo>
                  <a:pt x="61975" y="40293"/>
                </a:lnTo>
                <a:lnTo>
                  <a:pt x="68172" y="40296"/>
                </a:lnTo>
                <a:lnTo>
                  <a:pt x="74370" y="40299"/>
                </a:lnTo>
                <a:lnTo>
                  <a:pt x="80567" y="40303"/>
                </a:lnTo>
                <a:lnTo>
                  <a:pt x="86765" y="40307"/>
                </a:lnTo>
                <a:lnTo>
                  <a:pt x="92962" y="40310"/>
                </a:lnTo>
                <a:lnTo>
                  <a:pt x="99160" y="40314"/>
                </a:lnTo>
                <a:lnTo>
                  <a:pt x="105357" y="40318"/>
                </a:lnTo>
                <a:lnTo>
                  <a:pt x="111555" y="40321"/>
                </a:lnTo>
                <a:lnTo>
                  <a:pt x="117752" y="40325"/>
                </a:lnTo>
                <a:lnTo>
                  <a:pt x="123950" y="40328"/>
                </a:lnTo>
                <a:lnTo>
                  <a:pt x="130147" y="40332"/>
                </a:lnTo>
                <a:lnTo>
                  <a:pt x="136345" y="40335"/>
                </a:lnTo>
                <a:lnTo>
                  <a:pt x="142543" y="40338"/>
                </a:lnTo>
                <a:lnTo>
                  <a:pt x="148740" y="40341"/>
                </a:lnTo>
                <a:lnTo>
                  <a:pt x="154938" y="40344"/>
                </a:lnTo>
                <a:lnTo>
                  <a:pt x="161135" y="40347"/>
                </a:lnTo>
                <a:lnTo>
                  <a:pt x="167333" y="40349"/>
                </a:lnTo>
                <a:lnTo>
                  <a:pt x="173530" y="40352"/>
                </a:lnTo>
                <a:lnTo>
                  <a:pt x="179728" y="40354"/>
                </a:lnTo>
                <a:lnTo>
                  <a:pt x="185925" y="40356"/>
                </a:lnTo>
                <a:lnTo>
                  <a:pt x="192123" y="40358"/>
                </a:lnTo>
                <a:lnTo>
                  <a:pt x="198320" y="40359"/>
                </a:lnTo>
                <a:lnTo>
                  <a:pt x="204518" y="40361"/>
                </a:lnTo>
                <a:lnTo>
                  <a:pt x="210715" y="40362"/>
                </a:lnTo>
                <a:lnTo>
                  <a:pt x="216913" y="40364"/>
                </a:lnTo>
                <a:lnTo>
                  <a:pt x="223110" y="40365"/>
                </a:lnTo>
                <a:lnTo>
                  <a:pt x="229308" y="40366"/>
                </a:lnTo>
                <a:lnTo>
                  <a:pt x="235505" y="40367"/>
                </a:lnTo>
                <a:lnTo>
                  <a:pt x="241703" y="40367"/>
                </a:lnTo>
                <a:lnTo>
                  <a:pt x="247900" y="40368"/>
                </a:lnTo>
                <a:lnTo>
                  <a:pt x="254098" y="40369"/>
                </a:lnTo>
                <a:lnTo>
                  <a:pt x="260295" y="40369"/>
                </a:lnTo>
                <a:lnTo>
                  <a:pt x="266493" y="40370"/>
                </a:lnTo>
                <a:lnTo>
                  <a:pt x="272690" y="40370"/>
                </a:lnTo>
                <a:lnTo>
                  <a:pt x="278888" y="40370"/>
                </a:lnTo>
                <a:lnTo>
                  <a:pt x="285086" y="40371"/>
                </a:lnTo>
                <a:lnTo>
                  <a:pt x="291283" y="40371"/>
                </a:lnTo>
                <a:lnTo>
                  <a:pt x="297481" y="40371"/>
                </a:lnTo>
                <a:lnTo>
                  <a:pt x="303678" y="40371"/>
                </a:lnTo>
                <a:lnTo>
                  <a:pt x="309876" y="40371"/>
                </a:lnTo>
                <a:lnTo>
                  <a:pt x="316073" y="40372"/>
                </a:lnTo>
                <a:lnTo>
                  <a:pt x="322271" y="40372"/>
                </a:lnTo>
                <a:lnTo>
                  <a:pt x="328468" y="40372"/>
                </a:lnTo>
                <a:lnTo>
                  <a:pt x="334666" y="40372"/>
                </a:lnTo>
                <a:lnTo>
                  <a:pt x="340863" y="40372"/>
                </a:lnTo>
                <a:lnTo>
                  <a:pt x="347061" y="40372"/>
                </a:lnTo>
                <a:lnTo>
                  <a:pt x="353258" y="40372"/>
                </a:lnTo>
                <a:lnTo>
                  <a:pt x="359456" y="40372"/>
                </a:lnTo>
                <a:lnTo>
                  <a:pt x="365653" y="40372"/>
                </a:lnTo>
                <a:lnTo>
                  <a:pt x="371851" y="40372"/>
                </a:lnTo>
                <a:lnTo>
                  <a:pt x="378048" y="40372"/>
                </a:lnTo>
                <a:lnTo>
                  <a:pt x="384246" y="40372"/>
                </a:lnTo>
                <a:lnTo>
                  <a:pt x="390443" y="40372"/>
                </a:lnTo>
                <a:lnTo>
                  <a:pt x="396641" y="40372"/>
                </a:lnTo>
                <a:lnTo>
                  <a:pt x="402838" y="40372"/>
                </a:lnTo>
                <a:lnTo>
                  <a:pt x="409036" y="40372"/>
                </a:lnTo>
                <a:lnTo>
                  <a:pt x="415234" y="40372"/>
                </a:lnTo>
                <a:lnTo>
                  <a:pt x="421431" y="40372"/>
                </a:lnTo>
                <a:lnTo>
                  <a:pt x="427629" y="40372"/>
                </a:lnTo>
                <a:lnTo>
                  <a:pt x="433826" y="40372"/>
                </a:lnTo>
                <a:lnTo>
                  <a:pt x="440024" y="40372"/>
                </a:lnTo>
                <a:lnTo>
                  <a:pt x="446221" y="40372"/>
                </a:lnTo>
                <a:lnTo>
                  <a:pt x="452419" y="40372"/>
                </a:lnTo>
                <a:lnTo>
                  <a:pt x="458616" y="40372"/>
                </a:lnTo>
                <a:lnTo>
                  <a:pt x="464814" y="40372"/>
                </a:lnTo>
                <a:lnTo>
                  <a:pt x="471011" y="40372"/>
                </a:lnTo>
                <a:lnTo>
                  <a:pt x="477209" y="40372"/>
                </a:lnTo>
                <a:lnTo>
                  <a:pt x="483406" y="40372"/>
                </a:lnTo>
                <a:lnTo>
                  <a:pt x="489604" y="40372"/>
                </a:lnTo>
                <a:lnTo>
                  <a:pt x="495801" y="40372"/>
                </a:lnTo>
                <a:lnTo>
                  <a:pt x="501999" y="40372"/>
                </a:lnTo>
                <a:lnTo>
                  <a:pt x="508196" y="40372"/>
                </a:lnTo>
                <a:lnTo>
                  <a:pt x="514394" y="40372"/>
                </a:lnTo>
                <a:lnTo>
                  <a:pt x="520591" y="40372"/>
                </a:lnTo>
                <a:lnTo>
                  <a:pt x="526789" y="40372"/>
                </a:lnTo>
                <a:lnTo>
                  <a:pt x="532986" y="40372"/>
                </a:lnTo>
                <a:lnTo>
                  <a:pt x="539184" y="40372"/>
                </a:lnTo>
                <a:lnTo>
                  <a:pt x="545381" y="40372"/>
                </a:lnTo>
                <a:lnTo>
                  <a:pt x="551579" y="40372"/>
                </a:lnTo>
                <a:lnTo>
                  <a:pt x="557777" y="40372"/>
                </a:lnTo>
                <a:lnTo>
                  <a:pt x="563974" y="40372"/>
                </a:lnTo>
                <a:lnTo>
                  <a:pt x="570172" y="40372"/>
                </a:lnTo>
                <a:lnTo>
                  <a:pt x="576369" y="40372"/>
                </a:lnTo>
                <a:lnTo>
                  <a:pt x="582567" y="40372"/>
                </a:lnTo>
                <a:lnTo>
                  <a:pt x="588764" y="40372"/>
                </a:lnTo>
                <a:lnTo>
                  <a:pt x="594962" y="40372"/>
                </a:lnTo>
                <a:lnTo>
                  <a:pt x="601159" y="40372"/>
                </a:lnTo>
                <a:lnTo>
                  <a:pt x="607357" y="40372"/>
                </a:lnTo>
                <a:lnTo>
                  <a:pt x="613554" y="40371"/>
                </a:lnTo>
                <a:lnTo>
                  <a:pt x="619752" y="40371"/>
                </a:lnTo>
                <a:lnTo>
                  <a:pt x="625949" y="40371"/>
                </a:lnTo>
                <a:lnTo>
                  <a:pt x="632147" y="40371"/>
                </a:lnTo>
                <a:lnTo>
                  <a:pt x="638344" y="40371"/>
                </a:lnTo>
                <a:lnTo>
                  <a:pt x="644542" y="40371"/>
                </a:lnTo>
                <a:lnTo>
                  <a:pt x="650739" y="40370"/>
                </a:lnTo>
                <a:lnTo>
                  <a:pt x="656937" y="40370"/>
                </a:lnTo>
                <a:lnTo>
                  <a:pt x="663134" y="40369"/>
                </a:lnTo>
                <a:lnTo>
                  <a:pt x="669332" y="40369"/>
                </a:lnTo>
                <a:lnTo>
                  <a:pt x="675529" y="40368"/>
                </a:lnTo>
                <a:lnTo>
                  <a:pt x="681727" y="40368"/>
                </a:lnTo>
                <a:lnTo>
                  <a:pt x="687924" y="40367"/>
                </a:lnTo>
                <a:lnTo>
                  <a:pt x="694122" y="40366"/>
                </a:lnTo>
                <a:lnTo>
                  <a:pt x="700320" y="40365"/>
                </a:lnTo>
                <a:lnTo>
                  <a:pt x="706517" y="40364"/>
                </a:lnTo>
                <a:lnTo>
                  <a:pt x="712715" y="40363"/>
                </a:lnTo>
                <a:lnTo>
                  <a:pt x="718912" y="40362"/>
                </a:lnTo>
                <a:lnTo>
                  <a:pt x="725110" y="40360"/>
                </a:lnTo>
                <a:lnTo>
                  <a:pt x="731307" y="40359"/>
                </a:lnTo>
                <a:lnTo>
                  <a:pt x="737505" y="40357"/>
                </a:lnTo>
                <a:lnTo>
                  <a:pt x="743702" y="40355"/>
                </a:lnTo>
                <a:lnTo>
                  <a:pt x="749900" y="40353"/>
                </a:lnTo>
                <a:lnTo>
                  <a:pt x="756097" y="40350"/>
                </a:lnTo>
                <a:lnTo>
                  <a:pt x="762295" y="40348"/>
                </a:lnTo>
                <a:lnTo>
                  <a:pt x="768492" y="40345"/>
                </a:lnTo>
                <a:lnTo>
                  <a:pt x="774690" y="40343"/>
                </a:lnTo>
                <a:lnTo>
                  <a:pt x="780887" y="40340"/>
                </a:lnTo>
                <a:lnTo>
                  <a:pt x="787085" y="40337"/>
                </a:lnTo>
                <a:lnTo>
                  <a:pt x="793282" y="40333"/>
                </a:lnTo>
                <a:lnTo>
                  <a:pt x="799480" y="40330"/>
                </a:lnTo>
                <a:lnTo>
                  <a:pt x="805677" y="40326"/>
                </a:lnTo>
                <a:lnTo>
                  <a:pt x="811875" y="40323"/>
                </a:lnTo>
                <a:lnTo>
                  <a:pt x="818072" y="40319"/>
                </a:lnTo>
                <a:lnTo>
                  <a:pt x="824270" y="40316"/>
                </a:lnTo>
                <a:lnTo>
                  <a:pt x="830468" y="40312"/>
                </a:lnTo>
                <a:lnTo>
                  <a:pt x="836665" y="40308"/>
                </a:lnTo>
                <a:lnTo>
                  <a:pt x="842863" y="40305"/>
                </a:lnTo>
                <a:lnTo>
                  <a:pt x="849060" y="40301"/>
                </a:lnTo>
                <a:lnTo>
                  <a:pt x="855258" y="40298"/>
                </a:lnTo>
                <a:lnTo>
                  <a:pt x="861455" y="40294"/>
                </a:lnTo>
                <a:lnTo>
                  <a:pt x="867653" y="40291"/>
                </a:lnTo>
                <a:lnTo>
                  <a:pt x="873850" y="40288"/>
                </a:lnTo>
                <a:lnTo>
                  <a:pt x="880048" y="40285"/>
                </a:lnTo>
                <a:lnTo>
                  <a:pt x="886245" y="40283"/>
                </a:lnTo>
                <a:lnTo>
                  <a:pt x="892443" y="40281"/>
                </a:lnTo>
                <a:lnTo>
                  <a:pt x="898640" y="40279"/>
                </a:lnTo>
                <a:lnTo>
                  <a:pt x="904838" y="40278"/>
                </a:lnTo>
                <a:lnTo>
                  <a:pt x="911035" y="40277"/>
                </a:lnTo>
                <a:lnTo>
                  <a:pt x="917233" y="40276"/>
                </a:lnTo>
                <a:lnTo>
                  <a:pt x="923430" y="40275"/>
                </a:lnTo>
                <a:lnTo>
                  <a:pt x="929628" y="40275"/>
                </a:lnTo>
                <a:lnTo>
                  <a:pt x="935825" y="40276"/>
                </a:lnTo>
                <a:lnTo>
                  <a:pt x="942023" y="40277"/>
                </a:lnTo>
                <a:lnTo>
                  <a:pt x="948220" y="40278"/>
                </a:lnTo>
                <a:lnTo>
                  <a:pt x="954418" y="40279"/>
                </a:lnTo>
                <a:lnTo>
                  <a:pt x="960615" y="40281"/>
                </a:lnTo>
                <a:lnTo>
                  <a:pt x="966813" y="40283"/>
                </a:lnTo>
                <a:lnTo>
                  <a:pt x="973011" y="40286"/>
                </a:lnTo>
                <a:lnTo>
                  <a:pt x="979208" y="40289"/>
                </a:lnTo>
                <a:lnTo>
                  <a:pt x="985406" y="40291"/>
                </a:lnTo>
                <a:lnTo>
                  <a:pt x="991603" y="40295"/>
                </a:lnTo>
                <a:lnTo>
                  <a:pt x="997801" y="40298"/>
                </a:lnTo>
                <a:lnTo>
                  <a:pt x="1003998" y="40301"/>
                </a:lnTo>
                <a:lnTo>
                  <a:pt x="1010196" y="40305"/>
                </a:lnTo>
                <a:lnTo>
                  <a:pt x="1016393" y="40309"/>
                </a:lnTo>
                <a:lnTo>
                  <a:pt x="1022591" y="40312"/>
                </a:lnTo>
                <a:lnTo>
                  <a:pt x="1028788" y="40316"/>
                </a:lnTo>
                <a:lnTo>
                  <a:pt x="1034986" y="40320"/>
                </a:lnTo>
                <a:lnTo>
                  <a:pt x="1041183" y="40323"/>
                </a:lnTo>
                <a:lnTo>
                  <a:pt x="1047381" y="40327"/>
                </a:lnTo>
                <a:lnTo>
                  <a:pt x="1053578" y="40330"/>
                </a:lnTo>
                <a:lnTo>
                  <a:pt x="1059776" y="40334"/>
                </a:lnTo>
                <a:lnTo>
                  <a:pt x="1065973" y="40337"/>
                </a:lnTo>
                <a:lnTo>
                  <a:pt x="1072171" y="40340"/>
                </a:lnTo>
                <a:lnTo>
                  <a:pt x="1078368" y="40343"/>
                </a:lnTo>
                <a:lnTo>
                  <a:pt x="1084566" y="40346"/>
                </a:lnTo>
                <a:lnTo>
                  <a:pt x="1090763" y="40348"/>
                </a:lnTo>
                <a:lnTo>
                  <a:pt x="1096961" y="40351"/>
                </a:lnTo>
                <a:lnTo>
                  <a:pt x="1103159" y="40353"/>
                </a:lnTo>
                <a:lnTo>
                  <a:pt x="1109356" y="40355"/>
                </a:lnTo>
                <a:lnTo>
                  <a:pt x="1115554" y="40357"/>
                </a:lnTo>
                <a:lnTo>
                  <a:pt x="1121751" y="40359"/>
                </a:lnTo>
                <a:lnTo>
                  <a:pt x="1127949" y="40360"/>
                </a:lnTo>
                <a:lnTo>
                  <a:pt x="1134146" y="40362"/>
                </a:lnTo>
                <a:lnTo>
                  <a:pt x="1140344" y="40363"/>
                </a:lnTo>
                <a:lnTo>
                  <a:pt x="1146541" y="40364"/>
                </a:lnTo>
                <a:lnTo>
                  <a:pt x="1152739" y="40365"/>
                </a:lnTo>
                <a:lnTo>
                  <a:pt x="1158936" y="40366"/>
                </a:lnTo>
                <a:lnTo>
                  <a:pt x="1165134" y="40367"/>
                </a:lnTo>
                <a:lnTo>
                  <a:pt x="1171331" y="40368"/>
                </a:lnTo>
                <a:lnTo>
                  <a:pt x="1177529" y="40368"/>
                </a:lnTo>
                <a:lnTo>
                  <a:pt x="1183726" y="40369"/>
                </a:lnTo>
                <a:lnTo>
                  <a:pt x="1189924" y="40369"/>
                </a:lnTo>
                <a:lnTo>
                  <a:pt x="1196121" y="40370"/>
                </a:lnTo>
                <a:lnTo>
                  <a:pt x="1202319" y="40370"/>
                </a:lnTo>
                <a:lnTo>
                  <a:pt x="1208516" y="40371"/>
                </a:lnTo>
                <a:lnTo>
                  <a:pt x="1214714" y="40371"/>
                </a:lnTo>
                <a:lnTo>
                  <a:pt x="1220911" y="40371"/>
                </a:lnTo>
                <a:lnTo>
                  <a:pt x="1227109" y="40371"/>
                </a:lnTo>
                <a:lnTo>
                  <a:pt x="1233306" y="40371"/>
                </a:lnTo>
                <a:lnTo>
                  <a:pt x="1239504" y="40372"/>
                </a:lnTo>
                <a:lnTo>
                  <a:pt x="1245702" y="40372"/>
                </a:lnTo>
                <a:lnTo>
                  <a:pt x="1251899" y="40372"/>
                </a:lnTo>
                <a:lnTo>
                  <a:pt x="1258097" y="40372"/>
                </a:lnTo>
                <a:lnTo>
                  <a:pt x="1264294" y="40372"/>
                </a:lnTo>
                <a:lnTo>
                  <a:pt x="1270492" y="40372"/>
                </a:lnTo>
                <a:lnTo>
                  <a:pt x="1276689" y="40372"/>
                </a:lnTo>
                <a:lnTo>
                  <a:pt x="1282887" y="40372"/>
                </a:lnTo>
                <a:lnTo>
                  <a:pt x="1289084" y="40372"/>
                </a:lnTo>
                <a:lnTo>
                  <a:pt x="1295282" y="40372"/>
                </a:lnTo>
                <a:lnTo>
                  <a:pt x="1301479" y="40372"/>
                </a:lnTo>
                <a:lnTo>
                  <a:pt x="1307677" y="40372"/>
                </a:lnTo>
                <a:lnTo>
                  <a:pt x="1313874" y="40372"/>
                </a:lnTo>
                <a:lnTo>
                  <a:pt x="1320072" y="40372"/>
                </a:lnTo>
                <a:lnTo>
                  <a:pt x="1326269" y="40372"/>
                </a:lnTo>
                <a:lnTo>
                  <a:pt x="1332467" y="40372"/>
                </a:lnTo>
                <a:lnTo>
                  <a:pt x="1338664" y="40372"/>
                </a:lnTo>
                <a:lnTo>
                  <a:pt x="1344862" y="40372"/>
                </a:lnTo>
                <a:lnTo>
                  <a:pt x="1351059" y="40372"/>
                </a:lnTo>
                <a:lnTo>
                  <a:pt x="1357257" y="40372"/>
                </a:lnTo>
                <a:lnTo>
                  <a:pt x="1363454" y="40372"/>
                </a:lnTo>
                <a:lnTo>
                  <a:pt x="1369652" y="40372"/>
                </a:lnTo>
                <a:lnTo>
                  <a:pt x="1375849" y="40372"/>
                </a:lnTo>
                <a:lnTo>
                  <a:pt x="1382047" y="40372"/>
                </a:lnTo>
                <a:lnTo>
                  <a:pt x="1388245" y="40372"/>
                </a:lnTo>
                <a:lnTo>
                  <a:pt x="1394442" y="40372"/>
                </a:lnTo>
                <a:lnTo>
                  <a:pt x="1400640" y="40372"/>
                </a:lnTo>
                <a:lnTo>
                  <a:pt x="1406837" y="40372"/>
                </a:lnTo>
                <a:lnTo>
                  <a:pt x="1413035" y="40372"/>
                </a:lnTo>
                <a:lnTo>
                  <a:pt x="1419232" y="40372"/>
                </a:lnTo>
                <a:lnTo>
                  <a:pt x="1425430" y="40372"/>
                </a:lnTo>
                <a:lnTo>
                  <a:pt x="1431627" y="40372"/>
                </a:lnTo>
                <a:lnTo>
                  <a:pt x="1437825" y="40372"/>
                </a:lnTo>
                <a:lnTo>
                  <a:pt x="1444022" y="40372"/>
                </a:lnTo>
                <a:lnTo>
                  <a:pt x="1450220" y="40372"/>
                </a:lnTo>
                <a:lnTo>
                  <a:pt x="1456417" y="40372"/>
                </a:lnTo>
                <a:lnTo>
                  <a:pt x="1462615" y="40372"/>
                </a:lnTo>
                <a:lnTo>
                  <a:pt x="1468812" y="40372"/>
                </a:lnTo>
                <a:lnTo>
                  <a:pt x="1475010" y="40372"/>
                </a:lnTo>
                <a:lnTo>
                  <a:pt x="1481207" y="40372"/>
                </a:lnTo>
                <a:lnTo>
                  <a:pt x="1487405" y="40372"/>
                </a:lnTo>
                <a:lnTo>
                  <a:pt x="1493602" y="40372"/>
                </a:lnTo>
                <a:lnTo>
                  <a:pt x="1499800" y="40372"/>
                </a:lnTo>
                <a:lnTo>
                  <a:pt x="1505997" y="40372"/>
                </a:lnTo>
                <a:lnTo>
                  <a:pt x="1512195" y="40372"/>
                </a:lnTo>
                <a:lnTo>
                  <a:pt x="1518393" y="40372"/>
                </a:lnTo>
                <a:lnTo>
                  <a:pt x="1524590" y="40372"/>
                </a:lnTo>
                <a:lnTo>
                  <a:pt x="1530788" y="40372"/>
                </a:lnTo>
                <a:lnTo>
                  <a:pt x="1536985" y="40372"/>
                </a:lnTo>
                <a:lnTo>
                  <a:pt x="1543183" y="40372"/>
                </a:lnTo>
                <a:lnTo>
                  <a:pt x="1549380" y="40372"/>
                </a:lnTo>
                <a:lnTo>
                  <a:pt x="1555578" y="40372"/>
                </a:lnTo>
                <a:lnTo>
                  <a:pt x="1561775" y="40372"/>
                </a:lnTo>
                <a:lnTo>
                  <a:pt x="1567973" y="40372"/>
                </a:lnTo>
                <a:lnTo>
                  <a:pt x="1574170" y="40372"/>
                </a:lnTo>
                <a:lnTo>
                  <a:pt x="1580368" y="40372"/>
                </a:lnTo>
                <a:lnTo>
                  <a:pt x="1586565" y="40372"/>
                </a:lnTo>
                <a:lnTo>
                  <a:pt x="1592763" y="40372"/>
                </a:lnTo>
                <a:lnTo>
                  <a:pt x="1598960" y="40372"/>
                </a:lnTo>
                <a:lnTo>
                  <a:pt x="1605158" y="40372"/>
                </a:lnTo>
                <a:lnTo>
                  <a:pt x="1611355" y="40372"/>
                </a:lnTo>
                <a:lnTo>
                  <a:pt x="1617553" y="40372"/>
                </a:lnTo>
                <a:lnTo>
                  <a:pt x="1623750" y="40372"/>
                </a:lnTo>
                <a:lnTo>
                  <a:pt x="1629948" y="40372"/>
                </a:lnTo>
                <a:lnTo>
                  <a:pt x="1636145" y="40372"/>
                </a:lnTo>
                <a:lnTo>
                  <a:pt x="1642343" y="40372"/>
                </a:lnTo>
                <a:lnTo>
                  <a:pt x="1648540" y="40372"/>
                </a:lnTo>
                <a:lnTo>
                  <a:pt x="1654738" y="40371"/>
                </a:lnTo>
                <a:lnTo>
                  <a:pt x="1660936" y="40371"/>
                </a:lnTo>
                <a:lnTo>
                  <a:pt x="1667133" y="40371"/>
                </a:lnTo>
                <a:lnTo>
                  <a:pt x="1673331" y="40371"/>
                </a:lnTo>
                <a:lnTo>
                  <a:pt x="1679528" y="40370"/>
                </a:lnTo>
                <a:lnTo>
                  <a:pt x="1685726" y="40370"/>
                </a:lnTo>
                <a:lnTo>
                  <a:pt x="1691923" y="40370"/>
                </a:lnTo>
                <a:lnTo>
                  <a:pt x="1698121" y="40369"/>
                </a:lnTo>
                <a:lnTo>
                  <a:pt x="1704318" y="40368"/>
                </a:lnTo>
                <a:lnTo>
                  <a:pt x="1710516" y="40368"/>
                </a:lnTo>
                <a:lnTo>
                  <a:pt x="1716713" y="40367"/>
                </a:lnTo>
                <a:lnTo>
                  <a:pt x="1722911" y="40366"/>
                </a:lnTo>
                <a:lnTo>
                  <a:pt x="1729108" y="40365"/>
                </a:lnTo>
                <a:lnTo>
                  <a:pt x="1735306" y="40363"/>
                </a:lnTo>
                <a:lnTo>
                  <a:pt x="1741503" y="40362"/>
                </a:lnTo>
                <a:lnTo>
                  <a:pt x="1747701" y="40360"/>
                </a:lnTo>
                <a:lnTo>
                  <a:pt x="1753898" y="40357"/>
                </a:lnTo>
                <a:lnTo>
                  <a:pt x="1760096" y="40355"/>
                </a:lnTo>
                <a:lnTo>
                  <a:pt x="1766293" y="40352"/>
                </a:lnTo>
                <a:lnTo>
                  <a:pt x="1772491" y="40349"/>
                </a:lnTo>
                <a:lnTo>
                  <a:pt x="1778688" y="40345"/>
                </a:lnTo>
                <a:lnTo>
                  <a:pt x="1784886" y="40341"/>
                </a:lnTo>
                <a:lnTo>
                  <a:pt x="1791084" y="40336"/>
                </a:lnTo>
                <a:lnTo>
                  <a:pt x="1797281" y="40330"/>
                </a:lnTo>
                <a:lnTo>
                  <a:pt x="1803479" y="40324"/>
                </a:lnTo>
                <a:lnTo>
                  <a:pt x="1809676" y="40317"/>
                </a:lnTo>
                <a:lnTo>
                  <a:pt x="1815874" y="40309"/>
                </a:lnTo>
                <a:lnTo>
                  <a:pt x="1822071" y="40301"/>
                </a:lnTo>
                <a:lnTo>
                  <a:pt x="1828269" y="40291"/>
                </a:lnTo>
                <a:lnTo>
                  <a:pt x="1834466" y="40281"/>
                </a:lnTo>
                <a:lnTo>
                  <a:pt x="1840664" y="40268"/>
                </a:lnTo>
                <a:lnTo>
                  <a:pt x="1846861" y="40255"/>
                </a:lnTo>
                <a:lnTo>
                  <a:pt x="1853059" y="40241"/>
                </a:lnTo>
                <a:lnTo>
                  <a:pt x="1859256" y="40225"/>
                </a:lnTo>
                <a:lnTo>
                  <a:pt x="1865454" y="40207"/>
                </a:lnTo>
                <a:lnTo>
                  <a:pt x="1871651" y="40188"/>
                </a:lnTo>
                <a:lnTo>
                  <a:pt x="1877849" y="40166"/>
                </a:lnTo>
                <a:lnTo>
                  <a:pt x="1884046" y="40143"/>
                </a:lnTo>
                <a:lnTo>
                  <a:pt x="1890244" y="40117"/>
                </a:lnTo>
                <a:lnTo>
                  <a:pt x="1896441" y="40090"/>
                </a:lnTo>
                <a:lnTo>
                  <a:pt x="1902639" y="40059"/>
                </a:lnTo>
                <a:lnTo>
                  <a:pt x="1908836" y="40026"/>
                </a:lnTo>
                <a:lnTo>
                  <a:pt x="1915034" y="39989"/>
                </a:lnTo>
                <a:lnTo>
                  <a:pt x="1921231" y="39950"/>
                </a:lnTo>
                <a:lnTo>
                  <a:pt x="1927429" y="39908"/>
                </a:lnTo>
                <a:lnTo>
                  <a:pt x="1933627" y="39861"/>
                </a:lnTo>
                <a:lnTo>
                  <a:pt x="1939824" y="39810"/>
                </a:lnTo>
                <a:lnTo>
                  <a:pt x="1946022" y="39756"/>
                </a:lnTo>
                <a:lnTo>
                  <a:pt x="1952219" y="39697"/>
                </a:lnTo>
                <a:lnTo>
                  <a:pt x="1958417" y="39633"/>
                </a:lnTo>
                <a:lnTo>
                  <a:pt x="1964614" y="39563"/>
                </a:lnTo>
                <a:lnTo>
                  <a:pt x="1970812" y="39487"/>
                </a:lnTo>
                <a:lnTo>
                  <a:pt x="1977009" y="39406"/>
                </a:lnTo>
                <a:lnTo>
                  <a:pt x="1983207" y="39318"/>
                </a:lnTo>
                <a:lnTo>
                  <a:pt x="1989404" y="39224"/>
                </a:lnTo>
                <a:lnTo>
                  <a:pt x="1995602" y="39121"/>
                </a:lnTo>
                <a:lnTo>
                  <a:pt x="2001799" y="39011"/>
                </a:lnTo>
                <a:lnTo>
                  <a:pt x="2007997" y="38892"/>
                </a:lnTo>
                <a:lnTo>
                  <a:pt x="2014194" y="38765"/>
                </a:lnTo>
                <a:lnTo>
                  <a:pt x="2020392" y="38630"/>
                </a:lnTo>
                <a:lnTo>
                  <a:pt x="2026589" y="38482"/>
                </a:lnTo>
                <a:lnTo>
                  <a:pt x="2032787" y="38325"/>
                </a:lnTo>
                <a:lnTo>
                  <a:pt x="2038984" y="38158"/>
                </a:lnTo>
                <a:lnTo>
                  <a:pt x="2045182" y="37980"/>
                </a:lnTo>
                <a:lnTo>
                  <a:pt x="2051379" y="37791"/>
                </a:lnTo>
                <a:lnTo>
                  <a:pt x="2057577" y="37587"/>
                </a:lnTo>
                <a:lnTo>
                  <a:pt x="2063774" y="37370"/>
                </a:lnTo>
                <a:lnTo>
                  <a:pt x="2069972" y="37142"/>
                </a:lnTo>
                <a:lnTo>
                  <a:pt x="2076170" y="36901"/>
                </a:lnTo>
                <a:lnTo>
                  <a:pt x="2082367" y="36647"/>
                </a:lnTo>
                <a:lnTo>
                  <a:pt x="2088565" y="36376"/>
                </a:lnTo>
                <a:lnTo>
                  <a:pt x="2094762" y="36091"/>
                </a:lnTo>
                <a:lnTo>
                  <a:pt x="2100960" y="35792"/>
                </a:lnTo>
                <a:lnTo>
                  <a:pt x="2107157" y="35480"/>
                </a:lnTo>
                <a:lnTo>
                  <a:pt x="2113355" y="35153"/>
                </a:lnTo>
                <a:lnTo>
                  <a:pt x="2119552" y="34808"/>
                </a:lnTo>
                <a:lnTo>
                  <a:pt x="2125750" y="34449"/>
                </a:lnTo>
                <a:lnTo>
                  <a:pt x="2131947" y="34076"/>
                </a:lnTo>
                <a:lnTo>
                  <a:pt x="2138145" y="33688"/>
                </a:lnTo>
                <a:lnTo>
                  <a:pt x="2144342" y="33287"/>
                </a:lnTo>
                <a:lnTo>
                  <a:pt x="2150540" y="32868"/>
                </a:lnTo>
                <a:lnTo>
                  <a:pt x="2156737" y="32435"/>
                </a:lnTo>
                <a:lnTo>
                  <a:pt x="2162935" y="31989"/>
                </a:lnTo>
                <a:lnTo>
                  <a:pt x="2169132" y="31530"/>
                </a:lnTo>
                <a:lnTo>
                  <a:pt x="2175330" y="31059"/>
                </a:lnTo>
                <a:lnTo>
                  <a:pt x="2181527" y="30573"/>
                </a:lnTo>
                <a:lnTo>
                  <a:pt x="2187725" y="30074"/>
                </a:lnTo>
                <a:lnTo>
                  <a:pt x="2193922" y="29565"/>
                </a:lnTo>
                <a:lnTo>
                  <a:pt x="2200120" y="29045"/>
                </a:lnTo>
                <a:lnTo>
                  <a:pt x="2206318" y="28515"/>
                </a:lnTo>
                <a:lnTo>
                  <a:pt x="2212515" y="27974"/>
                </a:lnTo>
                <a:lnTo>
                  <a:pt x="2218713" y="27424"/>
                </a:lnTo>
                <a:lnTo>
                  <a:pt x="2224910" y="26866"/>
                </a:lnTo>
                <a:lnTo>
                  <a:pt x="2231108" y="26300"/>
                </a:lnTo>
                <a:lnTo>
                  <a:pt x="2237305" y="25729"/>
                </a:lnTo>
                <a:lnTo>
                  <a:pt x="2243503" y="25150"/>
                </a:lnTo>
                <a:lnTo>
                  <a:pt x="2249700" y="24566"/>
                </a:lnTo>
                <a:lnTo>
                  <a:pt x="2255898" y="23977"/>
                </a:lnTo>
                <a:lnTo>
                  <a:pt x="2262095" y="23385"/>
                </a:lnTo>
                <a:lnTo>
                  <a:pt x="2268293" y="22791"/>
                </a:lnTo>
                <a:lnTo>
                  <a:pt x="2274490" y="22193"/>
                </a:lnTo>
                <a:lnTo>
                  <a:pt x="2280688" y="21594"/>
                </a:lnTo>
                <a:lnTo>
                  <a:pt x="2286885" y="20995"/>
                </a:lnTo>
                <a:lnTo>
                  <a:pt x="2293083" y="20396"/>
                </a:lnTo>
                <a:lnTo>
                  <a:pt x="2299280" y="19797"/>
                </a:lnTo>
                <a:lnTo>
                  <a:pt x="2305478" y="19199"/>
                </a:lnTo>
                <a:lnTo>
                  <a:pt x="2311675" y="18604"/>
                </a:lnTo>
                <a:lnTo>
                  <a:pt x="2317873" y="18011"/>
                </a:lnTo>
                <a:lnTo>
                  <a:pt x="2324070" y="17422"/>
                </a:lnTo>
                <a:lnTo>
                  <a:pt x="2330268" y="16835"/>
                </a:lnTo>
                <a:lnTo>
                  <a:pt x="2336465" y="16254"/>
                </a:lnTo>
                <a:lnTo>
                  <a:pt x="2342663" y="15677"/>
                </a:lnTo>
                <a:lnTo>
                  <a:pt x="2348861" y="15106"/>
                </a:lnTo>
                <a:lnTo>
                  <a:pt x="2355058" y="14539"/>
                </a:lnTo>
                <a:lnTo>
                  <a:pt x="2361256" y="13979"/>
                </a:lnTo>
                <a:lnTo>
                  <a:pt x="2367453" y="13425"/>
                </a:lnTo>
                <a:lnTo>
                  <a:pt x="2373651" y="12878"/>
                </a:lnTo>
                <a:lnTo>
                  <a:pt x="2379848" y="12338"/>
                </a:lnTo>
                <a:lnTo>
                  <a:pt x="2386046" y="11805"/>
                </a:lnTo>
                <a:lnTo>
                  <a:pt x="2392243" y="11279"/>
                </a:lnTo>
                <a:lnTo>
                  <a:pt x="2398441" y="10761"/>
                </a:lnTo>
                <a:lnTo>
                  <a:pt x="2404638" y="10252"/>
                </a:lnTo>
                <a:lnTo>
                  <a:pt x="2410836" y="9750"/>
                </a:lnTo>
                <a:lnTo>
                  <a:pt x="2417033" y="9255"/>
                </a:lnTo>
                <a:lnTo>
                  <a:pt x="2423231" y="8768"/>
                </a:lnTo>
                <a:lnTo>
                  <a:pt x="2429428" y="8291"/>
                </a:lnTo>
                <a:lnTo>
                  <a:pt x="2435626" y="7823"/>
                </a:lnTo>
                <a:lnTo>
                  <a:pt x="2441823" y="7363"/>
                </a:lnTo>
                <a:lnTo>
                  <a:pt x="2448021" y="6911"/>
                </a:lnTo>
                <a:lnTo>
                  <a:pt x="2454218" y="6468"/>
                </a:lnTo>
                <a:lnTo>
                  <a:pt x="2460416" y="6035"/>
                </a:lnTo>
                <a:lnTo>
                  <a:pt x="2466613" y="5612"/>
                </a:lnTo>
                <a:lnTo>
                  <a:pt x="2472811" y="5199"/>
                </a:lnTo>
                <a:lnTo>
                  <a:pt x="2479009" y="4795"/>
                </a:lnTo>
                <a:lnTo>
                  <a:pt x="2485206" y="4402"/>
                </a:lnTo>
                <a:lnTo>
                  <a:pt x="2491404" y="4020"/>
                </a:lnTo>
                <a:lnTo>
                  <a:pt x="2497601" y="3652"/>
                </a:lnTo>
                <a:lnTo>
                  <a:pt x="2503799" y="3296"/>
                </a:lnTo>
                <a:lnTo>
                  <a:pt x="2509996" y="2951"/>
                </a:lnTo>
                <a:lnTo>
                  <a:pt x="2516194" y="2620"/>
                </a:lnTo>
                <a:lnTo>
                  <a:pt x="2522391" y="2305"/>
                </a:lnTo>
                <a:lnTo>
                  <a:pt x="2528589" y="2007"/>
                </a:lnTo>
                <a:lnTo>
                  <a:pt x="2534786" y="1725"/>
                </a:lnTo>
                <a:lnTo>
                  <a:pt x="2540984" y="1460"/>
                </a:lnTo>
                <a:lnTo>
                  <a:pt x="2547181" y="1212"/>
                </a:lnTo>
                <a:lnTo>
                  <a:pt x="2553379" y="984"/>
                </a:lnTo>
                <a:lnTo>
                  <a:pt x="2559576" y="781"/>
                </a:lnTo>
                <a:lnTo>
                  <a:pt x="2565774" y="597"/>
                </a:lnTo>
                <a:lnTo>
                  <a:pt x="2571971" y="435"/>
                </a:lnTo>
                <a:lnTo>
                  <a:pt x="2578169" y="296"/>
                </a:lnTo>
                <a:lnTo>
                  <a:pt x="2584366" y="182"/>
                </a:lnTo>
                <a:lnTo>
                  <a:pt x="2590564" y="98"/>
                </a:lnTo>
                <a:lnTo>
                  <a:pt x="2596761" y="39"/>
                </a:lnTo>
                <a:lnTo>
                  <a:pt x="2602959" y="6"/>
                </a:lnTo>
                <a:lnTo>
                  <a:pt x="2609156" y="0"/>
                </a:lnTo>
                <a:lnTo>
                  <a:pt x="2615354" y="23"/>
                </a:lnTo>
                <a:lnTo>
                  <a:pt x="2621552" y="80"/>
                </a:lnTo>
                <a:lnTo>
                  <a:pt x="2627749" y="165"/>
                </a:lnTo>
                <a:lnTo>
                  <a:pt x="2633947" y="279"/>
                </a:lnTo>
                <a:lnTo>
                  <a:pt x="2640144" y="421"/>
                </a:lnTo>
                <a:lnTo>
                  <a:pt x="2646342" y="595"/>
                </a:lnTo>
                <a:lnTo>
                  <a:pt x="2652539" y="804"/>
                </a:lnTo>
                <a:lnTo>
                  <a:pt x="2658737" y="1041"/>
                </a:lnTo>
                <a:lnTo>
                  <a:pt x="2664934" y="1307"/>
                </a:lnTo>
                <a:lnTo>
                  <a:pt x="2671132" y="1601"/>
                </a:lnTo>
                <a:lnTo>
                  <a:pt x="2677329" y="1925"/>
                </a:lnTo>
                <a:lnTo>
                  <a:pt x="2683527" y="2283"/>
                </a:lnTo>
                <a:lnTo>
                  <a:pt x="2689724" y="2666"/>
                </a:lnTo>
                <a:lnTo>
                  <a:pt x="2695922" y="3076"/>
                </a:lnTo>
                <a:lnTo>
                  <a:pt x="2702119" y="3510"/>
                </a:lnTo>
                <a:lnTo>
                  <a:pt x="2708317" y="3971"/>
                </a:lnTo>
                <a:lnTo>
                  <a:pt x="2714514" y="4461"/>
                </a:lnTo>
                <a:lnTo>
                  <a:pt x="2720712" y="4972"/>
                </a:lnTo>
                <a:lnTo>
                  <a:pt x="2726909" y="5505"/>
                </a:lnTo>
                <a:lnTo>
                  <a:pt x="2733107" y="6057"/>
                </a:lnTo>
                <a:lnTo>
                  <a:pt x="2739304" y="6630"/>
                </a:lnTo>
                <a:lnTo>
                  <a:pt x="2745502" y="7225"/>
                </a:lnTo>
                <a:lnTo>
                  <a:pt x="2751699" y="7837"/>
                </a:lnTo>
                <a:lnTo>
                  <a:pt x="2757897" y="8463"/>
                </a:lnTo>
                <a:lnTo>
                  <a:pt x="2764095" y="9104"/>
                </a:lnTo>
                <a:lnTo>
                  <a:pt x="2770292" y="9758"/>
                </a:lnTo>
                <a:lnTo>
                  <a:pt x="2776490" y="10426"/>
                </a:lnTo>
                <a:lnTo>
                  <a:pt x="2782687" y="11105"/>
                </a:lnTo>
                <a:lnTo>
                  <a:pt x="2788885" y="11792"/>
                </a:lnTo>
                <a:lnTo>
                  <a:pt x="2795082" y="12487"/>
                </a:lnTo>
                <a:lnTo>
                  <a:pt x="2801280" y="13188"/>
                </a:lnTo>
                <a:lnTo>
                  <a:pt x="2807477" y="13896"/>
                </a:lnTo>
                <a:lnTo>
                  <a:pt x="2813675" y="14607"/>
                </a:lnTo>
                <a:lnTo>
                  <a:pt x="2819872" y="15321"/>
                </a:lnTo>
                <a:lnTo>
                  <a:pt x="2826070" y="16036"/>
                </a:lnTo>
                <a:lnTo>
                  <a:pt x="2832267" y="16752"/>
                </a:lnTo>
                <a:lnTo>
                  <a:pt x="2838465" y="17466"/>
                </a:lnTo>
                <a:lnTo>
                  <a:pt x="2844662" y="18178"/>
                </a:lnTo>
                <a:lnTo>
                  <a:pt x="2850860" y="18887"/>
                </a:lnTo>
                <a:lnTo>
                  <a:pt x="2857057" y="19592"/>
                </a:lnTo>
                <a:lnTo>
                  <a:pt x="2863255" y="20291"/>
                </a:lnTo>
                <a:lnTo>
                  <a:pt x="2869452" y="20983"/>
                </a:lnTo>
                <a:lnTo>
                  <a:pt x="2875650" y="21668"/>
                </a:lnTo>
                <a:lnTo>
                  <a:pt x="2881847" y="22344"/>
                </a:lnTo>
                <a:lnTo>
                  <a:pt x="2888045" y="23013"/>
                </a:lnTo>
                <a:lnTo>
                  <a:pt x="2894243" y="23671"/>
                </a:lnTo>
                <a:lnTo>
                  <a:pt x="2900440" y="24317"/>
                </a:lnTo>
                <a:lnTo>
                  <a:pt x="2906638" y="24951"/>
                </a:lnTo>
                <a:lnTo>
                  <a:pt x="2912835" y="25575"/>
                </a:lnTo>
                <a:lnTo>
                  <a:pt x="2919033" y="26186"/>
                </a:lnTo>
                <a:lnTo>
                  <a:pt x="2925230" y="26785"/>
                </a:lnTo>
                <a:lnTo>
                  <a:pt x="2931428" y="27366"/>
                </a:lnTo>
                <a:lnTo>
                  <a:pt x="2937625" y="27935"/>
                </a:lnTo>
                <a:lnTo>
                  <a:pt x="2943823" y="28489"/>
                </a:lnTo>
                <a:lnTo>
                  <a:pt x="2950020" y="29029"/>
                </a:lnTo>
                <a:lnTo>
                  <a:pt x="2956218" y="29556"/>
                </a:lnTo>
                <a:lnTo>
                  <a:pt x="2962415" y="30063"/>
                </a:lnTo>
                <a:lnTo>
                  <a:pt x="2968613" y="30555"/>
                </a:lnTo>
                <a:lnTo>
                  <a:pt x="2974810" y="31032"/>
                </a:lnTo>
                <a:lnTo>
                  <a:pt x="2981008" y="31495"/>
                </a:lnTo>
                <a:lnTo>
                  <a:pt x="2987205" y="31942"/>
                </a:lnTo>
                <a:lnTo>
                  <a:pt x="2993403" y="32370"/>
                </a:lnTo>
                <a:lnTo>
                  <a:pt x="2999600" y="32783"/>
                </a:lnTo>
                <a:lnTo>
                  <a:pt x="3005798" y="33181"/>
                </a:lnTo>
                <a:lnTo>
                  <a:pt x="3011995" y="33565"/>
                </a:lnTo>
                <a:lnTo>
                  <a:pt x="3018193" y="33934"/>
                </a:lnTo>
                <a:lnTo>
                  <a:pt x="3024390" y="34285"/>
                </a:lnTo>
                <a:lnTo>
                  <a:pt x="3030588" y="34621"/>
                </a:lnTo>
                <a:lnTo>
                  <a:pt x="3036786" y="34943"/>
                </a:lnTo>
                <a:lnTo>
                  <a:pt x="3042983" y="35252"/>
                </a:lnTo>
                <a:lnTo>
                  <a:pt x="3049181" y="35548"/>
                </a:lnTo>
                <a:lnTo>
                  <a:pt x="3055378" y="35828"/>
                </a:lnTo>
                <a:lnTo>
                  <a:pt x="3061576" y="36095"/>
                </a:lnTo>
                <a:lnTo>
                  <a:pt x="3067773" y="36350"/>
                </a:lnTo>
                <a:lnTo>
                  <a:pt x="3073971" y="36594"/>
                </a:lnTo>
                <a:lnTo>
                  <a:pt x="3080168" y="36826"/>
                </a:lnTo>
                <a:lnTo>
                  <a:pt x="3086366" y="37044"/>
                </a:lnTo>
                <a:lnTo>
                  <a:pt x="3092563" y="37252"/>
                </a:lnTo>
                <a:lnTo>
                  <a:pt x="3098761" y="37450"/>
                </a:lnTo>
                <a:lnTo>
                  <a:pt x="3104958" y="37639"/>
                </a:lnTo>
                <a:lnTo>
                  <a:pt x="3111156" y="37818"/>
                </a:lnTo>
                <a:lnTo>
                  <a:pt x="3117353" y="37986"/>
                </a:lnTo>
                <a:lnTo>
                  <a:pt x="3123551" y="38146"/>
                </a:lnTo>
                <a:lnTo>
                  <a:pt x="3129748" y="38297"/>
                </a:lnTo>
                <a:lnTo>
                  <a:pt x="3135946" y="38441"/>
                </a:lnTo>
                <a:lnTo>
                  <a:pt x="3142143" y="38578"/>
                </a:lnTo>
                <a:lnTo>
                  <a:pt x="3148341" y="38706"/>
                </a:lnTo>
                <a:lnTo>
                  <a:pt x="3154538" y="38827"/>
                </a:lnTo>
                <a:lnTo>
                  <a:pt x="3160736" y="38941"/>
                </a:lnTo>
                <a:lnTo>
                  <a:pt x="3166933" y="39049"/>
                </a:lnTo>
              </a:path>
            </a:pathLst>
          </a:custGeom>
          <a:ln w="27101" cap="flat">
            <a:solidFill>
              <a:srgbClr val="CFF7F8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8" name="pl16">
            <a:extLst>
              <a:ext uri="{FF2B5EF4-FFF2-40B4-BE49-F238E27FC236}">
                <a16:creationId xmlns:a16="http://schemas.microsoft.com/office/drawing/2014/main" id="{0FAACAB1-AB3A-2716-FBA6-D041B6612DA1}"/>
              </a:ext>
            </a:extLst>
          </p:cNvPr>
          <p:cNvSpPr/>
          <p:nvPr/>
        </p:nvSpPr>
        <p:spPr>
          <a:xfrm>
            <a:off x="6244721" y="1544132"/>
            <a:ext cx="2654192" cy="0"/>
          </a:xfrm>
          <a:custGeom>
            <a:avLst/>
            <a:gdLst/>
            <a:ahLst/>
            <a:cxnLst/>
            <a:rect l="0" t="0" r="0" b="0"/>
            <a:pathLst>
              <a:path w="3483627">
                <a:moveTo>
                  <a:pt x="0" y="0"/>
                </a:moveTo>
                <a:lnTo>
                  <a:pt x="34836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9" name="pl17">
            <a:extLst>
              <a:ext uri="{FF2B5EF4-FFF2-40B4-BE49-F238E27FC236}">
                <a16:creationId xmlns:a16="http://schemas.microsoft.com/office/drawing/2014/main" id="{7C88A40E-D999-864D-8E13-E9614AC93DFB}"/>
              </a:ext>
            </a:extLst>
          </p:cNvPr>
          <p:cNvSpPr/>
          <p:nvPr/>
        </p:nvSpPr>
        <p:spPr>
          <a:xfrm>
            <a:off x="6279011" y="1544132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0" name="pl18">
            <a:extLst>
              <a:ext uri="{FF2B5EF4-FFF2-40B4-BE49-F238E27FC236}">
                <a16:creationId xmlns:a16="http://schemas.microsoft.com/office/drawing/2014/main" id="{CEDDEBCB-249E-909F-B348-CD86604F9E50}"/>
              </a:ext>
            </a:extLst>
          </p:cNvPr>
          <p:cNvSpPr/>
          <p:nvPr/>
        </p:nvSpPr>
        <p:spPr>
          <a:xfrm>
            <a:off x="6990816" y="1544132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1" name="pl19">
            <a:extLst>
              <a:ext uri="{FF2B5EF4-FFF2-40B4-BE49-F238E27FC236}">
                <a16:creationId xmlns:a16="http://schemas.microsoft.com/office/drawing/2014/main" id="{F55A6B02-D173-13AB-275F-865D106FACDB}"/>
              </a:ext>
            </a:extLst>
          </p:cNvPr>
          <p:cNvSpPr/>
          <p:nvPr/>
        </p:nvSpPr>
        <p:spPr>
          <a:xfrm>
            <a:off x="7702621" y="1544132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2" name="pl20">
            <a:extLst>
              <a:ext uri="{FF2B5EF4-FFF2-40B4-BE49-F238E27FC236}">
                <a16:creationId xmlns:a16="http://schemas.microsoft.com/office/drawing/2014/main" id="{13952B81-EE21-ECA9-A063-E1EAF88131B3}"/>
              </a:ext>
            </a:extLst>
          </p:cNvPr>
          <p:cNvSpPr/>
          <p:nvPr/>
        </p:nvSpPr>
        <p:spPr>
          <a:xfrm>
            <a:off x="8414426" y="1544132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3" name="tx21">
            <a:extLst>
              <a:ext uri="{FF2B5EF4-FFF2-40B4-BE49-F238E27FC236}">
                <a16:creationId xmlns:a16="http://schemas.microsoft.com/office/drawing/2014/main" id="{9C644A1D-6CFA-A730-03DC-36F4FFEB2299}"/>
              </a:ext>
            </a:extLst>
          </p:cNvPr>
          <p:cNvSpPr/>
          <p:nvPr/>
        </p:nvSpPr>
        <p:spPr>
          <a:xfrm>
            <a:off x="6219825" y="1590561"/>
            <a:ext cx="118370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484" name="tx22">
            <a:extLst>
              <a:ext uri="{FF2B5EF4-FFF2-40B4-BE49-F238E27FC236}">
                <a16:creationId xmlns:a16="http://schemas.microsoft.com/office/drawing/2014/main" id="{2BB41169-77B9-BBA9-46E4-E1BECBAF00E9}"/>
              </a:ext>
            </a:extLst>
          </p:cNvPr>
          <p:cNvSpPr/>
          <p:nvPr/>
        </p:nvSpPr>
        <p:spPr>
          <a:xfrm>
            <a:off x="6931630" y="1590561"/>
            <a:ext cx="118370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485" name="tx23">
            <a:extLst>
              <a:ext uri="{FF2B5EF4-FFF2-40B4-BE49-F238E27FC236}">
                <a16:creationId xmlns:a16="http://schemas.microsoft.com/office/drawing/2014/main" id="{19A68E39-3BFA-E35D-DC07-BCC2F4E025D0}"/>
              </a:ext>
            </a:extLst>
          </p:cNvPr>
          <p:cNvSpPr/>
          <p:nvPr/>
        </p:nvSpPr>
        <p:spPr>
          <a:xfrm>
            <a:off x="7643435" y="1590561"/>
            <a:ext cx="118370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486" name="tx24">
            <a:extLst>
              <a:ext uri="{FF2B5EF4-FFF2-40B4-BE49-F238E27FC236}">
                <a16:creationId xmlns:a16="http://schemas.microsoft.com/office/drawing/2014/main" id="{F2C4BD54-6B6B-2DD0-C0E0-4443B70FAD5C}"/>
              </a:ext>
            </a:extLst>
          </p:cNvPr>
          <p:cNvSpPr/>
          <p:nvPr/>
        </p:nvSpPr>
        <p:spPr>
          <a:xfrm>
            <a:off x="8355240" y="1591600"/>
            <a:ext cx="118370" cy="6120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487" name="tx25">
            <a:extLst>
              <a:ext uri="{FF2B5EF4-FFF2-40B4-BE49-F238E27FC236}">
                <a16:creationId xmlns:a16="http://schemas.microsoft.com/office/drawing/2014/main" id="{229646A7-B6BF-E09F-7C4B-783A0180C703}"/>
              </a:ext>
            </a:extLst>
          </p:cNvPr>
          <p:cNvSpPr/>
          <p:nvPr/>
        </p:nvSpPr>
        <p:spPr>
          <a:xfrm>
            <a:off x="7539308" y="1705446"/>
            <a:ext cx="65016" cy="761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488" name="rc26">
            <a:extLst>
              <a:ext uri="{FF2B5EF4-FFF2-40B4-BE49-F238E27FC236}">
                <a16:creationId xmlns:a16="http://schemas.microsoft.com/office/drawing/2014/main" id="{4846410C-DDFC-A30D-B829-EAA785B1E022}"/>
              </a:ext>
            </a:extLst>
          </p:cNvPr>
          <p:cNvSpPr/>
          <p:nvPr/>
        </p:nvSpPr>
        <p:spPr>
          <a:xfrm>
            <a:off x="6367598" y="1782567"/>
            <a:ext cx="2408437" cy="27324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9" name="tx27">
            <a:extLst>
              <a:ext uri="{FF2B5EF4-FFF2-40B4-BE49-F238E27FC236}">
                <a16:creationId xmlns:a16="http://schemas.microsoft.com/office/drawing/2014/main" id="{92845C56-4263-50AD-80F9-28DA744ABE4C}"/>
              </a:ext>
            </a:extLst>
          </p:cNvPr>
          <p:cNvSpPr/>
          <p:nvPr/>
        </p:nvSpPr>
        <p:spPr>
          <a:xfrm>
            <a:off x="6265568" y="1879847"/>
            <a:ext cx="644657" cy="774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Time Window</a:t>
            </a:r>
          </a:p>
        </p:txBody>
      </p:sp>
      <p:sp>
        <p:nvSpPr>
          <p:cNvPr id="490" name="rc28">
            <a:extLst>
              <a:ext uri="{FF2B5EF4-FFF2-40B4-BE49-F238E27FC236}">
                <a16:creationId xmlns:a16="http://schemas.microsoft.com/office/drawing/2014/main" id="{57F8ED75-001B-B2EE-ED02-3FDA17D8486E}"/>
              </a:ext>
            </a:extLst>
          </p:cNvPr>
          <p:cNvSpPr/>
          <p:nvPr/>
        </p:nvSpPr>
        <p:spPr>
          <a:xfrm>
            <a:off x="7126782" y="1835587"/>
            <a:ext cx="167205" cy="16720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1" name="rc29">
            <a:extLst>
              <a:ext uri="{FF2B5EF4-FFF2-40B4-BE49-F238E27FC236}">
                <a16:creationId xmlns:a16="http://schemas.microsoft.com/office/drawing/2014/main" id="{6770B1AA-A01F-501C-1FEF-03496E88974B}"/>
              </a:ext>
            </a:extLst>
          </p:cNvPr>
          <p:cNvSpPr/>
          <p:nvPr/>
        </p:nvSpPr>
        <p:spPr>
          <a:xfrm>
            <a:off x="7140496" y="1849302"/>
            <a:ext cx="139775" cy="139775"/>
          </a:xfrm>
          <a:prstGeom prst="rect">
            <a:avLst/>
          </a:prstGeom>
          <a:ln w="27101" cap="flat">
            <a:solidFill>
              <a:srgbClr val="003B44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2" name="rc30">
            <a:extLst>
              <a:ext uri="{FF2B5EF4-FFF2-40B4-BE49-F238E27FC236}">
                <a16:creationId xmlns:a16="http://schemas.microsoft.com/office/drawing/2014/main" id="{E00B695E-12EF-DDB9-8F2D-D69CE162A2C3}"/>
              </a:ext>
            </a:extLst>
          </p:cNvPr>
          <p:cNvSpPr/>
          <p:nvPr/>
        </p:nvSpPr>
        <p:spPr>
          <a:xfrm>
            <a:off x="7479855" y="1835587"/>
            <a:ext cx="167204" cy="16720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3" name="rc31">
            <a:extLst>
              <a:ext uri="{FF2B5EF4-FFF2-40B4-BE49-F238E27FC236}">
                <a16:creationId xmlns:a16="http://schemas.microsoft.com/office/drawing/2014/main" id="{368CBFC2-0F27-3509-E2E4-3DD3D8B5109F}"/>
              </a:ext>
            </a:extLst>
          </p:cNvPr>
          <p:cNvSpPr/>
          <p:nvPr/>
        </p:nvSpPr>
        <p:spPr>
          <a:xfrm>
            <a:off x="7493569" y="1849302"/>
            <a:ext cx="139775" cy="139775"/>
          </a:xfrm>
          <a:prstGeom prst="rect">
            <a:avLst/>
          </a:prstGeom>
          <a:ln w="27101" cap="flat">
            <a:solidFill>
              <a:srgbClr val="007B82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4" name="rc32">
            <a:extLst>
              <a:ext uri="{FF2B5EF4-FFF2-40B4-BE49-F238E27FC236}">
                <a16:creationId xmlns:a16="http://schemas.microsoft.com/office/drawing/2014/main" id="{8F9920E5-4B20-F0B3-5321-3BD70E1AF75B}"/>
              </a:ext>
            </a:extLst>
          </p:cNvPr>
          <p:cNvSpPr/>
          <p:nvPr/>
        </p:nvSpPr>
        <p:spPr>
          <a:xfrm>
            <a:off x="7803900" y="1835587"/>
            <a:ext cx="167205" cy="16720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5" name="rc33">
            <a:extLst>
              <a:ext uri="{FF2B5EF4-FFF2-40B4-BE49-F238E27FC236}">
                <a16:creationId xmlns:a16="http://schemas.microsoft.com/office/drawing/2014/main" id="{66D59701-576B-195F-AFC4-C2C6BA79A72F}"/>
              </a:ext>
            </a:extLst>
          </p:cNvPr>
          <p:cNvSpPr/>
          <p:nvPr/>
        </p:nvSpPr>
        <p:spPr>
          <a:xfrm>
            <a:off x="7817614" y="1849302"/>
            <a:ext cx="139775" cy="139775"/>
          </a:xfrm>
          <a:prstGeom prst="rect">
            <a:avLst/>
          </a:prstGeom>
          <a:ln w="27101" cap="flat">
            <a:solidFill>
              <a:srgbClr val="00BFC4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6" name="rc34">
            <a:extLst>
              <a:ext uri="{FF2B5EF4-FFF2-40B4-BE49-F238E27FC236}">
                <a16:creationId xmlns:a16="http://schemas.microsoft.com/office/drawing/2014/main" id="{3C21AB72-9F25-331D-AD4A-3ACB7F44083F}"/>
              </a:ext>
            </a:extLst>
          </p:cNvPr>
          <p:cNvSpPr/>
          <p:nvPr/>
        </p:nvSpPr>
        <p:spPr>
          <a:xfrm>
            <a:off x="8127945" y="1835587"/>
            <a:ext cx="167204" cy="16720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7" name="rc35">
            <a:extLst>
              <a:ext uri="{FF2B5EF4-FFF2-40B4-BE49-F238E27FC236}">
                <a16:creationId xmlns:a16="http://schemas.microsoft.com/office/drawing/2014/main" id="{659D3802-DE16-AA82-0EB4-F161E6B287D4}"/>
              </a:ext>
            </a:extLst>
          </p:cNvPr>
          <p:cNvSpPr/>
          <p:nvPr/>
        </p:nvSpPr>
        <p:spPr>
          <a:xfrm>
            <a:off x="8141659" y="1849302"/>
            <a:ext cx="139775" cy="139775"/>
          </a:xfrm>
          <a:prstGeom prst="rect">
            <a:avLst/>
          </a:prstGeom>
          <a:ln w="27101" cap="flat">
            <a:solidFill>
              <a:srgbClr val="6FE3E6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8" name="rc36">
            <a:extLst>
              <a:ext uri="{FF2B5EF4-FFF2-40B4-BE49-F238E27FC236}">
                <a16:creationId xmlns:a16="http://schemas.microsoft.com/office/drawing/2014/main" id="{ABFDAB3D-9CB9-AF24-AA88-1009EBC08FE6}"/>
              </a:ext>
            </a:extLst>
          </p:cNvPr>
          <p:cNvSpPr/>
          <p:nvPr/>
        </p:nvSpPr>
        <p:spPr>
          <a:xfrm>
            <a:off x="8451990" y="1835587"/>
            <a:ext cx="167204" cy="16720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9" name="rc37">
            <a:extLst>
              <a:ext uri="{FF2B5EF4-FFF2-40B4-BE49-F238E27FC236}">
                <a16:creationId xmlns:a16="http://schemas.microsoft.com/office/drawing/2014/main" id="{18769EA4-1D71-7FD5-F04E-58960F416324}"/>
              </a:ext>
            </a:extLst>
          </p:cNvPr>
          <p:cNvSpPr/>
          <p:nvPr/>
        </p:nvSpPr>
        <p:spPr>
          <a:xfrm>
            <a:off x="8465704" y="1849302"/>
            <a:ext cx="139775" cy="139775"/>
          </a:xfrm>
          <a:prstGeom prst="rect">
            <a:avLst/>
          </a:prstGeom>
          <a:ln w="27101" cap="flat">
            <a:solidFill>
              <a:srgbClr val="CFF7F8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0" name="tx38">
            <a:extLst>
              <a:ext uri="{FF2B5EF4-FFF2-40B4-BE49-F238E27FC236}">
                <a16:creationId xmlns:a16="http://schemas.microsoft.com/office/drawing/2014/main" id="{1462BE72-93D8-D239-C355-421A855A2228}"/>
              </a:ext>
            </a:extLst>
          </p:cNvPr>
          <p:cNvSpPr/>
          <p:nvPr/>
        </p:nvSpPr>
        <p:spPr>
          <a:xfrm>
            <a:off x="7347006" y="1888464"/>
            <a:ext cx="75712" cy="6120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501" name="tx39">
            <a:extLst>
              <a:ext uri="{FF2B5EF4-FFF2-40B4-BE49-F238E27FC236}">
                <a16:creationId xmlns:a16="http://schemas.microsoft.com/office/drawing/2014/main" id="{CBD4BA7B-99A0-F657-BEAE-84F703A278B8}"/>
              </a:ext>
            </a:extLst>
          </p:cNvPr>
          <p:cNvSpPr/>
          <p:nvPr/>
        </p:nvSpPr>
        <p:spPr>
          <a:xfrm>
            <a:off x="7700080" y="1887425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02" name="tx40">
            <a:extLst>
              <a:ext uri="{FF2B5EF4-FFF2-40B4-BE49-F238E27FC236}">
                <a16:creationId xmlns:a16="http://schemas.microsoft.com/office/drawing/2014/main" id="{4393EAFD-9AE7-D248-5B63-4B8D8339DB20}"/>
              </a:ext>
            </a:extLst>
          </p:cNvPr>
          <p:cNvSpPr/>
          <p:nvPr/>
        </p:nvSpPr>
        <p:spPr>
          <a:xfrm>
            <a:off x="8024125" y="1888464"/>
            <a:ext cx="47356" cy="6120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03" name="tx41">
            <a:extLst>
              <a:ext uri="{FF2B5EF4-FFF2-40B4-BE49-F238E27FC236}">
                <a16:creationId xmlns:a16="http://schemas.microsoft.com/office/drawing/2014/main" id="{6D09426C-9E03-2776-5127-6652C451D994}"/>
              </a:ext>
            </a:extLst>
          </p:cNvPr>
          <p:cNvSpPr/>
          <p:nvPr/>
        </p:nvSpPr>
        <p:spPr>
          <a:xfrm>
            <a:off x="8348170" y="1888713"/>
            <a:ext cx="47356" cy="609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504" name="tx42">
            <a:extLst>
              <a:ext uri="{FF2B5EF4-FFF2-40B4-BE49-F238E27FC236}">
                <a16:creationId xmlns:a16="http://schemas.microsoft.com/office/drawing/2014/main" id="{756DC5D9-35F5-A2D2-9AFB-F1D4B2E12118}"/>
              </a:ext>
            </a:extLst>
          </p:cNvPr>
          <p:cNvSpPr/>
          <p:nvPr/>
        </p:nvSpPr>
        <p:spPr>
          <a:xfrm>
            <a:off x="8672215" y="1887425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508" name="pg46">
            <a:extLst>
              <a:ext uri="{FF2B5EF4-FFF2-40B4-BE49-F238E27FC236}">
                <a16:creationId xmlns:a16="http://schemas.microsoft.com/office/drawing/2014/main" id="{C9E5CB0A-87EC-F50A-76CA-D7DE709445EF}"/>
              </a:ext>
            </a:extLst>
          </p:cNvPr>
          <p:cNvSpPr/>
          <p:nvPr/>
        </p:nvSpPr>
        <p:spPr>
          <a:xfrm>
            <a:off x="6505677" y="2471193"/>
            <a:ext cx="2412901" cy="643200"/>
          </a:xfrm>
          <a:custGeom>
            <a:avLst/>
            <a:gdLst/>
            <a:ahLst/>
            <a:cxnLst/>
            <a:rect l="0" t="0" r="0" b="0"/>
            <a:pathLst>
              <a:path w="3166933" h="844200">
                <a:moveTo>
                  <a:pt x="0" y="283037"/>
                </a:moveTo>
                <a:lnTo>
                  <a:pt x="6197" y="276268"/>
                </a:lnTo>
                <a:lnTo>
                  <a:pt x="12395" y="269549"/>
                </a:lnTo>
                <a:lnTo>
                  <a:pt x="18592" y="262840"/>
                </a:lnTo>
                <a:lnTo>
                  <a:pt x="24790" y="256188"/>
                </a:lnTo>
                <a:lnTo>
                  <a:pt x="30987" y="249550"/>
                </a:lnTo>
                <a:lnTo>
                  <a:pt x="37185" y="242976"/>
                </a:lnTo>
                <a:lnTo>
                  <a:pt x="43382" y="236419"/>
                </a:lnTo>
                <a:lnTo>
                  <a:pt x="49580" y="229933"/>
                </a:lnTo>
                <a:lnTo>
                  <a:pt x="55777" y="223467"/>
                </a:lnTo>
                <a:lnTo>
                  <a:pt x="61975" y="217080"/>
                </a:lnTo>
                <a:lnTo>
                  <a:pt x="68172" y="210717"/>
                </a:lnTo>
                <a:lnTo>
                  <a:pt x="74370" y="204438"/>
                </a:lnTo>
                <a:lnTo>
                  <a:pt x="80567" y="198188"/>
                </a:lnTo>
                <a:lnTo>
                  <a:pt x="86765" y="192027"/>
                </a:lnTo>
                <a:lnTo>
                  <a:pt x="92962" y="185900"/>
                </a:lnTo>
                <a:lnTo>
                  <a:pt x="99160" y="179867"/>
                </a:lnTo>
                <a:lnTo>
                  <a:pt x="105357" y="173873"/>
                </a:lnTo>
                <a:lnTo>
                  <a:pt x="111555" y="167978"/>
                </a:lnTo>
                <a:lnTo>
                  <a:pt x="117752" y="162127"/>
                </a:lnTo>
                <a:lnTo>
                  <a:pt x="123950" y="156379"/>
                </a:lnTo>
                <a:lnTo>
                  <a:pt x="130147" y="150680"/>
                </a:lnTo>
                <a:lnTo>
                  <a:pt x="136345" y="145088"/>
                </a:lnTo>
                <a:lnTo>
                  <a:pt x="142543" y="139551"/>
                </a:lnTo>
                <a:lnTo>
                  <a:pt x="148740" y="134124"/>
                </a:lnTo>
                <a:lnTo>
                  <a:pt x="154938" y="128757"/>
                </a:lnTo>
                <a:lnTo>
                  <a:pt x="161135" y="123503"/>
                </a:lnTo>
                <a:lnTo>
                  <a:pt x="167333" y="118315"/>
                </a:lnTo>
                <a:lnTo>
                  <a:pt x="173530" y="113242"/>
                </a:lnTo>
                <a:lnTo>
                  <a:pt x="179728" y="108242"/>
                </a:lnTo>
                <a:lnTo>
                  <a:pt x="185925" y="103356"/>
                </a:lnTo>
                <a:lnTo>
                  <a:pt x="192123" y="98551"/>
                </a:lnTo>
                <a:lnTo>
                  <a:pt x="198320" y="93862"/>
                </a:lnTo>
                <a:lnTo>
                  <a:pt x="204518" y="89258"/>
                </a:lnTo>
                <a:lnTo>
                  <a:pt x="210715" y="84771"/>
                </a:lnTo>
                <a:lnTo>
                  <a:pt x="216913" y="80377"/>
                </a:lnTo>
                <a:lnTo>
                  <a:pt x="223110" y="76099"/>
                </a:lnTo>
                <a:lnTo>
                  <a:pt x="229308" y="71920"/>
                </a:lnTo>
                <a:lnTo>
                  <a:pt x="235505" y="67856"/>
                </a:lnTo>
                <a:lnTo>
                  <a:pt x="241703" y="63898"/>
                </a:lnTo>
                <a:lnTo>
                  <a:pt x="247900" y="60053"/>
                </a:lnTo>
                <a:lnTo>
                  <a:pt x="254098" y="56322"/>
                </a:lnTo>
                <a:lnTo>
                  <a:pt x="260295" y="52702"/>
                </a:lnTo>
                <a:lnTo>
                  <a:pt x="266493" y="49201"/>
                </a:lnTo>
                <a:lnTo>
                  <a:pt x="272690" y="45810"/>
                </a:lnTo>
                <a:lnTo>
                  <a:pt x="278888" y="42544"/>
                </a:lnTo>
                <a:lnTo>
                  <a:pt x="285086" y="39386"/>
                </a:lnTo>
                <a:lnTo>
                  <a:pt x="291283" y="36359"/>
                </a:lnTo>
                <a:lnTo>
                  <a:pt x="297481" y="33436"/>
                </a:lnTo>
                <a:lnTo>
                  <a:pt x="303678" y="30651"/>
                </a:lnTo>
                <a:lnTo>
                  <a:pt x="309876" y="27967"/>
                </a:lnTo>
                <a:lnTo>
                  <a:pt x="316073" y="25426"/>
                </a:lnTo>
                <a:lnTo>
                  <a:pt x="322271" y="22982"/>
                </a:lnTo>
                <a:lnTo>
                  <a:pt x="328468" y="20687"/>
                </a:lnTo>
                <a:lnTo>
                  <a:pt x="334666" y="18486"/>
                </a:lnTo>
                <a:lnTo>
                  <a:pt x="340863" y="16438"/>
                </a:lnTo>
                <a:lnTo>
                  <a:pt x="347061" y="14480"/>
                </a:lnTo>
                <a:lnTo>
                  <a:pt x="353258" y="12680"/>
                </a:lnTo>
                <a:lnTo>
                  <a:pt x="359456" y="10965"/>
                </a:lnTo>
                <a:lnTo>
                  <a:pt x="365653" y="9413"/>
                </a:lnTo>
                <a:lnTo>
                  <a:pt x="371851" y="7942"/>
                </a:lnTo>
                <a:lnTo>
                  <a:pt x="378048" y="6638"/>
                </a:lnTo>
                <a:lnTo>
                  <a:pt x="384246" y="5410"/>
                </a:lnTo>
                <a:lnTo>
                  <a:pt x="390443" y="4353"/>
                </a:lnTo>
                <a:lnTo>
                  <a:pt x="396641" y="3367"/>
                </a:lnTo>
                <a:lnTo>
                  <a:pt x="402838" y="2554"/>
                </a:lnTo>
                <a:lnTo>
                  <a:pt x="409036" y="1809"/>
                </a:lnTo>
                <a:lnTo>
                  <a:pt x="415234" y="1239"/>
                </a:lnTo>
                <a:lnTo>
                  <a:pt x="421431" y="732"/>
                </a:lnTo>
                <a:lnTo>
                  <a:pt x="427629" y="403"/>
                </a:lnTo>
                <a:lnTo>
                  <a:pt x="433826" y="131"/>
                </a:lnTo>
                <a:lnTo>
                  <a:pt x="440024" y="39"/>
                </a:lnTo>
                <a:lnTo>
                  <a:pt x="446221" y="0"/>
                </a:lnTo>
                <a:lnTo>
                  <a:pt x="452419" y="142"/>
                </a:lnTo>
                <a:lnTo>
                  <a:pt x="458616" y="331"/>
                </a:lnTo>
                <a:lnTo>
                  <a:pt x="464814" y="703"/>
                </a:lnTo>
                <a:lnTo>
                  <a:pt x="471011" y="1117"/>
                </a:lnTo>
                <a:lnTo>
                  <a:pt x="477209" y="1714"/>
                </a:lnTo>
                <a:lnTo>
                  <a:pt x="483406" y="2348"/>
                </a:lnTo>
                <a:lnTo>
                  <a:pt x="489604" y="3166"/>
                </a:lnTo>
                <a:lnTo>
                  <a:pt x="495801" y="4016"/>
                </a:lnTo>
                <a:lnTo>
                  <a:pt x="501999" y="5048"/>
                </a:lnTo>
                <a:lnTo>
                  <a:pt x="508196" y="6108"/>
                </a:lnTo>
                <a:lnTo>
                  <a:pt x="514394" y="7350"/>
                </a:lnTo>
                <a:lnTo>
                  <a:pt x="520591" y="8615"/>
                </a:lnTo>
                <a:lnTo>
                  <a:pt x="526789" y="10060"/>
                </a:lnTo>
                <a:lnTo>
                  <a:pt x="532986" y="11524"/>
                </a:lnTo>
                <a:lnTo>
                  <a:pt x="539184" y="13166"/>
                </a:lnTo>
                <a:lnTo>
                  <a:pt x="545381" y="14823"/>
                </a:lnTo>
                <a:lnTo>
                  <a:pt x="551579" y="16655"/>
                </a:lnTo>
                <a:lnTo>
                  <a:pt x="557777" y="18498"/>
                </a:lnTo>
                <a:lnTo>
                  <a:pt x="563974" y="20513"/>
                </a:lnTo>
                <a:lnTo>
                  <a:pt x="570172" y="22536"/>
                </a:lnTo>
                <a:lnTo>
                  <a:pt x="576369" y="24727"/>
                </a:lnTo>
                <a:lnTo>
                  <a:pt x="582567" y="26922"/>
                </a:lnTo>
                <a:lnTo>
                  <a:pt x="588764" y="29282"/>
                </a:lnTo>
                <a:lnTo>
                  <a:pt x="594962" y="31645"/>
                </a:lnTo>
                <a:lnTo>
                  <a:pt x="601159" y="34164"/>
                </a:lnTo>
                <a:lnTo>
                  <a:pt x="607357" y="36687"/>
                </a:lnTo>
                <a:lnTo>
                  <a:pt x="613554" y="39356"/>
                </a:lnTo>
                <a:lnTo>
                  <a:pt x="619752" y="42033"/>
                </a:lnTo>
                <a:lnTo>
                  <a:pt x="625949" y="44845"/>
                </a:lnTo>
                <a:lnTo>
                  <a:pt x="632147" y="47666"/>
                </a:lnTo>
                <a:lnTo>
                  <a:pt x="638344" y="50613"/>
                </a:lnTo>
                <a:lnTo>
                  <a:pt x="644542" y="53572"/>
                </a:lnTo>
                <a:lnTo>
                  <a:pt x="650739" y="56646"/>
                </a:lnTo>
                <a:lnTo>
                  <a:pt x="656937" y="59734"/>
                </a:lnTo>
                <a:lnTo>
                  <a:pt x="663134" y="62927"/>
                </a:lnTo>
                <a:lnTo>
                  <a:pt x="669332" y="66135"/>
                </a:lnTo>
                <a:lnTo>
                  <a:pt x="675529" y="69441"/>
                </a:lnTo>
                <a:lnTo>
                  <a:pt x="681727" y="72761"/>
                </a:lnTo>
                <a:lnTo>
                  <a:pt x="687924" y="76170"/>
                </a:lnTo>
                <a:lnTo>
                  <a:pt x="694122" y="79594"/>
                </a:lnTo>
                <a:lnTo>
                  <a:pt x="700320" y="83099"/>
                </a:lnTo>
                <a:lnTo>
                  <a:pt x="706517" y="86619"/>
                </a:lnTo>
                <a:lnTo>
                  <a:pt x="712715" y="90211"/>
                </a:lnTo>
                <a:lnTo>
                  <a:pt x="718912" y="93819"/>
                </a:lnTo>
                <a:lnTo>
                  <a:pt x="725110" y="97491"/>
                </a:lnTo>
                <a:lnTo>
                  <a:pt x="731307" y="101179"/>
                </a:lnTo>
                <a:lnTo>
                  <a:pt x="737505" y="104923"/>
                </a:lnTo>
                <a:lnTo>
                  <a:pt x="743702" y="108682"/>
                </a:lnTo>
                <a:lnTo>
                  <a:pt x="749900" y="112490"/>
                </a:lnTo>
                <a:lnTo>
                  <a:pt x="756097" y="116313"/>
                </a:lnTo>
                <a:lnTo>
                  <a:pt x="762295" y="120178"/>
                </a:lnTo>
                <a:lnTo>
                  <a:pt x="768492" y="124057"/>
                </a:lnTo>
                <a:lnTo>
                  <a:pt x="774690" y="127971"/>
                </a:lnTo>
                <a:lnTo>
                  <a:pt x="780887" y="131897"/>
                </a:lnTo>
                <a:lnTo>
                  <a:pt x="787085" y="135853"/>
                </a:lnTo>
                <a:lnTo>
                  <a:pt x="793282" y="139820"/>
                </a:lnTo>
                <a:lnTo>
                  <a:pt x="799480" y="143811"/>
                </a:lnTo>
                <a:lnTo>
                  <a:pt x="805677" y="147810"/>
                </a:lnTo>
                <a:lnTo>
                  <a:pt x="811875" y="151829"/>
                </a:lnTo>
                <a:lnTo>
                  <a:pt x="818072" y="155854"/>
                </a:lnTo>
                <a:lnTo>
                  <a:pt x="824270" y="159893"/>
                </a:lnTo>
                <a:lnTo>
                  <a:pt x="830468" y="163937"/>
                </a:lnTo>
                <a:lnTo>
                  <a:pt x="836665" y="167990"/>
                </a:lnTo>
                <a:lnTo>
                  <a:pt x="842863" y="172046"/>
                </a:lnTo>
                <a:lnTo>
                  <a:pt x="849060" y="176107"/>
                </a:lnTo>
                <a:lnTo>
                  <a:pt x="855258" y="180168"/>
                </a:lnTo>
                <a:lnTo>
                  <a:pt x="861455" y="184229"/>
                </a:lnTo>
                <a:lnTo>
                  <a:pt x="867653" y="188289"/>
                </a:lnTo>
                <a:lnTo>
                  <a:pt x="873850" y="192346"/>
                </a:lnTo>
                <a:lnTo>
                  <a:pt x="880048" y="196398"/>
                </a:lnTo>
                <a:lnTo>
                  <a:pt x="886245" y="200444"/>
                </a:lnTo>
                <a:lnTo>
                  <a:pt x="892443" y="204483"/>
                </a:lnTo>
                <a:lnTo>
                  <a:pt x="898640" y="208513"/>
                </a:lnTo>
                <a:lnTo>
                  <a:pt x="904838" y="212532"/>
                </a:lnTo>
                <a:lnTo>
                  <a:pt x="911035" y="216541"/>
                </a:lnTo>
                <a:lnTo>
                  <a:pt x="917233" y="220535"/>
                </a:lnTo>
                <a:lnTo>
                  <a:pt x="923430" y="224517"/>
                </a:lnTo>
                <a:lnTo>
                  <a:pt x="929628" y="228482"/>
                </a:lnTo>
                <a:lnTo>
                  <a:pt x="935825" y="232431"/>
                </a:lnTo>
                <a:lnTo>
                  <a:pt x="942023" y="236362"/>
                </a:lnTo>
                <a:lnTo>
                  <a:pt x="948220" y="240275"/>
                </a:lnTo>
                <a:lnTo>
                  <a:pt x="954418" y="244165"/>
                </a:lnTo>
                <a:lnTo>
                  <a:pt x="960615" y="248038"/>
                </a:lnTo>
                <a:lnTo>
                  <a:pt x="966813" y="251884"/>
                </a:lnTo>
                <a:lnTo>
                  <a:pt x="973011" y="255712"/>
                </a:lnTo>
                <a:lnTo>
                  <a:pt x="979208" y="259510"/>
                </a:lnTo>
                <a:lnTo>
                  <a:pt x="985406" y="263288"/>
                </a:lnTo>
                <a:lnTo>
                  <a:pt x="991603" y="267035"/>
                </a:lnTo>
                <a:lnTo>
                  <a:pt x="997801" y="270761"/>
                </a:lnTo>
                <a:lnTo>
                  <a:pt x="1003998" y="274451"/>
                </a:lnTo>
                <a:lnTo>
                  <a:pt x="1010196" y="278121"/>
                </a:lnTo>
                <a:lnTo>
                  <a:pt x="1016393" y="281753"/>
                </a:lnTo>
                <a:lnTo>
                  <a:pt x="1022591" y="285364"/>
                </a:lnTo>
                <a:lnTo>
                  <a:pt x="1028788" y="288933"/>
                </a:lnTo>
                <a:lnTo>
                  <a:pt x="1034986" y="292482"/>
                </a:lnTo>
                <a:lnTo>
                  <a:pt x="1041183" y="295986"/>
                </a:lnTo>
                <a:lnTo>
                  <a:pt x="1047381" y="299470"/>
                </a:lnTo>
                <a:lnTo>
                  <a:pt x="1053578" y="302907"/>
                </a:lnTo>
                <a:lnTo>
                  <a:pt x="1059776" y="306324"/>
                </a:lnTo>
                <a:lnTo>
                  <a:pt x="1065973" y="309691"/>
                </a:lnTo>
                <a:lnTo>
                  <a:pt x="1072171" y="313038"/>
                </a:lnTo>
                <a:lnTo>
                  <a:pt x="1078368" y="316333"/>
                </a:lnTo>
                <a:lnTo>
                  <a:pt x="1084566" y="319609"/>
                </a:lnTo>
                <a:lnTo>
                  <a:pt x="1090763" y="322830"/>
                </a:lnTo>
                <a:lnTo>
                  <a:pt x="1096961" y="326034"/>
                </a:lnTo>
                <a:lnTo>
                  <a:pt x="1103159" y="329179"/>
                </a:lnTo>
                <a:lnTo>
                  <a:pt x="1109356" y="332308"/>
                </a:lnTo>
                <a:lnTo>
                  <a:pt x="1115554" y="335377"/>
                </a:lnTo>
                <a:lnTo>
                  <a:pt x="1121751" y="338430"/>
                </a:lnTo>
                <a:lnTo>
                  <a:pt x="1127949" y="341422"/>
                </a:lnTo>
                <a:lnTo>
                  <a:pt x="1134146" y="344398"/>
                </a:lnTo>
                <a:lnTo>
                  <a:pt x="1140344" y="347311"/>
                </a:lnTo>
                <a:lnTo>
                  <a:pt x="1146541" y="350210"/>
                </a:lnTo>
                <a:lnTo>
                  <a:pt x="1152739" y="353043"/>
                </a:lnTo>
                <a:lnTo>
                  <a:pt x="1158936" y="355864"/>
                </a:lnTo>
                <a:lnTo>
                  <a:pt x="1165134" y="358618"/>
                </a:lnTo>
                <a:lnTo>
                  <a:pt x="1171331" y="361360"/>
                </a:lnTo>
                <a:lnTo>
                  <a:pt x="1177529" y="364034"/>
                </a:lnTo>
                <a:lnTo>
                  <a:pt x="1183726" y="366698"/>
                </a:lnTo>
                <a:lnTo>
                  <a:pt x="1189924" y="369292"/>
                </a:lnTo>
                <a:lnTo>
                  <a:pt x="1196121" y="371878"/>
                </a:lnTo>
                <a:lnTo>
                  <a:pt x="1202319" y="374391"/>
                </a:lnTo>
                <a:lnTo>
                  <a:pt x="1208516" y="376899"/>
                </a:lnTo>
                <a:lnTo>
                  <a:pt x="1214714" y="379334"/>
                </a:lnTo>
                <a:lnTo>
                  <a:pt x="1220911" y="381763"/>
                </a:lnTo>
                <a:lnTo>
                  <a:pt x="1227109" y="384119"/>
                </a:lnTo>
                <a:lnTo>
                  <a:pt x="1233306" y="386472"/>
                </a:lnTo>
                <a:lnTo>
                  <a:pt x="1239504" y="388750"/>
                </a:lnTo>
                <a:lnTo>
                  <a:pt x="1245702" y="391026"/>
                </a:lnTo>
                <a:lnTo>
                  <a:pt x="1251899" y="393227"/>
                </a:lnTo>
                <a:lnTo>
                  <a:pt x="1258097" y="395427"/>
                </a:lnTo>
                <a:lnTo>
                  <a:pt x="1264294" y="397553"/>
                </a:lnTo>
                <a:lnTo>
                  <a:pt x="1270492" y="399677"/>
                </a:lnTo>
                <a:lnTo>
                  <a:pt x="1276689" y="401731"/>
                </a:lnTo>
                <a:lnTo>
                  <a:pt x="1282887" y="403780"/>
                </a:lnTo>
                <a:lnTo>
                  <a:pt x="1289084" y="405762"/>
                </a:lnTo>
                <a:lnTo>
                  <a:pt x="1295282" y="407738"/>
                </a:lnTo>
                <a:lnTo>
                  <a:pt x="1301479" y="409650"/>
                </a:lnTo>
                <a:lnTo>
                  <a:pt x="1307677" y="411555"/>
                </a:lnTo>
                <a:lnTo>
                  <a:pt x="1313874" y="413398"/>
                </a:lnTo>
                <a:lnTo>
                  <a:pt x="1320072" y="415234"/>
                </a:lnTo>
                <a:lnTo>
                  <a:pt x="1326269" y="417010"/>
                </a:lnTo>
                <a:lnTo>
                  <a:pt x="1332467" y="418778"/>
                </a:lnTo>
                <a:lnTo>
                  <a:pt x="1338664" y="420490"/>
                </a:lnTo>
                <a:lnTo>
                  <a:pt x="1344862" y="422192"/>
                </a:lnTo>
                <a:lnTo>
                  <a:pt x="1351059" y="423841"/>
                </a:lnTo>
                <a:lnTo>
                  <a:pt x="1357257" y="425480"/>
                </a:lnTo>
                <a:lnTo>
                  <a:pt x="1363454" y="427069"/>
                </a:lnTo>
                <a:lnTo>
                  <a:pt x="1369652" y="428646"/>
                </a:lnTo>
                <a:lnTo>
                  <a:pt x="1375849" y="430177"/>
                </a:lnTo>
                <a:lnTo>
                  <a:pt x="1382047" y="431696"/>
                </a:lnTo>
                <a:lnTo>
                  <a:pt x="1388245" y="433170"/>
                </a:lnTo>
                <a:lnTo>
                  <a:pt x="1394442" y="434632"/>
                </a:lnTo>
                <a:lnTo>
                  <a:pt x="1400640" y="436053"/>
                </a:lnTo>
                <a:lnTo>
                  <a:pt x="1406837" y="437462"/>
                </a:lnTo>
                <a:lnTo>
                  <a:pt x="1413035" y="438832"/>
                </a:lnTo>
                <a:lnTo>
                  <a:pt x="1419232" y="440189"/>
                </a:lnTo>
                <a:lnTo>
                  <a:pt x="1425430" y="441510"/>
                </a:lnTo>
                <a:lnTo>
                  <a:pt x="1431627" y="442819"/>
                </a:lnTo>
                <a:lnTo>
                  <a:pt x="1437825" y="444095"/>
                </a:lnTo>
                <a:lnTo>
                  <a:pt x="1444022" y="445358"/>
                </a:lnTo>
                <a:lnTo>
                  <a:pt x="1450220" y="446591"/>
                </a:lnTo>
                <a:lnTo>
                  <a:pt x="1456417" y="447811"/>
                </a:lnTo>
                <a:lnTo>
                  <a:pt x="1462615" y="449003"/>
                </a:lnTo>
                <a:lnTo>
                  <a:pt x="1468812" y="450183"/>
                </a:lnTo>
                <a:lnTo>
                  <a:pt x="1475010" y="451338"/>
                </a:lnTo>
                <a:lnTo>
                  <a:pt x="1481207" y="452481"/>
                </a:lnTo>
                <a:lnTo>
                  <a:pt x="1487405" y="453601"/>
                </a:lnTo>
                <a:lnTo>
                  <a:pt x="1493602" y="454709"/>
                </a:lnTo>
                <a:lnTo>
                  <a:pt x="1499800" y="455798"/>
                </a:lnTo>
                <a:lnTo>
                  <a:pt x="1505997" y="456875"/>
                </a:lnTo>
                <a:lnTo>
                  <a:pt x="1512195" y="457934"/>
                </a:lnTo>
                <a:lnTo>
                  <a:pt x="1518393" y="458983"/>
                </a:lnTo>
                <a:lnTo>
                  <a:pt x="1524590" y="460016"/>
                </a:lnTo>
                <a:lnTo>
                  <a:pt x="1530788" y="461039"/>
                </a:lnTo>
                <a:lnTo>
                  <a:pt x="1536985" y="462049"/>
                </a:lnTo>
                <a:lnTo>
                  <a:pt x="1543183" y="463050"/>
                </a:lnTo>
                <a:lnTo>
                  <a:pt x="1549380" y="464040"/>
                </a:lnTo>
                <a:lnTo>
                  <a:pt x="1555578" y="465021"/>
                </a:lnTo>
                <a:lnTo>
                  <a:pt x="1561775" y="465993"/>
                </a:lnTo>
                <a:lnTo>
                  <a:pt x="1567973" y="466958"/>
                </a:lnTo>
                <a:lnTo>
                  <a:pt x="1574170" y="467916"/>
                </a:lnTo>
                <a:lnTo>
                  <a:pt x="1580368" y="468867"/>
                </a:lnTo>
                <a:lnTo>
                  <a:pt x="1586565" y="469813"/>
                </a:lnTo>
                <a:lnTo>
                  <a:pt x="1592763" y="470753"/>
                </a:lnTo>
                <a:lnTo>
                  <a:pt x="1598960" y="471690"/>
                </a:lnTo>
                <a:lnTo>
                  <a:pt x="1605158" y="472623"/>
                </a:lnTo>
                <a:lnTo>
                  <a:pt x="1611355" y="473553"/>
                </a:lnTo>
                <a:lnTo>
                  <a:pt x="1617553" y="474481"/>
                </a:lnTo>
                <a:lnTo>
                  <a:pt x="1623750" y="475408"/>
                </a:lnTo>
                <a:lnTo>
                  <a:pt x="1629948" y="476334"/>
                </a:lnTo>
                <a:lnTo>
                  <a:pt x="1636145" y="477259"/>
                </a:lnTo>
                <a:lnTo>
                  <a:pt x="1642343" y="478186"/>
                </a:lnTo>
                <a:lnTo>
                  <a:pt x="1648540" y="479113"/>
                </a:lnTo>
                <a:lnTo>
                  <a:pt x="1654738" y="480042"/>
                </a:lnTo>
                <a:lnTo>
                  <a:pt x="1660936" y="480974"/>
                </a:lnTo>
                <a:lnTo>
                  <a:pt x="1667133" y="481909"/>
                </a:lnTo>
                <a:lnTo>
                  <a:pt x="1673331" y="482847"/>
                </a:lnTo>
                <a:lnTo>
                  <a:pt x="1679528" y="483790"/>
                </a:lnTo>
                <a:lnTo>
                  <a:pt x="1685726" y="484737"/>
                </a:lnTo>
                <a:lnTo>
                  <a:pt x="1691923" y="485692"/>
                </a:lnTo>
                <a:lnTo>
                  <a:pt x="1698121" y="486650"/>
                </a:lnTo>
                <a:lnTo>
                  <a:pt x="1704318" y="487617"/>
                </a:lnTo>
                <a:lnTo>
                  <a:pt x="1710516" y="488588"/>
                </a:lnTo>
                <a:lnTo>
                  <a:pt x="1716713" y="489571"/>
                </a:lnTo>
                <a:lnTo>
                  <a:pt x="1722911" y="490558"/>
                </a:lnTo>
                <a:lnTo>
                  <a:pt x="1729108" y="491558"/>
                </a:lnTo>
                <a:lnTo>
                  <a:pt x="1735306" y="492562"/>
                </a:lnTo>
                <a:lnTo>
                  <a:pt x="1741503" y="493581"/>
                </a:lnTo>
                <a:lnTo>
                  <a:pt x="1747701" y="494605"/>
                </a:lnTo>
                <a:lnTo>
                  <a:pt x="1753898" y="495646"/>
                </a:lnTo>
                <a:lnTo>
                  <a:pt x="1760096" y="496691"/>
                </a:lnTo>
                <a:lnTo>
                  <a:pt x="1766293" y="497754"/>
                </a:lnTo>
                <a:lnTo>
                  <a:pt x="1772491" y="498823"/>
                </a:lnTo>
                <a:lnTo>
                  <a:pt x="1778688" y="499911"/>
                </a:lnTo>
                <a:lnTo>
                  <a:pt x="1784886" y="501004"/>
                </a:lnTo>
                <a:lnTo>
                  <a:pt x="1791084" y="502118"/>
                </a:lnTo>
                <a:lnTo>
                  <a:pt x="1797281" y="503237"/>
                </a:lnTo>
                <a:lnTo>
                  <a:pt x="1803479" y="504378"/>
                </a:lnTo>
                <a:lnTo>
                  <a:pt x="1809676" y="505525"/>
                </a:lnTo>
                <a:lnTo>
                  <a:pt x="1815874" y="506695"/>
                </a:lnTo>
                <a:lnTo>
                  <a:pt x="1822071" y="507870"/>
                </a:lnTo>
                <a:lnTo>
                  <a:pt x="1828269" y="509071"/>
                </a:lnTo>
                <a:lnTo>
                  <a:pt x="1834466" y="510275"/>
                </a:lnTo>
                <a:lnTo>
                  <a:pt x="1840664" y="511507"/>
                </a:lnTo>
                <a:lnTo>
                  <a:pt x="1846861" y="512742"/>
                </a:lnTo>
                <a:lnTo>
                  <a:pt x="1853059" y="514005"/>
                </a:lnTo>
                <a:lnTo>
                  <a:pt x="1859256" y="515272"/>
                </a:lnTo>
                <a:lnTo>
                  <a:pt x="1865454" y="516568"/>
                </a:lnTo>
                <a:lnTo>
                  <a:pt x="1871651" y="517867"/>
                </a:lnTo>
                <a:lnTo>
                  <a:pt x="1877849" y="519196"/>
                </a:lnTo>
                <a:lnTo>
                  <a:pt x="1884046" y="520527"/>
                </a:lnTo>
                <a:lnTo>
                  <a:pt x="1890244" y="521890"/>
                </a:lnTo>
                <a:lnTo>
                  <a:pt x="1896441" y="523254"/>
                </a:lnTo>
                <a:lnTo>
                  <a:pt x="1902639" y="524651"/>
                </a:lnTo>
                <a:lnTo>
                  <a:pt x="1908836" y="526049"/>
                </a:lnTo>
                <a:lnTo>
                  <a:pt x="1915034" y="527480"/>
                </a:lnTo>
                <a:lnTo>
                  <a:pt x="1921231" y="528911"/>
                </a:lnTo>
                <a:lnTo>
                  <a:pt x="1927429" y="530376"/>
                </a:lnTo>
                <a:lnTo>
                  <a:pt x="1933627" y="531842"/>
                </a:lnTo>
                <a:lnTo>
                  <a:pt x="1939824" y="533340"/>
                </a:lnTo>
                <a:lnTo>
                  <a:pt x="1946022" y="534840"/>
                </a:lnTo>
                <a:lnTo>
                  <a:pt x="1952219" y="536371"/>
                </a:lnTo>
                <a:lnTo>
                  <a:pt x="1958417" y="537904"/>
                </a:lnTo>
                <a:lnTo>
                  <a:pt x="1964614" y="539469"/>
                </a:lnTo>
                <a:lnTo>
                  <a:pt x="1970812" y="541036"/>
                </a:lnTo>
                <a:lnTo>
                  <a:pt x="1977009" y="542632"/>
                </a:lnTo>
                <a:lnTo>
                  <a:pt x="1983207" y="544232"/>
                </a:lnTo>
                <a:lnTo>
                  <a:pt x="1989404" y="545860"/>
                </a:lnTo>
                <a:lnTo>
                  <a:pt x="1995602" y="547492"/>
                </a:lnTo>
                <a:lnTo>
                  <a:pt x="2001799" y="549151"/>
                </a:lnTo>
                <a:lnTo>
                  <a:pt x="2007997" y="550815"/>
                </a:lnTo>
                <a:lnTo>
                  <a:pt x="2014194" y="552504"/>
                </a:lnTo>
                <a:lnTo>
                  <a:pt x="2020392" y="554198"/>
                </a:lnTo>
                <a:lnTo>
                  <a:pt x="2026589" y="555917"/>
                </a:lnTo>
                <a:lnTo>
                  <a:pt x="2032787" y="557641"/>
                </a:lnTo>
                <a:lnTo>
                  <a:pt x="2038984" y="559387"/>
                </a:lnTo>
                <a:lnTo>
                  <a:pt x="2045182" y="561139"/>
                </a:lnTo>
                <a:lnTo>
                  <a:pt x="2051379" y="562913"/>
                </a:lnTo>
                <a:lnTo>
                  <a:pt x="2057577" y="564692"/>
                </a:lnTo>
                <a:lnTo>
                  <a:pt x="2063774" y="566492"/>
                </a:lnTo>
                <a:lnTo>
                  <a:pt x="2069972" y="568297"/>
                </a:lnTo>
                <a:lnTo>
                  <a:pt x="2076170" y="570121"/>
                </a:lnTo>
                <a:lnTo>
                  <a:pt x="2082367" y="571951"/>
                </a:lnTo>
                <a:lnTo>
                  <a:pt x="2088565" y="573798"/>
                </a:lnTo>
                <a:lnTo>
                  <a:pt x="2094762" y="575651"/>
                </a:lnTo>
                <a:lnTo>
                  <a:pt x="2100960" y="577519"/>
                </a:lnTo>
                <a:lnTo>
                  <a:pt x="2107157" y="579394"/>
                </a:lnTo>
                <a:lnTo>
                  <a:pt x="2113355" y="581282"/>
                </a:lnTo>
                <a:lnTo>
                  <a:pt x="2119552" y="583176"/>
                </a:lnTo>
                <a:lnTo>
                  <a:pt x="2125750" y="585083"/>
                </a:lnTo>
                <a:lnTo>
                  <a:pt x="2131947" y="586995"/>
                </a:lnTo>
                <a:lnTo>
                  <a:pt x="2138145" y="588918"/>
                </a:lnTo>
                <a:lnTo>
                  <a:pt x="2144342" y="590847"/>
                </a:lnTo>
                <a:lnTo>
                  <a:pt x="2150540" y="592785"/>
                </a:lnTo>
                <a:lnTo>
                  <a:pt x="2156737" y="594728"/>
                </a:lnTo>
                <a:lnTo>
                  <a:pt x="2162935" y="596679"/>
                </a:lnTo>
                <a:lnTo>
                  <a:pt x="2169132" y="598635"/>
                </a:lnTo>
                <a:lnTo>
                  <a:pt x="2175330" y="600598"/>
                </a:lnTo>
                <a:lnTo>
                  <a:pt x="2181527" y="602564"/>
                </a:lnTo>
                <a:lnTo>
                  <a:pt x="2187725" y="604536"/>
                </a:lnTo>
                <a:lnTo>
                  <a:pt x="2193922" y="606511"/>
                </a:lnTo>
                <a:lnTo>
                  <a:pt x="2200120" y="608491"/>
                </a:lnTo>
                <a:lnTo>
                  <a:pt x="2206318" y="610473"/>
                </a:lnTo>
                <a:lnTo>
                  <a:pt x="2212515" y="612458"/>
                </a:lnTo>
                <a:lnTo>
                  <a:pt x="2218713" y="614446"/>
                </a:lnTo>
                <a:lnTo>
                  <a:pt x="2224910" y="616435"/>
                </a:lnTo>
                <a:lnTo>
                  <a:pt x="2231108" y="618425"/>
                </a:lnTo>
                <a:lnTo>
                  <a:pt x="2237305" y="620416"/>
                </a:lnTo>
                <a:lnTo>
                  <a:pt x="2243503" y="622407"/>
                </a:lnTo>
                <a:lnTo>
                  <a:pt x="2249700" y="624398"/>
                </a:lnTo>
                <a:lnTo>
                  <a:pt x="2255898" y="626388"/>
                </a:lnTo>
                <a:lnTo>
                  <a:pt x="2262095" y="628378"/>
                </a:lnTo>
                <a:lnTo>
                  <a:pt x="2268293" y="630365"/>
                </a:lnTo>
                <a:lnTo>
                  <a:pt x="2274490" y="632350"/>
                </a:lnTo>
                <a:lnTo>
                  <a:pt x="2280688" y="634333"/>
                </a:lnTo>
                <a:lnTo>
                  <a:pt x="2286885" y="636313"/>
                </a:lnTo>
                <a:lnTo>
                  <a:pt x="2293083" y="638289"/>
                </a:lnTo>
                <a:lnTo>
                  <a:pt x="2299280" y="640262"/>
                </a:lnTo>
                <a:lnTo>
                  <a:pt x="2305478" y="642229"/>
                </a:lnTo>
                <a:lnTo>
                  <a:pt x="2311675" y="644193"/>
                </a:lnTo>
                <a:lnTo>
                  <a:pt x="2317873" y="646150"/>
                </a:lnTo>
                <a:lnTo>
                  <a:pt x="2324070" y="648103"/>
                </a:lnTo>
                <a:lnTo>
                  <a:pt x="2330268" y="650049"/>
                </a:lnTo>
                <a:lnTo>
                  <a:pt x="2336465" y="651989"/>
                </a:lnTo>
                <a:lnTo>
                  <a:pt x="2342663" y="653921"/>
                </a:lnTo>
                <a:lnTo>
                  <a:pt x="2348861" y="655848"/>
                </a:lnTo>
                <a:lnTo>
                  <a:pt x="2355058" y="657764"/>
                </a:lnTo>
                <a:lnTo>
                  <a:pt x="2361256" y="659675"/>
                </a:lnTo>
                <a:lnTo>
                  <a:pt x="2367453" y="661575"/>
                </a:lnTo>
                <a:lnTo>
                  <a:pt x="2373651" y="663469"/>
                </a:lnTo>
                <a:lnTo>
                  <a:pt x="2379848" y="665350"/>
                </a:lnTo>
                <a:lnTo>
                  <a:pt x="2386046" y="667225"/>
                </a:lnTo>
                <a:lnTo>
                  <a:pt x="2392243" y="669087"/>
                </a:lnTo>
                <a:lnTo>
                  <a:pt x="2398441" y="670943"/>
                </a:lnTo>
                <a:lnTo>
                  <a:pt x="2404638" y="672783"/>
                </a:lnTo>
                <a:lnTo>
                  <a:pt x="2410836" y="674618"/>
                </a:lnTo>
                <a:lnTo>
                  <a:pt x="2417033" y="676436"/>
                </a:lnTo>
                <a:lnTo>
                  <a:pt x="2423231" y="678249"/>
                </a:lnTo>
                <a:lnTo>
                  <a:pt x="2429428" y="680043"/>
                </a:lnTo>
                <a:lnTo>
                  <a:pt x="2435626" y="681832"/>
                </a:lnTo>
                <a:lnTo>
                  <a:pt x="2441823" y="683602"/>
                </a:lnTo>
                <a:lnTo>
                  <a:pt x="2448021" y="685367"/>
                </a:lnTo>
                <a:lnTo>
                  <a:pt x="2454218" y="687112"/>
                </a:lnTo>
                <a:lnTo>
                  <a:pt x="2460416" y="688851"/>
                </a:lnTo>
                <a:lnTo>
                  <a:pt x="2466613" y="690569"/>
                </a:lnTo>
                <a:lnTo>
                  <a:pt x="2472811" y="692282"/>
                </a:lnTo>
                <a:lnTo>
                  <a:pt x="2479009" y="693973"/>
                </a:lnTo>
                <a:lnTo>
                  <a:pt x="2485206" y="695659"/>
                </a:lnTo>
                <a:lnTo>
                  <a:pt x="2491404" y="697322"/>
                </a:lnTo>
                <a:lnTo>
                  <a:pt x="2497601" y="698981"/>
                </a:lnTo>
                <a:lnTo>
                  <a:pt x="2503799" y="700614"/>
                </a:lnTo>
                <a:lnTo>
                  <a:pt x="2509996" y="702245"/>
                </a:lnTo>
                <a:lnTo>
                  <a:pt x="2516194" y="703850"/>
                </a:lnTo>
                <a:lnTo>
                  <a:pt x="2522391" y="705451"/>
                </a:lnTo>
                <a:lnTo>
                  <a:pt x="2528589" y="707026"/>
                </a:lnTo>
                <a:lnTo>
                  <a:pt x="2534786" y="708598"/>
                </a:lnTo>
                <a:lnTo>
                  <a:pt x="2540984" y="710143"/>
                </a:lnTo>
                <a:lnTo>
                  <a:pt x="2547181" y="711686"/>
                </a:lnTo>
                <a:lnTo>
                  <a:pt x="2553379" y="713201"/>
                </a:lnTo>
                <a:lnTo>
                  <a:pt x="2559576" y="714713"/>
                </a:lnTo>
                <a:lnTo>
                  <a:pt x="2565774" y="716197"/>
                </a:lnTo>
                <a:lnTo>
                  <a:pt x="2571971" y="717680"/>
                </a:lnTo>
                <a:lnTo>
                  <a:pt x="2578169" y="719133"/>
                </a:lnTo>
                <a:lnTo>
                  <a:pt x="2584366" y="720586"/>
                </a:lnTo>
                <a:lnTo>
                  <a:pt x="2590564" y="722008"/>
                </a:lnTo>
                <a:lnTo>
                  <a:pt x="2596761" y="723430"/>
                </a:lnTo>
                <a:lnTo>
                  <a:pt x="2602959" y="724823"/>
                </a:lnTo>
                <a:lnTo>
                  <a:pt x="2609156" y="726214"/>
                </a:lnTo>
                <a:lnTo>
                  <a:pt x="2615354" y="727576"/>
                </a:lnTo>
                <a:lnTo>
                  <a:pt x="2621552" y="728936"/>
                </a:lnTo>
                <a:lnTo>
                  <a:pt x="2627749" y="730268"/>
                </a:lnTo>
                <a:lnTo>
                  <a:pt x="2633947" y="731598"/>
                </a:lnTo>
                <a:lnTo>
                  <a:pt x="2640144" y="732901"/>
                </a:lnTo>
                <a:lnTo>
                  <a:pt x="2646342" y="734201"/>
                </a:lnTo>
                <a:lnTo>
                  <a:pt x="2652539" y="735474"/>
                </a:lnTo>
                <a:lnTo>
                  <a:pt x="2658737" y="736743"/>
                </a:lnTo>
                <a:lnTo>
                  <a:pt x="2664934" y="737987"/>
                </a:lnTo>
                <a:lnTo>
                  <a:pt x="2671132" y="739228"/>
                </a:lnTo>
                <a:lnTo>
                  <a:pt x="2677329" y="740443"/>
                </a:lnTo>
                <a:lnTo>
                  <a:pt x="2683527" y="741654"/>
                </a:lnTo>
                <a:lnTo>
                  <a:pt x="2689724" y="742841"/>
                </a:lnTo>
                <a:lnTo>
                  <a:pt x="2695922" y="744023"/>
                </a:lnTo>
                <a:lnTo>
                  <a:pt x="2702119" y="745182"/>
                </a:lnTo>
                <a:lnTo>
                  <a:pt x="2708317" y="746337"/>
                </a:lnTo>
                <a:lnTo>
                  <a:pt x="2714514" y="747469"/>
                </a:lnTo>
                <a:lnTo>
                  <a:pt x="2720712" y="748595"/>
                </a:lnTo>
                <a:lnTo>
                  <a:pt x="2726909" y="749700"/>
                </a:lnTo>
                <a:lnTo>
                  <a:pt x="2733107" y="750800"/>
                </a:lnTo>
                <a:lnTo>
                  <a:pt x="2739304" y="751879"/>
                </a:lnTo>
                <a:lnTo>
                  <a:pt x="2745502" y="752952"/>
                </a:lnTo>
                <a:lnTo>
                  <a:pt x="2751699" y="754006"/>
                </a:lnTo>
                <a:lnTo>
                  <a:pt x="2757897" y="755053"/>
                </a:lnTo>
                <a:lnTo>
                  <a:pt x="2764095" y="756082"/>
                </a:lnTo>
                <a:lnTo>
                  <a:pt x="2770292" y="757104"/>
                </a:lnTo>
                <a:lnTo>
                  <a:pt x="2776490" y="758109"/>
                </a:lnTo>
                <a:lnTo>
                  <a:pt x="2782687" y="759107"/>
                </a:lnTo>
                <a:lnTo>
                  <a:pt x="2788885" y="760088"/>
                </a:lnTo>
                <a:lnTo>
                  <a:pt x="2795082" y="761062"/>
                </a:lnTo>
                <a:lnTo>
                  <a:pt x="2801280" y="762021"/>
                </a:lnTo>
                <a:lnTo>
                  <a:pt x="2807477" y="762972"/>
                </a:lnTo>
                <a:lnTo>
                  <a:pt x="2813675" y="763909"/>
                </a:lnTo>
                <a:lnTo>
                  <a:pt x="2819872" y="764838"/>
                </a:lnTo>
                <a:lnTo>
                  <a:pt x="2826070" y="765753"/>
                </a:lnTo>
                <a:lnTo>
                  <a:pt x="2832267" y="766660"/>
                </a:lnTo>
                <a:lnTo>
                  <a:pt x="2838465" y="767555"/>
                </a:lnTo>
                <a:lnTo>
                  <a:pt x="2844662" y="768442"/>
                </a:lnTo>
                <a:lnTo>
                  <a:pt x="2850860" y="769317"/>
                </a:lnTo>
                <a:lnTo>
                  <a:pt x="2857057" y="770184"/>
                </a:lnTo>
                <a:lnTo>
                  <a:pt x="2863255" y="771039"/>
                </a:lnTo>
                <a:lnTo>
                  <a:pt x="2869452" y="771887"/>
                </a:lnTo>
                <a:lnTo>
                  <a:pt x="2875650" y="772724"/>
                </a:lnTo>
                <a:lnTo>
                  <a:pt x="2881847" y="773553"/>
                </a:lnTo>
                <a:lnTo>
                  <a:pt x="2888045" y="774373"/>
                </a:lnTo>
                <a:lnTo>
                  <a:pt x="2894243" y="775184"/>
                </a:lnTo>
                <a:lnTo>
                  <a:pt x="2900440" y="775987"/>
                </a:lnTo>
                <a:lnTo>
                  <a:pt x="2906638" y="776781"/>
                </a:lnTo>
                <a:lnTo>
                  <a:pt x="2912835" y="777567"/>
                </a:lnTo>
                <a:lnTo>
                  <a:pt x="2919033" y="778345"/>
                </a:lnTo>
                <a:lnTo>
                  <a:pt x="2925230" y="779116"/>
                </a:lnTo>
                <a:lnTo>
                  <a:pt x="2931428" y="779878"/>
                </a:lnTo>
                <a:lnTo>
                  <a:pt x="2937625" y="780633"/>
                </a:lnTo>
                <a:lnTo>
                  <a:pt x="2943823" y="781381"/>
                </a:lnTo>
                <a:lnTo>
                  <a:pt x="2950020" y="782122"/>
                </a:lnTo>
                <a:lnTo>
                  <a:pt x="2956218" y="782855"/>
                </a:lnTo>
                <a:lnTo>
                  <a:pt x="2962415" y="783582"/>
                </a:lnTo>
                <a:lnTo>
                  <a:pt x="2968613" y="784301"/>
                </a:lnTo>
                <a:lnTo>
                  <a:pt x="2974810" y="785015"/>
                </a:lnTo>
                <a:lnTo>
                  <a:pt x="2981008" y="785721"/>
                </a:lnTo>
                <a:lnTo>
                  <a:pt x="2987205" y="786422"/>
                </a:lnTo>
                <a:lnTo>
                  <a:pt x="2993403" y="787115"/>
                </a:lnTo>
                <a:lnTo>
                  <a:pt x="2999600" y="787804"/>
                </a:lnTo>
                <a:lnTo>
                  <a:pt x="3005798" y="788486"/>
                </a:lnTo>
                <a:lnTo>
                  <a:pt x="3011995" y="789163"/>
                </a:lnTo>
                <a:lnTo>
                  <a:pt x="3018193" y="789832"/>
                </a:lnTo>
                <a:lnTo>
                  <a:pt x="3024390" y="790498"/>
                </a:lnTo>
                <a:lnTo>
                  <a:pt x="3030588" y="791157"/>
                </a:lnTo>
                <a:lnTo>
                  <a:pt x="3036786" y="791812"/>
                </a:lnTo>
                <a:lnTo>
                  <a:pt x="3042983" y="792460"/>
                </a:lnTo>
                <a:lnTo>
                  <a:pt x="3049181" y="793104"/>
                </a:lnTo>
                <a:lnTo>
                  <a:pt x="3055378" y="793742"/>
                </a:lnTo>
                <a:lnTo>
                  <a:pt x="3061576" y="794377"/>
                </a:lnTo>
                <a:lnTo>
                  <a:pt x="3067773" y="795004"/>
                </a:lnTo>
                <a:lnTo>
                  <a:pt x="3073971" y="795629"/>
                </a:lnTo>
                <a:lnTo>
                  <a:pt x="3080168" y="796247"/>
                </a:lnTo>
                <a:lnTo>
                  <a:pt x="3086366" y="796863"/>
                </a:lnTo>
                <a:lnTo>
                  <a:pt x="3092563" y="797472"/>
                </a:lnTo>
                <a:lnTo>
                  <a:pt x="3098761" y="798078"/>
                </a:lnTo>
                <a:lnTo>
                  <a:pt x="3104958" y="798678"/>
                </a:lnTo>
                <a:lnTo>
                  <a:pt x="3111156" y="799276"/>
                </a:lnTo>
                <a:lnTo>
                  <a:pt x="3117353" y="799867"/>
                </a:lnTo>
                <a:lnTo>
                  <a:pt x="3123551" y="800456"/>
                </a:lnTo>
                <a:lnTo>
                  <a:pt x="3129748" y="801039"/>
                </a:lnTo>
                <a:lnTo>
                  <a:pt x="3135946" y="801620"/>
                </a:lnTo>
                <a:lnTo>
                  <a:pt x="3142143" y="802194"/>
                </a:lnTo>
                <a:lnTo>
                  <a:pt x="3148341" y="802767"/>
                </a:lnTo>
                <a:lnTo>
                  <a:pt x="3154538" y="803333"/>
                </a:lnTo>
                <a:lnTo>
                  <a:pt x="3160736" y="803898"/>
                </a:lnTo>
                <a:lnTo>
                  <a:pt x="3166933" y="804456"/>
                </a:lnTo>
                <a:lnTo>
                  <a:pt x="3166933" y="844200"/>
                </a:lnTo>
                <a:lnTo>
                  <a:pt x="3160736" y="844200"/>
                </a:lnTo>
                <a:lnTo>
                  <a:pt x="3154538" y="844200"/>
                </a:lnTo>
                <a:lnTo>
                  <a:pt x="3148341" y="844200"/>
                </a:lnTo>
                <a:lnTo>
                  <a:pt x="3142143" y="844200"/>
                </a:lnTo>
                <a:lnTo>
                  <a:pt x="3135946" y="844200"/>
                </a:lnTo>
                <a:lnTo>
                  <a:pt x="3129748" y="844200"/>
                </a:lnTo>
                <a:lnTo>
                  <a:pt x="3123551" y="844200"/>
                </a:lnTo>
                <a:lnTo>
                  <a:pt x="3117353" y="844200"/>
                </a:lnTo>
                <a:lnTo>
                  <a:pt x="3111156" y="844200"/>
                </a:lnTo>
                <a:lnTo>
                  <a:pt x="3104958" y="844200"/>
                </a:lnTo>
                <a:lnTo>
                  <a:pt x="3098761" y="844200"/>
                </a:lnTo>
                <a:lnTo>
                  <a:pt x="3092563" y="844200"/>
                </a:lnTo>
                <a:lnTo>
                  <a:pt x="3086366" y="844200"/>
                </a:lnTo>
                <a:lnTo>
                  <a:pt x="3080168" y="844200"/>
                </a:lnTo>
                <a:lnTo>
                  <a:pt x="3073971" y="844200"/>
                </a:lnTo>
                <a:lnTo>
                  <a:pt x="3067773" y="844200"/>
                </a:lnTo>
                <a:lnTo>
                  <a:pt x="3061576" y="844200"/>
                </a:lnTo>
                <a:lnTo>
                  <a:pt x="3055378" y="844200"/>
                </a:lnTo>
                <a:lnTo>
                  <a:pt x="3049181" y="844200"/>
                </a:lnTo>
                <a:lnTo>
                  <a:pt x="3042983" y="844200"/>
                </a:lnTo>
                <a:lnTo>
                  <a:pt x="3036786" y="844200"/>
                </a:lnTo>
                <a:lnTo>
                  <a:pt x="3030588" y="844200"/>
                </a:lnTo>
                <a:lnTo>
                  <a:pt x="3024390" y="844200"/>
                </a:lnTo>
                <a:lnTo>
                  <a:pt x="3018193" y="844200"/>
                </a:lnTo>
                <a:lnTo>
                  <a:pt x="3011995" y="844200"/>
                </a:lnTo>
                <a:lnTo>
                  <a:pt x="3005798" y="844200"/>
                </a:lnTo>
                <a:lnTo>
                  <a:pt x="2999600" y="844200"/>
                </a:lnTo>
                <a:lnTo>
                  <a:pt x="2993403" y="844200"/>
                </a:lnTo>
                <a:lnTo>
                  <a:pt x="2987205" y="844200"/>
                </a:lnTo>
                <a:lnTo>
                  <a:pt x="2981008" y="844200"/>
                </a:lnTo>
                <a:lnTo>
                  <a:pt x="2974810" y="844200"/>
                </a:lnTo>
                <a:lnTo>
                  <a:pt x="2968613" y="844200"/>
                </a:lnTo>
                <a:lnTo>
                  <a:pt x="2962415" y="844200"/>
                </a:lnTo>
                <a:lnTo>
                  <a:pt x="2956218" y="844200"/>
                </a:lnTo>
                <a:lnTo>
                  <a:pt x="2950020" y="844200"/>
                </a:lnTo>
                <a:lnTo>
                  <a:pt x="2943823" y="844200"/>
                </a:lnTo>
                <a:lnTo>
                  <a:pt x="2937625" y="844200"/>
                </a:lnTo>
                <a:lnTo>
                  <a:pt x="2931428" y="844200"/>
                </a:lnTo>
                <a:lnTo>
                  <a:pt x="2925230" y="844200"/>
                </a:lnTo>
                <a:lnTo>
                  <a:pt x="2919033" y="844200"/>
                </a:lnTo>
                <a:lnTo>
                  <a:pt x="2912835" y="844200"/>
                </a:lnTo>
                <a:lnTo>
                  <a:pt x="2906638" y="844200"/>
                </a:lnTo>
                <a:lnTo>
                  <a:pt x="2900440" y="844200"/>
                </a:lnTo>
                <a:lnTo>
                  <a:pt x="2894243" y="844200"/>
                </a:lnTo>
                <a:lnTo>
                  <a:pt x="2888045" y="844200"/>
                </a:lnTo>
                <a:lnTo>
                  <a:pt x="2881847" y="844200"/>
                </a:lnTo>
                <a:lnTo>
                  <a:pt x="2875650" y="844200"/>
                </a:lnTo>
                <a:lnTo>
                  <a:pt x="2869452" y="844200"/>
                </a:lnTo>
                <a:lnTo>
                  <a:pt x="2863255" y="844200"/>
                </a:lnTo>
                <a:lnTo>
                  <a:pt x="2857057" y="844200"/>
                </a:lnTo>
                <a:lnTo>
                  <a:pt x="2850860" y="844200"/>
                </a:lnTo>
                <a:lnTo>
                  <a:pt x="2844662" y="844200"/>
                </a:lnTo>
                <a:lnTo>
                  <a:pt x="2838465" y="844200"/>
                </a:lnTo>
                <a:lnTo>
                  <a:pt x="2832267" y="844200"/>
                </a:lnTo>
                <a:lnTo>
                  <a:pt x="2826070" y="844200"/>
                </a:lnTo>
                <a:lnTo>
                  <a:pt x="2819872" y="844200"/>
                </a:lnTo>
                <a:lnTo>
                  <a:pt x="2813675" y="844200"/>
                </a:lnTo>
                <a:lnTo>
                  <a:pt x="2807477" y="844200"/>
                </a:lnTo>
                <a:lnTo>
                  <a:pt x="2801280" y="844200"/>
                </a:lnTo>
                <a:lnTo>
                  <a:pt x="2795082" y="844200"/>
                </a:lnTo>
                <a:lnTo>
                  <a:pt x="2788885" y="844200"/>
                </a:lnTo>
                <a:lnTo>
                  <a:pt x="2782687" y="844200"/>
                </a:lnTo>
                <a:lnTo>
                  <a:pt x="2776490" y="844200"/>
                </a:lnTo>
                <a:lnTo>
                  <a:pt x="2770292" y="844200"/>
                </a:lnTo>
                <a:lnTo>
                  <a:pt x="2764095" y="844200"/>
                </a:lnTo>
                <a:lnTo>
                  <a:pt x="2757897" y="844200"/>
                </a:lnTo>
                <a:lnTo>
                  <a:pt x="2751699" y="844200"/>
                </a:lnTo>
                <a:lnTo>
                  <a:pt x="2745502" y="844200"/>
                </a:lnTo>
                <a:lnTo>
                  <a:pt x="2739304" y="844200"/>
                </a:lnTo>
                <a:lnTo>
                  <a:pt x="2733107" y="844200"/>
                </a:lnTo>
                <a:lnTo>
                  <a:pt x="2726909" y="844200"/>
                </a:lnTo>
                <a:lnTo>
                  <a:pt x="2720712" y="844200"/>
                </a:lnTo>
                <a:lnTo>
                  <a:pt x="2714514" y="844200"/>
                </a:lnTo>
                <a:lnTo>
                  <a:pt x="2708317" y="844200"/>
                </a:lnTo>
                <a:lnTo>
                  <a:pt x="2702119" y="844200"/>
                </a:lnTo>
                <a:lnTo>
                  <a:pt x="2695922" y="844200"/>
                </a:lnTo>
                <a:lnTo>
                  <a:pt x="2689724" y="844200"/>
                </a:lnTo>
                <a:lnTo>
                  <a:pt x="2683527" y="844200"/>
                </a:lnTo>
                <a:lnTo>
                  <a:pt x="2677329" y="844200"/>
                </a:lnTo>
                <a:lnTo>
                  <a:pt x="2671132" y="844200"/>
                </a:lnTo>
                <a:lnTo>
                  <a:pt x="2664934" y="844200"/>
                </a:lnTo>
                <a:lnTo>
                  <a:pt x="2658737" y="844200"/>
                </a:lnTo>
                <a:lnTo>
                  <a:pt x="2652539" y="844200"/>
                </a:lnTo>
                <a:lnTo>
                  <a:pt x="2646342" y="844200"/>
                </a:lnTo>
                <a:lnTo>
                  <a:pt x="2640144" y="844200"/>
                </a:lnTo>
                <a:lnTo>
                  <a:pt x="2633947" y="844200"/>
                </a:lnTo>
                <a:lnTo>
                  <a:pt x="2627749" y="844200"/>
                </a:lnTo>
                <a:lnTo>
                  <a:pt x="2621552" y="844200"/>
                </a:lnTo>
                <a:lnTo>
                  <a:pt x="2615354" y="844200"/>
                </a:lnTo>
                <a:lnTo>
                  <a:pt x="2609156" y="844200"/>
                </a:lnTo>
                <a:lnTo>
                  <a:pt x="2602959" y="844200"/>
                </a:lnTo>
                <a:lnTo>
                  <a:pt x="2596761" y="844200"/>
                </a:lnTo>
                <a:lnTo>
                  <a:pt x="2590564" y="844200"/>
                </a:lnTo>
                <a:lnTo>
                  <a:pt x="2584366" y="844200"/>
                </a:lnTo>
                <a:lnTo>
                  <a:pt x="2578169" y="844200"/>
                </a:lnTo>
                <a:lnTo>
                  <a:pt x="2571971" y="844200"/>
                </a:lnTo>
                <a:lnTo>
                  <a:pt x="2565774" y="844200"/>
                </a:lnTo>
                <a:lnTo>
                  <a:pt x="2559576" y="844200"/>
                </a:lnTo>
                <a:lnTo>
                  <a:pt x="2553379" y="844200"/>
                </a:lnTo>
                <a:lnTo>
                  <a:pt x="2547181" y="844200"/>
                </a:lnTo>
                <a:lnTo>
                  <a:pt x="2540984" y="844200"/>
                </a:lnTo>
                <a:lnTo>
                  <a:pt x="2534786" y="844200"/>
                </a:lnTo>
                <a:lnTo>
                  <a:pt x="2528589" y="844200"/>
                </a:lnTo>
                <a:lnTo>
                  <a:pt x="2522391" y="844200"/>
                </a:lnTo>
                <a:lnTo>
                  <a:pt x="2516194" y="844200"/>
                </a:lnTo>
                <a:lnTo>
                  <a:pt x="2509996" y="844200"/>
                </a:lnTo>
                <a:lnTo>
                  <a:pt x="2503799" y="844200"/>
                </a:lnTo>
                <a:lnTo>
                  <a:pt x="2497601" y="844200"/>
                </a:lnTo>
                <a:lnTo>
                  <a:pt x="2491404" y="844200"/>
                </a:lnTo>
                <a:lnTo>
                  <a:pt x="2485206" y="844200"/>
                </a:lnTo>
                <a:lnTo>
                  <a:pt x="2479009" y="844200"/>
                </a:lnTo>
                <a:lnTo>
                  <a:pt x="2472811" y="844200"/>
                </a:lnTo>
                <a:lnTo>
                  <a:pt x="2466613" y="844200"/>
                </a:lnTo>
                <a:lnTo>
                  <a:pt x="2460416" y="844200"/>
                </a:lnTo>
                <a:lnTo>
                  <a:pt x="2454218" y="844200"/>
                </a:lnTo>
                <a:lnTo>
                  <a:pt x="2448021" y="844200"/>
                </a:lnTo>
                <a:lnTo>
                  <a:pt x="2441823" y="844200"/>
                </a:lnTo>
                <a:lnTo>
                  <a:pt x="2435626" y="844200"/>
                </a:lnTo>
                <a:lnTo>
                  <a:pt x="2429428" y="844200"/>
                </a:lnTo>
                <a:lnTo>
                  <a:pt x="2423231" y="844200"/>
                </a:lnTo>
                <a:lnTo>
                  <a:pt x="2417033" y="844200"/>
                </a:lnTo>
                <a:lnTo>
                  <a:pt x="2410836" y="844200"/>
                </a:lnTo>
                <a:lnTo>
                  <a:pt x="2404638" y="844200"/>
                </a:lnTo>
                <a:lnTo>
                  <a:pt x="2398441" y="844200"/>
                </a:lnTo>
                <a:lnTo>
                  <a:pt x="2392243" y="844200"/>
                </a:lnTo>
                <a:lnTo>
                  <a:pt x="2386046" y="844200"/>
                </a:lnTo>
                <a:lnTo>
                  <a:pt x="2379848" y="844200"/>
                </a:lnTo>
                <a:lnTo>
                  <a:pt x="2373651" y="844200"/>
                </a:lnTo>
                <a:lnTo>
                  <a:pt x="2367453" y="844200"/>
                </a:lnTo>
                <a:lnTo>
                  <a:pt x="2361256" y="844200"/>
                </a:lnTo>
                <a:lnTo>
                  <a:pt x="2355058" y="844200"/>
                </a:lnTo>
                <a:lnTo>
                  <a:pt x="2348861" y="844200"/>
                </a:lnTo>
                <a:lnTo>
                  <a:pt x="2342663" y="844200"/>
                </a:lnTo>
                <a:lnTo>
                  <a:pt x="2336465" y="844200"/>
                </a:lnTo>
                <a:lnTo>
                  <a:pt x="2330268" y="844200"/>
                </a:lnTo>
                <a:lnTo>
                  <a:pt x="2324070" y="844200"/>
                </a:lnTo>
                <a:lnTo>
                  <a:pt x="2317873" y="844200"/>
                </a:lnTo>
                <a:lnTo>
                  <a:pt x="2311675" y="844200"/>
                </a:lnTo>
                <a:lnTo>
                  <a:pt x="2305478" y="844200"/>
                </a:lnTo>
                <a:lnTo>
                  <a:pt x="2299280" y="844200"/>
                </a:lnTo>
                <a:lnTo>
                  <a:pt x="2293083" y="844200"/>
                </a:lnTo>
                <a:lnTo>
                  <a:pt x="2286885" y="844200"/>
                </a:lnTo>
                <a:lnTo>
                  <a:pt x="2280688" y="844200"/>
                </a:lnTo>
                <a:lnTo>
                  <a:pt x="2274490" y="844200"/>
                </a:lnTo>
                <a:lnTo>
                  <a:pt x="2268293" y="844200"/>
                </a:lnTo>
                <a:lnTo>
                  <a:pt x="2262095" y="844200"/>
                </a:lnTo>
                <a:lnTo>
                  <a:pt x="2255898" y="844200"/>
                </a:lnTo>
                <a:lnTo>
                  <a:pt x="2249700" y="844200"/>
                </a:lnTo>
                <a:lnTo>
                  <a:pt x="2243503" y="844200"/>
                </a:lnTo>
                <a:lnTo>
                  <a:pt x="2237305" y="844200"/>
                </a:lnTo>
                <a:lnTo>
                  <a:pt x="2231108" y="844200"/>
                </a:lnTo>
                <a:lnTo>
                  <a:pt x="2224910" y="844200"/>
                </a:lnTo>
                <a:lnTo>
                  <a:pt x="2218713" y="844200"/>
                </a:lnTo>
                <a:lnTo>
                  <a:pt x="2212515" y="844200"/>
                </a:lnTo>
                <a:lnTo>
                  <a:pt x="2206318" y="844200"/>
                </a:lnTo>
                <a:lnTo>
                  <a:pt x="2200120" y="844200"/>
                </a:lnTo>
                <a:lnTo>
                  <a:pt x="2193922" y="844200"/>
                </a:lnTo>
                <a:lnTo>
                  <a:pt x="2187725" y="844200"/>
                </a:lnTo>
                <a:lnTo>
                  <a:pt x="2181527" y="844200"/>
                </a:lnTo>
                <a:lnTo>
                  <a:pt x="2175330" y="844200"/>
                </a:lnTo>
                <a:lnTo>
                  <a:pt x="2169132" y="844200"/>
                </a:lnTo>
                <a:lnTo>
                  <a:pt x="2162935" y="844200"/>
                </a:lnTo>
                <a:lnTo>
                  <a:pt x="2156737" y="844200"/>
                </a:lnTo>
                <a:lnTo>
                  <a:pt x="2150540" y="844200"/>
                </a:lnTo>
                <a:lnTo>
                  <a:pt x="2144342" y="844200"/>
                </a:lnTo>
                <a:lnTo>
                  <a:pt x="2138145" y="844200"/>
                </a:lnTo>
                <a:lnTo>
                  <a:pt x="2131947" y="844200"/>
                </a:lnTo>
                <a:lnTo>
                  <a:pt x="2125750" y="844200"/>
                </a:lnTo>
                <a:lnTo>
                  <a:pt x="2119552" y="844200"/>
                </a:lnTo>
                <a:lnTo>
                  <a:pt x="2113355" y="844200"/>
                </a:lnTo>
                <a:lnTo>
                  <a:pt x="2107157" y="844200"/>
                </a:lnTo>
                <a:lnTo>
                  <a:pt x="2100960" y="844200"/>
                </a:lnTo>
                <a:lnTo>
                  <a:pt x="2094762" y="844200"/>
                </a:lnTo>
                <a:lnTo>
                  <a:pt x="2088565" y="844200"/>
                </a:lnTo>
                <a:lnTo>
                  <a:pt x="2082367" y="844200"/>
                </a:lnTo>
                <a:lnTo>
                  <a:pt x="2076170" y="844200"/>
                </a:lnTo>
                <a:lnTo>
                  <a:pt x="2069972" y="844200"/>
                </a:lnTo>
                <a:lnTo>
                  <a:pt x="2063774" y="844200"/>
                </a:lnTo>
                <a:lnTo>
                  <a:pt x="2057577" y="844200"/>
                </a:lnTo>
                <a:lnTo>
                  <a:pt x="2051379" y="844200"/>
                </a:lnTo>
                <a:lnTo>
                  <a:pt x="2045182" y="844200"/>
                </a:lnTo>
                <a:lnTo>
                  <a:pt x="2038984" y="844200"/>
                </a:lnTo>
                <a:lnTo>
                  <a:pt x="2032787" y="844200"/>
                </a:lnTo>
                <a:lnTo>
                  <a:pt x="2026589" y="844200"/>
                </a:lnTo>
                <a:lnTo>
                  <a:pt x="2020392" y="844200"/>
                </a:lnTo>
                <a:lnTo>
                  <a:pt x="2014194" y="844200"/>
                </a:lnTo>
                <a:lnTo>
                  <a:pt x="2007997" y="844200"/>
                </a:lnTo>
                <a:lnTo>
                  <a:pt x="2001799" y="844200"/>
                </a:lnTo>
                <a:lnTo>
                  <a:pt x="1995602" y="844200"/>
                </a:lnTo>
                <a:lnTo>
                  <a:pt x="1989404" y="844200"/>
                </a:lnTo>
                <a:lnTo>
                  <a:pt x="1983207" y="844200"/>
                </a:lnTo>
                <a:lnTo>
                  <a:pt x="1977009" y="844200"/>
                </a:lnTo>
                <a:lnTo>
                  <a:pt x="1970812" y="844200"/>
                </a:lnTo>
                <a:lnTo>
                  <a:pt x="1964614" y="844200"/>
                </a:lnTo>
                <a:lnTo>
                  <a:pt x="1958417" y="844200"/>
                </a:lnTo>
                <a:lnTo>
                  <a:pt x="1952219" y="844200"/>
                </a:lnTo>
                <a:lnTo>
                  <a:pt x="1946022" y="844200"/>
                </a:lnTo>
                <a:lnTo>
                  <a:pt x="1939824" y="844200"/>
                </a:lnTo>
                <a:lnTo>
                  <a:pt x="1933627" y="844200"/>
                </a:lnTo>
                <a:lnTo>
                  <a:pt x="1927429" y="844200"/>
                </a:lnTo>
                <a:lnTo>
                  <a:pt x="1921231" y="844200"/>
                </a:lnTo>
                <a:lnTo>
                  <a:pt x="1915034" y="844200"/>
                </a:lnTo>
                <a:lnTo>
                  <a:pt x="1908836" y="844200"/>
                </a:lnTo>
                <a:lnTo>
                  <a:pt x="1902639" y="844200"/>
                </a:lnTo>
                <a:lnTo>
                  <a:pt x="1896441" y="844200"/>
                </a:lnTo>
                <a:lnTo>
                  <a:pt x="1890244" y="844200"/>
                </a:lnTo>
                <a:lnTo>
                  <a:pt x="1884046" y="844200"/>
                </a:lnTo>
                <a:lnTo>
                  <a:pt x="1877849" y="844200"/>
                </a:lnTo>
                <a:lnTo>
                  <a:pt x="1871651" y="844200"/>
                </a:lnTo>
                <a:lnTo>
                  <a:pt x="1865454" y="844200"/>
                </a:lnTo>
                <a:lnTo>
                  <a:pt x="1859256" y="844200"/>
                </a:lnTo>
                <a:lnTo>
                  <a:pt x="1853059" y="844200"/>
                </a:lnTo>
                <a:lnTo>
                  <a:pt x="1846861" y="844200"/>
                </a:lnTo>
                <a:lnTo>
                  <a:pt x="1840664" y="844200"/>
                </a:lnTo>
                <a:lnTo>
                  <a:pt x="1834466" y="844200"/>
                </a:lnTo>
                <a:lnTo>
                  <a:pt x="1828269" y="844200"/>
                </a:lnTo>
                <a:lnTo>
                  <a:pt x="1822071" y="844200"/>
                </a:lnTo>
                <a:lnTo>
                  <a:pt x="1815874" y="844200"/>
                </a:lnTo>
                <a:lnTo>
                  <a:pt x="1809676" y="844200"/>
                </a:lnTo>
                <a:lnTo>
                  <a:pt x="1803479" y="844200"/>
                </a:lnTo>
                <a:lnTo>
                  <a:pt x="1797281" y="844200"/>
                </a:lnTo>
                <a:lnTo>
                  <a:pt x="1791084" y="844200"/>
                </a:lnTo>
                <a:lnTo>
                  <a:pt x="1784886" y="844200"/>
                </a:lnTo>
                <a:lnTo>
                  <a:pt x="1778688" y="844200"/>
                </a:lnTo>
                <a:lnTo>
                  <a:pt x="1772491" y="844200"/>
                </a:lnTo>
                <a:lnTo>
                  <a:pt x="1766293" y="844200"/>
                </a:lnTo>
                <a:lnTo>
                  <a:pt x="1760096" y="844200"/>
                </a:lnTo>
                <a:lnTo>
                  <a:pt x="1753898" y="844200"/>
                </a:lnTo>
                <a:lnTo>
                  <a:pt x="1747701" y="844200"/>
                </a:lnTo>
                <a:lnTo>
                  <a:pt x="1741503" y="844200"/>
                </a:lnTo>
                <a:lnTo>
                  <a:pt x="1735306" y="844200"/>
                </a:lnTo>
                <a:lnTo>
                  <a:pt x="1729108" y="844200"/>
                </a:lnTo>
                <a:lnTo>
                  <a:pt x="1722911" y="844200"/>
                </a:lnTo>
                <a:lnTo>
                  <a:pt x="1716713" y="844200"/>
                </a:lnTo>
                <a:lnTo>
                  <a:pt x="1710516" y="844200"/>
                </a:lnTo>
                <a:lnTo>
                  <a:pt x="1704318" y="844200"/>
                </a:lnTo>
                <a:lnTo>
                  <a:pt x="1698121" y="844200"/>
                </a:lnTo>
                <a:lnTo>
                  <a:pt x="1691923" y="844200"/>
                </a:lnTo>
                <a:lnTo>
                  <a:pt x="1685726" y="844200"/>
                </a:lnTo>
                <a:lnTo>
                  <a:pt x="1679528" y="844200"/>
                </a:lnTo>
                <a:lnTo>
                  <a:pt x="1673331" y="844200"/>
                </a:lnTo>
                <a:lnTo>
                  <a:pt x="1667133" y="844200"/>
                </a:lnTo>
                <a:lnTo>
                  <a:pt x="1660936" y="844200"/>
                </a:lnTo>
                <a:lnTo>
                  <a:pt x="1654738" y="844200"/>
                </a:lnTo>
                <a:lnTo>
                  <a:pt x="1648540" y="844200"/>
                </a:lnTo>
                <a:lnTo>
                  <a:pt x="1642343" y="844200"/>
                </a:lnTo>
                <a:lnTo>
                  <a:pt x="1636145" y="844200"/>
                </a:lnTo>
                <a:lnTo>
                  <a:pt x="1629948" y="844200"/>
                </a:lnTo>
                <a:lnTo>
                  <a:pt x="1623750" y="844200"/>
                </a:lnTo>
                <a:lnTo>
                  <a:pt x="1617553" y="844200"/>
                </a:lnTo>
                <a:lnTo>
                  <a:pt x="1611355" y="844200"/>
                </a:lnTo>
                <a:lnTo>
                  <a:pt x="1605158" y="844200"/>
                </a:lnTo>
                <a:lnTo>
                  <a:pt x="1598960" y="844200"/>
                </a:lnTo>
                <a:lnTo>
                  <a:pt x="1592763" y="844200"/>
                </a:lnTo>
                <a:lnTo>
                  <a:pt x="1586565" y="844200"/>
                </a:lnTo>
                <a:lnTo>
                  <a:pt x="1580368" y="844200"/>
                </a:lnTo>
                <a:lnTo>
                  <a:pt x="1574170" y="844200"/>
                </a:lnTo>
                <a:lnTo>
                  <a:pt x="1567973" y="844200"/>
                </a:lnTo>
                <a:lnTo>
                  <a:pt x="1561775" y="844200"/>
                </a:lnTo>
                <a:lnTo>
                  <a:pt x="1555578" y="844200"/>
                </a:lnTo>
                <a:lnTo>
                  <a:pt x="1549380" y="844200"/>
                </a:lnTo>
                <a:lnTo>
                  <a:pt x="1543183" y="844200"/>
                </a:lnTo>
                <a:lnTo>
                  <a:pt x="1536985" y="844200"/>
                </a:lnTo>
                <a:lnTo>
                  <a:pt x="1530788" y="844200"/>
                </a:lnTo>
                <a:lnTo>
                  <a:pt x="1524590" y="844200"/>
                </a:lnTo>
                <a:lnTo>
                  <a:pt x="1518393" y="844200"/>
                </a:lnTo>
                <a:lnTo>
                  <a:pt x="1512195" y="844200"/>
                </a:lnTo>
                <a:lnTo>
                  <a:pt x="1505997" y="844200"/>
                </a:lnTo>
                <a:lnTo>
                  <a:pt x="1499800" y="844200"/>
                </a:lnTo>
                <a:lnTo>
                  <a:pt x="1493602" y="844200"/>
                </a:lnTo>
                <a:lnTo>
                  <a:pt x="1487405" y="844200"/>
                </a:lnTo>
                <a:lnTo>
                  <a:pt x="1481207" y="844200"/>
                </a:lnTo>
                <a:lnTo>
                  <a:pt x="1475010" y="844200"/>
                </a:lnTo>
                <a:lnTo>
                  <a:pt x="1468812" y="844200"/>
                </a:lnTo>
                <a:lnTo>
                  <a:pt x="1462615" y="844200"/>
                </a:lnTo>
                <a:lnTo>
                  <a:pt x="1456417" y="844200"/>
                </a:lnTo>
                <a:lnTo>
                  <a:pt x="1450220" y="844200"/>
                </a:lnTo>
                <a:lnTo>
                  <a:pt x="1444022" y="844200"/>
                </a:lnTo>
                <a:lnTo>
                  <a:pt x="1437825" y="844200"/>
                </a:lnTo>
                <a:lnTo>
                  <a:pt x="1431627" y="844200"/>
                </a:lnTo>
                <a:lnTo>
                  <a:pt x="1425430" y="844200"/>
                </a:lnTo>
                <a:lnTo>
                  <a:pt x="1419232" y="844200"/>
                </a:lnTo>
                <a:lnTo>
                  <a:pt x="1413035" y="844200"/>
                </a:lnTo>
                <a:lnTo>
                  <a:pt x="1406837" y="844200"/>
                </a:lnTo>
                <a:lnTo>
                  <a:pt x="1400640" y="844200"/>
                </a:lnTo>
                <a:lnTo>
                  <a:pt x="1394442" y="844200"/>
                </a:lnTo>
                <a:lnTo>
                  <a:pt x="1388245" y="844200"/>
                </a:lnTo>
                <a:lnTo>
                  <a:pt x="1382047" y="844200"/>
                </a:lnTo>
                <a:lnTo>
                  <a:pt x="1375849" y="844200"/>
                </a:lnTo>
                <a:lnTo>
                  <a:pt x="1369652" y="844200"/>
                </a:lnTo>
                <a:lnTo>
                  <a:pt x="1363454" y="844200"/>
                </a:lnTo>
                <a:lnTo>
                  <a:pt x="1357257" y="844200"/>
                </a:lnTo>
                <a:lnTo>
                  <a:pt x="1351059" y="844200"/>
                </a:lnTo>
                <a:lnTo>
                  <a:pt x="1344862" y="844200"/>
                </a:lnTo>
                <a:lnTo>
                  <a:pt x="1338664" y="844200"/>
                </a:lnTo>
                <a:lnTo>
                  <a:pt x="1332467" y="844200"/>
                </a:lnTo>
                <a:lnTo>
                  <a:pt x="1326269" y="844200"/>
                </a:lnTo>
                <a:lnTo>
                  <a:pt x="1320072" y="844200"/>
                </a:lnTo>
                <a:lnTo>
                  <a:pt x="1313874" y="844200"/>
                </a:lnTo>
                <a:lnTo>
                  <a:pt x="1307677" y="844200"/>
                </a:lnTo>
                <a:lnTo>
                  <a:pt x="1301479" y="844200"/>
                </a:lnTo>
                <a:lnTo>
                  <a:pt x="1295282" y="844200"/>
                </a:lnTo>
                <a:lnTo>
                  <a:pt x="1289084" y="844200"/>
                </a:lnTo>
                <a:lnTo>
                  <a:pt x="1282887" y="844200"/>
                </a:lnTo>
                <a:lnTo>
                  <a:pt x="1276689" y="844200"/>
                </a:lnTo>
                <a:lnTo>
                  <a:pt x="1270492" y="844200"/>
                </a:lnTo>
                <a:lnTo>
                  <a:pt x="1264294" y="844200"/>
                </a:lnTo>
                <a:lnTo>
                  <a:pt x="1258097" y="844200"/>
                </a:lnTo>
                <a:lnTo>
                  <a:pt x="1251899" y="844200"/>
                </a:lnTo>
                <a:lnTo>
                  <a:pt x="1245702" y="844200"/>
                </a:lnTo>
                <a:lnTo>
                  <a:pt x="1239504" y="844200"/>
                </a:lnTo>
                <a:lnTo>
                  <a:pt x="1233306" y="844200"/>
                </a:lnTo>
                <a:lnTo>
                  <a:pt x="1227109" y="844200"/>
                </a:lnTo>
                <a:lnTo>
                  <a:pt x="1220911" y="844200"/>
                </a:lnTo>
                <a:lnTo>
                  <a:pt x="1214714" y="844200"/>
                </a:lnTo>
                <a:lnTo>
                  <a:pt x="1208516" y="844200"/>
                </a:lnTo>
                <a:lnTo>
                  <a:pt x="1202319" y="844200"/>
                </a:lnTo>
                <a:lnTo>
                  <a:pt x="1196121" y="844200"/>
                </a:lnTo>
                <a:lnTo>
                  <a:pt x="1189924" y="844200"/>
                </a:lnTo>
                <a:lnTo>
                  <a:pt x="1183726" y="844200"/>
                </a:lnTo>
                <a:lnTo>
                  <a:pt x="1177529" y="844200"/>
                </a:lnTo>
                <a:lnTo>
                  <a:pt x="1171331" y="844200"/>
                </a:lnTo>
                <a:lnTo>
                  <a:pt x="1165134" y="844200"/>
                </a:lnTo>
                <a:lnTo>
                  <a:pt x="1158936" y="844200"/>
                </a:lnTo>
                <a:lnTo>
                  <a:pt x="1152739" y="844200"/>
                </a:lnTo>
                <a:lnTo>
                  <a:pt x="1146541" y="844200"/>
                </a:lnTo>
                <a:lnTo>
                  <a:pt x="1140344" y="844200"/>
                </a:lnTo>
                <a:lnTo>
                  <a:pt x="1134146" y="844200"/>
                </a:lnTo>
                <a:lnTo>
                  <a:pt x="1127949" y="844200"/>
                </a:lnTo>
                <a:lnTo>
                  <a:pt x="1121751" y="844200"/>
                </a:lnTo>
                <a:lnTo>
                  <a:pt x="1115554" y="844200"/>
                </a:lnTo>
                <a:lnTo>
                  <a:pt x="1109356" y="844200"/>
                </a:lnTo>
                <a:lnTo>
                  <a:pt x="1103159" y="844200"/>
                </a:lnTo>
                <a:lnTo>
                  <a:pt x="1096961" y="844200"/>
                </a:lnTo>
                <a:lnTo>
                  <a:pt x="1090763" y="844200"/>
                </a:lnTo>
                <a:lnTo>
                  <a:pt x="1084566" y="844200"/>
                </a:lnTo>
                <a:lnTo>
                  <a:pt x="1078368" y="844200"/>
                </a:lnTo>
                <a:lnTo>
                  <a:pt x="1072171" y="844200"/>
                </a:lnTo>
                <a:lnTo>
                  <a:pt x="1065973" y="844200"/>
                </a:lnTo>
                <a:lnTo>
                  <a:pt x="1059776" y="844200"/>
                </a:lnTo>
                <a:lnTo>
                  <a:pt x="1053578" y="844200"/>
                </a:lnTo>
                <a:lnTo>
                  <a:pt x="1047381" y="844200"/>
                </a:lnTo>
                <a:lnTo>
                  <a:pt x="1041183" y="844200"/>
                </a:lnTo>
                <a:lnTo>
                  <a:pt x="1034986" y="844200"/>
                </a:lnTo>
                <a:lnTo>
                  <a:pt x="1028788" y="844200"/>
                </a:lnTo>
                <a:lnTo>
                  <a:pt x="1022591" y="844200"/>
                </a:lnTo>
                <a:lnTo>
                  <a:pt x="1016393" y="844200"/>
                </a:lnTo>
                <a:lnTo>
                  <a:pt x="1010196" y="844200"/>
                </a:lnTo>
                <a:lnTo>
                  <a:pt x="1003998" y="844200"/>
                </a:lnTo>
                <a:lnTo>
                  <a:pt x="997801" y="844200"/>
                </a:lnTo>
                <a:lnTo>
                  <a:pt x="991603" y="844200"/>
                </a:lnTo>
                <a:lnTo>
                  <a:pt x="985406" y="844200"/>
                </a:lnTo>
                <a:lnTo>
                  <a:pt x="979208" y="844200"/>
                </a:lnTo>
                <a:lnTo>
                  <a:pt x="973011" y="844200"/>
                </a:lnTo>
                <a:lnTo>
                  <a:pt x="966813" y="844200"/>
                </a:lnTo>
                <a:lnTo>
                  <a:pt x="960615" y="844200"/>
                </a:lnTo>
                <a:lnTo>
                  <a:pt x="954418" y="844200"/>
                </a:lnTo>
                <a:lnTo>
                  <a:pt x="948220" y="844200"/>
                </a:lnTo>
                <a:lnTo>
                  <a:pt x="942023" y="844200"/>
                </a:lnTo>
                <a:lnTo>
                  <a:pt x="935825" y="844200"/>
                </a:lnTo>
                <a:lnTo>
                  <a:pt x="929628" y="844200"/>
                </a:lnTo>
                <a:lnTo>
                  <a:pt x="923430" y="844200"/>
                </a:lnTo>
                <a:lnTo>
                  <a:pt x="917233" y="844200"/>
                </a:lnTo>
                <a:lnTo>
                  <a:pt x="911035" y="844200"/>
                </a:lnTo>
                <a:lnTo>
                  <a:pt x="904838" y="844200"/>
                </a:lnTo>
                <a:lnTo>
                  <a:pt x="898640" y="844200"/>
                </a:lnTo>
                <a:lnTo>
                  <a:pt x="892443" y="844200"/>
                </a:lnTo>
                <a:lnTo>
                  <a:pt x="886245" y="844200"/>
                </a:lnTo>
                <a:lnTo>
                  <a:pt x="880048" y="844200"/>
                </a:lnTo>
                <a:lnTo>
                  <a:pt x="873850" y="844200"/>
                </a:lnTo>
                <a:lnTo>
                  <a:pt x="867653" y="844200"/>
                </a:lnTo>
                <a:lnTo>
                  <a:pt x="861455" y="844200"/>
                </a:lnTo>
                <a:lnTo>
                  <a:pt x="855258" y="844200"/>
                </a:lnTo>
                <a:lnTo>
                  <a:pt x="849060" y="844200"/>
                </a:lnTo>
                <a:lnTo>
                  <a:pt x="842863" y="844200"/>
                </a:lnTo>
                <a:lnTo>
                  <a:pt x="836665" y="844200"/>
                </a:lnTo>
                <a:lnTo>
                  <a:pt x="830468" y="844200"/>
                </a:lnTo>
                <a:lnTo>
                  <a:pt x="824270" y="844200"/>
                </a:lnTo>
                <a:lnTo>
                  <a:pt x="818072" y="844200"/>
                </a:lnTo>
                <a:lnTo>
                  <a:pt x="811875" y="844200"/>
                </a:lnTo>
                <a:lnTo>
                  <a:pt x="805677" y="844200"/>
                </a:lnTo>
                <a:lnTo>
                  <a:pt x="799480" y="844200"/>
                </a:lnTo>
                <a:lnTo>
                  <a:pt x="793282" y="844200"/>
                </a:lnTo>
                <a:lnTo>
                  <a:pt x="787085" y="844200"/>
                </a:lnTo>
                <a:lnTo>
                  <a:pt x="780887" y="844200"/>
                </a:lnTo>
                <a:lnTo>
                  <a:pt x="774690" y="844200"/>
                </a:lnTo>
                <a:lnTo>
                  <a:pt x="768492" y="844200"/>
                </a:lnTo>
                <a:lnTo>
                  <a:pt x="762295" y="844200"/>
                </a:lnTo>
                <a:lnTo>
                  <a:pt x="756097" y="844200"/>
                </a:lnTo>
                <a:lnTo>
                  <a:pt x="749900" y="844200"/>
                </a:lnTo>
                <a:lnTo>
                  <a:pt x="743702" y="844200"/>
                </a:lnTo>
                <a:lnTo>
                  <a:pt x="737505" y="844200"/>
                </a:lnTo>
                <a:lnTo>
                  <a:pt x="731307" y="844200"/>
                </a:lnTo>
                <a:lnTo>
                  <a:pt x="725110" y="844200"/>
                </a:lnTo>
                <a:lnTo>
                  <a:pt x="718912" y="844200"/>
                </a:lnTo>
                <a:lnTo>
                  <a:pt x="712715" y="844200"/>
                </a:lnTo>
                <a:lnTo>
                  <a:pt x="706517" y="844200"/>
                </a:lnTo>
                <a:lnTo>
                  <a:pt x="700320" y="844200"/>
                </a:lnTo>
                <a:lnTo>
                  <a:pt x="694122" y="844200"/>
                </a:lnTo>
                <a:lnTo>
                  <a:pt x="687924" y="844200"/>
                </a:lnTo>
                <a:lnTo>
                  <a:pt x="681727" y="844200"/>
                </a:lnTo>
                <a:lnTo>
                  <a:pt x="675529" y="844200"/>
                </a:lnTo>
                <a:lnTo>
                  <a:pt x="669332" y="844200"/>
                </a:lnTo>
                <a:lnTo>
                  <a:pt x="663134" y="844200"/>
                </a:lnTo>
                <a:lnTo>
                  <a:pt x="656937" y="844200"/>
                </a:lnTo>
                <a:lnTo>
                  <a:pt x="650739" y="844200"/>
                </a:lnTo>
                <a:lnTo>
                  <a:pt x="644542" y="844200"/>
                </a:lnTo>
                <a:lnTo>
                  <a:pt x="638344" y="844200"/>
                </a:lnTo>
                <a:lnTo>
                  <a:pt x="632147" y="844200"/>
                </a:lnTo>
                <a:lnTo>
                  <a:pt x="625949" y="844200"/>
                </a:lnTo>
                <a:lnTo>
                  <a:pt x="619752" y="844200"/>
                </a:lnTo>
                <a:lnTo>
                  <a:pt x="613554" y="844200"/>
                </a:lnTo>
                <a:lnTo>
                  <a:pt x="607357" y="844200"/>
                </a:lnTo>
                <a:lnTo>
                  <a:pt x="601159" y="844200"/>
                </a:lnTo>
                <a:lnTo>
                  <a:pt x="594962" y="844200"/>
                </a:lnTo>
                <a:lnTo>
                  <a:pt x="588764" y="844200"/>
                </a:lnTo>
                <a:lnTo>
                  <a:pt x="582567" y="844200"/>
                </a:lnTo>
                <a:lnTo>
                  <a:pt x="576369" y="844200"/>
                </a:lnTo>
                <a:lnTo>
                  <a:pt x="570172" y="844200"/>
                </a:lnTo>
                <a:lnTo>
                  <a:pt x="563974" y="844200"/>
                </a:lnTo>
                <a:lnTo>
                  <a:pt x="557777" y="844200"/>
                </a:lnTo>
                <a:lnTo>
                  <a:pt x="551579" y="844200"/>
                </a:lnTo>
                <a:lnTo>
                  <a:pt x="545381" y="844200"/>
                </a:lnTo>
                <a:lnTo>
                  <a:pt x="539184" y="844200"/>
                </a:lnTo>
                <a:lnTo>
                  <a:pt x="532986" y="844200"/>
                </a:lnTo>
                <a:lnTo>
                  <a:pt x="526789" y="844200"/>
                </a:lnTo>
                <a:lnTo>
                  <a:pt x="520591" y="844200"/>
                </a:lnTo>
                <a:lnTo>
                  <a:pt x="514394" y="844200"/>
                </a:lnTo>
                <a:lnTo>
                  <a:pt x="508196" y="844200"/>
                </a:lnTo>
                <a:lnTo>
                  <a:pt x="501999" y="844200"/>
                </a:lnTo>
                <a:lnTo>
                  <a:pt x="495801" y="844200"/>
                </a:lnTo>
                <a:lnTo>
                  <a:pt x="489604" y="844200"/>
                </a:lnTo>
                <a:lnTo>
                  <a:pt x="483406" y="844200"/>
                </a:lnTo>
                <a:lnTo>
                  <a:pt x="477209" y="844200"/>
                </a:lnTo>
                <a:lnTo>
                  <a:pt x="471011" y="844200"/>
                </a:lnTo>
                <a:lnTo>
                  <a:pt x="464814" y="844200"/>
                </a:lnTo>
                <a:lnTo>
                  <a:pt x="458616" y="844200"/>
                </a:lnTo>
                <a:lnTo>
                  <a:pt x="452419" y="844200"/>
                </a:lnTo>
                <a:lnTo>
                  <a:pt x="446221" y="844200"/>
                </a:lnTo>
                <a:lnTo>
                  <a:pt x="440024" y="844200"/>
                </a:lnTo>
                <a:lnTo>
                  <a:pt x="433826" y="844200"/>
                </a:lnTo>
                <a:lnTo>
                  <a:pt x="427629" y="844200"/>
                </a:lnTo>
                <a:lnTo>
                  <a:pt x="421431" y="844200"/>
                </a:lnTo>
                <a:lnTo>
                  <a:pt x="415234" y="844200"/>
                </a:lnTo>
                <a:lnTo>
                  <a:pt x="409036" y="844200"/>
                </a:lnTo>
                <a:lnTo>
                  <a:pt x="402838" y="844200"/>
                </a:lnTo>
                <a:lnTo>
                  <a:pt x="396641" y="844200"/>
                </a:lnTo>
                <a:lnTo>
                  <a:pt x="390443" y="844200"/>
                </a:lnTo>
                <a:lnTo>
                  <a:pt x="384246" y="844200"/>
                </a:lnTo>
                <a:lnTo>
                  <a:pt x="378048" y="844200"/>
                </a:lnTo>
                <a:lnTo>
                  <a:pt x="371851" y="844200"/>
                </a:lnTo>
                <a:lnTo>
                  <a:pt x="365653" y="844200"/>
                </a:lnTo>
                <a:lnTo>
                  <a:pt x="359456" y="844200"/>
                </a:lnTo>
                <a:lnTo>
                  <a:pt x="353258" y="844200"/>
                </a:lnTo>
                <a:lnTo>
                  <a:pt x="347061" y="844200"/>
                </a:lnTo>
                <a:lnTo>
                  <a:pt x="340863" y="844200"/>
                </a:lnTo>
                <a:lnTo>
                  <a:pt x="334666" y="844200"/>
                </a:lnTo>
                <a:lnTo>
                  <a:pt x="328468" y="844200"/>
                </a:lnTo>
                <a:lnTo>
                  <a:pt x="322271" y="844200"/>
                </a:lnTo>
                <a:lnTo>
                  <a:pt x="316073" y="844200"/>
                </a:lnTo>
                <a:lnTo>
                  <a:pt x="309876" y="844200"/>
                </a:lnTo>
                <a:lnTo>
                  <a:pt x="303678" y="844200"/>
                </a:lnTo>
                <a:lnTo>
                  <a:pt x="297481" y="844200"/>
                </a:lnTo>
                <a:lnTo>
                  <a:pt x="291283" y="844200"/>
                </a:lnTo>
                <a:lnTo>
                  <a:pt x="285086" y="844200"/>
                </a:lnTo>
                <a:lnTo>
                  <a:pt x="278888" y="844200"/>
                </a:lnTo>
                <a:lnTo>
                  <a:pt x="272690" y="844200"/>
                </a:lnTo>
                <a:lnTo>
                  <a:pt x="266493" y="844200"/>
                </a:lnTo>
                <a:lnTo>
                  <a:pt x="260295" y="844200"/>
                </a:lnTo>
                <a:lnTo>
                  <a:pt x="254098" y="844200"/>
                </a:lnTo>
                <a:lnTo>
                  <a:pt x="247900" y="844200"/>
                </a:lnTo>
                <a:lnTo>
                  <a:pt x="241703" y="844200"/>
                </a:lnTo>
                <a:lnTo>
                  <a:pt x="235505" y="844200"/>
                </a:lnTo>
                <a:lnTo>
                  <a:pt x="229308" y="844200"/>
                </a:lnTo>
                <a:lnTo>
                  <a:pt x="223110" y="844200"/>
                </a:lnTo>
                <a:lnTo>
                  <a:pt x="216913" y="844200"/>
                </a:lnTo>
                <a:lnTo>
                  <a:pt x="210715" y="844200"/>
                </a:lnTo>
                <a:lnTo>
                  <a:pt x="204518" y="844200"/>
                </a:lnTo>
                <a:lnTo>
                  <a:pt x="198320" y="844200"/>
                </a:lnTo>
                <a:lnTo>
                  <a:pt x="192123" y="844200"/>
                </a:lnTo>
                <a:lnTo>
                  <a:pt x="185925" y="844200"/>
                </a:lnTo>
                <a:lnTo>
                  <a:pt x="179728" y="844200"/>
                </a:lnTo>
                <a:lnTo>
                  <a:pt x="173530" y="844200"/>
                </a:lnTo>
                <a:lnTo>
                  <a:pt x="167333" y="844200"/>
                </a:lnTo>
                <a:lnTo>
                  <a:pt x="161135" y="844200"/>
                </a:lnTo>
                <a:lnTo>
                  <a:pt x="154938" y="844200"/>
                </a:lnTo>
                <a:lnTo>
                  <a:pt x="148740" y="844200"/>
                </a:lnTo>
                <a:lnTo>
                  <a:pt x="142543" y="844200"/>
                </a:lnTo>
                <a:lnTo>
                  <a:pt x="136345" y="844200"/>
                </a:lnTo>
                <a:lnTo>
                  <a:pt x="130147" y="844200"/>
                </a:lnTo>
                <a:lnTo>
                  <a:pt x="123950" y="844200"/>
                </a:lnTo>
                <a:lnTo>
                  <a:pt x="117752" y="844200"/>
                </a:lnTo>
                <a:lnTo>
                  <a:pt x="111555" y="844200"/>
                </a:lnTo>
                <a:lnTo>
                  <a:pt x="105357" y="844200"/>
                </a:lnTo>
                <a:lnTo>
                  <a:pt x="99160" y="844200"/>
                </a:lnTo>
                <a:lnTo>
                  <a:pt x="92962" y="844200"/>
                </a:lnTo>
                <a:lnTo>
                  <a:pt x="86765" y="844200"/>
                </a:lnTo>
                <a:lnTo>
                  <a:pt x="80567" y="844200"/>
                </a:lnTo>
                <a:lnTo>
                  <a:pt x="74370" y="844200"/>
                </a:lnTo>
                <a:lnTo>
                  <a:pt x="68172" y="844200"/>
                </a:lnTo>
                <a:lnTo>
                  <a:pt x="61975" y="844200"/>
                </a:lnTo>
                <a:lnTo>
                  <a:pt x="55777" y="844200"/>
                </a:lnTo>
                <a:lnTo>
                  <a:pt x="49580" y="844200"/>
                </a:lnTo>
                <a:lnTo>
                  <a:pt x="43382" y="844200"/>
                </a:lnTo>
                <a:lnTo>
                  <a:pt x="37185" y="844200"/>
                </a:lnTo>
                <a:lnTo>
                  <a:pt x="30987" y="844200"/>
                </a:lnTo>
                <a:lnTo>
                  <a:pt x="24790" y="844200"/>
                </a:lnTo>
                <a:lnTo>
                  <a:pt x="18592" y="844200"/>
                </a:lnTo>
                <a:lnTo>
                  <a:pt x="12395" y="844200"/>
                </a:lnTo>
                <a:lnTo>
                  <a:pt x="6197" y="844200"/>
                </a:lnTo>
                <a:lnTo>
                  <a:pt x="0" y="8442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09" name="pl47">
            <a:extLst>
              <a:ext uri="{FF2B5EF4-FFF2-40B4-BE49-F238E27FC236}">
                <a16:creationId xmlns:a16="http://schemas.microsoft.com/office/drawing/2014/main" id="{7717E0AD-3D48-36AB-2340-9E5C757DBB44}"/>
              </a:ext>
            </a:extLst>
          </p:cNvPr>
          <p:cNvSpPr/>
          <p:nvPr/>
        </p:nvSpPr>
        <p:spPr>
          <a:xfrm>
            <a:off x="6505677" y="2471193"/>
            <a:ext cx="2412901" cy="612919"/>
          </a:xfrm>
          <a:custGeom>
            <a:avLst/>
            <a:gdLst/>
            <a:ahLst/>
            <a:cxnLst/>
            <a:rect l="0" t="0" r="0" b="0"/>
            <a:pathLst>
              <a:path w="3166933" h="804456">
                <a:moveTo>
                  <a:pt x="0" y="283037"/>
                </a:moveTo>
                <a:lnTo>
                  <a:pt x="6197" y="276268"/>
                </a:lnTo>
                <a:lnTo>
                  <a:pt x="12395" y="269549"/>
                </a:lnTo>
                <a:lnTo>
                  <a:pt x="18592" y="262840"/>
                </a:lnTo>
                <a:lnTo>
                  <a:pt x="24790" y="256188"/>
                </a:lnTo>
                <a:lnTo>
                  <a:pt x="30987" y="249550"/>
                </a:lnTo>
                <a:lnTo>
                  <a:pt x="37185" y="242976"/>
                </a:lnTo>
                <a:lnTo>
                  <a:pt x="43382" y="236419"/>
                </a:lnTo>
                <a:lnTo>
                  <a:pt x="49580" y="229933"/>
                </a:lnTo>
                <a:lnTo>
                  <a:pt x="55777" y="223467"/>
                </a:lnTo>
                <a:lnTo>
                  <a:pt x="61975" y="217080"/>
                </a:lnTo>
                <a:lnTo>
                  <a:pt x="68172" y="210717"/>
                </a:lnTo>
                <a:lnTo>
                  <a:pt x="74370" y="204438"/>
                </a:lnTo>
                <a:lnTo>
                  <a:pt x="80567" y="198188"/>
                </a:lnTo>
                <a:lnTo>
                  <a:pt x="86765" y="192027"/>
                </a:lnTo>
                <a:lnTo>
                  <a:pt x="92962" y="185900"/>
                </a:lnTo>
                <a:lnTo>
                  <a:pt x="99160" y="179867"/>
                </a:lnTo>
                <a:lnTo>
                  <a:pt x="105357" y="173873"/>
                </a:lnTo>
                <a:lnTo>
                  <a:pt x="111555" y="167978"/>
                </a:lnTo>
                <a:lnTo>
                  <a:pt x="117752" y="162127"/>
                </a:lnTo>
                <a:lnTo>
                  <a:pt x="123950" y="156379"/>
                </a:lnTo>
                <a:lnTo>
                  <a:pt x="130147" y="150680"/>
                </a:lnTo>
                <a:lnTo>
                  <a:pt x="136345" y="145088"/>
                </a:lnTo>
                <a:lnTo>
                  <a:pt x="142543" y="139551"/>
                </a:lnTo>
                <a:lnTo>
                  <a:pt x="148740" y="134124"/>
                </a:lnTo>
                <a:lnTo>
                  <a:pt x="154938" y="128757"/>
                </a:lnTo>
                <a:lnTo>
                  <a:pt x="161135" y="123503"/>
                </a:lnTo>
                <a:lnTo>
                  <a:pt x="167333" y="118315"/>
                </a:lnTo>
                <a:lnTo>
                  <a:pt x="173530" y="113242"/>
                </a:lnTo>
                <a:lnTo>
                  <a:pt x="179728" y="108242"/>
                </a:lnTo>
                <a:lnTo>
                  <a:pt x="185925" y="103356"/>
                </a:lnTo>
                <a:lnTo>
                  <a:pt x="192123" y="98551"/>
                </a:lnTo>
                <a:lnTo>
                  <a:pt x="198320" y="93862"/>
                </a:lnTo>
                <a:lnTo>
                  <a:pt x="204518" y="89258"/>
                </a:lnTo>
                <a:lnTo>
                  <a:pt x="210715" y="84771"/>
                </a:lnTo>
                <a:lnTo>
                  <a:pt x="216913" y="80377"/>
                </a:lnTo>
                <a:lnTo>
                  <a:pt x="223110" y="76099"/>
                </a:lnTo>
                <a:lnTo>
                  <a:pt x="229308" y="71920"/>
                </a:lnTo>
                <a:lnTo>
                  <a:pt x="235505" y="67856"/>
                </a:lnTo>
                <a:lnTo>
                  <a:pt x="241703" y="63898"/>
                </a:lnTo>
                <a:lnTo>
                  <a:pt x="247900" y="60053"/>
                </a:lnTo>
                <a:lnTo>
                  <a:pt x="254098" y="56322"/>
                </a:lnTo>
                <a:lnTo>
                  <a:pt x="260295" y="52702"/>
                </a:lnTo>
                <a:lnTo>
                  <a:pt x="266493" y="49201"/>
                </a:lnTo>
                <a:lnTo>
                  <a:pt x="272690" y="45810"/>
                </a:lnTo>
                <a:lnTo>
                  <a:pt x="278888" y="42544"/>
                </a:lnTo>
                <a:lnTo>
                  <a:pt x="285086" y="39386"/>
                </a:lnTo>
                <a:lnTo>
                  <a:pt x="291283" y="36359"/>
                </a:lnTo>
                <a:lnTo>
                  <a:pt x="297481" y="33436"/>
                </a:lnTo>
                <a:lnTo>
                  <a:pt x="303678" y="30651"/>
                </a:lnTo>
                <a:lnTo>
                  <a:pt x="309876" y="27967"/>
                </a:lnTo>
                <a:lnTo>
                  <a:pt x="316073" y="25426"/>
                </a:lnTo>
                <a:lnTo>
                  <a:pt x="322271" y="22982"/>
                </a:lnTo>
                <a:lnTo>
                  <a:pt x="328468" y="20687"/>
                </a:lnTo>
                <a:lnTo>
                  <a:pt x="334666" y="18486"/>
                </a:lnTo>
                <a:lnTo>
                  <a:pt x="340863" y="16438"/>
                </a:lnTo>
                <a:lnTo>
                  <a:pt x="347061" y="14480"/>
                </a:lnTo>
                <a:lnTo>
                  <a:pt x="353258" y="12680"/>
                </a:lnTo>
                <a:lnTo>
                  <a:pt x="359456" y="10965"/>
                </a:lnTo>
                <a:lnTo>
                  <a:pt x="365653" y="9413"/>
                </a:lnTo>
                <a:lnTo>
                  <a:pt x="371851" y="7942"/>
                </a:lnTo>
                <a:lnTo>
                  <a:pt x="378048" y="6638"/>
                </a:lnTo>
                <a:lnTo>
                  <a:pt x="384246" y="5410"/>
                </a:lnTo>
                <a:lnTo>
                  <a:pt x="390443" y="4353"/>
                </a:lnTo>
                <a:lnTo>
                  <a:pt x="396641" y="3367"/>
                </a:lnTo>
                <a:lnTo>
                  <a:pt x="402838" y="2554"/>
                </a:lnTo>
                <a:lnTo>
                  <a:pt x="409036" y="1809"/>
                </a:lnTo>
                <a:lnTo>
                  <a:pt x="415234" y="1239"/>
                </a:lnTo>
                <a:lnTo>
                  <a:pt x="421431" y="732"/>
                </a:lnTo>
                <a:lnTo>
                  <a:pt x="427629" y="403"/>
                </a:lnTo>
                <a:lnTo>
                  <a:pt x="433826" y="131"/>
                </a:lnTo>
                <a:lnTo>
                  <a:pt x="440024" y="39"/>
                </a:lnTo>
                <a:lnTo>
                  <a:pt x="446221" y="0"/>
                </a:lnTo>
                <a:lnTo>
                  <a:pt x="452419" y="142"/>
                </a:lnTo>
                <a:lnTo>
                  <a:pt x="458616" y="331"/>
                </a:lnTo>
                <a:lnTo>
                  <a:pt x="464814" y="703"/>
                </a:lnTo>
                <a:lnTo>
                  <a:pt x="471011" y="1117"/>
                </a:lnTo>
                <a:lnTo>
                  <a:pt x="477209" y="1714"/>
                </a:lnTo>
                <a:lnTo>
                  <a:pt x="483406" y="2348"/>
                </a:lnTo>
                <a:lnTo>
                  <a:pt x="489604" y="3166"/>
                </a:lnTo>
                <a:lnTo>
                  <a:pt x="495801" y="4016"/>
                </a:lnTo>
                <a:lnTo>
                  <a:pt x="501999" y="5048"/>
                </a:lnTo>
                <a:lnTo>
                  <a:pt x="508196" y="6108"/>
                </a:lnTo>
                <a:lnTo>
                  <a:pt x="514394" y="7350"/>
                </a:lnTo>
                <a:lnTo>
                  <a:pt x="520591" y="8615"/>
                </a:lnTo>
                <a:lnTo>
                  <a:pt x="526789" y="10060"/>
                </a:lnTo>
                <a:lnTo>
                  <a:pt x="532986" y="11524"/>
                </a:lnTo>
                <a:lnTo>
                  <a:pt x="539184" y="13166"/>
                </a:lnTo>
                <a:lnTo>
                  <a:pt x="545381" y="14823"/>
                </a:lnTo>
                <a:lnTo>
                  <a:pt x="551579" y="16655"/>
                </a:lnTo>
                <a:lnTo>
                  <a:pt x="557777" y="18498"/>
                </a:lnTo>
                <a:lnTo>
                  <a:pt x="563974" y="20513"/>
                </a:lnTo>
                <a:lnTo>
                  <a:pt x="570172" y="22536"/>
                </a:lnTo>
                <a:lnTo>
                  <a:pt x="576369" y="24727"/>
                </a:lnTo>
                <a:lnTo>
                  <a:pt x="582567" y="26922"/>
                </a:lnTo>
                <a:lnTo>
                  <a:pt x="588764" y="29282"/>
                </a:lnTo>
                <a:lnTo>
                  <a:pt x="594962" y="31645"/>
                </a:lnTo>
                <a:lnTo>
                  <a:pt x="601159" y="34164"/>
                </a:lnTo>
                <a:lnTo>
                  <a:pt x="607357" y="36687"/>
                </a:lnTo>
                <a:lnTo>
                  <a:pt x="613554" y="39356"/>
                </a:lnTo>
                <a:lnTo>
                  <a:pt x="619752" y="42033"/>
                </a:lnTo>
                <a:lnTo>
                  <a:pt x="625949" y="44845"/>
                </a:lnTo>
                <a:lnTo>
                  <a:pt x="632147" y="47666"/>
                </a:lnTo>
                <a:lnTo>
                  <a:pt x="638344" y="50613"/>
                </a:lnTo>
                <a:lnTo>
                  <a:pt x="644542" y="53572"/>
                </a:lnTo>
                <a:lnTo>
                  <a:pt x="650739" y="56646"/>
                </a:lnTo>
                <a:lnTo>
                  <a:pt x="656937" y="59734"/>
                </a:lnTo>
                <a:lnTo>
                  <a:pt x="663134" y="62927"/>
                </a:lnTo>
                <a:lnTo>
                  <a:pt x="669332" y="66135"/>
                </a:lnTo>
                <a:lnTo>
                  <a:pt x="675529" y="69441"/>
                </a:lnTo>
                <a:lnTo>
                  <a:pt x="681727" y="72761"/>
                </a:lnTo>
                <a:lnTo>
                  <a:pt x="687924" y="76170"/>
                </a:lnTo>
                <a:lnTo>
                  <a:pt x="694122" y="79594"/>
                </a:lnTo>
                <a:lnTo>
                  <a:pt x="700320" y="83099"/>
                </a:lnTo>
                <a:lnTo>
                  <a:pt x="706517" y="86619"/>
                </a:lnTo>
                <a:lnTo>
                  <a:pt x="712715" y="90211"/>
                </a:lnTo>
                <a:lnTo>
                  <a:pt x="718912" y="93819"/>
                </a:lnTo>
                <a:lnTo>
                  <a:pt x="725110" y="97491"/>
                </a:lnTo>
                <a:lnTo>
                  <a:pt x="731307" y="101179"/>
                </a:lnTo>
                <a:lnTo>
                  <a:pt x="737505" y="104923"/>
                </a:lnTo>
                <a:lnTo>
                  <a:pt x="743702" y="108682"/>
                </a:lnTo>
                <a:lnTo>
                  <a:pt x="749900" y="112490"/>
                </a:lnTo>
                <a:lnTo>
                  <a:pt x="756097" y="116313"/>
                </a:lnTo>
                <a:lnTo>
                  <a:pt x="762295" y="120178"/>
                </a:lnTo>
                <a:lnTo>
                  <a:pt x="768492" y="124057"/>
                </a:lnTo>
                <a:lnTo>
                  <a:pt x="774690" y="127971"/>
                </a:lnTo>
                <a:lnTo>
                  <a:pt x="780887" y="131897"/>
                </a:lnTo>
                <a:lnTo>
                  <a:pt x="787085" y="135853"/>
                </a:lnTo>
                <a:lnTo>
                  <a:pt x="793282" y="139820"/>
                </a:lnTo>
                <a:lnTo>
                  <a:pt x="799480" y="143811"/>
                </a:lnTo>
                <a:lnTo>
                  <a:pt x="805677" y="147810"/>
                </a:lnTo>
                <a:lnTo>
                  <a:pt x="811875" y="151829"/>
                </a:lnTo>
                <a:lnTo>
                  <a:pt x="818072" y="155854"/>
                </a:lnTo>
                <a:lnTo>
                  <a:pt x="824270" y="159893"/>
                </a:lnTo>
                <a:lnTo>
                  <a:pt x="830468" y="163937"/>
                </a:lnTo>
                <a:lnTo>
                  <a:pt x="836665" y="167990"/>
                </a:lnTo>
                <a:lnTo>
                  <a:pt x="842863" y="172046"/>
                </a:lnTo>
                <a:lnTo>
                  <a:pt x="849060" y="176107"/>
                </a:lnTo>
                <a:lnTo>
                  <a:pt x="855258" y="180168"/>
                </a:lnTo>
                <a:lnTo>
                  <a:pt x="861455" y="184229"/>
                </a:lnTo>
                <a:lnTo>
                  <a:pt x="867653" y="188289"/>
                </a:lnTo>
                <a:lnTo>
                  <a:pt x="873850" y="192346"/>
                </a:lnTo>
                <a:lnTo>
                  <a:pt x="880048" y="196398"/>
                </a:lnTo>
                <a:lnTo>
                  <a:pt x="886245" y="200444"/>
                </a:lnTo>
                <a:lnTo>
                  <a:pt x="892443" y="204483"/>
                </a:lnTo>
                <a:lnTo>
                  <a:pt x="898640" y="208513"/>
                </a:lnTo>
                <a:lnTo>
                  <a:pt x="904838" y="212532"/>
                </a:lnTo>
                <a:lnTo>
                  <a:pt x="911035" y="216541"/>
                </a:lnTo>
                <a:lnTo>
                  <a:pt x="917233" y="220535"/>
                </a:lnTo>
                <a:lnTo>
                  <a:pt x="923430" y="224517"/>
                </a:lnTo>
                <a:lnTo>
                  <a:pt x="929628" y="228482"/>
                </a:lnTo>
                <a:lnTo>
                  <a:pt x="935825" y="232431"/>
                </a:lnTo>
                <a:lnTo>
                  <a:pt x="942023" y="236362"/>
                </a:lnTo>
                <a:lnTo>
                  <a:pt x="948220" y="240275"/>
                </a:lnTo>
                <a:lnTo>
                  <a:pt x="954418" y="244165"/>
                </a:lnTo>
                <a:lnTo>
                  <a:pt x="960615" y="248038"/>
                </a:lnTo>
                <a:lnTo>
                  <a:pt x="966813" y="251884"/>
                </a:lnTo>
                <a:lnTo>
                  <a:pt x="973011" y="255712"/>
                </a:lnTo>
                <a:lnTo>
                  <a:pt x="979208" y="259510"/>
                </a:lnTo>
                <a:lnTo>
                  <a:pt x="985406" y="263288"/>
                </a:lnTo>
                <a:lnTo>
                  <a:pt x="991603" y="267035"/>
                </a:lnTo>
                <a:lnTo>
                  <a:pt x="997801" y="270761"/>
                </a:lnTo>
                <a:lnTo>
                  <a:pt x="1003998" y="274451"/>
                </a:lnTo>
                <a:lnTo>
                  <a:pt x="1010196" y="278121"/>
                </a:lnTo>
                <a:lnTo>
                  <a:pt x="1016393" y="281753"/>
                </a:lnTo>
                <a:lnTo>
                  <a:pt x="1022591" y="285364"/>
                </a:lnTo>
                <a:lnTo>
                  <a:pt x="1028788" y="288933"/>
                </a:lnTo>
                <a:lnTo>
                  <a:pt x="1034986" y="292482"/>
                </a:lnTo>
                <a:lnTo>
                  <a:pt x="1041183" y="295986"/>
                </a:lnTo>
                <a:lnTo>
                  <a:pt x="1047381" y="299470"/>
                </a:lnTo>
                <a:lnTo>
                  <a:pt x="1053578" y="302907"/>
                </a:lnTo>
                <a:lnTo>
                  <a:pt x="1059776" y="306324"/>
                </a:lnTo>
                <a:lnTo>
                  <a:pt x="1065973" y="309691"/>
                </a:lnTo>
                <a:lnTo>
                  <a:pt x="1072171" y="313038"/>
                </a:lnTo>
                <a:lnTo>
                  <a:pt x="1078368" y="316333"/>
                </a:lnTo>
                <a:lnTo>
                  <a:pt x="1084566" y="319609"/>
                </a:lnTo>
                <a:lnTo>
                  <a:pt x="1090763" y="322830"/>
                </a:lnTo>
                <a:lnTo>
                  <a:pt x="1096961" y="326034"/>
                </a:lnTo>
                <a:lnTo>
                  <a:pt x="1103159" y="329179"/>
                </a:lnTo>
                <a:lnTo>
                  <a:pt x="1109356" y="332308"/>
                </a:lnTo>
                <a:lnTo>
                  <a:pt x="1115554" y="335377"/>
                </a:lnTo>
                <a:lnTo>
                  <a:pt x="1121751" y="338430"/>
                </a:lnTo>
                <a:lnTo>
                  <a:pt x="1127949" y="341422"/>
                </a:lnTo>
                <a:lnTo>
                  <a:pt x="1134146" y="344398"/>
                </a:lnTo>
                <a:lnTo>
                  <a:pt x="1140344" y="347311"/>
                </a:lnTo>
                <a:lnTo>
                  <a:pt x="1146541" y="350210"/>
                </a:lnTo>
                <a:lnTo>
                  <a:pt x="1152739" y="353043"/>
                </a:lnTo>
                <a:lnTo>
                  <a:pt x="1158936" y="355864"/>
                </a:lnTo>
                <a:lnTo>
                  <a:pt x="1165134" y="358618"/>
                </a:lnTo>
                <a:lnTo>
                  <a:pt x="1171331" y="361360"/>
                </a:lnTo>
                <a:lnTo>
                  <a:pt x="1177529" y="364034"/>
                </a:lnTo>
                <a:lnTo>
                  <a:pt x="1183726" y="366698"/>
                </a:lnTo>
                <a:lnTo>
                  <a:pt x="1189924" y="369292"/>
                </a:lnTo>
                <a:lnTo>
                  <a:pt x="1196121" y="371878"/>
                </a:lnTo>
                <a:lnTo>
                  <a:pt x="1202319" y="374391"/>
                </a:lnTo>
                <a:lnTo>
                  <a:pt x="1208516" y="376899"/>
                </a:lnTo>
                <a:lnTo>
                  <a:pt x="1214714" y="379334"/>
                </a:lnTo>
                <a:lnTo>
                  <a:pt x="1220911" y="381763"/>
                </a:lnTo>
                <a:lnTo>
                  <a:pt x="1227109" y="384119"/>
                </a:lnTo>
                <a:lnTo>
                  <a:pt x="1233306" y="386472"/>
                </a:lnTo>
                <a:lnTo>
                  <a:pt x="1239504" y="388750"/>
                </a:lnTo>
                <a:lnTo>
                  <a:pt x="1245702" y="391026"/>
                </a:lnTo>
                <a:lnTo>
                  <a:pt x="1251899" y="393227"/>
                </a:lnTo>
                <a:lnTo>
                  <a:pt x="1258097" y="395427"/>
                </a:lnTo>
                <a:lnTo>
                  <a:pt x="1264294" y="397553"/>
                </a:lnTo>
                <a:lnTo>
                  <a:pt x="1270492" y="399677"/>
                </a:lnTo>
                <a:lnTo>
                  <a:pt x="1276689" y="401731"/>
                </a:lnTo>
                <a:lnTo>
                  <a:pt x="1282887" y="403780"/>
                </a:lnTo>
                <a:lnTo>
                  <a:pt x="1289084" y="405762"/>
                </a:lnTo>
                <a:lnTo>
                  <a:pt x="1295282" y="407738"/>
                </a:lnTo>
                <a:lnTo>
                  <a:pt x="1301479" y="409650"/>
                </a:lnTo>
                <a:lnTo>
                  <a:pt x="1307677" y="411555"/>
                </a:lnTo>
                <a:lnTo>
                  <a:pt x="1313874" y="413398"/>
                </a:lnTo>
                <a:lnTo>
                  <a:pt x="1320072" y="415234"/>
                </a:lnTo>
                <a:lnTo>
                  <a:pt x="1326269" y="417010"/>
                </a:lnTo>
                <a:lnTo>
                  <a:pt x="1332467" y="418778"/>
                </a:lnTo>
                <a:lnTo>
                  <a:pt x="1338664" y="420490"/>
                </a:lnTo>
                <a:lnTo>
                  <a:pt x="1344862" y="422192"/>
                </a:lnTo>
                <a:lnTo>
                  <a:pt x="1351059" y="423841"/>
                </a:lnTo>
                <a:lnTo>
                  <a:pt x="1357257" y="425480"/>
                </a:lnTo>
                <a:lnTo>
                  <a:pt x="1363454" y="427069"/>
                </a:lnTo>
                <a:lnTo>
                  <a:pt x="1369652" y="428646"/>
                </a:lnTo>
                <a:lnTo>
                  <a:pt x="1375849" y="430177"/>
                </a:lnTo>
                <a:lnTo>
                  <a:pt x="1382047" y="431696"/>
                </a:lnTo>
                <a:lnTo>
                  <a:pt x="1388245" y="433170"/>
                </a:lnTo>
                <a:lnTo>
                  <a:pt x="1394442" y="434632"/>
                </a:lnTo>
                <a:lnTo>
                  <a:pt x="1400640" y="436053"/>
                </a:lnTo>
                <a:lnTo>
                  <a:pt x="1406837" y="437462"/>
                </a:lnTo>
                <a:lnTo>
                  <a:pt x="1413035" y="438832"/>
                </a:lnTo>
                <a:lnTo>
                  <a:pt x="1419232" y="440189"/>
                </a:lnTo>
                <a:lnTo>
                  <a:pt x="1425430" y="441510"/>
                </a:lnTo>
                <a:lnTo>
                  <a:pt x="1431627" y="442819"/>
                </a:lnTo>
                <a:lnTo>
                  <a:pt x="1437825" y="444095"/>
                </a:lnTo>
                <a:lnTo>
                  <a:pt x="1444022" y="445358"/>
                </a:lnTo>
                <a:lnTo>
                  <a:pt x="1450220" y="446591"/>
                </a:lnTo>
                <a:lnTo>
                  <a:pt x="1456417" y="447811"/>
                </a:lnTo>
                <a:lnTo>
                  <a:pt x="1462615" y="449003"/>
                </a:lnTo>
                <a:lnTo>
                  <a:pt x="1468812" y="450183"/>
                </a:lnTo>
                <a:lnTo>
                  <a:pt x="1475010" y="451338"/>
                </a:lnTo>
                <a:lnTo>
                  <a:pt x="1481207" y="452481"/>
                </a:lnTo>
                <a:lnTo>
                  <a:pt x="1487405" y="453601"/>
                </a:lnTo>
                <a:lnTo>
                  <a:pt x="1493602" y="454709"/>
                </a:lnTo>
                <a:lnTo>
                  <a:pt x="1499800" y="455798"/>
                </a:lnTo>
                <a:lnTo>
                  <a:pt x="1505997" y="456875"/>
                </a:lnTo>
                <a:lnTo>
                  <a:pt x="1512195" y="457934"/>
                </a:lnTo>
                <a:lnTo>
                  <a:pt x="1518393" y="458983"/>
                </a:lnTo>
                <a:lnTo>
                  <a:pt x="1524590" y="460016"/>
                </a:lnTo>
                <a:lnTo>
                  <a:pt x="1530788" y="461039"/>
                </a:lnTo>
                <a:lnTo>
                  <a:pt x="1536985" y="462049"/>
                </a:lnTo>
                <a:lnTo>
                  <a:pt x="1543183" y="463050"/>
                </a:lnTo>
                <a:lnTo>
                  <a:pt x="1549380" y="464040"/>
                </a:lnTo>
                <a:lnTo>
                  <a:pt x="1555578" y="465021"/>
                </a:lnTo>
                <a:lnTo>
                  <a:pt x="1561775" y="465993"/>
                </a:lnTo>
                <a:lnTo>
                  <a:pt x="1567973" y="466958"/>
                </a:lnTo>
                <a:lnTo>
                  <a:pt x="1574170" y="467916"/>
                </a:lnTo>
                <a:lnTo>
                  <a:pt x="1580368" y="468867"/>
                </a:lnTo>
                <a:lnTo>
                  <a:pt x="1586565" y="469813"/>
                </a:lnTo>
                <a:lnTo>
                  <a:pt x="1592763" y="470753"/>
                </a:lnTo>
                <a:lnTo>
                  <a:pt x="1598960" y="471690"/>
                </a:lnTo>
                <a:lnTo>
                  <a:pt x="1605158" y="472623"/>
                </a:lnTo>
                <a:lnTo>
                  <a:pt x="1611355" y="473553"/>
                </a:lnTo>
                <a:lnTo>
                  <a:pt x="1617553" y="474481"/>
                </a:lnTo>
                <a:lnTo>
                  <a:pt x="1623750" y="475408"/>
                </a:lnTo>
                <a:lnTo>
                  <a:pt x="1629948" y="476334"/>
                </a:lnTo>
                <a:lnTo>
                  <a:pt x="1636145" y="477259"/>
                </a:lnTo>
                <a:lnTo>
                  <a:pt x="1642343" y="478186"/>
                </a:lnTo>
                <a:lnTo>
                  <a:pt x="1648540" y="479113"/>
                </a:lnTo>
                <a:lnTo>
                  <a:pt x="1654738" y="480042"/>
                </a:lnTo>
                <a:lnTo>
                  <a:pt x="1660936" y="480974"/>
                </a:lnTo>
                <a:lnTo>
                  <a:pt x="1667133" y="481909"/>
                </a:lnTo>
                <a:lnTo>
                  <a:pt x="1673331" y="482847"/>
                </a:lnTo>
                <a:lnTo>
                  <a:pt x="1679528" y="483790"/>
                </a:lnTo>
                <a:lnTo>
                  <a:pt x="1685726" y="484737"/>
                </a:lnTo>
                <a:lnTo>
                  <a:pt x="1691923" y="485692"/>
                </a:lnTo>
                <a:lnTo>
                  <a:pt x="1698121" y="486650"/>
                </a:lnTo>
                <a:lnTo>
                  <a:pt x="1704318" y="487617"/>
                </a:lnTo>
                <a:lnTo>
                  <a:pt x="1710516" y="488588"/>
                </a:lnTo>
                <a:lnTo>
                  <a:pt x="1716713" y="489571"/>
                </a:lnTo>
                <a:lnTo>
                  <a:pt x="1722911" y="490558"/>
                </a:lnTo>
                <a:lnTo>
                  <a:pt x="1729108" y="491558"/>
                </a:lnTo>
                <a:lnTo>
                  <a:pt x="1735306" y="492562"/>
                </a:lnTo>
                <a:lnTo>
                  <a:pt x="1741503" y="493581"/>
                </a:lnTo>
                <a:lnTo>
                  <a:pt x="1747701" y="494605"/>
                </a:lnTo>
                <a:lnTo>
                  <a:pt x="1753898" y="495646"/>
                </a:lnTo>
                <a:lnTo>
                  <a:pt x="1760096" y="496691"/>
                </a:lnTo>
                <a:lnTo>
                  <a:pt x="1766293" y="497754"/>
                </a:lnTo>
                <a:lnTo>
                  <a:pt x="1772491" y="498823"/>
                </a:lnTo>
                <a:lnTo>
                  <a:pt x="1778688" y="499911"/>
                </a:lnTo>
                <a:lnTo>
                  <a:pt x="1784886" y="501004"/>
                </a:lnTo>
                <a:lnTo>
                  <a:pt x="1791084" y="502118"/>
                </a:lnTo>
                <a:lnTo>
                  <a:pt x="1797281" y="503237"/>
                </a:lnTo>
                <a:lnTo>
                  <a:pt x="1803479" y="504378"/>
                </a:lnTo>
                <a:lnTo>
                  <a:pt x="1809676" y="505525"/>
                </a:lnTo>
                <a:lnTo>
                  <a:pt x="1815874" y="506695"/>
                </a:lnTo>
                <a:lnTo>
                  <a:pt x="1822071" y="507870"/>
                </a:lnTo>
                <a:lnTo>
                  <a:pt x="1828269" y="509071"/>
                </a:lnTo>
                <a:lnTo>
                  <a:pt x="1834466" y="510275"/>
                </a:lnTo>
                <a:lnTo>
                  <a:pt x="1840664" y="511507"/>
                </a:lnTo>
                <a:lnTo>
                  <a:pt x="1846861" y="512742"/>
                </a:lnTo>
                <a:lnTo>
                  <a:pt x="1853059" y="514005"/>
                </a:lnTo>
                <a:lnTo>
                  <a:pt x="1859256" y="515272"/>
                </a:lnTo>
                <a:lnTo>
                  <a:pt x="1865454" y="516568"/>
                </a:lnTo>
                <a:lnTo>
                  <a:pt x="1871651" y="517867"/>
                </a:lnTo>
                <a:lnTo>
                  <a:pt x="1877849" y="519196"/>
                </a:lnTo>
                <a:lnTo>
                  <a:pt x="1884046" y="520527"/>
                </a:lnTo>
                <a:lnTo>
                  <a:pt x="1890244" y="521890"/>
                </a:lnTo>
                <a:lnTo>
                  <a:pt x="1896441" y="523254"/>
                </a:lnTo>
                <a:lnTo>
                  <a:pt x="1902639" y="524651"/>
                </a:lnTo>
                <a:lnTo>
                  <a:pt x="1908836" y="526049"/>
                </a:lnTo>
                <a:lnTo>
                  <a:pt x="1915034" y="527480"/>
                </a:lnTo>
                <a:lnTo>
                  <a:pt x="1921231" y="528911"/>
                </a:lnTo>
                <a:lnTo>
                  <a:pt x="1927429" y="530376"/>
                </a:lnTo>
                <a:lnTo>
                  <a:pt x="1933627" y="531842"/>
                </a:lnTo>
                <a:lnTo>
                  <a:pt x="1939824" y="533340"/>
                </a:lnTo>
                <a:lnTo>
                  <a:pt x="1946022" y="534840"/>
                </a:lnTo>
                <a:lnTo>
                  <a:pt x="1952219" y="536371"/>
                </a:lnTo>
                <a:lnTo>
                  <a:pt x="1958417" y="537904"/>
                </a:lnTo>
                <a:lnTo>
                  <a:pt x="1964614" y="539469"/>
                </a:lnTo>
                <a:lnTo>
                  <a:pt x="1970812" y="541036"/>
                </a:lnTo>
                <a:lnTo>
                  <a:pt x="1977009" y="542632"/>
                </a:lnTo>
                <a:lnTo>
                  <a:pt x="1983207" y="544232"/>
                </a:lnTo>
                <a:lnTo>
                  <a:pt x="1989404" y="545860"/>
                </a:lnTo>
                <a:lnTo>
                  <a:pt x="1995602" y="547492"/>
                </a:lnTo>
                <a:lnTo>
                  <a:pt x="2001799" y="549151"/>
                </a:lnTo>
                <a:lnTo>
                  <a:pt x="2007997" y="550815"/>
                </a:lnTo>
                <a:lnTo>
                  <a:pt x="2014194" y="552504"/>
                </a:lnTo>
                <a:lnTo>
                  <a:pt x="2020392" y="554198"/>
                </a:lnTo>
                <a:lnTo>
                  <a:pt x="2026589" y="555917"/>
                </a:lnTo>
                <a:lnTo>
                  <a:pt x="2032787" y="557641"/>
                </a:lnTo>
                <a:lnTo>
                  <a:pt x="2038984" y="559387"/>
                </a:lnTo>
                <a:lnTo>
                  <a:pt x="2045182" y="561139"/>
                </a:lnTo>
                <a:lnTo>
                  <a:pt x="2051379" y="562913"/>
                </a:lnTo>
                <a:lnTo>
                  <a:pt x="2057577" y="564692"/>
                </a:lnTo>
                <a:lnTo>
                  <a:pt x="2063774" y="566492"/>
                </a:lnTo>
                <a:lnTo>
                  <a:pt x="2069972" y="568297"/>
                </a:lnTo>
                <a:lnTo>
                  <a:pt x="2076170" y="570121"/>
                </a:lnTo>
                <a:lnTo>
                  <a:pt x="2082367" y="571951"/>
                </a:lnTo>
                <a:lnTo>
                  <a:pt x="2088565" y="573798"/>
                </a:lnTo>
                <a:lnTo>
                  <a:pt x="2094762" y="575651"/>
                </a:lnTo>
                <a:lnTo>
                  <a:pt x="2100960" y="577519"/>
                </a:lnTo>
                <a:lnTo>
                  <a:pt x="2107157" y="579394"/>
                </a:lnTo>
                <a:lnTo>
                  <a:pt x="2113355" y="581282"/>
                </a:lnTo>
                <a:lnTo>
                  <a:pt x="2119552" y="583176"/>
                </a:lnTo>
                <a:lnTo>
                  <a:pt x="2125750" y="585083"/>
                </a:lnTo>
                <a:lnTo>
                  <a:pt x="2131947" y="586995"/>
                </a:lnTo>
                <a:lnTo>
                  <a:pt x="2138145" y="588918"/>
                </a:lnTo>
                <a:lnTo>
                  <a:pt x="2144342" y="590847"/>
                </a:lnTo>
                <a:lnTo>
                  <a:pt x="2150540" y="592785"/>
                </a:lnTo>
                <a:lnTo>
                  <a:pt x="2156737" y="594728"/>
                </a:lnTo>
                <a:lnTo>
                  <a:pt x="2162935" y="596679"/>
                </a:lnTo>
                <a:lnTo>
                  <a:pt x="2169132" y="598635"/>
                </a:lnTo>
                <a:lnTo>
                  <a:pt x="2175330" y="600598"/>
                </a:lnTo>
                <a:lnTo>
                  <a:pt x="2181527" y="602564"/>
                </a:lnTo>
                <a:lnTo>
                  <a:pt x="2187725" y="604536"/>
                </a:lnTo>
                <a:lnTo>
                  <a:pt x="2193922" y="606511"/>
                </a:lnTo>
                <a:lnTo>
                  <a:pt x="2200120" y="608491"/>
                </a:lnTo>
                <a:lnTo>
                  <a:pt x="2206318" y="610473"/>
                </a:lnTo>
                <a:lnTo>
                  <a:pt x="2212515" y="612458"/>
                </a:lnTo>
                <a:lnTo>
                  <a:pt x="2218713" y="614446"/>
                </a:lnTo>
                <a:lnTo>
                  <a:pt x="2224910" y="616435"/>
                </a:lnTo>
                <a:lnTo>
                  <a:pt x="2231108" y="618425"/>
                </a:lnTo>
                <a:lnTo>
                  <a:pt x="2237305" y="620416"/>
                </a:lnTo>
                <a:lnTo>
                  <a:pt x="2243503" y="622407"/>
                </a:lnTo>
                <a:lnTo>
                  <a:pt x="2249700" y="624398"/>
                </a:lnTo>
                <a:lnTo>
                  <a:pt x="2255898" y="626388"/>
                </a:lnTo>
                <a:lnTo>
                  <a:pt x="2262095" y="628378"/>
                </a:lnTo>
                <a:lnTo>
                  <a:pt x="2268293" y="630365"/>
                </a:lnTo>
                <a:lnTo>
                  <a:pt x="2274490" y="632350"/>
                </a:lnTo>
                <a:lnTo>
                  <a:pt x="2280688" y="634333"/>
                </a:lnTo>
                <a:lnTo>
                  <a:pt x="2286885" y="636313"/>
                </a:lnTo>
                <a:lnTo>
                  <a:pt x="2293083" y="638289"/>
                </a:lnTo>
                <a:lnTo>
                  <a:pt x="2299280" y="640262"/>
                </a:lnTo>
                <a:lnTo>
                  <a:pt x="2305478" y="642229"/>
                </a:lnTo>
                <a:lnTo>
                  <a:pt x="2311675" y="644193"/>
                </a:lnTo>
                <a:lnTo>
                  <a:pt x="2317873" y="646150"/>
                </a:lnTo>
                <a:lnTo>
                  <a:pt x="2324070" y="648103"/>
                </a:lnTo>
                <a:lnTo>
                  <a:pt x="2330268" y="650049"/>
                </a:lnTo>
                <a:lnTo>
                  <a:pt x="2336465" y="651989"/>
                </a:lnTo>
                <a:lnTo>
                  <a:pt x="2342663" y="653921"/>
                </a:lnTo>
                <a:lnTo>
                  <a:pt x="2348861" y="655848"/>
                </a:lnTo>
                <a:lnTo>
                  <a:pt x="2355058" y="657764"/>
                </a:lnTo>
                <a:lnTo>
                  <a:pt x="2361256" y="659675"/>
                </a:lnTo>
                <a:lnTo>
                  <a:pt x="2367453" y="661575"/>
                </a:lnTo>
                <a:lnTo>
                  <a:pt x="2373651" y="663469"/>
                </a:lnTo>
                <a:lnTo>
                  <a:pt x="2379848" y="665350"/>
                </a:lnTo>
                <a:lnTo>
                  <a:pt x="2386046" y="667225"/>
                </a:lnTo>
                <a:lnTo>
                  <a:pt x="2392243" y="669087"/>
                </a:lnTo>
                <a:lnTo>
                  <a:pt x="2398441" y="670943"/>
                </a:lnTo>
                <a:lnTo>
                  <a:pt x="2404638" y="672783"/>
                </a:lnTo>
                <a:lnTo>
                  <a:pt x="2410836" y="674618"/>
                </a:lnTo>
                <a:lnTo>
                  <a:pt x="2417033" y="676436"/>
                </a:lnTo>
                <a:lnTo>
                  <a:pt x="2423231" y="678249"/>
                </a:lnTo>
                <a:lnTo>
                  <a:pt x="2429428" y="680043"/>
                </a:lnTo>
                <a:lnTo>
                  <a:pt x="2435626" y="681832"/>
                </a:lnTo>
                <a:lnTo>
                  <a:pt x="2441823" y="683602"/>
                </a:lnTo>
                <a:lnTo>
                  <a:pt x="2448021" y="685367"/>
                </a:lnTo>
                <a:lnTo>
                  <a:pt x="2454218" y="687112"/>
                </a:lnTo>
                <a:lnTo>
                  <a:pt x="2460416" y="688851"/>
                </a:lnTo>
                <a:lnTo>
                  <a:pt x="2466613" y="690569"/>
                </a:lnTo>
                <a:lnTo>
                  <a:pt x="2472811" y="692282"/>
                </a:lnTo>
                <a:lnTo>
                  <a:pt x="2479009" y="693973"/>
                </a:lnTo>
                <a:lnTo>
                  <a:pt x="2485206" y="695659"/>
                </a:lnTo>
                <a:lnTo>
                  <a:pt x="2491404" y="697322"/>
                </a:lnTo>
                <a:lnTo>
                  <a:pt x="2497601" y="698981"/>
                </a:lnTo>
                <a:lnTo>
                  <a:pt x="2503799" y="700614"/>
                </a:lnTo>
                <a:lnTo>
                  <a:pt x="2509996" y="702245"/>
                </a:lnTo>
                <a:lnTo>
                  <a:pt x="2516194" y="703850"/>
                </a:lnTo>
                <a:lnTo>
                  <a:pt x="2522391" y="705451"/>
                </a:lnTo>
                <a:lnTo>
                  <a:pt x="2528589" y="707026"/>
                </a:lnTo>
                <a:lnTo>
                  <a:pt x="2534786" y="708598"/>
                </a:lnTo>
                <a:lnTo>
                  <a:pt x="2540984" y="710143"/>
                </a:lnTo>
                <a:lnTo>
                  <a:pt x="2547181" y="711686"/>
                </a:lnTo>
                <a:lnTo>
                  <a:pt x="2553379" y="713201"/>
                </a:lnTo>
                <a:lnTo>
                  <a:pt x="2559576" y="714713"/>
                </a:lnTo>
                <a:lnTo>
                  <a:pt x="2565774" y="716197"/>
                </a:lnTo>
                <a:lnTo>
                  <a:pt x="2571971" y="717680"/>
                </a:lnTo>
                <a:lnTo>
                  <a:pt x="2578169" y="719133"/>
                </a:lnTo>
                <a:lnTo>
                  <a:pt x="2584366" y="720586"/>
                </a:lnTo>
                <a:lnTo>
                  <a:pt x="2590564" y="722008"/>
                </a:lnTo>
                <a:lnTo>
                  <a:pt x="2596761" y="723430"/>
                </a:lnTo>
                <a:lnTo>
                  <a:pt x="2602959" y="724823"/>
                </a:lnTo>
                <a:lnTo>
                  <a:pt x="2609156" y="726214"/>
                </a:lnTo>
                <a:lnTo>
                  <a:pt x="2615354" y="727576"/>
                </a:lnTo>
                <a:lnTo>
                  <a:pt x="2621552" y="728936"/>
                </a:lnTo>
                <a:lnTo>
                  <a:pt x="2627749" y="730268"/>
                </a:lnTo>
                <a:lnTo>
                  <a:pt x="2633947" y="731598"/>
                </a:lnTo>
                <a:lnTo>
                  <a:pt x="2640144" y="732901"/>
                </a:lnTo>
                <a:lnTo>
                  <a:pt x="2646342" y="734201"/>
                </a:lnTo>
                <a:lnTo>
                  <a:pt x="2652539" y="735474"/>
                </a:lnTo>
                <a:lnTo>
                  <a:pt x="2658737" y="736743"/>
                </a:lnTo>
                <a:lnTo>
                  <a:pt x="2664934" y="737987"/>
                </a:lnTo>
                <a:lnTo>
                  <a:pt x="2671132" y="739228"/>
                </a:lnTo>
                <a:lnTo>
                  <a:pt x="2677329" y="740443"/>
                </a:lnTo>
                <a:lnTo>
                  <a:pt x="2683527" y="741654"/>
                </a:lnTo>
                <a:lnTo>
                  <a:pt x="2689724" y="742841"/>
                </a:lnTo>
                <a:lnTo>
                  <a:pt x="2695922" y="744023"/>
                </a:lnTo>
                <a:lnTo>
                  <a:pt x="2702119" y="745182"/>
                </a:lnTo>
                <a:lnTo>
                  <a:pt x="2708317" y="746337"/>
                </a:lnTo>
                <a:lnTo>
                  <a:pt x="2714514" y="747469"/>
                </a:lnTo>
                <a:lnTo>
                  <a:pt x="2720712" y="748595"/>
                </a:lnTo>
                <a:lnTo>
                  <a:pt x="2726909" y="749700"/>
                </a:lnTo>
                <a:lnTo>
                  <a:pt x="2733107" y="750800"/>
                </a:lnTo>
                <a:lnTo>
                  <a:pt x="2739304" y="751879"/>
                </a:lnTo>
                <a:lnTo>
                  <a:pt x="2745502" y="752952"/>
                </a:lnTo>
                <a:lnTo>
                  <a:pt x="2751699" y="754006"/>
                </a:lnTo>
                <a:lnTo>
                  <a:pt x="2757897" y="755053"/>
                </a:lnTo>
                <a:lnTo>
                  <a:pt x="2764095" y="756082"/>
                </a:lnTo>
                <a:lnTo>
                  <a:pt x="2770292" y="757104"/>
                </a:lnTo>
                <a:lnTo>
                  <a:pt x="2776490" y="758109"/>
                </a:lnTo>
                <a:lnTo>
                  <a:pt x="2782687" y="759107"/>
                </a:lnTo>
                <a:lnTo>
                  <a:pt x="2788885" y="760088"/>
                </a:lnTo>
                <a:lnTo>
                  <a:pt x="2795082" y="761062"/>
                </a:lnTo>
                <a:lnTo>
                  <a:pt x="2801280" y="762021"/>
                </a:lnTo>
                <a:lnTo>
                  <a:pt x="2807477" y="762972"/>
                </a:lnTo>
                <a:lnTo>
                  <a:pt x="2813675" y="763909"/>
                </a:lnTo>
                <a:lnTo>
                  <a:pt x="2819872" y="764838"/>
                </a:lnTo>
                <a:lnTo>
                  <a:pt x="2826070" y="765753"/>
                </a:lnTo>
                <a:lnTo>
                  <a:pt x="2832267" y="766660"/>
                </a:lnTo>
                <a:lnTo>
                  <a:pt x="2838465" y="767555"/>
                </a:lnTo>
                <a:lnTo>
                  <a:pt x="2844662" y="768442"/>
                </a:lnTo>
                <a:lnTo>
                  <a:pt x="2850860" y="769317"/>
                </a:lnTo>
                <a:lnTo>
                  <a:pt x="2857057" y="770184"/>
                </a:lnTo>
                <a:lnTo>
                  <a:pt x="2863255" y="771039"/>
                </a:lnTo>
                <a:lnTo>
                  <a:pt x="2869452" y="771887"/>
                </a:lnTo>
                <a:lnTo>
                  <a:pt x="2875650" y="772724"/>
                </a:lnTo>
                <a:lnTo>
                  <a:pt x="2881847" y="773553"/>
                </a:lnTo>
                <a:lnTo>
                  <a:pt x="2888045" y="774373"/>
                </a:lnTo>
                <a:lnTo>
                  <a:pt x="2894243" y="775184"/>
                </a:lnTo>
                <a:lnTo>
                  <a:pt x="2900440" y="775987"/>
                </a:lnTo>
                <a:lnTo>
                  <a:pt x="2906638" y="776781"/>
                </a:lnTo>
                <a:lnTo>
                  <a:pt x="2912835" y="777567"/>
                </a:lnTo>
                <a:lnTo>
                  <a:pt x="2919033" y="778345"/>
                </a:lnTo>
                <a:lnTo>
                  <a:pt x="2925230" y="779116"/>
                </a:lnTo>
                <a:lnTo>
                  <a:pt x="2931428" y="779878"/>
                </a:lnTo>
                <a:lnTo>
                  <a:pt x="2937625" y="780633"/>
                </a:lnTo>
                <a:lnTo>
                  <a:pt x="2943823" y="781381"/>
                </a:lnTo>
                <a:lnTo>
                  <a:pt x="2950020" y="782122"/>
                </a:lnTo>
                <a:lnTo>
                  <a:pt x="2956218" y="782855"/>
                </a:lnTo>
                <a:lnTo>
                  <a:pt x="2962415" y="783582"/>
                </a:lnTo>
                <a:lnTo>
                  <a:pt x="2968613" y="784301"/>
                </a:lnTo>
                <a:lnTo>
                  <a:pt x="2974810" y="785015"/>
                </a:lnTo>
                <a:lnTo>
                  <a:pt x="2981008" y="785721"/>
                </a:lnTo>
                <a:lnTo>
                  <a:pt x="2987205" y="786422"/>
                </a:lnTo>
                <a:lnTo>
                  <a:pt x="2993403" y="787115"/>
                </a:lnTo>
                <a:lnTo>
                  <a:pt x="2999600" y="787804"/>
                </a:lnTo>
                <a:lnTo>
                  <a:pt x="3005798" y="788486"/>
                </a:lnTo>
                <a:lnTo>
                  <a:pt x="3011995" y="789163"/>
                </a:lnTo>
                <a:lnTo>
                  <a:pt x="3018193" y="789832"/>
                </a:lnTo>
                <a:lnTo>
                  <a:pt x="3024390" y="790498"/>
                </a:lnTo>
                <a:lnTo>
                  <a:pt x="3030588" y="791157"/>
                </a:lnTo>
                <a:lnTo>
                  <a:pt x="3036786" y="791812"/>
                </a:lnTo>
                <a:lnTo>
                  <a:pt x="3042983" y="792460"/>
                </a:lnTo>
                <a:lnTo>
                  <a:pt x="3049181" y="793104"/>
                </a:lnTo>
                <a:lnTo>
                  <a:pt x="3055378" y="793742"/>
                </a:lnTo>
                <a:lnTo>
                  <a:pt x="3061576" y="794377"/>
                </a:lnTo>
                <a:lnTo>
                  <a:pt x="3067773" y="795004"/>
                </a:lnTo>
                <a:lnTo>
                  <a:pt x="3073971" y="795629"/>
                </a:lnTo>
                <a:lnTo>
                  <a:pt x="3080168" y="796247"/>
                </a:lnTo>
                <a:lnTo>
                  <a:pt x="3086366" y="796863"/>
                </a:lnTo>
                <a:lnTo>
                  <a:pt x="3092563" y="797472"/>
                </a:lnTo>
                <a:lnTo>
                  <a:pt x="3098761" y="798078"/>
                </a:lnTo>
                <a:lnTo>
                  <a:pt x="3104958" y="798678"/>
                </a:lnTo>
                <a:lnTo>
                  <a:pt x="3111156" y="799276"/>
                </a:lnTo>
                <a:lnTo>
                  <a:pt x="3117353" y="799867"/>
                </a:lnTo>
                <a:lnTo>
                  <a:pt x="3123551" y="800456"/>
                </a:lnTo>
                <a:lnTo>
                  <a:pt x="3129748" y="801039"/>
                </a:lnTo>
                <a:lnTo>
                  <a:pt x="3135946" y="801620"/>
                </a:lnTo>
                <a:lnTo>
                  <a:pt x="3142143" y="802194"/>
                </a:lnTo>
                <a:lnTo>
                  <a:pt x="3148341" y="802767"/>
                </a:lnTo>
                <a:lnTo>
                  <a:pt x="3154538" y="803333"/>
                </a:lnTo>
                <a:lnTo>
                  <a:pt x="3160736" y="803898"/>
                </a:lnTo>
                <a:lnTo>
                  <a:pt x="3166933" y="804456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0" name="pg48">
            <a:extLst>
              <a:ext uri="{FF2B5EF4-FFF2-40B4-BE49-F238E27FC236}">
                <a16:creationId xmlns:a16="http://schemas.microsoft.com/office/drawing/2014/main" id="{CA13756A-1B4F-16BC-FA5B-3EB5A4FACCF2}"/>
              </a:ext>
            </a:extLst>
          </p:cNvPr>
          <p:cNvSpPr/>
          <p:nvPr/>
        </p:nvSpPr>
        <p:spPr>
          <a:xfrm>
            <a:off x="6505677" y="2482118"/>
            <a:ext cx="2412901" cy="632274"/>
          </a:xfrm>
          <a:custGeom>
            <a:avLst/>
            <a:gdLst/>
            <a:ahLst/>
            <a:cxnLst/>
            <a:rect l="0" t="0" r="0" b="0"/>
            <a:pathLst>
              <a:path w="3166933" h="829860">
                <a:moveTo>
                  <a:pt x="0" y="400067"/>
                </a:moveTo>
                <a:lnTo>
                  <a:pt x="6197" y="393299"/>
                </a:lnTo>
                <a:lnTo>
                  <a:pt x="12395" y="386523"/>
                </a:lnTo>
                <a:lnTo>
                  <a:pt x="18592" y="379729"/>
                </a:lnTo>
                <a:lnTo>
                  <a:pt x="24790" y="372929"/>
                </a:lnTo>
                <a:lnTo>
                  <a:pt x="30987" y="366118"/>
                </a:lnTo>
                <a:lnTo>
                  <a:pt x="37185" y="359304"/>
                </a:lnTo>
                <a:lnTo>
                  <a:pt x="43382" y="352485"/>
                </a:lnTo>
                <a:lnTo>
                  <a:pt x="49580" y="345667"/>
                </a:lnTo>
                <a:lnTo>
                  <a:pt x="55777" y="338850"/>
                </a:lnTo>
                <a:lnTo>
                  <a:pt x="61975" y="332040"/>
                </a:lnTo>
                <a:lnTo>
                  <a:pt x="68172" y="325234"/>
                </a:lnTo>
                <a:lnTo>
                  <a:pt x="74370" y="318441"/>
                </a:lnTo>
                <a:lnTo>
                  <a:pt x="80567" y="311656"/>
                </a:lnTo>
                <a:lnTo>
                  <a:pt x="86765" y="304891"/>
                </a:lnTo>
                <a:lnTo>
                  <a:pt x="92962" y="298137"/>
                </a:lnTo>
                <a:lnTo>
                  <a:pt x="99160" y="291412"/>
                </a:lnTo>
                <a:lnTo>
                  <a:pt x="105357" y="284697"/>
                </a:lnTo>
                <a:lnTo>
                  <a:pt x="111555" y="278023"/>
                </a:lnTo>
                <a:lnTo>
                  <a:pt x="117752" y="271359"/>
                </a:lnTo>
                <a:lnTo>
                  <a:pt x="123950" y="264746"/>
                </a:lnTo>
                <a:lnTo>
                  <a:pt x="130147" y="258142"/>
                </a:lnTo>
                <a:lnTo>
                  <a:pt x="136345" y="251602"/>
                </a:lnTo>
                <a:lnTo>
                  <a:pt x="142543" y="245068"/>
                </a:lnTo>
                <a:lnTo>
                  <a:pt x="148740" y="238611"/>
                </a:lnTo>
                <a:lnTo>
                  <a:pt x="154938" y="232159"/>
                </a:lnTo>
                <a:lnTo>
                  <a:pt x="161135" y="225794"/>
                </a:lnTo>
                <a:lnTo>
                  <a:pt x="167333" y="219437"/>
                </a:lnTo>
                <a:lnTo>
                  <a:pt x="173530" y="213170"/>
                </a:lnTo>
                <a:lnTo>
                  <a:pt x="179728" y="206919"/>
                </a:lnTo>
                <a:lnTo>
                  <a:pt x="185925" y="200762"/>
                </a:lnTo>
                <a:lnTo>
                  <a:pt x="192123" y="194627"/>
                </a:lnTo>
                <a:lnTo>
                  <a:pt x="198320" y="188587"/>
                </a:lnTo>
                <a:lnTo>
                  <a:pt x="204518" y="182578"/>
                </a:lnTo>
                <a:lnTo>
                  <a:pt x="210715" y="176665"/>
                </a:lnTo>
                <a:lnTo>
                  <a:pt x="216913" y="170793"/>
                </a:lnTo>
                <a:lnTo>
                  <a:pt x="223110" y="165015"/>
                </a:lnTo>
                <a:lnTo>
                  <a:pt x="229308" y="159289"/>
                </a:lnTo>
                <a:lnTo>
                  <a:pt x="235505" y="153656"/>
                </a:lnTo>
                <a:lnTo>
                  <a:pt x="241703" y="148086"/>
                </a:lnTo>
                <a:lnTo>
                  <a:pt x="247900" y="142605"/>
                </a:lnTo>
                <a:lnTo>
                  <a:pt x="254098" y="137198"/>
                </a:lnTo>
                <a:lnTo>
                  <a:pt x="260295" y="131878"/>
                </a:lnTo>
                <a:lnTo>
                  <a:pt x="266493" y="126645"/>
                </a:lnTo>
                <a:lnTo>
                  <a:pt x="272690" y="121492"/>
                </a:lnTo>
                <a:lnTo>
                  <a:pt x="278888" y="116440"/>
                </a:lnTo>
                <a:lnTo>
                  <a:pt x="285086" y="111463"/>
                </a:lnTo>
                <a:lnTo>
                  <a:pt x="291283" y="106600"/>
                </a:lnTo>
                <a:lnTo>
                  <a:pt x="297481" y="101804"/>
                </a:lnTo>
                <a:lnTo>
                  <a:pt x="303678" y="97138"/>
                </a:lnTo>
                <a:lnTo>
                  <a:pt x="309876" y="92531"/>
                </a:lnTo>
                <a:lnTo>
                  <a:pt x="316073" y="88067"/>
                </a:lnTo>
                <a:lnTo>
                  <a:pt x="322271" y="83654"/>
                </a:lnTo>
                <a:lnTo>
                  <a:pt x="328468" y="79400"/>
                </a:lnTo>
                <a:lnTo>
                  <a:pt x="334666" y="75187"/>
                </a:lnTo>
                <a:lnTo>
                  <a:pt x="340863" y="71147"/>
                </a:lnTo>
                <a:lnTo>
                  <a:pt x="347061" y="67139"/>
                </a:lnTo>
                <a:lnTo>
                  <a:pt x="353258" y="63320"/>
                </a:lnTo>
                <a:lnTo>
                  <a:pt x="359456" y="59522"/>
                </a:lnTo>
                <a:lnTo>
                  <a:pt x="365653" y="55927"/>
                </a:lnTo>
                <a:lnTo>
                  <a:pt x="371851" y="52345"/>
                </a:lnTo>
                <a:lnTo>
                  <a:pt x="378048" y="48977"/>
                </a:lnTo>
                <a:lnTo>
                  <a:pt x="384246" y="45624"/>
                </a:lnTo>
                <a:lnTo>
                  <a:pt x="390443" y="42476"/>
                </a:lnTo>
                <a:lnTo>
                  <a:pt x="396641" y="39355"/>
                </a:lnTo>
                <a:lnTo>
                  <a:pt x="402838" y="36430"/>
                </a:lnTo>
                <a:lnTo>
                  <a:pt x="409036" y="33545"/>
                </a:lnTo>
                <a:lnTo>
                  <a:pt x="415234" y="30845"/>
                </a:lnTo>
                <a:lnTo>
                  <a:pt x="421431" y="28197"/>
                </a:lnTo>
                <a:lnTo>
                  <a:pt x="427629" y="25724"/>
                </a:lnTo>
                <a:lnTo>
                  <a:pt x="433826" y="23315"/>
                </a:lnTo>
                <a:lnTo>
                  <a:pt x="440024" y="21069"/>
                </a:lnTo>
                <a:lnTo>
                  <a:pt x="446221" y="18901"/>
                </a:lnTo>
                <a:lnTo>
                  <a:pt x="452419" y="16883"/>
                </a:lnTo>
                <a:lnTo>
                  <a:pt x="458616" y="14955"/>
                </a:lnTo>
                <a:lnTo>
                  <a:pt x="464814" y="13165"/>
                </a:lnTo>
                <a:lnTo>
                  <a:pt x="471011" y="11478"/>
                </a:lnTo>
                <a:lnTo>
                  <a:pt x="477209" y="9916"/>
                </a:lnTo>
                <a:lnTo>
                  <a:pt x="483406" y="8468"/>
                </a:lnTo>
                <a:lnTo>
                  <a:pt x="489604" y="7132"/>
                </a:lnTo>
                <a:lnTo>
                  <a:pt x="495801" y="5923"/>
                </a:lnTo>
                <a:lnTo>
                  <a:pt x="501999" y="4812"/>
                </a:lnTo>
                <a:lnTo>
                  <a:pt x="508196" y="3839"/>
                </a:lnTo>
                <a:lnTo>
                  <a:pt x="514394" y="2952"/>
                </a:lnTo>
                <a:lnTo>
                  <a:pt x="520591" y="2213"/>
                </a:lnTo>
                <a:lnTo>
                  <a:pt x="526789" y="1547"/>
                </a:lnTo>
                <a:lnTo>
                  <a:pt x="532986" y="1039"/>
                </a:lnTo>
                <a:lnTo>
                  <a:pt x="539184" y="591"/>
                </a:lnTo>
                <a:lnTo>
                  <a:pt x="545381" y="310"/>
                </a:lnTo>
                <a:lnTo>
                  <a:pt x="551579" y="78"/>
                </a:lnTo>
                <a:lnTo>
                  <a:pt x="557777" y="21"/>
                </a:lnTo>
                <a:lnTo>
                  <a:pt x="563974" y="0"/>
                </a:lnTo>
                <a:lnTo>
                  <a:pt x="570172" y="162"/>
                </a:lnTo>
                <a:lnTo>
                  <a:pt x="576369" y="348"/>
                </a:lnTo>
                <a:lnTo>
                  <a:pt x="582567" y="725"/>
                </a:lnTo>
                <a:lnTo>
                  <a:pt x="588764" y="1114"/>
                </a:lnTo>
                <a:lnTo>
                  <a:pt x="594962" y="1700"/>
                </a:lnTo>
                <a:lnTo>
                  <a:pt x="601159" y="2297"/>
                </a:lnTo>
                <a:lnTo>
                  <a:pt x="607357" y="3078"/>
                </a:lnTo>
                <a:lnTo>
                  <a:pt x="613554" y="3878"/>
                </a:lnTo>
                <a:lnTo>
                  <a:pt x="619752" y="4847"/>
                </a:lnTo>
                <a:lnTo>
                  <a:pt x="625949" y="5844"/>
                </a:lnTo>
                <a:lnTo>
                  <a:pt x="632147" y="6995"/>
                </a:lnTo>
                <a:lnTo>
                  <a:pt x="638344" y="8183"/>
                </a:lnTo>
                <a:lnTo>
                  <a:pt x="644542" y="9510"/>
                </a:lnTo>
                <a:lnTo>
                  <a:pt x="650739" y="10883"/>
                </a:lnTo>
                <a:lnTo>
                  <a:pt x="656937" y="12380"/>
                </a:lnTo>
                <a:lnTo>
                  <a:pt x="663134" y="13930"/>
                </a:lnTo>
                <a:lnTo>
                  <a:pt x="669332" y="15591"/>
                </a:lnTo>
                <a:lnTo>
                  <a:pt x="675529" y="17311"/>
                </a:lnTo>
                <a:lnTo>
                  <a:pt x="681727" y="19130"/>
                </a:lnTo>
                <a:lnTo>
                  <a:pt x="687924" y="21013"/>
                </a:lnTo>
                <a:lnTo>
                  <a:pt x="694122" y="22982"/>
                </a:lnTo>
                <a:lnTo>
                  <a:pt x="700320" y="25021"/>
                </a:lnTo>
                <a:lnTo>
                  <a:pt x="706517" y="27134"/>
                </a:lnTo>
                <a:lnTo>
                  <a:pt x="712715" y="29321"/>
                </a:lnTo>
                <a:lnTo>
                  <a:pt x="718912" y="31571"/>
                </a:lnTo>
                <a:lnTo>
                  <a:pt x="725110" y="33898"/>
                </a:lnTo>
                <a:lnTo>
                  <a:pt x="731307" y="36277"/>
                </a:lnTo>
                <a:lnTo>
                  <a:pt x="737505" y="38737"/>
                </a:lnTo>
                <a:lnTo>
                  <a:pt x="743702" y="41239"/>
                </a:lnTo>
                <a:lnTo>
                  <a:pt x="749900" y="43822"/>
                </a:lnTo>
                <a:lnTo>
                  <a:pt x="756097" y="46440"/>
                </a:lnTo>
                <a:lnTo>
                  <a:pt x="762295" y="49140"/>
                </a:lnTo>
                <a:lnTo>
                  <a:pt x="768492" y="51866"/>
                </a:lnTo>
                <a:lnTo>
                  <a:pt x="774690" y="54674"/>
                </a:lnTo>
                <a:lnTo>
                  <a:pt x="780887" y="57501"/>
                </a:lnTo>
                <a:lnTo>
                  <a:pt x="787085" y="60410"/>
                </a:lnTo>
                <a:lnTo>
                  <a:pt x="793282" y="63330"/>
                </a:lnTo>
                <a:lnTo>
                  <a:pt x="799480" y="66331"/>
                </a:lnTo>
                <a:lnTo>
                  <a:pt x="805677" y="69339"/>
                </a:lnTo>
                <a:lnTo>
                  <a:pt x="811875" y="72424"/>
                </a:lnTo>
                <a:lnTo>
                  <a:pt x="818072" y="75513"/>
                </a:lnTo>
                <a:lnTo>
                  <a:pt x="824270" y="78673"/>
                </a:lnTo>
                <a:lnTo>
                  <a:pt x="830468" y="81838"/>
                </a:lnTo>
                <a:lnTo>
                  <a:pt x="836665" y="85063"/>
                </a:lnTo>
                <a:lnTo>
                  <a:pt x="842863" y="88297"/>
                </a:lnTo>
                <a:lnTo>
                  <a:pt x="849060" y="91580"/>
                </a:lnTo>
                <a:lnTo>
                  <a:pt x="855258" y="94874"/>
                </a:lnTo>
                <a:lnTo>
                  <a:pt x="861455" y="98210"/>
                </a:lnTo>
                <a:lnTo>
                  <a:pt x="867653" y="101556"/>
                </a:lnTo>
                <a:lnTo>
                  <a:pt x="873850" y="104937"/>
                </a:lnTo>
                <a:lnTo>
                  <a:pt x="880048" y="108330"/>
                </a:lnTo>
                <a:lnTo>
                  <a:pt x="886245" y="111749"/>
                </a:lnTo>
                <a:lnTo>
                  <a:pt x="892443" y="115180"/>
                </a:lnTo>
                <a:lnTo>
                  <a:pt x="898640" y="118632"/>
                </a:lnTo>
                <a:lnTo>
                  <a:pt x="904838" y="122095"/>
                </a:lnTo>
                <a:lnTo>
                  <a:pt x="911035" y="125573"/>
                </a:lnTo>
                <a:lnTo>
                  <a:pt x="917233" y="129060"/>
                </a:lnTo>
                <a:lnTo>
                  <a:pt x="923430" y="132558"/>
                </a:lnTo>
                <a:lnTo>
                  <a:pt x="929628" y="136064"/>
                </a:lnTo>
                <a:lnTo>
                  <a:pt x="935825" y="139576"/>
                </a:lnTo>
                <a:lnTo>
                  <a:pt x="942023" y="143093"/>
                </a:lnTo>
                <a:lnTo>
                  <a:pt x="948220" y="146615"/>
                </a:lnTo>
                <a:lnTo>
                  <a:pt x="954418" y="150138"/>
                </a:lnTo>
                <a:lnTo>
                  <a:pt x="960615" y="153662"/>
                </a:lnTo>
                <a:lnTo>
                  <a:pt x="966813" y="157185"/>
                </a:lnTo>
                <a:lnTo>
                  <a:pt x="973011" y="160707"/>
                </a:lnTo>
                <a:lnTo>
                  <a:pt x="979208" y="164225"/>
                </a:lnTo>
                <a:lnTo>
                  <a:pt x="985406" y="167740"/>
                </a:lnTo>
                <a:lnTo>
                  <a:pt x="991603" y="171246"/>
                </a:lnTo>
                <a:lnTo>
                  <a:pt x="997801" y="174750"/>
                </a:lnTo>
                <a:lnTo>
                  <a:pt x="1003998" y="178239"/>
                </a:lnTo>
                <a:lnTo>
                  <a:pt x="1010196" y="181726"/>
                </a:lnTo>
                <a:lnTo>
                  <a:pt x="1016393" y="185195"/>
                </a:lnTo>
                <a:lnTo>
                  <a:pt x="1022591" y="188661"/>
                </a:lnTo>
                <a:lnTo>
                  <a:pt x="1028788" y="192104"/>
                </a:lnTo>
                <a:lnTo>
                  <a:pt x="1034986" y="195545"/>
                </a:lnTo>
                <a:lnTo>
                  <a:pt x="1041183" y="198958"/>
                </a:lnTo>
                <a:lnTo>
                  <a:pt x="1047381" y="202368"/>
                </a:lnTo>
                <a:lnTo>
                  <a:pt x="1053578" y="205748"/>
                </a:lnTo>
                <a:lnTo>
                  <a:pt x="1059776" y="209124"/>
                </a:lnTo>
                <a:lnTo>
                  <a:pt x="1065973" y="212468"/>
                </a:lnTo>
                <a:lnTo>
                  <a:pt x="1072171" y="215806"/>
                </a:lnTo>
                <a:lnTo>
                  <a:pt x="1078368" y="219111"/>
                </a:lnTo>
                <a:lnTo>
                  <a:pt x="1084566" y="222406"/>
                </a:lnTo>
                <a:lnTo>
                  <a:pt x="1090763" y="225669"/>
                </a:lnTo>
                <a:lnTo>
                  <a:pt x="1096961" y="228920"/>
                </a:lnTo>
                <a:lnTo>
                  <a:pt x="1103159" y="232138"/>
                </a:lnTo>
                <a:lnTo>
                  <a:pt x="1109356" y="235340"/>
                </a:lnTo>
                <a:lnTo>
                  <a:pt x="1115554" y="238510"/>
                </a:lnTo>
                <a:lnTo>
                  <a:pt x="1121751" y="241661"/>
                </a:lnTo>
                <a:lnTo>
                  <a:pt x="1127949" y="244782"/>
                </a:lnTo>
                <a:lnTo>
                  <a:pt x="1134146" y="247880"/>
                </a:lnTo>
                <a:lnTo>
                  <a:pt x="1140344" y="250949"/>
                </a:lnTo>
                <a:lnTo>
                  <a:pt x="1146541" y="253991"/>
                </a:lnTo>
                <a:lnTo>
                  <a:pt x="1152739" y="257006"/>
                </a:lnTo>
                <a:lnTo>
                  <a:pt x="1158936" y="259990"/>
                </a:lnTo>
                <a:lnTo>
                  <a:pt x="1165134" y="262950"/>
                </a:lnTo>
                <a:lnTo>
                  <a:pt x="1171331" y="265875"/>
                </a:lnTo>
                <a:lnTo>
                  <a:pt x="1177529" y="268778"/>
                </a:lnTo>
                <a:lnTo>
                  <a:pt x="1183726" y="271642"/>
                </a:lnTo>
                <a:lnTo>
                  <a:pt x="1189924" y="274487"/>
                </a:lnTo>
                <a:lnTo>
                  <a:pt x="1196121" y="277289"/>
                </a:lnTo>
                <a:lnTo>
                  <a:pt x="1202319" y="280075"/>
                </a:lnTo>
                <a:lnTo>
                  <a:pt x="1208516" y="282814"/>
                </a:lnTo>
                <a:lnTo>
                  <a:pt x="1214714" y="285540"/>
                </a:lnTo>
                <a:lnTo>
                  <a:pt x="1220911" y="288215"/>
                </a:lnTo>
                <a:lnTo>
                  <a:pt x="1227109" y="290880"/>
                </a:lnTo>
                <a:lnTo>
                  <a:pt x="1233306" y="293491"/>
                </a:lnTo>
                <a:lnTo>
                  <a:pt x="1239504" y="296095"/>
                </a:lnTo>
                <a:lnTo>
                  <a:pt x="1245702" y="298641"/>
                </a:lnTo>
                <a:lnTo>
                  <a:pt x="1251899" y="301183"/>
                </a:lnTo>
                <a:lnTo>
                  <a:pt x="1258097" y="303665"/>
                </a:lnTo>
                <a:lnTo>
                  <a:pt x="1264294" y="306142"/>
                </a:lnTo>
                <a:lnTo>
                  <a:pt x="1270492" y="308562"/>
                </a:lnTo>
                <a:lnTo>
                  <a:pt x="1276689" y="310975"/>
                </a:lnTo>
                <a:lnTo>
                  <a:pt x="1282887" y="313334"/>
                </a:lnTo>
                <a:lnTo>
                  <a:pt x="1289084" y="315682"/>
                </a:lnTo>
                <a:lnTo>
                  <a:pt x="1295282" y="317980"/>
                </a:lnTo>
                <a:lnTo>
                  <a:pt x="1301479" y="320265"/>
                </a:lnTo>
                <a:lnTo>
                  <a:pt x="1307677" y="322503"/>
                </a:lnTo>
                <a:lnTo>
                  <a:pt x="1313874" y="324724"/>
                </a:lnTo>
                <a:lnTo>
                  <a:pt x="1320072" y="326902"/>
                </a:lnTo>
                <a:lnTo>
                  <a:pt x="1326269" y="329061"/>
                </a:lnTo>
                <a:lnTo>
                  <a:pt x="1332467" y="331180"/>
                </a:lnTo>
                <a:lnTo>
                  <a:pt x="1338664" y="333278"/>
                </a:lnTo>
                <a:lnTo>
                  <a:pt x="1344862" y="335340"/>
                </a:lnTo>
                <a:lnTo>
                  <a:pt x="1351059" y="337377"/>
                </a:lnTo>
                <a:lnTo>
                  <a:pt x="1357257" y="339382"/>
                </a:lnTo>
                <a:lnTo>
                  <a:pt x="1363454" y="341361"/>
                </a:lnTo>
                <a:lnTo>
                  <a:pt x="1369652" y="343311"/>
                </a:lnTo>
                <a:lnTo>
                  <a:pt x="1375849" y="345231"/>
                </a:lnTo>
                <a:lnTo>
                  <a:pt x="1382047" y="347128"/>
                </a:lnTo>
                <a:lnTo>
                  <a:pt x="1388245" y="348993"/>
                </a:lnTo>
                <a:lnTo>
                  <a:pt x="1394442" y="350837"/>
                </a:lnTo>
                <a:lnTo>
                  <a:pt x="1400640" y="352647"/>
                </a:lnTo>
                <a:lnTo>
                  <a:pt x="1406837" y="354441"/>
                </a:lnTo>
                <a:lnTo>
                  <a:pt x="1413035" y="356199"/>
                </a:lnTo>
                <a:lnTo>
                  <a:pt x="1419232" y="357943"/>
                </a:lnTo>
                <a:lnTo>
                  <a:pt x="1425430" y="359651"/>
                </a:lnTo>
                <a:lnTo>
                  <a:pt x="1431627" y="361348"/>
                </a:lnTo>
                <a:lnTo>
                  <a:pt x="1437825" y="363008"/>
                </a:lnTo>
                <a:lnTo>
                  <a:pt x="1444022" y="364660"/>
                </a:lnTo>
                <a:lnTo>
                  <a:pt x="1450220" y="366274"/>
                </a:lnTo>
                <a:lnTo>
                  <a:pt x="1456417" y="367882"/>
                </a:lnTo>
                <a:lnTo>
                  <a:pt x="1462615" y="369453"/>
                </a:lnTo>
                <a:lnTo>
                  <a:pt x="1468812" y="371020"/>
                </a:lnTo>
                <a:lnTo>
                  <a:pt x="1475010" y="372549"/>
                </a:lnTo>
                <a:lnTo>
                  <a:pt x="1481207" y="374075"/>
                </a:lnTo>
                <a:lnTo>
                  <a:pt x="1487405" y="375567"/>
                </a:lnTo>
                <a:lnTo>
                  <a:pt x="1493602" y="377055"/>
                </a:lnTo>
                <a:lnTo>
                  <a:pt x="1499800" y="378511"/>
                </a:lnTo>
                <a:lnTo>
                  <a:pt x="1505997" y="379963"/>
                </a:lnTo>
                <a:lnTo>
                  <a:pt x="1512195" y="381388"/>
                </a:lnTo>
                <a:lnTo>
                  <a:pt x="1518393" y="382806"/>
                </a:lnTo>
                <a:lnTo>
                  <a:pt x="1524590" y="384200"/>
                </a:lnTo>
                <a:lnTo>
                  <a:pt x="1530788" y="385588"/>
                </a:lnTo>
                <a:lnTo>
                  <a:pt x="1536985" y="386955"/>
                </a:lnTo>
                <a:lnTo>
                  <a:pt x="1543183" y="388314"/>
                </a:lnTo>
                <a:lnTo>
                  <a:pt x="1549380" y="389656"/>
                </a:lnTo>
                <a:lnTo>
                  <a:pt x="1555578" y="390989"/>
                </a:lnTo>
                <a:lnTo>
                  <a:pt x="1561775" y="392308"/>
                </a:lnTo>
                <a:lnTo>
                  <a:pt x="1567973" y="393619"/>
                </a:lnTo>
                <a:lnTo>
                  <a:pt x="1574170" y="394918"/>
                </a:lnTo>
                <a:lnTo>
                  <a:pt x="1580368" y="396209"/>
                </a:lnTo>
                <a:lnTo>
                  <a:pt x="1586565" y="397491"/>
                </a:lnTo>
                <a:lnTo>
                  <a:pt x="1592763" y="398764"/>
                </a:lnTo>
                <a:lnTo>
                  <a:pt x="1598960" y="400030"/>
                </a:lnTo>
                <a:lnTo>
                  <a:pt x="1605158" y="401290"/>
                </a:lnTo>
                <a:lnTo>
                  <a:pt x="1611355" y="402543"/>
                </a:lnTo>
                <a:lnTo>
                  <a:pt x="1617553" y="403791"/>
                </a:lnTo>
                <a:lnTo>
                  <a:pt x="1623750" y="405034"/>
                </a:lnTo>
                <a:lnTo>
                  <a:pt x="1629948" y="406273"/>
                </a:lnTo>
                <a:lnTo>
                  <a:pt x="1636145" y="407509"/>
                </a:lnTo>
                <a:lnTo>
                  <a:pt x="1642343" y="408741"/>
                </a:lnTo>
                <a:lnTo>
                  <a:pt x="1648540" y="409972"/>
                </a:lnTo>
                <a:lnTo>
                  <a:pt x="1654738" y="411200"/>
                </a:lnTo>
                <a:lnTo>
                  <a:pt x="1660936" y="412429"/>
                </a:lnTo>
                <a:lnTo>
                  <a:pt x="1667133" y="413656"/>
                </a:lnTo>
                <a:lnTo>
                  <a:pt x="1673331" y="414884"/>
                </a:lnTo>
                <a:lnTo>
                  <a:pt x="1679528" y="416114"/>
                </a:lnTo>
                <a:lnTo>
                  <a:pt x="1685726" y="417344"/>
                </a:lnTo>
                <a:lnTo>
                  <a:pt x="1691923" y="418578"/>
                </a:lnTo>
                <a:lnTo>
                  <a:pt x="1698121" y="419813"/>
                </a:lnTo>
                <a:lnTo>
                  <a:pt x="1704318" y="421053"/>
                </a:lnTo>
                <a:lnTo>
                  <a:pt x="1710516" y="422295"/>
                </a:lnTo>
                <a:lnTo>
                  <a:pt x="1716713" y="423545"/>
                </a:lnTo>
                <a:lnTo>
                  <a:pt x="1722911" y="424796"/>
                </a:lnTo>
                <a:lnTo>
                  <a:pt x="1729108" y="426057"/>
                </a:lnTo>
                <a:lnTo>
                  <a:pt x="1735306" y="427320"/>
                </a:lnTo>
                <a:lnTo>
                  <a:pt x="1741503" y="428594"/>
                </a:lnTo>
                <a:lnTo>
                  <a:pt x="1747701" y="429871"/>
                </a:lnTo>
                <a:lnTo>
                  <a:pt x="1753898" y="431160"/>
                </a:lnTo>
                <a:lnTo>
                  <a:pt x="1760096" y="432454"/>
                </a:lnTo>
                <a:lnTo>
                  <a:pt x="1766293" y="433760"/>
                </a:lnTo>
                <a:lnTo>
                  <a:pt x="1772491" y="435072"/>
                </a:lnTo>
                <a:lnTo>
                  <a:pt x="1778688" y="436397"/>
                </a:lnTo>
                <a:lnTo>
                  <a:pt x="1784886" y="437730"/>
                </a:lnTo>
                <a:lnTo>
                  <a:pt x="1791084" y="439075"/>
                </a:lnTo>
                <a:lnTo>
                  <a:pt x="1797281" y="440431"/>
                </a:lnTo>
                <a:lnTo>
                  <a:pt x="1803479" y="441798"/>
                </a:lnTo>
                <a:lnTo>
                  <a:pt x="1809676" y="443178"/>
                </a:lnTo>
                <a:lnTo>
                  <a:pt x="1815874" y="444569"/>
                </a:lnTo>
                <a:lnTo>
                  <a:pt x="1822071" y="445974"/>
                </a:lnTo>
                <a:lnTo>
                  <a:pt x="1828269" y="447391"/>
                </a:lnTo>
                <a:lnTo>
                  <a:pt x="1834466" y="448823"/>
                </a:lnTo>
                <a:lnTo>
                  <a:pt x="1840664" y="450266"/>
                </a:lnTo>
                <a:lnTo>
                  <a:pt x="1846861" y="451728"/>
                </a:lnTo>
                <a:lnTo>
                  <a:pt x="1853059" y="453198"/>
                </a:lnTo>
                <a:lnTo>
                  <a:pt x="1859256" y="454690"/>
                </a:lnTo>
                <a:lnTo>
                  <a:pt x="1865454" y="456189"/>
                </a:lnTo>
                <a:lnTo>
                  <a:pt x="1871651" y="457711"/>
                </a:lnTo>
                <a:lnTo>
                  <a:pt x="1877849" y="459240"/>
                </a:lnTo>
                <a:lnTo>
                  <a:pt x="1884046" y="460795"/>
                </a:lnTo>
                <a:lnTo>
                  <a:pt x="1890244" y="462354"/>
                </a:lnTo>
                <a:lnTo>
                  <a:pt x="1896441" y="463942"/>
                </a:lnTo>
                <a:lnTo>
                  <a:pt x="1902639" y="465533"/>
                </a:lnTo>
                <a:lnTo>
                  <a:pt x="1908836" y="467154"/>
                </a:lnTo>
                <a:lnTo>
                  <a:pt x="1915034" y="468777"/>
                </a:lnTo>
                <a:lnTo>
                  <a:pt x="1921231" y="470432"/>
                </a:lnTo>
                <a:lnTo>
                  <a:pt x="1927429" y="472089"/>
                </a:lnTo>
                <a:lnTo>
                  <a:pt x="1933627" y="473776"/>
                </a:lnTo>
                <a:lnTo>
                  <a:pt x="1939824" y="475468"/>
                </a:lnTo>
                <a:lnTo>
                  <a:pt x="1946022" y="477189"/>
                </a:lnTo>
                <a:lnTo>
                  <a:pt x="1952219" y="478915"/>
                </a:lnTo>
                <a:lnTo>
                  <a:pt x="1958417" y="480669"/>
                </a:lnTo>
                <a:lnTo>
                  <a:pt x="1964614" y="482430"/>
                </a:lnTo>
                <a:lnTo>
                  <a:pt x="1970812" y="484216"/>
                </a:lnTo>
                <a:lnTo>
                  <a:pt x="1977009" y="486012"/>
                </a:lnTo>
                <a:lnTo>
                  <a:pt x="1983207" y="487831"/>
                </a:lnTo>
                <a:lnTo>
                  <a:pt x="1989404" y="489662"/>
                </a:lnTo>
                <a:lnTo>
                  <a:pt x="1995602" y="491513"/>
                </a:lnTo>
                <a:lnTo>
                  <a:pt x="2001799" y="493378"/>
                </a:lnTo>
                <a:lnTo>
                  <a:pt x="2007997" y="495262"/>
                </a:lnTo>
                <a:lnTo>
                  <a:pt x="2014194" y="497159"/>
                </a:lnTo>
                <a:lnTo>
                  <a:pt x="2020392" y="499075"/>
                </a:lnTo>
                <a:lnTo>
                  <a:pt x="2026589" y="501006"/>
                </a:lnTo>
                <a:lnTo>
                  <a:pt x="2032787" y="502952"/>
                </a:lnTo>
                <a:lnTo>
                  <a:pt x="2038984" y="504915"/>
                </a:lnTo>
                <a:lnTo>
                  <a:pt x="2045182" y="506891"/>
                </a:lnTo>
                <a:lnTo>
                  <a:pt x="2051379" y="508885"/>
                </a:lnTo>
                <a:lnTo>
                  <a:pt x="2057577" y="510891"/>
                </a:lnTo>
                <a:lnTo>
                  <a:pt x="2063774" y="512915"/>
                </a:lnTo>
                <a:lnTo>
                  <a:pt x="2069972" y="514948"/>
                </a:lnTo>
                <a:lnTo>
                  <a:pt x="2076170" y="517001"/>
                </a:lnTo>
                <a:lnTo>
                  <a:pt x="2082367" y="519062"/>
                </a:lnTo>
                <a:lnTo>
                  <a:pt x="2088565" y="521142"/>
                </a:lnTo>
                <a:lnTo>
                  <a:pt x="2094762" y="523229"/>
                </a:lnTo>
                <a:lnTo>
                  <a:pt x="2100960" y="525336"/>
                </a:lnTo>
                <a:lnTo>
                  <a:pt x="2107157" y="527447"/>
                </a:lnTo>
                <a:lnTo>
                  <a:pt x="2113355" y="529578"/>
                </a:lnTo>
                <a:lnTo>
                  <a:pt x="2119552" y="531713"/>
                </a:lnTo>
                <a:lnTo>
                  <a:pt x="2125750" y="533867"/>
                </a:lnTo>
                <a:lnTo>
                  <a:pt x="2131947" y="536023"/>
                </a:lnTo>
                <a:lnTo>
                  <a:pt x="2138145" y="538199"/>
                </a:lnTo>
                <a:lnTo>
                  <a:pt x="2144342" y="540376"/>
                </a:lnTo>
                <a:lnTo>
                  <a:pt x="2150540" y="542571"/>
                </a:lnTo>
                <a:lnTo>
                  <a:pt x="2156737" y="544767"/>
                </a:lnTo>
                <a:lnTo>
                  <a:pt x="2162935" y="546979"/>
                </a:lnTo>
                <a:lnTo>
                  <a:pt x="2169132" y="549193"/>
                </a:lnTo>
                <a:lnTo>
                  <a:pt x="2175330" y="551419"/>
                </a:lnTo>
                <a:lnTo>
                  <a:pt x="2181527" y="553649"/>
                </a:lnTo>
                <a:lnTo>
                  <a:pt x="2187725" y="555889"/>
                </a:lnTo>
                <a:lnTo>
                  <a:pt x="2193922" y="558132"/>
                </a:lnTo>
                <a:lnTo>
                  <a:pt x="2200120" y="560384"/>
                </a:lnTo>
                <a:lnTo>
                  <a:pt x="2206318" y="562638"/>
                </a:lnTo>
                <a:lnTo>
                  <a:pt x="2212515" y="564900"/>
                </a:lnTo>
                <a:lnTo>
                  <a:pt x="2218713" y="567164"/>
                </a:lnTo>
                <a:lnTo>
                  <a:pt x="2224910" y="569433"/>
                </a:lnTo>
                <a:lnTo>
                  <a:pt x="2231108" y="571705"/>
                </a:lnTo>
                <a:lnTo>
                  <a:pt x="2237305" y="573980"/>
                </a:lnTo>
                <a:lnTo>
                  <a:pt x="2243503" y="576257"/>
                </a:lnTo>
                <a:lnTo>
                  <a:pt x="2249700" y="578536"/>
                </a:lnTo>
                <a:lnTo>
                  <a:pt x="2255898" y="580816"/>
                </a:lnTo>
                <a:lnTo>
                  <a:pt x="2262095" y="583098"/>
                </a:lnTo>
                <a:lnTo>
                  <a:pt x="2268293" y="585379"/>
                </a:lnTo>
                <a:lnTo>
                  <a:pt x="2274490" y="587660"/>
                </a:lnTo>
                <a:lnTo>
                  <a:pt x="2280688" y="589940"/>
                </a:lnTo>
                <a:lnTo>
                  <a:pt x="2286885" y="592220"/>
                </a:lnTo>
                <a:lnTo>
                  <a:pt x="2293083" y="594497"/>
                </a:lnTo>
                <a:lnTo>
                  <a:pt x="2299280" y="596773"/>
                </a:lnTo>
                <a:lnTo>
                  <a:pt x="2305478" y="599045"/>
                </a:lnTo>
                <a:lnTo>
                  <a:pt x="2311675" y="601315"/>
                </a:lnTo>
                <a:lnTo>
                  <a:pt x="2317873" y="603580"/>
                </a:lnTo>
                <a:lnTo>
                  <a:pt x="2324070" y="605843"/>
                </a:lnTo>
                <a:lnTo>
                  <a:pt x="2330268" y="608098"/>
                </a:lnTo>
                <a:lnTo>
                  <a:pt x="2336465" y="610352"/>
                </a:lnTo>
                <a:lnTo>
                  <a:pt x="2342663" y="612596"/>
                </a:lnTo>
                <a:lnTo>
                  <a:pt x="2348861" y="614839"/>
                </a:lnTo>
                <a:lnTo>
                  <a:pt x="2355058" y="617069"/>
                </a:lnTo>
                <a:lnTo>
                  <a:pt x="2361256" y="619299"/>
                </a:lnTo>
                <a:lnTo>
                  <a:pt x="2367453" y="621515"/>
                </a:lnTo>
                <a:lnTo>
                  <a:pt x="2373651" y="623730"/>
                </a:lnTo>
                <a:lnTo>
                  <a:pt x="2379848" y="625930"/>
                </a:lnTo>
                <a:lnTo>
                  <a:pt x="2386046" y="628128"/>
                </a:lnTo>
                <a:lnTo>
                  <a:pt x="2392243" y="630310"/>
                </a:lnTo>
                <a:lnTo>
                  <a:pt x="2398441" y="632489"/>
                </a:lnTo>
                <a:lnTo>
                  <a:pt x="2404638" y="634653"/>
                </a:lnTo>
                <a:lnTo>
                  <a:pt x="2410836" y="636811"/>
                </a:lnTo>
                <a:lnTo>
                  <a:pt x="2417033" y="638954"/>
                </a:lnTo>
                <a:lnTo>
                  <a:pt x="2423231" y="641091"/>
                </a:lnTo>
                <a:lnTo>
                  <a:pt x="2429428" y="643212"/>
                </a:lnTo>
                <a:lnTo>
                  <a:pt x="2435626" y="645326"/>
                </a:lnTo>
                <a:lnTo>
                  <a:pt x="2441823" y="647424"/>
                </a:lnTo>
                <a:lnTo>
                  <a:pt x="2448021" y="649512"/>
                </a:lnTo>
                <a:lnTo>
                  <a:pt x="2454218" y="651586"/>
                </a:lnTo>
                <a:lnTo>
                  <a:pt x="2460416" y="653649"/>
                </a:lnTo>
                <a:lnTo>
                  <a:pt x="2466613" y="655697"/>
                </a:lnTo>
                <a:lnTo>
                  <a:pt x="2472811" y="657732"/>
                </a:lnTo>
                <a:lnTo>
                  <a:pt x="2479009" y="659755"/>
                </a:lnTo>
                <a:lnTo>
                  <a:pt x="2485206" y="661761"/>
                </a:lnTo>
                <a:lnTo>
                  <a:pt x="2491404" y="663756"/>
                </a:lnTo>
                <a:lnTo>
                  <a:pt x="2497601" y="665733"/>
                </a:lnTo>
                <a:lnTo>
                  <a:pt x="2503799" y="667700"/>
                </a:lnTo>
                <a:lnTo>
                  <a:pt x="2509996" y="669647"/>
                </a:lnTo>
                <a:lnTo>
                  <a:pt x="2516194" y="671584"/>
                </a:lnTo>
                <a:lnTo>
                  <a:pt x="2522391" y="673500"/>
                </a:lnTo>
                <a:lnTo>
                  <a:pt x="2528589" y="675408"/>
                </a:lnTo>
                <a:lnTo>
                  <a:pt x="2534786" y="677292"/>
                </a:lnTo>
                <a:lnTo>
                  <a:pt x="2540984" y="679169"/>
                </a:lnTo>
                <a:lnTo>
                  <a:pt x="2547181" y="681021"/>
                </a:lnTo>
                <a:lnTo>
                  <a:pt x="2553379" y="682867"/>
                </a:lnTo>
                <a:lnTo>
                  <a:pt x="2559576" y="684686"/>
                </a:lnTo>
                <a:lnTo>
                  <a:pt x="2565774" y="686501"/>
                </a:lnTo>
                <a:lnTo>
                  <a:pt x="2571971" y="688286"/>
                </a:lnTo>
                <a:lnTo>
                  <a:pt x="2578169" y="690069"/>
                </a:lnTo>
                <a:lnTo>
                  <a:pt x="2584366" y="691820"/>
                </a:lnTo>
                <a:lnTo>
                  <a:pt x="2590564" y="693570"/>
                </a:lnTo>
                <a:lnTo>
                  <a:pt x="2596761" y="695289"/>
                </a:lnTo>
                <a:lnTo>
                  <a:pt x="2602959" y="697004"/>
                </a:lnTo>
                <a:lnTo>
                  <a:pt x="2609156" y="698691"/>
                </a:lnTo>
                <a:lnTo>
                  <a:pt x="2615354" y="700372"/>
                </a:lnTo>
                <a:lnTo>
                  <a:pt x="2621552" y="702026"/>
                </a:lnTo>
                <a:lnTo>
                  <a:pt x="2627749" y="703673"/>
                </a:lnTo>
                <a:lnTo>
                  <a:pt x="2633947" y="705294"/>
                </a:lnTo>
                <a:lnTo>
                  <a:pt x="2640144" y="706907"/>
                </a:lnTo>
                <a:lnTo>
                  <a:pt x="2646342" y="708495"/>
                </a:lnTo>
                <a:lnTo>
                  <a:pt x="2652539" y="710074"/>
                </a:lnTo>
                <a:lnTo>
                  <a:pt x="2658737" y="711630"/>
                </a:lnTo>
                <a:lnTo>
                  <a:pt x="2664934" y="713174"/>
                </a:lnTo>
                <a:lnTo>
                  <a:pt x="2671132" y="714699"/>
                </a:lnTo>
                <a:lnTo>
                  <a:pt x="2677329" y="716209"/>
                </a:lnTo>
                <a:lnTo>
                  <a:pt x="2683527" y="717701"/>
                </a:lnTo>
                <a:lnTo>
                  <a:pt x="2689724" y="719178"/>
                </a:lnTo>
                <a:lnTo>
                  <a:pt x="2695922" y="720639"/>
                </a:lnTo>
                <a:lnTo>
                  <a:pt x="2702119" y="722082"/>
                </a:lnTo>
                <a:lnTo>
                  <a:pt x="2708317" y="723511"/>
                </a:lnTo>
                <a:lnTo>
                  <a:pt x="2714514" y="724922"/>
                </a:lnTo>
                <a:lnTo>
                  <a:pt x="2720712" y="726320"/>
                </a:lnTo>
                <a:lnTo>
                  <a:pt x="2726909" y="727698"/>
                </a:lnTo>
                <a:lnTo>
                  <a:pt x="2733107" y="729065"/>
                </a:lnTo>
                <a:lnTo>
                  <a:pt x="2739304" y="730411"/>
                </a:lnTo>
                <a:lnTo>
                  <a:pt x="2745502" y="731749"/>
                </a:lnTo>
                <a:lnTo>
                  <a:pt x="2751699" y="733063"/>
                </a:lnTo>
                <a:lnTo>
                  <a:pt x="2757897" y="734371"/>
                </a:lnTo>
                <a:lnTo>
                  <a:pt x="2764095" y="735654"/>
                </a:lnTo>
                <a:lnTo>
                  <a:pt x="2770292" y="736933"/>
                </a:lnTo>
                <a:lnTo>
                  <a:pt x="2776490" y="738186"/>
                </a:lnTo>
                <a:lnTo>
                  <a:pt x="2782687" y="739435"/>
                </a:lnTo>
                <a:lnTo>
                  <a:pt x="2788885" y="740659"/>
                </a:lnTo>
                <a:lnTo>
                  <a:pt x="2795082" y="741881"/>
                </a:lnTo>
                <a:lnTo>
                  <a:pt x="2801280" y="743075"/>
                </a:lnTo>
                <a:lnTo>
                  <a:pt x="2807477" y="744268"/>
                </a:lnTo>
                <a:lnTo>
                  <a:pt x="2813675" y="745435"/>
                </a:lnTo>
                <a:lnTo>
                  <a:pt x="2819872" y="746599"/>
                </a:lnTo>
                <a:lnTo>
                  <a:pt x="2826070" y="747740"/>
                </a:lnTo>
                <a:lnTo>
                  <a:pt x="2832267" y="748877"/>
                </a:lnTo>
                <a:lnTo>
                  <a:pt x="2838465" y="749991"/>
                </a:lnTo>
                <a:lnTo>
                  <a:pt x="2844662" y="751101"/>
                </a:lnTo>
                <a:lnTo>
                  <a:pt x="2850860" y="752191"/>
                </a:lnTo>
                <a:lnTo>
                  <a:pt x="2857057" y="753274"/>
                </a:lnTo>
                <a:lnTo>
                  <a:pt x="2863255" y="754339"/>
                </a:lnTo>
                <a:lnTo>
                  <a:pt x="2869452" y="755396"/>
                </a:lnTo>
                <a:lnTo>
                  <a:pt x="2875650" y="756437"/>
                </a:lnTo>
                <a:lnTo>
                  <a:pt x="2881847" y="757470"/>
                </a:lnTo>
                <a:lnTo>
                  <a:pt x="2888045" y="758488"/>
                </a:lnTo>
                <a:lnTo>
                  <a:pt x="2894243" y="759496"/>
                </a:lnTo>
                <a:lnTo>
                  <a:pt x="2900440" y="760490"/>
                </a:lnTo>
                <a:lnTo>
                  <a:pt x="2906638" y="761475"/>
                </a:lnTo>
                <a:lnTo>
                  <a:pt x="2912835" y="762448"/>
                </a:lnTo>
                <a:lnTo>
                  <a:pt x="2919033" y="763409"/>
                </a:lnTo>
                <a:lnTo>
                  <a:pt x="2925230" y="764360"/>
                </a:lnTo>
                <a:lnTo>
                  <a:pt x="2931428" y="765299"/>
                </a:lnTo>
                <a:lnTo>
                  <a:pt x="2937625" y="766229"/>
                </a:lnTo>
                <a:lnTo>
                  <a:pt x="2943823" y="767146"/>
                </a:lnTo>
                <a:lnTo>
                  <a:pt x="2950020" y="768055"/>
                </a:lnTo>
                <a:lnTo>
                  <a:pt x="2956218" y="768951"/>
                </a:lnTo>
                <a:lnTo>
                  <a:pt x="2962415" y="769841"/>
                </a:lnTo>
                <a:lnTo>
                  <a:pt x="2968613" y="770716"/>
                </a:lnTo>
                <a:lnTo>
                  <a:pt x="2974810" y="771586"/>
                </a:lnTo>
                <a:lnTo>
                  <a:pt x="2981008" y="772441"/>
                </a:lnTo>
                <a:lnTo>
                  <a:pt x="2987205" y="773292"/>
                </a:lnTo>
                <a:lnTo>
                  <a:pt x="2993403" y="774128"/>
                </a:lnTo>
                <a:lnTo>
                  <a:pt x="2999600" y="774961"/>
                </a:lnTo>
                <a:lnTo>
                  <a:pt x="3005798" y="775777"/>
                </a:lnTo>
                <a:lnTo>
                  <a:pt x="3011995" y="776592"/>
                </a:lnTo>
                <a:lnTo>
                  <a:pt x="3018193" y="777390"/>
                </a:lnTo>
                <a:lnTo>
                  <a:pt x="3024390" y="778187"/>
                </a:lnTo>
                <a:lnTo>
                  <a:pt x="3030588" y="778968"/>
                </a:lnTo>
                <a:lnTo>
                  <a:pt x="3036786" y="779747"/>
                </a:lnTo>
                <a:lnTo>
                  <a:pt x="3042983" y="780511"/>
                </a:lnTo>
                <a:lnTo>
                  <a:pt x="3049181" y="781272"/>
                </a:lnTo>
                <a:lnTo>
                  <a:pt x="3055378" y="782020"/>
                </a:lnTo>
                <a:lnTo>
                  <a:pt x="3061576" y="782764"/>
                </a:lnTo>
                <a:lnTo>
                  <a:pt x="3067773" y="783496"/>
                </a:lnTo>
                <a:lnTo>
                  <a:pt x="3073971" y="784224"/>
                </a:lnTo>
                <a:lnTo>
                  <a:pt x="3080168" y="784940"/>
                </a:lnTo>
                <a:lnTo>
                  <a:pt x="3086366" y="785651"/>
                </a:lnTo>
                <a:lnTo>
                  <a:pt x="3092563" y="786352"/>
                </a:lnTo>
                <a:lnTo>
                  <a:pt x="3098761" y="787048"/>
                </a:lnTo>
                <a:lnTo>
                  <a:pt x="3104958" y="787733"/>
                </a:lnTo>
                <a:lnTo>
                  <a:pt x="3111156" y="788413"/>
                </a:lnTo>
                <a:lnTo>
                  <a:pt x="3117353" y="789085"/>
                </a:lnTo>
                <a:lnTo>
                  <a:pt x="3123551" y="789749"/>
                </a:lnTo>
                <a:lnTo>
                  <a:pt x="3129748" y="790406"/>
                </a:lnTo>
                <a:lnTo>
                  <a:pt x="3135946" y="791056"/>
                </a:lnTo>
                <a:lnTo>
                  <a:pt x="3142143" y="791699"/>
                </a:lnTo>
                <a:lnTo>
                  <a:pt x="3148341" y="792334"/>
                </a:lnTo>
                <a:lnTo>
                  <a:pt x="3154538" y="792963"/>
                </a:lnTo>
                <a:lnTo>
                  <a:pt x="3160736" y="793584"/>
                </a:lnTo>
                <a:lnTo>
                  <a:pt x="3166933" y="794199"/>
                </a:lnTo>
                <a:lnTo>
                  <a:pt x="3166933" y="829860"/>
                </a:lnTo>
                <a:lnTo>
                  <a:pt x="3160736" y="829860"/>
                </a:lnTo>
                <a:lnTo>
                  <a:pt x="3154538" y="829860"/>
                </a:lnTo>
                <a:lnTo>
                  <a:pt x="3148341" y="829860"/>
                </a:lnTo>
                <a:lnTo>
                  <a:pt x="3142143" y="829860"/>
                </a:lnTo>
                <a:lnTo>
                  <a:pt x="3135946" y="829860"/>
                </a:lnTo>
                <a:lnTo>
                  <a:pt x="3129748" y="829860"/>
                </a:lnTo>
                <a:lnTo>
                  <a:pt x="3123551" y="829860"/>
                </a:lnTo>
                <a:lnTo>
                  <a:pt x="3117353" y="829860"/>
                </a:lnTo>
                <a:lnTo>
                  <a:pt x="3111156" y="829860"/>
                </a:lnTo>
                <a:lnTo>
                  <a:pt x="3104958" y="829860"/>
                </a:lnTo>
                <a:lnTo>
                  <a:pt x="3098761" y="829860"/>
                </a:lnTo>
                <a:lnTo>
                  <a:pt x="3092563" y="829860"/>
                </a:lnTo>
                <a:lnTo>
                  <a:pt x="3086366" y="829860"/>
                </a:lnTo>
                <a:lnTo>
                  <a:pt x="3080168" y="829860"/>
                </a:lnTo>
                <a:lnTo>
                  <a:pt x="3073971" y="829860"/>
                </a:lnTo>
                <a:lnTo>
                  <a:pt x="3067773" y="829860"/>
                </a:lnTo>
                <a:lnTo>
                  <a:pt x="3061576" y="829860"/>
                </a:lnTo>
                <a:lnTo>
                  <a:pt x="3055378" y="829860"/>
                </a:lnTo>
                <a:lnTo>
                  <a:pt x="3049181" y="829860"/>
                </a:lnTo>
                <a:lnTo>
                  <a:pt x="3042983" y="829860"/>
                </a:lnTo>
                <a:lnTo>
                  <a:pt x="3036786" y="829860"/>
                </a:lnTo>
                <a:lnTo>
                  <a:pt x="3030588" y="829860"/>
                </a:lnTo>
                <a:lnTo>
                  <a:pt x="3024390" y="829860"/>
                </a:lnTo>
                <a:lnTo>
                  <a:pt x="3018193" y="829860"/>
                </a:lnTo>
                <a:lnTo>
                  <a:pt x="3011995" y="829860"/>
                </a:lnTo>
                <a:lnTo>
                  <a:pt x="3005798" y="829860"/>
                </a:lnTo>
                <a:lnTo>
                  <a:pt x="2999600" y="829860"/>
                </a:lnTo>
                <a:lnTo>
                  <a:pt x="2993403" y="829860"/>
                </a:lnTo>
                <a:lnTo>
                  <a:pt x="2987205" y="829860"/>
                </a:lnTo>
                <a:lnTo>
                  <a:pt x="2981008" y="829860"/>
                </a:lnTo>
                <a:lnTo>
                  <a:pt x="2974810" y="829860"/>
                </a:lnTo>
                <a:lnTo>
                  <a:pt x="2968613" y="829860"/>
                </a:lnTo>
                <a:lnTo>
                  <a:pt x="2962415" y="829860"/>
                </a:lnTo>
                <a:lnTo>
                  <a:pt x="2956218" y="829860"/>
                </a:lnTo>
                <a:lnTo>
                  <a:pt x="2950020" y="829860"/>
                </a:lnTo>
                <a:lnTo>
                  <a:pt x="2943823" y="829860"/>
                </a:lnTo>
                <a:lnTo>
                  <a:pt x="2937625" y="829860"/>
                </a:lnTo>
                <a:lnTo>
                  <a:pt x="2931428" y="829860"/>
                </a:lnTo>
                <a:lnTo>
                  <a:pt x="2925230" y="829860"/>
                </a:lnTo>
                <a:lnTo>
                  <a:pt x="2919033" y="829860"/>
                </a:lnTo>
                <a:lnTo>
                  <a:pt x="2912835" y="829860"/>
                </a:lnTo>
                <a:lnTo>
                  <a:pt x="2906638" y="829860"/>
                </a:lnTo>
                <a:lnTo>
                  <a:pt x="2900440" y="829860"/>
                </a:lnTo>
                <a:lnTo>
                  <a:pt x="2894243" y="829860"/>
                </a:lnTo>
                <a:lnTo>
                  <a:pt x="2888045" y="829860"/>
                </a:lnTo>
                <a:lnTo>
                  <a:pt x="2881847" y="829860"/>
                </a:lnTo>
                <a:lnTo>
                  <a:pt x="2875650" y="829860"/>
                </a:lnTo>
                <a:lnTo>
                  <a:pt x="2869452" y="829860"/>
                </a:lnTo>
                <a:lnTo>
                  <a:pt x="2863255" y="829860"/>
                </a:lnTo>
                <a:lnTo>
                  <a:pt x="2857057" y="829860"/>
                </a:lnTo>
                <a:lnTo>
                  <a:pt x="2850860" y="829860"/>
                </a:lnTo>
                <a:lnTo>
                  <a:pt x="2844662" y="829860"/>
                </a:lnTo>
                <a:lnTo>
                  <a:pt x="2838465" y="829860"/>
                </a:lnTo>
                <a:lnTo>
                  <a:pt x="2832267" y="829860"/>
                </a:lnTo>
                <a:lnTo>
                  <a:pt x="2826070" y="829860"/>
                </a:lnTo>
                <a:lnTo>
                  <a:pt x="2819872" y="829860"/>
                </a:lnTo>
                <a:lnTo>
                  <a:pt x="2813675" y="829860"/>
                </a:lnTo>
                <a:lnTo>
                  <a:pt x="2807477" y="829860"/>
                </a:lnTo>
                <a:lnTo>
                  <a:pt x="2801280" y="829860"/>
                </a:lnTo>
                <a:lnTo>
                  <a:pt x="2795082" y="829860"/>
                </a:lnTo>
                <a:lnTo>
                  <a:pt x="2788885" y="829860"/>
                </a:lnTo>
                <a:lnTo>
                  <a:pt x="2782687" y="829860"/>
                </a:lnTo>
                <a:lnTo>
                  <a:pt x="2776490" y="829860"/>
                </a:lnTo>
                <a:lnTo>
                  <a:pt x="2770292" y="829860"/>
                </a:lnTo>
                <a:lnTo>
                  <a:pt x="2764095" y="829860"/>
                </a:lnTo>
                <a:lnTo>
                  <a:pt x="2757897" y="829860"/>
                </a:lnTo>
                <a:lnTo>
                  <a:pt x="2751699" y="829860"/>
                </a:lnTo>
                <a:lnTo>
                  <a:pt x="2745502" y="829860"/>
                </a:lnTo>
                <a:lnTo>
                  <a:pt x="2739304" y="829860"/>
                </a:lnTo>
                <a:lnTo>
                  <a:pt x="2733107" y="829860"/>
                </a:lnTo>
                <a:lnTo>
                  <a:pt x="2726909" y="829860"/>
                </a:lnTo>
                <a:lnTo>
                  <a:pt x="2720712" y="829860"/>
                </a:lnTo>
                <a:lnTo>
                  <a:pt x="2714514" y="829860"/>
                </a:lnTo>
                <a:lnTo>
                  <a:pt x="2708317" y="829860"/>
                </a:lnTo>
                <a:lnTo>
                  <a:pt x="2702119" y="829860"/>
                </a:lnTo>
                <a:lnTo>
                  <a:pt x="2695922" y="829860"/>
                </a:lnTo>
                <a:lnTo>
                  <a:pt x="2689724" y="829860"/>
                </a:lnTo>
                <a:lnTo>
                  <a:pt x="2683527" y="829860"/>
                </a:lnTo>
                <a:lnTo>
                  <a:pt x="2677329" y="829860"/>
                </a:lnTo>
                <a:lnTo>
                  <a:pt x="2671132" y="829860"/>
                </a:lnTo>
                <a:lnTo>
                  <a:pt x="2664934" y="829860"/>
                </a:lnTo>
                <a:lnTo>
                  <a:pt x="2658737" y="829860"/>
                </a:lnTo>
                <a:lnTo>
                  <a:pt x="2652539" y="829860"/>
                </a:lnTo>
                <a:lnTo>
                  <a:pt x="2646342" y="829860"/>
                </a:lnTo>
                <a:lnTo>
                  <a:pt x="2640144" y="829860"/>
                </a:lnTo>
                <a:lnTo>
                  <a:pt x="2633947" y="829860"/>
                </a:lnTo>
                <a:lnTo>
                  <a:pt x="2627749" y="829860"/>
                </a:lnTo>
                <a:lnTo>
                  <a:pt x="2621552" y="829860"/>
                </a:lnTo>
                <a:lnTo>
                  <a:pt x="2615354" y="829860"/>
                </a:lnTo>
                <a:lnTo>
                  <a:pt x="2609156" y="829860"/>
                </a:lnTo>
                <a:lnTo>
                  <a:pt x="2602959" y="829860"/>
                </a:lnTo>
                <a:lnTo>
                  <a:pt x="2596761" y="829860"/>
                </a:lnTo>
                <a:lnTo>
                  <a:pt x="2590564" y="829860"/>
                </a:lnTo>
                <a:lnTo>
                  <a:pt x="2584366" y="829860"/>
                </a:lnTo>
                <a:lnTo>
                  <a:pt x="2578169" y="829860"/>
                </a:lnTo>
                <a:lnTo>
                  <a:pt x="2571971" y="829860"/>
                </a:lnTo>
                <a:lnTo>
                  <a:pt x="2565774" y="829860"/>
                </a:lnTo>
                <a:lnTo>
                  <a:pt x="2559576" y="829860"/>
                </a:lnTo>
                <a:lnTo>
                  <a:pt x="2553379" y="829860"/>
                </a:lnTo>
                <a:lnTo>
                  <a:pt x="2547181" y="829860"/>
                </a:lnTo>
                <a:lnTo>
                  <a:pt x="2540984" y="829860"/>
                </a:lnTo>
                <a:lnTo>
                  <a:pt x="2534786" y="829860"/>
                </a:lnTo>
                <a:lnTo>
                  <a:pt x="2528589" y="829860"/>
                </a:lnTo>
                <a:lnTo>
                  <a:pt x="2522391" y="829860"/>
                </a:lnTo>
                <a:lnTo>
                  <a:pt x="2516194" y="829860"/>
                </a:lnTo>
                <a:lnTo>
                  <a:pt x="2509996" y="829860"/>
                </a:lnTo>
                <a:lnTo>
                  <a:pt x="2503799" y="829860"/>
                </a:lnTo>
                <a:lnTo>
                  <a:pt x="2497601" y="829860"/>
                </a:lnTo>
                <a:lnTo>
                  <a:pt x="2491404" y="829860"/>
                </a:lnTo>
                <a:lnTo>
                  <a:pt x="2485206" y="829860"/>
                </a:lnTo>
                <a:lnTo>
                  <a:pt x="2479009" y="829860"/>
                </a:lnTo>
                <a:lnTo>
                  <a:pt x="2472811" y="829860"/>
                </a:lnTo>
                <a:lnTo>
                  <a:pt x="2466613" y="829860"/>
                </a:lnTo>
                <a:lnTo>
                  <a:pt x="2460416" y="829860"/>
                </a:lnTo>
                <a:lnTo>
                  <a:pt x="2454218" y="829860"/>
                </a:lnTo>
                <a:lnTo>
                  <a:pt x="2448021" y="829860"/>
                </a:lnTo>
                <a:lnTo>
                  <a:pt x="2441823" y="829860"/>
                </a:lnTo>
                <a:lnTo>
                  <a:pt x="2435626" y="829860"/>
                </a:lnTo>
                <a:lnTo>
                  <a:pt x="2429428" y="829860"/>
                </a:lnTo>
                <a:lnTo>
                  <a:pt x="2423231" y="829860"/>
                </a:lnTo>
                <a:lnTo>
                  <a:pt x="2417033" y="829860"/>
                </a:lnTo>
                <a:lnTo>
                  <a:pt x="2410836" y="829860"/>
                </a:lnTo>
                <a:lnTo>
                  <a:pt x="2404638" y="829860"/>
                </a:lnTo>
                <a:lnTo>
                  <a:pt x="2398441" y="829860"/>
                </a:lnTo>
                <a:lnTo>
                  <a:pt x="2392243" y="829860"/>
                </a:lnTo>
                <a:lnTo>
                  <a:pt x="2386046" y="829860"/>
                </a:lnTo>
                <a:lnTo>
                  <a:pt x="2379848" y="829860"/>
                </a:lnTo>
                <a:lnTo>
                  <a:pt x="2373651" y="829860"/>
                </a:lnTo>
                <a:lnTo>
                  <a:pt x="2367453" y="829860"/>
                </a:lnTo>
                <a:lnTo>
                  <a:pt x="2361256" y="829860"/>
                </a:lnTo>
                <a:lnTo>
                  <a:pt x="2355058" y="829860"/>
                </a:lnTo>
                <a:lnTo>
                  <a:pt x="2348861" y="829860"/>
                </a:lnTo>
                <a:lnTo>
                  <a:pt x="2342663" y="829860"/>
                </a:lnTo>
                <a:lnTo>
                  <a:pt x="2336465" y="829860"/>
                </a:lnTo>
                <a:lnTo>
                  <a:pt x="2330268" y="829860"/>
                </a:lnTo>
                <a:lnTo>
                  <a:pt x="2324070" y="829860"/>
                </a:lnTo>
                <a:lnTo>
                  <a:pt x="2317873" y="829860"/>
                </a:lnTo>
                <a:lnTo>
                  <a:pt x="2311675" y="829860"/>
                </a:lnTo>
                <a:lnTo>
                  <a:pt x="2305478" y="829860"/>
                </a:lnTo>
                <a:lnTo>
                  <a:pt x="2299280" y="829860"/>
                </a:lnTo>
                <a:lnTo>
                  <a:pt x="2293083" y="829860"/>
                </a:lnTo>
                <a:lnTo>
                  <a:pt x="2286885" y="829860"/>
                </a:lnTo>
                <a:lnTo>
                  <a:pt x="2280688" y="829860"/>
                </a:lnTo>
                <a:lnTo>
                  <a:pt x="2274490" y="829860"/>
                </a:lnTo>
                <a:lnTo>
                  <a:pt x="2268293" y="829860"/>
                </a:lnTo>
                <a:lnTo>
                  <a:pt x="2262095" y="829860"/>
                </a:lnTo>
                <a:lnTo>
                  <a:pt x="2255898" y="829860"/>
                </a:lnTo>
                <a:lnTo>
                  <a:pt x="2249700" y="829860"/>
                </a:lnTo>
                <a:lnTo>
                  <a:pt x="2243503" y="829860"/>
                </a:lnTo>
                <a:lnTo>
                  <a:pt x="2237305" y="829860"/>
                </a:lnTo>
                <a:lnTo>
                  <a:pt x="2231108" y="829860"/>
                </a:lnTo>
                <a:lnTo>
                  <a:pt x="2224910" y="829860"/>
                </a:lnTo>
                <a:lnTo>
                  <a:pt x="2218713" y="829860"/>
                </a:lnTo>
                <a:lnTo>
                  <a:pt x="2212515" y="829860"/>
                </a:lnTo>
                <a:lnTo>
                  <a:pt x="2206318" y="829860"/>
                </a:lnTo>
                <a:lnTo>
                  <a:pt x="2200120" y="829860"/>
                </a:lnTo>
                <a:lnTo>
                  <a:pt x="2193922" y="829860"/>
                </a:lnTo>
                <a:lnTo>
                  <a:pt x="2187725" y="829860"/>
                </a:lnTo>
                <a:lnTo>
                  <a:pt x="2181527" y="829860"/>
                </a:lnTo>
                <a:lnTo>
                  <a:pt x="2175330" y="829860"/>
                </a:lnTo>
                <a:lnTo>
                  <a:pt x="2169132" y="829860"/>
                </a:lnTo>
                <a:lnTo>
                  <a:pt x="2162935" y="829860"/>
                </a:lnTo>
                <a:lnTo>
                  <a:pt x="2156737" y="829860"/>
                </a:lnTo>
                <a:lnTo>
                  <a:pt x="2150540" y="829860"/>
                </a:lnTo>
                <a:lnTo>
                  <a:pt x="2144342" y="829860"/>
                </a:lnTo>
                <a:lnTo>
                  <a:pt x="2138145" y="829860"/>
                </a:lnTo>
                <a:lnTo>
                  <a:pt x="2131947" y="829860"/>
                </a:lnTo>
                <a:lnTo>
                  <a:pt x="2125750" y="829860"/>
                </a:lnTo>
                <a:lnTo>
                  <a:pt x="2119552" y="829860"/>
                </a:lnTo>
                <a:lnTo>
                  <a:pt x="2113355" y="829860"/>
                </a:lnTo>
                <a:lnTo>
                  <a:pt x="2107157" y="829860"/>
                </a:lnTo>
                <a:lnTo>
                  <a:pt x="2100960" y="829860"/>
                </a:lnTo>
                <a:lnTo>
                  <a:pt x="2094762" y="829860"/>
                </a:lnTo>
                <a:lnTo>
                  <a:pt x="2088565" y="829860"/>
                </a:lnTo>
                <a:lnTo>
                  <a:pt x="2082367" y="829860"/>
                </a:lnTo>
                <a:lnTo>
                  <a:pt x="2076170" y="829860"/>
                </a:lnTo>
                <a:lnTo>
                  <a:pt x="2069972" y="829860"/>
                </a:lnTo>
                <a:lnTo>
                  <a:pt x="2063774" y="829860"/>
                </a:lnTo>
                <a:lnTo>
                  <a:pt x="2057577" y="829860"/>
                </a:lnTo>
                <a:lnTo>
                  <a:pt x="2051379" y="829860"/>
                </a:lnTo>
                <a:lnTo>
                  <a:pt x="2045182" y="829860"/>
                </a:lnTo>
                <a:lnTo>
                  <a:pt x="2038984" y="829860"/>
                </a:lnTo>
                <a:lnTo>
                  <a:pt x="2032787" y="829860"/>
                </a:lnTo>
                <a:lnTo>
                  <a:pt x="2026589" y="829860"/>
                </a:lnTo>
                <a:lnTo>
                  <a:pt x="2020392" y="829860"/>
                </a:lnTo>
                <a:lnTo>
                  <a:pt x="2014194" y="829860"/>
                </a:lnTo>
                <a:lnTo>
                  <a:pt x="2007997" y="829860"/>
                </a:lnTo>
                <a:lnTo>
                  <a:pt x="2001799" y="829860"/>
                </a:lnTo>
                <a:lnTo>
                  <a:pt x="1995602" y="829860"/>
                </a:lnTo>
                <a:lnTo>
                  <a:pt x="1989404" y="829860"/>
                </a:lnTo>
                <a:lnTo>
                  <a:pt x="1983207" y="829860"/>
                </a:lnTo>
                <a:lnTo>
                  <a:pt x="1977009" y="829860"/>
                </a:lnTo>
                <a:lnTo>
                  <a:pt x="1970812" y="829860"/>
                </a:lnTo>
                <a:lnTo>
                  <a:pt x="1964614" y="829860"/>
                </a:lnTo>
                <a:lnTo>
                  <a:pt x="1958417" y="829860"/>
                </a:lnTo>
                <a:lnTo>
                  <a:pt x="1952219" y="829860"/>
                </a:lnTo>
                <a:lnTo>
                  <a:pt x="1946022" y="829860"/>
                </a:lnTo>
                <a:lnTo>
                  <a:pt x="1939824" y="829860"/>
                </a:lnTo>
                <a:lnTo>
                  <a:pt x="1933627" y="829860"/>
                </a:lnTo>
                <a:lnTo>
                  <a:pt x="1927429" y="829860"/>
                </a:lnTo>
                <a:lnTo>
                  <a:pt x="1921231" y="829860"/>
                </a:lnTo>
                <a:lnTo>
                  <a:pt x="1915034" y="829860"/>
                </a:lnTo>
                <a:lnTo>
                  <a:pt x="1908836" y="829860"/>
                </a:lnTo>
                <a:lnTo>
                  <a:pt x="1902639" y="829860"/>
                </a:lnTo>
                <a:lnTo>
                  <a:pt x="1896441" y="829860"/>
                </a:lnTo>
                <a:lnTo>
                  <a:pt x="1890244" y="829860"/>
                </a:lnTo>
                <a:lnTo>
                  <a:pt x="1884046" y="829860"/>
                </a:lnTo>
                <a:lnTo>
                  <a:pt x="1877849" y="829860"/>
                </a:lnTo>
                <a:lnTo>
                  <a:pt x="1871651" y="829860"/>
                </a:lnTo>
                <a:lnTo>
                  <a:pt x="1865454" y="829860"/>
                </a:lnTo>
                <a:lnTo>
                  <a:pt x="1859256" y="829860"/>
                </a:lnTo>
                <a:lnTo>
                  <a:pt x="1853059" y="829860"/>
                </a:lnTo>
                <a:lnTo>
                  <a:pt x="1846861" y="829860"/>
                </a:lnTo>
                <a:lnTo>
                  <a:pt x="1840664" y="829860"/>
                </a:lnTo>
                <a:lnTo>
                  <a:pt x="1834466" y="829860"/>
                </a:lnTo>
                <a:lnTo>
                  <a:pt x="1828269" y="829860"/>
                </a:lnTo>
                <a:lnTo>
                  <a:pt x="1822071" y="829860"/>
                </a:lnTo>
                <a:lnTo>
                  <a:pt x="1815874" y="829860"/>
                </a:lnTo>
                <a:lnTo>
                  <a:pt x="1809676" y="829860"/>
                </a:lnTo>
                <a:lnTo>
                  <a:pt x="1803479" y="829860"/>
                </a:lnTo>
                <a:lnTo>
                  <a:pt x="1797281" y="829860"/>
                </a:lnTo>
                <a:lnTo>
                  <a:pt x="1791084" y="829860"/>
                </a:lnTo>
                <a:lnTo>
                  <a:pt x="1784886" y="829860"/>
                </a:lnTo>
                <a:lnTo>
                  <a:pt x="1778688" y="829860"/>
                </a:lnTo>
                <a:lnTo>
                  <a:pt x="1772491" y="829860"/>
                </a:lnTo>
                <a:lnTo>
                  <a:pt x="1766293" y="829860"/>
                </a:lnTo>
                <a:lnTo>
                  <a:pt x="1760096" y="829860"/>
                </a:lnTo>
                <a:lnTo>
                  <a:pt x="1753898" y="829860"/>
                </a:lnTo>
                <a:lnTo>
                  <a:pt x="1747701" y="829860"/>
                </a:lnTo>
                <a:lnTo>
                  <a:pt x="1741503" y="829860"/>
                </a:lnTo>
                <a:lnTo>
                  <a:pt x="1735306" y="829860"/>
                </a:lnTo>
                <a:lnTo>
                  <a:pt x="1729108" y="829860"/>
                </a:lnTo>
                <a:lnTo>
                  <a:pt x="1722911" y="829860"/>
                </a:lnTo>
                <a:lnTo>
                  <a:pt x="1716713" y="829860"/>
                </a:lnTo>
                <a:lnTo>
                  <a:pt x="1710516" y="829860"/>
                </a:lnTo>
                <a:lnTo>
                  <a:pt x="1704318" y="829860"/>
                </a:lnTo>
                <a:lnTo>
                  <a:pt x="1698121" y="829860"/>
                </a:lnTo>
                <a:lnTo>
                  <a:pt x="1691923" y="829860"/>
                </a:lnTo>
                <a:lnTo>
                  <a:pt x="1685726" y="829860"/>
                </a:lnTo>
                <a:lnTo>
                  <a:pt x="1679528" y="829860"/>
                </a:lnTo>
                <a:lnTo>
                  <a:pt x="1673331" y="829860"/>
                </a:lnTo>
                <a:lnTo>
                  <a:pt x="1667133" y="829860"/>
                </a:lnTo>
                <a:lnTo>
                  <a:pt x="1660936" y="829860"/>
                </a:lnTo>
                <a:lnTo>
                  <a:pt x="1654738" y="829860"/>
                </a:lnTo>
                <a:lnTo>
                  <a:pt x="1648540" y="829860"/>
                </a:lnTo>
                <a:lnTo>
                  <a:pt x="1642343" y="829860"/>
                </a:lnTo>
                <a:lnTo>
                  <a:pt x="1636145" y="829860"/>
                </a:lnTo>
                <a:lnTo>
                  <a:pt x="1629948" y="829860"/>
                </a:lnTo>
                <a:lnTo>
                  <a:pt x="1623750" y="829860"/>
                </a:lnTo>
                <a:lnTo>
                  <a:pt x="1617553" y="829860"/>
                </a:lnTo>
                <a:lnTo>
                  <a:pt x="1611355" y="829860"/>
                </a:lnTo>
                <a:lnTo>
                  <a:pt x="1605158" y="829860"/>
                </a:lnTo>
                <a:lnTo>
                  <a:pt x="1598960" y="829860"/>
                </a:lnTo>
                <a:lnTo>
                  <a:pt x="1592763" y="829860"/>
                </a:lnTo>
                <a:lnTo>
                  <a:pt x="1586565" y="829860"/>
                </a:lnTo>
                <a:lnTo>
                  <a:pt x="1580368" y="829860"/>
                </a:lnTo>
                <a:lnTo>
                  <a:pt x="1574170" y="829860"/>
                </a:lnTo>
                <a:lnTo>
                  <a:pt x="1567973" y="829860"/>
                </a:lnTo>
                <a:lnTo>
                  <a:pt x="1561775" y="829860"/>
                </a:lnTo>
                <a:lnTo>
                  <a:pt x="1555578" y="829860"/>
                </a:lnTo>
                <a:lnTo>
                  <a:pt x="1549380" y="829860"/>
                </a:lnTo>
                <a:lnTo>
                  <a:pt x="1543183" y="829860"/>
                </a:lnTo>
                <a:lnTo>
                  <a:pt x="1536985" y="829860"/>
                </a:lnTo>
                <a:lnTo>
                  <a:pt x="1530788" y="829860"/>
                </a:lnTo>
                <a:lnTo>
                  <a:pt x="1524590" y="829860"/>
                </a:lnTo>
                <a:lnTo>
                  <a:pt x="1518393" y="829860"/>
                </a:lnTo>
                <a:lnTo>
                  <a:pt x="1512195" y="829860"/>
                </a:lnTo>
                <a:lnTo>
                  <a:pt x="1505997" y="829860"/>
                </a:lnTo>
                <a:lnTo>
                  <a:pt x="1499800" y="829860"/>
                </a:lnTo>
                <a:lnTo>
                  <a:pt x="1493602" y="829860"/>
                </a:lnTo>
                <a:lnTo>
                  <a:pt x="1487405" y="829860"/>
                </a:lnTo>
                <a:lnTo>
                  <a:pt x="1481207" y="829860"/>
                </a:lnTo>
                <a:lnTo>
                  <a:pt x="1475010" y="829860"/>
                </a:lnTo>
                <a:lnTo>
                  <a:pt x="1468812" y="829860"/>
                </a:lnTo>
                <a:lnTo>
                  <a:pt x="1462615" y="829860"/>
                </a:lnTo>
                <a:lnTo>
                  <a:pt x="1456417" y="829860"/>
                </a:lnTo>
                <a:lnTo>
                  <a:pt x="1450220" y="829860"/>
                </a:lnTo>
                <a:lnTo>
                  <a:pt x="1444022" y="829860"/>
                </a:lnTo>
                <a:lnTo>
                  <a:pt x="1437825" y="829860"/>
                </a:lnTo>
                <a:lnTo>
                  <a:pt x="1431627" y="829860"/>
                </a:lnTo>
                <a:lnTo>
                  <a:pt x="1425430" y="829860"/>
                </a:lnTo>
                <a:lnTo>
                  <a:pt x="1419232" y="829860"/>
                </a:lnTo>
                <a:lnTo>
                  <a:pt x="1413035" y="829860"/>
                </a:lnTo>
                <a:lnTo>
                  <a:pt x="1406837" y="829860"/>
                </a:lnTo>
                <a:lnTo>
                  <a:pt x="1400640" y="829860"/>
                </a:lnTo>
                <a:lnTo>
                  <a:pt x="1394442" y="829860"/>
                </a:lnTo>
                <a:lnTo>
                  <a:pt x="1388245" y="829860"/>
                </a:lnTo>
                <a:lnTo>
                  <a:pt x="1382047" y="829860"/>
                </a:lnTo>
                <a:lnTo>
                  <a:pt x="1375849" y="829860"/>
                </a:lnTo>
                <a:lnTo>
                  <a:pt x="1369652" y="829860"/>
                </a:lnTo>
                <a:lnTo>
                  <a:pt x="1363454" y="829860"/>
                </a:lnTo>
                <a:lnTo>
                  <a:pt x="1357257" y="829860"/>
                </a:lnTo>
                <a:lnTo>
                  <a:pt x="1351059" y="829860"/>
                </a:lnTo>
                <a:lnTo>
                  <a:pt x="1344862" y="829860"/>
                </a:lnTo>
                <a:lnTo>
                  <a:pt x="1338664" y="829860"/>
                </a:lnTo>
                <a:lnTo>
                  <a:pt x="1332467" y="829860"/>
                </a:lnTo>
                <a:lnTo>
                  <a:pt x="1326269" y="829860"/>
                </a:lnTo>
                <a:lnTo>
                  <a:pt x="1320072" y="829860"/>
                </a:lnTo>
                <a:lnTo>
                  <a:pt x="1313874" y="829860"/>
                </a:lnTo>
                <a:lnTo>
                  <a:pt x="1307677" y="829860"/>
                </a:lnTo>
                <a:lnTo>
                  <a:pt x="1301479" y="829860"/>
                </a:lnTo>
                <a:lnTo>
                  <a:pt x="1295282" y="829860"/>
                </a:lnTo>
                <a:lnTo>
                  <a:pt x="1289084" y="829860"/>
                </a:lnTo>
                <a:lnTo>
                  <a:pt x="1282887" y="829860"/>
                </a:lnTo>
                <a:lnTo>
                  <a:pt x="1276689" y="829860"/>
                </a:lnTo>
                <a:lnTo>
                  <a:pt x="1270492" y="829860"/>
                </a:lnTo>
                <a:lnTo>
                  <a:pt x="1264294" y="829860"/>
                </a:lnTo>
                <a:lnTo>
                  <a:pt x="1258097" y="829860"/>
                </a:lnTo>
                <a:lnTo>
                  <a:pt x="1251899" y="829860"/>
                </a:lnTo>
                <a:lnTo>
                  <a:pt x="1245702" y="829860"/>
                </a:lnTo>
                <a:lnTo>
                  <a:pt x="1239504" y="829860"/>
                </a:lnTo>
                <a:lnTo>
                  <a:pt x="1233306" y="829860"/>
                </a:lnTo>
                <a:lnTo>
                  <a:pt x="1227109" y="829860"/>
                </a:lnTo>
                <a:lnTo>
                  <a:pt x="1220911" y="829860"/>
                </a:lnTo>
                <a:lnTo>
                  <a:pt x="1214714" y="829860"/>
                </a:lnTo>
                <a:lnTo>
                  <a:pt x="1208516" y="829860"/>
                </a:lnTo>
                <a:lnTo>
                  <a:pt x="1202319" y="829860"/>
                </a:lnTo>
                <a:lnTo>
                  <a:pt x="1196121" y="829860"/>
                </a:lnTo>
                <a:lnTo>
                  <a:pt x="1189924" y="829860"/>
                </a:lnTo>
                <a:lnTo>
                  <a:pt x="1183726" y="829860"/>
                </a:lnTo>
                <a:lnTo>
                  <a:pt x="1177529" y="829860"/>
                </a:lnTo>
                <a:lnTo>
                  <a:pt x="1171331" y="829860"/>
                </a:lnTo>
                <a:lnTo>
                  <a:pt x="1165134" y="829860"/>
                </a:lnTo>
                <a:lnTo>
                  <a:pt x="1158936" y="829860"/>
                </a:lnTo>
                <a:lnTo>
                  <a:pt x="1152739" y="829860"/>
                </a:lnTo>
                <a:lnTo>
                  <a:pt x="1146541" y="829860"/>
                </a:lnTo>
                <a:lnTo>
                  <a:pt x="1140344" y="829860"/>
                </a:lnTo>
                <a:lnTo>
                  <a:pt x="1134146" y="829860"/>
                </a:lnTo>
                <a:lnTo>
                  <a:pt x="1127949" y="829860"/>
                </a:lnTo>
                <a:lnTo>
                  <a:pt x="1121751" y="829860"/>
                </a:lnTo>
                <a:lnTo>
                  <a:pt x="1115554" y="829860"/>
                </a:lnTo>
                <a:lnTo>
                  <a:pt x="1109356" y="829860"/>
                </a:lnTo>
                <a:lnTo>
                  <a:pt x="1103159" y="829860"/>
                </a:lnTo>
                <a:lnTo>
                  <a:pt x="1096961" y="829860"/>
                </a:lnTo>
                <a:lnTo>
                  <a:pt x="1090763" y="829860"/>
                </a:lnTo>
                <a:lnTo>
                  <a:pt x="1084566" y="829860"/>
                </a:lnTo>
                <a:lnTo>
                  <a:pt x="1078368" y="829860"/>
                </a:lnTo>
                <a:lnTo>
                  <a:pt x="1072171" y="829860"/>
                </a:lnTo>
                <a:lnTo>
                  <a:pt x="1065973" y="829860"/>
                </a:lnTo>
                <a:lnTo>
                  <a:pt x="1059776" y="829860"/>
                </a:lnTo>
                <a:lnTo>
                  <a:pt x="1053578" y="829860"/>
                </a:lnTo>
                <a:lnTo>
                  <a:pt x="1047381" y="829860"/>
                </a:lnTo>
                <a:lnTo>
                  <a:pt x="1041183" y="829860"/>
                </a:lnTo>
                <a:lnTo>
                  <a:pt x="1034986" y="829860"/>
                </a:lnTo>
                <a:lnTo>
                  <a:pt x="1028788" y="829860"/>
                </a:lnTo>
                <a:lnTo>
                  <a:pt x="1022591" y="829860"/>
                </a:lnTo>
                <a:lnTo>
                  <a:pt x="1016393" y="829860"/>
                </a:lnTo>
                <a:lnTo>
                  <a:pt x="1010196" y="829860"/>
                </a:lnTo>
                <a:lnTo>
                  <a:pt x="1003998" y="829860"/>
                </a:lnTo>
                <a:lnTo>
                  <a:pt x="997801" y="829860"/>
                </a:lnTo>
                <a:lnTo>
                  <a:pt x="991603" y="829860"/>
                </a:lnTo>
                <a:lnTo>
                  <a:pt x="985406" y="829860"/>
                </a:lnTo>
                <a:lnTo>
                  <a:pt x="979208" y="829860"/>
                </a:lnTo>
                <a:lnTo>
                  <a:pt x="973011" y="829860"/>
                </a:lnTo>
                <a:lnTo>
                  <a:pt x="966813" y="829860"/>
                </a:lnTo>
                <a:lnTo>
                  <a:pt x="960615" y="829860"/>
                </a:lnTo>
                <a:lnTo>
                  <a:pt x="954418" y="829860"/>
                </a:lnTo>
                <a:lnTo>
                  <a:pt x="948220" y="829860"/>
                </a:lnTo>
                <a:lnTo>
                  <a:pt x="942023" y="829860"/>
                </a:lnTo>
                <a:lnTo>
                  <a:pt x="935825" y="829860"/>
                </a:lnTo>
                <a:lnTo>
                  <a:pt x="929628" y="829860"/>
                </a:lnTo>
                <a:lnTo>
                  <a:pt x="923430" y="829860"/>
                </a:lnTo>
                <a:lnTo>
                  <a:pt x="917233" y="829860"/>
                </a:lnTo>
                <a:lnTo>
                  <a:pt x="911035" y="829860"/>
                </a:lnTo>
                <a:lnTo>
                  <a:pt x="904838" y="829860"/>
                </a:lnTo>
                <a:lnTo>
                  <a:pt x="898640" y="829860"/>
                </a:lnTo>
                <a:lnTo>
                  <a:pt x="892443" y="829860"/>
                </a:lnTo>
                <a:lnTo>
                  <a:pt x="886245" y="829860"/>
                </a:lnTo>
                <a:lnTo>
                  <a:pt x="880048" y="829860"/>
                </a:lnTo>
                <a:lnTo>
                  <a:pt x="873850" y="829860"/>
                </a:lnTo>
                <a:lnTo>
                  <a:pt x="867653" y="829860"/>
                </a:lnTo>
                <a:lnTo>
                  <a:pt x="861455" y="829860"/>
                </a:lnTo>
                <a:lnTo>
                  <a:pt x="855258" y="829860"/>
                </a:lnTo>
                <a:lnTo>
                  <a:pt x="849060" y="829860"/>
                </a:lnTo>
                <a:lnTo>
                  <a:pt x="842863" y="829860"/>
                </a:lnTo>
                <a:lnTo>
                  <a:pt x="836665" y="829860"/>
                </a:lnTo>
                <a:lnTo>
                  <a:pt x="830468" y="829860"/>
                </a:lnTo>
                <a:lnTo>
                  <a:pt x="824270" y="829860"/>
                </a:lnTo>
                <a:lnTo>
                  <a:pt x="818072" y="829860"/>
                </a:lnTo>
                <a:lnTo>
                  <a:pt x="811875" y="829860"/>
                </a:lnTo>
                <a:lnTo>
                  <a:pt x="805677" y="829860"/>
                </a:lnTo>
                <a:lnTo>
                  <a:pt x="799480" y="829860"/>
                </a:lnTo>
                <a:lnTo>
                  <a:pt x="793282" y="829860"/>
                </a:lnTo>
                <a:lnTo>
                  <a:pt x="787085" y="829860"/>
                </a:lnTo>
                <a:lnTo>
                  <a:pt x="780887" y="829860"/>
                </a:lnTo>
                <a:lnTo>
                  <a:pt x="774690" y="829860"/>
                </a:lnTo>
                <a:lnTo>
                  <a:pt x="768492" y="829860"/>
                </a:lnTo>
                <a:lnTo>
                  <a:pt x="762295" y="829860"/>
                </a:lnTo>
                <a:lnTo>
                  <a:pt x="756097" y="829860"/>
                </a:lnTo>
                <a:lnTo>
                  <a:pt x="749900" y="829860"/>
                </a:lnTo>
                <a:lnTo>
                  <a:pt x="743702" y="829860"/>
                </a:lnTo>
                <a:lnTo>
                  <a:pt x="737505" y="829860"/>
                </a:lnTo>
                <a:lnTo>
                  <a:pt x="731307" y="829860"/>
                </a:lnTo>
                <a:lnTo>
                  <a:pt x="725110" y="829860"/>
                </a:lnTo>
                <a:lnTo>
                  <a:pt x="718912" y="829860"/>
                </a:lnTo>
                <a:lnTo>
                  <a:pt x="712715" y="829860"/>
                </a:lnTo>
                <a:lnTo>
                  <a:pt x="706517" y="829860"/>
                </a:lnTo>
                <a:lnTo>
                  <a:pt x="700320" y="829860"/>
                </a:lnTo>
                <a:lnTo>
                  <a:pt x="694122" y="829860"/>
                </a:lnTo>
                <a:lnTo>
                  <a:pt x="687924" y="829860"/>
                </a:lnTo>
                <a:lnTo>
                  <a:pt x="681727" y="829860"/>
                </a:lnTo>
                <a:lnTo>
                  <a:pt x="675529" y="829860"/>
                </a:lnTo>
                <a:lnTo>
                  <a:pt x="669332" y="829860"/>
                </a:lnTo>
                <a:lnTo>
                  <a:pt x="663134" y="829860"/>
                </a:lnTo>
                <a:lnTo>
                  <a:pt x="656937" y="829860"/>
                </a:lnTo>
                <a:lnTo>
                  <a:pt x="650739" y="829860"/>
                </a:lnTo>
                <a:lnTo>
                  <a:pt x="644542" y="829860"/>
                </a:lnTo>
                <a:lnTo>
                  <a:pt x="638344" y="829860"/>
                </a:lnTo>
                <a:lnTo>
                  <a:pt x="632147" y="829860"/>
                </a:lnTo>
                <a:lnTo>
                  <a:pt x="625949" y="829860"/>
                </a:lnTo>
                <a:lnTo>
                  <a:pt x="619752" y="829860"/>
                </a:lnTo>
                <a:lnTo>
                  <a:pt x="613554" y="829860"/>
                </a:lnTo>
                <a:lnTo>
                  <a:pt x="607357" y="829860"/>
                </a:lnTo>
                <a:lnTo>
                  <a:pt x="601159" y="829860"/>
                </a:lnTo>
                <a:lnTo>
                  <a:pt x="594962" y="829860"/>
                </a:lnTo>
                <a:lnTo>
                  <a:pt x="588764" y="829860"/>
                </a:lnTo>
                <a:lnTo>
                  <a:pt x="582567" y="829860"/>
                </a:lnTo>
                <a:lnTo>
                  <a:pt x="576369" y="829860"/>
                </a:lnTo>
                <a:lnTo>
                  <a:pt x="570172" y="829860"/>
                </a:lnTo>
                <a:lnTo>
                  <a:pt x="563974" y="829860"/>
                </a:lnTo>
                <a:lnTo>
                  <a:pt x="557777" y="829860"/>
                </a:lnTo>
                <a:lnTo>
                  <a:pt x="551579" y="829860"/>
                </a:lnTo>
                <a:lnTo>
                  <a:pt x="545381" y="829860"/>
                </a:lnTo>
                <a:lnTo>
                  <a:pt x="539184" y="829860"/>
                </a:lnTo>
                <a:lnTo>
                  <a:pt x="532986" y="829860"/>
                </a:lnTo>
                <a:lnTo>
                  <a:pt x="526789" y="829860"/>
                </a:lnTo>
                <a:lnTo>
                  <a:pt x="520591" y="829860"/>
                </a:lnTo>
                <a:lnTo>
                  <a:pt x="514394" y="829860"/>
                </a:lnTo>
                <a:lnTo>
                  <a:pt x="508196" y="829860"/>
                </a:lnTo>
                <a:lnTo>
                  <a:pt x="501999" y="829860"/>
                </a:lnTo>
                <a:lnTo>
                  <a:pt x="495801" y="829860"/>
                </a:lnTo>
                <a:lnTo>
                  <a:pt x="489604" y="829860"/>
                </a:lnTo>
                <a:lnTo>
                  <a:pt x="483406" y="829860"/>
                </a:lnTo>
                <a:lnTo>
                  <a:pt x="477209" y="829860"/>
                </a:lnTo>
                <a:lnTo>
                  <a:pt x="471011" y="829860"/>
                </a:lnTo>
                <a:lnTo>
                  <a:pt x="464814" y="829860"/>
                </a:lnTo>
                <a:lnTo>
                  <a:pt x="458616" y="829860"/>
                </a:lnTo>
                <a:lnTo>
                  <a:pt x="452419" y="829860"/>
                </a:lnTo>
                <a:lnTo>
                  <a:pt x="446221" y="829860"/>
                </a:lnTo>
                <a:lnTo>
                  <a:pt x="440024" y="829860"/>
                </a:lnTo>
                <a:lnTo>
                  <a:pt x="433826" y="829860"/>
                </a:lnTo>
                <a:lnTo>
                  <a:pt x="427629" y="829860"/>
                </a:lnTo>
                <a:lnTo>
                  <a:pt x="421431" y="829860"/>
                </a:lnTo>
                <a:lnTo>
                  <a:pt x="415234" y="829860"/>
                </a:lnTo>
                <a:lnTo>
                  <a:pt x="409036" y="829860"/>
                </a:lnTo>
                <a:lnTo>
                  <a:pt x="402838" y="829860"/>
                </a:lnTo>
                <a:lnTo>
                  <a:pt x="396641" y="829860"/>
                </a:lnTo>
                <a:lnTo>
                  <a:pt x="390443" y="829860"/>
                </a:lnTo>
                <a:lnTo>
                  <a:pt x="384246" y="829860"/>
                </a:lnTo>
                <a:lnTo>
                  <a:pt x="378048" y="829860"/>
                </a:lnTo>
                <a:lnTo>
                  <a:pt x="371851" y="829860"/>
                </a:lnTo>
                <a:lnTo>
                  <a:pt x="365653" y="829860"/>
                </a:lnTo>
                <a:lnTo>
                  <a:pt x="359456" y="829860"/>
                </a:lnTo>
                <a:lnTo>
                  <a:pt x="353258" y="829860"/>
                </a:lnTo>
                <a:lnTo>
                  <a:pt x="347061" y="829860"/>
                </a:lnTo>
                <a:lnTo>
                  <a:pt x="340863" y="829860"/>
                </a:lnTo>
                <a:lnTo>
                  <a:pt x="334666" y="829860"/>
                </a:lnTo>
                <a:lnTo>
                  <a:pt x="328468" y="829860"/>
                </a:lnTo>
                <a:lnTo>
                  <a:pt x="322271" y="829860"/>
                </a:lnTo>
                <a:lnTo>
                  <a:pt x="316073" y="829860"/>
                </a:lnTo>
                <a:lnTo>
                  <a:pt x="309876" y="829860"/>
                </a:lnTo>
                <a:lnTo>
                  <a:pt x="303678" y="829860"/>
                </a:lnTo>
                <a:lnTo>
                  <a:pt x="297481" y="829860"/>
                </a:lnTo>
                <a:lnTo>
                  <a:pt x="291283" y="829860"/>
                </a:lnTo>
                <a:lnTo>
                  <a:pt x="285086" y="829860"/>
                </a:lnTo>
                <a:lnTo>
                  <a:pt x="278888" y="829860"/>
                </a:lnTo>
                <a:lnTo>
                  <a:pt x="272690" y="829860"/>
                </a:lnTo>
                <a:lnTo>
                  <a:pt x="266493" y="829860"/>
                </a:lnTo>
                <a:lnTo>
                  <a:pt x="260295" y="829860"/>
                </a:lnTo>
                <a:lnTo>
                  <a:pt x="254098" y="829860"/>
                </a:lnTo>
                <a:lnTo>
                  <a:pt x="247900" y="829860"/>
                </a:lnTo>
                <a:lnTo>
                  <a:pt x="241703" y="829860"/>
                </a:lnTo>
                <a:lnTo>
                  <a:pt x="235505" y="829860"/>
                </a:lnTo>
                <a:lnTo>
                  <a:pt x="229308" y="829860"/>
                </a:lnTo>
                <a:lnTo>
                  <a:pt x="223110" y="829860"/>
                </a:lnTo>
                <a:lnTo>
                  <a:pt x="216913" y="829860"/>
                </a:lnTo>
                <a:lnTo>
                  <a:pt x="210715" y="829860"/>
                </a:lnTo>
                <a:lnTo>
                  <a:pt x="204518" y="829860"/>
                </a:lnTo>
                <a:lnTo>
                  <a:pt x="198320" y="829860"/>
                </a:lnTo>
                <a:lnTo>
                  <a:pt x="192123" y="829860"/>
                </a:lnTo>
                <a:lnTo>
                  <a:pt x="185925" y="829860"/>
                </a:lnTo>
                <a:lnTo>
                  <a:pt x="179728" y="829860"/>
                </a:lnTo>
                <a:lnTo>
                  <a:pt x="173530" y="829860"/>
                </a:lnTo>
                <a:lnTo>
                  <a:pt x="167333" y="829860"/>
                </a:lnTo>
                <a:lnTo>
                  <a:pt x="161135" y="829860"/>
                </a:lnTo>
                <a:lnTo>
                  <a:pt x="154938" y="829860"/>
                </a:lnTo>
                <a:lnTo>
                  <a:pt x="148740" y="829860"/>
                </a:lnTo>
                <a:lnTo>
                  <a:pt x="142543" y="829860"/>
                </a:lnTo>
                <a:lnTo>
                  <a:pt x="136345" y="829860"/>
                </a:lnTo>
                <a:lnTo>
                  <a:pt x="130147" y="829860"/>
                </a:lnTo>
                <a:lnTo>
                  <a:pt x="123950" y="829860"/>
                </a:lnTo>
                <a:lnTo>
                  <a:pt x="117752" y="829860"/>
                </a:lnTo>
                <a:lnTo>
                  <a:pt x="111555" y="829860"/>
                </a:lnTo>
                <a:lnTo>
                  <a:pt x="105357" y="829860"/>
                </a:lnTo>
                <a:lnTo>
                  <a:pt x="99160" y="829860"/>
                </a:lnTo>
                <a:lnTo>
                  <a:pt x="92962" y="829860"/>
                </a:lnTo>
                <a:lnTo>
                  <a:pt x="86765" y="829860"/>
                </a:lnTo>
                <a:lnTo>
                  <a:pt x="80567" y="829860"/>
                </a:lnTo>
                <a:lnTo>
                  <a:pt x="74370" y="829860"/>
                </a:lnTo>
                <a:lnTo>
                  <a:pt x="68172" y="829860"/>
                </a:lnTo>
                <a:lnTo>
                  <a:pt x="61975" y="829860"/>
                </a:lnTo>
                <a:lnTo>
                  <a:pt x="55777" y="829860"/>
                </a:lnTo>
                <a:lnTo>
                  <a:pt x="49580" y="829860"/>
                </a:lnTo>
                <a:lnTo>
                  <a:pt x="43382" y="829860"/>
                </a:lnTo>
                <a:lnTo>
                  <a:pt x="37185" y="829860"/>
                </a:lnTo>
                <a:lnTo>
                  <a:pt x="30987" y="829860"/>
                </a:lnTo>
                <a:lnTo>
                  <a:pt x="24790" y="829860"/>
                </a:lnTo>
                <a:lnTo>
                  <a:pt x="18592" y="829860"/>
                </a:lnTo>
                <a:lnTo>
                  <a:pt x="12395" y="829860"/>
                </a:lnTo>
                <a:lnTo>
                  <a:pt x="6197" y="829860"/>
                </a:lnTo>
                <a:lnTo>
                  <a:pt x="0" y="82986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11" name="pl49">
            <a:extLst>
              <a:ext uri="{FF2B5EF4-FFF2-40B4-BE49-F238E27FC236}">
                <a16:creationId xmlns:a16="http://schemas.microsoft.com/office/drawing/2014/main" id="{B0D1F33E-CD69-4897-9A9E-3017718115BA}"/>
              </a:ext>
            </a:extLst>
          </p:cNvPr>
          <p:cNvSpPr/>
          <p:nvPr/>
        </p:nvSpPr>
        <p:spPr>
          <a:xfrm>
            <a:off x="6505677" y="2482118"/>
            <a:ext cx="2412901" cy="605104"/>
          </a:xfrm>
          <a:custGeom>
            <a:avLst/>
            <a:gdLst/>
            <a:ahLst/>
            <a:cxnLst/>
            <a:rect l="0" t="0" r="0" b="0"/>
            <a:pathLst>
              <a:path w="3166933" h="794199">
                <a:moveTo>
                  <a:pt x="0" y="400067"/>
                </a:moveTo>
                <a:lnTo>
                  <a:pt x="6197" y="393299"/>
                </a:lnTo>
                <a:lnTo>
                  <a:pt x="12395" y="386523"/>
                </a:lnTo>
                <a:lnTo>
                  <a:pt x="18592" y="379729"/>
                </a:lnTo>
                <a:lnTo>
                  <a:pt x="24790" y="372929"/>
                </a:lnTo>
                <a:lnTo>
                  <a:pt x="30987" y="366118"/>
                </a:lnTo>
                <a:lnTo>
                  <a:pt x="37185" y="359304"/>
                </a:lnTo>
                <a:lnTo>
                  <a:pt x="43382" y="352485"/>
                </a:lnTo>
                <a:lnTo>
                  <a:pt x="49580" y="345667"/>
                </a:lnTo>
                <a:lnTo>
                  <a:pt x="55777" y="338850"/>
                </a:lnTo>
                <a:lnTo>
                  <a:pt x="61975" y="332040"/>
                </a:lnTo>
                <a:lnTo>
                  <a:pt x="68172" y="325234"/>
                </a:lnTo>
                <a:lnTo>
                  <a:pt x="74370" y="318441"/>
                </a:lnTo>
                <a:lnTo>
                  <a:pt x="80567" y="311656"/>
                </a:lnTo>
                <a:lnTo>
                  <a:pt x="86765" y="304891"/>
                </a:lnTo>
                <a:lnTo>
                  <a:pt x="92962" y="298137"/>
                </a:lnTo>
                <a:lnTo>
                  <a:pt x="99160" y="291412"/>
                </a:lnTo>
                <a:lnTo>
                  <a:pt x="105357" y="284697"/>
                </a:lnTo>
                <a:lnTo>
                  <a:pt x="111555" y="278023"/>
                </a:lnTo>
                <a:lnTo>
                  <a:pt x="117752" y="271359"/>
                </a:lnTo>
                <a:lnTo>
                  <a:pt x="123950" y="264746"/>
                </a:lnTo>
                <a:lnTo>
                  <a:pt x="130147" y="258142"/>
                </a:lnTo>
                <a:lnTo>
                  <a:pt x="136345" y="251602"/>
                </a:lnTo>
                <a:lnTo>
                  <a:pt x="142543" y="245068"/>
                </a:lnTo>
                <a:lnTo>
                  <a:pt x="148740" y="238611"/>
                </a:lnTo>
                <a:lnTo>
                  <a:pt x="154938" y="232159"/>
                </a:lnTo>
                <a:lnTo>
                  <a:pt x="161135" y="225794"/>
                </a:lnTo>
                <a:lnTo>
                  <a:pt x="167333" y="219437"/>
                </a:lnTo>
                <a:lnTo>
                  <a:pt x="173530" y="213170"/>
                </a:lnTo>
                <a:lnTo>
                  <a:pt x="179728" y="206919"/>
                </a:lnTo>
                <a:lnTo>
                  <a:pt x="185925" y="200762"/>
                </a:lnTo>
                <a:lnTo>
                  <a:pt x="192123" y="194627"/>
                </a:lnTo>
                <a:lnTo>
                  <a:pt x="198320" y="188587"/>
                </a:lnTo>
                <a:lnTo>
                  <a:pt x="204518" y="182578"/>
                </a:lnTo>
                <a:lnTo>
                  <a:pt x="210715" y="176665"/>
                </a:lnTo>
                <a:lnTo>
                  <a:pt x="216913" y="170793"/>
                </a:lnTo>
                <a:lnTo>
                  <a:pt x="223110" y="165015"/>
                </a:lnTo>
                <a:lnTo>
                  <a:pt x="229308" y="159289"/>
                </a:lnTo>
                <a:lnTo>
                  <a:pt x="235505" y="153656"/>
                </a:lnTo>
                <a:lnTo>
                  <a:pt x="241703" y="148086"/>
                </a:lnTo>
                <a:lnTo>
                  <a:pt x="247900" y="142605"/>
                </a:lnTo>
                <a:lnTo>
                  <a:pt x="254098" y="137198"/>
                </a:lnTo>
                <a:lnTo>
                  <a:pt x="260295" y="131878"/>
                </a:lnTo>
                <a:lnTo>
                  <a:pt x="266493" y="126645"/>
                </a:lnTo>
                <a:lnTo>
                  <a:pt x="272690" y="121492"/>
                </a:lnTo>
                <a:lnTo>
                  <a:pt x="278888" y="116440"/>
                </a:lnTo>
                <a:lnTo>
                  <a:pt x="285086" y="111463"/>
                </a:lnTo>
                <a:lnTo>
                  <a:pt x="291283" y="106600"/>
                </a:lnTo>
                <a:lnTo>
                  <a:pt x="297481" y="101804"/>
                </a:lnTo>
                <a:lnTo>
                  <a:pt x="303678" y="97138"/>
                </a:lnTo>
                <a:lnTo>
                  <a:pt x="309876" y="92531"/>
                </a:lnTo>
                <a:lnTo>
                  <a:pt x="316073" y="88067"/>
                </a:lnTo>
                <a:lnTo>
                  <a:pt x="322271" y="83654"/>
                </a:lnTo>
                <a:lnTo>
                  <a:pt x="328468" y="79400"/>
                </a:lnTo>
                <a:lnTo>
                  <a:pt x="334666" y="75187"/>
                </a:lnTo>
                <a:lnTo>
                  <a:pt x="340863" y="71147"/>
                </a:lnTo>
                <a:lnTo>
                  <a:pt x="347061" y="67139"/>
                </a:lnTo>
                <a:lnTo>
                  <a:pt x="353258" y="63320"/>
                </a:lnTo>
                <a:lnTo>
                  <a:pt x="359456" y="59522"/>
                </a:lnTo>
                <a:lnTo>
                  <a:pt x="365653" y="55927"/>
                </a:lnTo>
                <a:lnTo>
                  <a:pt x="371851" y="52345"/>
                </a:lnTo>
                <a:lnTo>
                  <a:pt x="378048" y="48977"/>
                </a:lnTo>
                <a:lnTo>
                  <a:pt x="384246" y="45624"/>
                </a:lnTo>
                <a:lnTo>
                  <a:pt x="390443" y="42476"/>
                </a:lnTo>
                <a:lnTo>
                  <a:pt x="396641" y="39355"/>
                </a:lnTo>
                <a:lnTo>
                  <a:pt x="402838" y="36430"/>
                </a:lnTo>
                <a:lnTo>
                  <a:pt x="409036" y="33545"/>
                </a:lnTo>
                <a:lnTo>
                  <a:pt x="415234" y="30845"/>
                </a:lnTo>
                <a:lnTo>
                  <a:pt x="421431" y="28197"/>
                </a:lnTo>
                <a:lnTo>
                  <a:pt x="427629" y="25724"/>
                </a:lnTo>
                <a:lnTo>
                  <a:pt x="433826" y="23315"/>
                </a:lnTo>
                <a:lnTo>
                  <a:pt x="440024" y="21069"/>
                </a:lnTo>
                <a:lnTo>
                  <a:pt x="446221" y="18901"/>
                </a:lnTo>
                <a:lnTo>
                  <a:pt x="452419" y="16883"/>
                </a:lnTo>
                <a:lnTo>
                  <a:pt x="458616" y="14955"/>
                </a:lnTo>
                <a:lnTo>
                  <a:pt x="464814" y="13165"/>
                </a:lnTo>
                <a:lnTo>
                  <a:pt x="471011" y="11478"/>
                </a:lnTo>
                <a:lnTo>
                  <a:pt x="477209" y="9916"/>
                </a:lnTo>
                <a:lnTo>
                  <a:pt x="483406" y="8468"/>
                </a:lnTo>
                <a:lnTo>
                  <a:pt x="489604" y="7132"/>
                </a:lnTo>
                <a:lnTo>
                  <a:pt x="495801" y="5923"/>
                </a:lnTo>
                <a:lnTo>
                  <a:pt x="501999" y="4812"/>
                </a:lnTo>
                <a:lnTo>
                  <a:pt x="508196" y="3839"/>
                </a:lnTo>
                <a:lnTo>
                  <a:pt x="514394" y="2952"/>
                </a:lnTo>
                <a:lnTo>
                  <a:pt x="520591" y="2213"/>
                </a:lnTo>
                <a:lnTo>
                  <a:pt x="526789" y="1547"/>
                </a:lnTo>
                <a:lnTo>
                  <a:pt x="532986" y="1039"/>
                </a:lnTo>
                <a:lnTo>
                  <a:pt x="539184" y="591"/>
                </a:lnTo>
                <a:lnTo>
                  <a:pt x="545381" y="310"/>
                </a:lnTo>
                <a:lnTo>
                  <a:pt x="551579" y="78"/>
                </a:lnTo>
                <a:lnTo>
                  <a:pt x="557777" y="21"/>
                </a:lnTo>
                <a:lnTo>
                  <a:pt x="563974" y="0"/>
                </a:lnTo>
                <a:lnTo>
                  <a:pt x="570172" y="162"/>
                </a:lnTo>
                <a:lnTo>
                  <a:pt x="576369" y="348"/>
                </a:lnTo>
                <a:lnTo>
                  <a:pt x="582567" y="725"/>
                </a:lnTo>
                <a:lnTo>
                  <a:pt x="588764" y="1114"/>
                </a:lnTo>
                <a:lnTo>
                  <a:pt x="594962" y="1700"/>
                </a:lnTo>
                <a:lnTo>
                  <a:pt x="601159" y="2297"/>
                </a:lnTo>
                <a:lnTo>
                  <a:pt x="607357" y="3078"/>
                </a:lnTo>
                <a:lnTo>
                  <a:pt x="613554" y="3878"/>
                </a:lnTo>
                <a:lnTo>
                  <a:pt x="619752" y="4847"/>
                </a:lnTo>
                <a:lnTo>
                  <a:pt x="625949" y="5844"/>
                </a:lnTo>
                <a:lnTo>
                  <a:pt x="632147" y="6995"/>
                </a:lnTo>
                <a:lnTo>
                  <a:pt x="638344" y="8183"/>
                </a:lnTo>
                <a:lnTo>
                  <a:pt x="644542" y="9510"/>
                </a:lnTo>
                <a:lnTo>
                  <a:pt x="650739" y="10883"/>
                </a:lnTo>
                <a:lnTo>
                  <a:pt x="656937" y="12380"/>
                </a:lnTo>
                <a:lnTo>
                  <a:pt x="663134" y="13930"/>
                </a:lnTo>
                <a:lnTo>
                  <a:pt x="669332" y="15591"/>
                </a:lnTo>
                <a:lnTo>
                  <a:pt x="675529" y="17311"/>
                </a:lnTo>
                <a:lnTo>
                  <a:pt x="681727" y="19130"/>
                </a:lnTo>
                <a:lnTo>
                  <a:pt x="687924" y="21013"/>
                </a:lnTo>
                <a:lnTo>
                  <a:pt x="694122" y="22982"/>
                </a:lnTo>
                <a:lnTo>
                  <a:pt x="700320" y="25021"/>
                </a:lnTo>
                <a:lnTo>
                  <a:pt x="706517" y="27134"/>
                </a:lnTo>
                <a:lnTo>
                  <a:pt x="712715" y="29321"/>
                </a:lnTo>
                <a:lnTo>
                  <a:pt x="718912" y="31571"/>
                </a:lnTo>
                <a:lnTo>
                  <a:pt x="725110" y="33898"/>
                </a:lnTo>
                <a:lnTo>
                  <a:pt x="731307" y="36277"/>
                </a:lnTo>
                <a:lnTo>
                  <a:pt x="737505" y="38737"/>
                </a:lnTo>
                <a:lnTo>
                  <a:pt x="743702" y="41239"/>
                </a:lnTo>
                <a:lnTo>
                  <a:pt x="749900" y="43822"/>
                </a:lnTo>
                <a:lnTo>
                  <a:pt x="756097" y="46440"/>
                </a:lnTo>
                <a:lnTo>
                  <a:pt x="762295" y="49140"/>
                </a:lnTo>
                <a:lnTo>
                  <a:pt x="768492" y="51866"/>
                </a:lnTo>
                <a:lnTo>
                  <a:pt x="774690" y="54674"/>
                </a:lnTo>
                <a:lnTo>
                  <a:pt x="780887" y="57501"/>
                </a:lnTo>
                <a:lnTo>
                  <a:pt x="787085" y="60410"/>
                </a:lnTo>
                <a:lnTo>
                  <a:pt x="793282" y="63330"/>
                </a:lnTo>
                <a:lnTo>
                  <a:pt x="799480" y="66331"/>
                </a:lnTo>
                <a:lnTo>
                  <a:pt x="805677" y="69339"/>
                </a:lnTo>
                <a:lnTo>
                  <a:pt x="811875" y="72424"/>
                </a:lnTo>
                <a:lnTo>
                  <a:pt x="818072" y="75513"/>
                </a:lnTo>
                <a:lnTo>
                  <a:pt x="824270" y="78673"/>
                </a:lnTo>
                <a:lnTo>
                  <a:pt x="830468" y="81838"/>
                </a:lnTo>
                <a:lnTo>
                  <a:pt x="836665" y="85063"/>
                </a:lnTo>
                <a:lnTo>
                  <a:pt x="842863" y="88297"/>
                </a:lnTo>
                <a:lnTo>
                  <a:pt x="849060" y="91580"/>
                </a:lnTo>
                <a:lnTo>
                  <a:pt x="855258" y="94874"/>
                </a:lnTo>
                <a:lnTo>
                  <a:pt x="861455" y="98210"/>
                </a:lnTo>
                <a:lnTo>
                  <a:pt x="867653" y="101556"/>
                </a:lnTo>
                <a:lnTo>
                  <a:pt x="873850" y="104937"/>
                </a:lnTo>
                <a:lnTo>
                  <a:pt x="880048" y="108330"/>
                </a:lnTo>
                <a:lnTo>
                  <a:pt x="886245" y="111749"/>
                </a:lnTo>
                <a:lnTo>
                  <a:pt x="892443" y="115180"/>
                </a:lnTo>
                <a:lnTo>
                  <a:pt x="898640" y="118632"/>
                </a:lnTo>
                <a:lnTo>
                  <a:pt x="904838" y="122095"/>
                </a:lnTo>
                <a:lnTo>
                  <a:pt x="911035" y="125573"/>
                </a:lnTo>
                <a:lnTo>
                  <a:pt x="917233" y="129060"/>
                </a:lnTo>
                <a:lnTo>
                  <a:pt x="923430" y="132558"/>
                </a:lnTo>
                <a:lnTo>
                  <a:pt x="929628" y="136064"/>
                </a:lnTo>
                <a:lnTo>
                  <a:pt x="935825" y="139576"/>
                </a:lnTo>
                <a:lnTo>
                  <a:pt x="942023" y="143093"/>
                </a:lnTo>
                <a:lnTo>
                  <a:pt x="948220" y="146615"/>
                </a:lnTo>
                <a:lnTo>
                  <a:pt x="954418" y="150138"/>
                </a:lnTo>
                <a:lnTo>
                  <a:pt x="960615" y="153662"/>
                </a:lnTo>
                <a:lnTo>
                  <a:pt x="966813" y="157185"/>
                </a:lnTo>
                <a:lnTo>
                  <a:pt x="973011" y="160707"/>
                </a:lnTo>
                <a:lnTo>
                  <a:pt x="979208" y="164225"/>
                </a:lnTo>
                <a:lnTo>
                  <a:pt x="985406" y="167740"/>
                </a:lnTo>
                <a:lnTo>
                  <a:pt x="991603" y="171246"/>
                </a:lnTo>
                <a:lnTo>
                  <a:pt x="997801" y="174750"/>
                </a:lnTo>
                <a:lnTo>
                  <a:pt x="1003998" y="178239"/>
                </a:lnTo>
                <a:lnTo>
                  <a:pt x="1010196" y="181726"/>
                </a:lnTo>
                <a:lnTo>
                  <a:pt x="1016393" y="185195"/>
                </a:lnTo>
                <a:lnTo>
                  <a:pt x="1022591" y="188661"/>
                </a:lnTo>
                <a:lnTo>
                  <a:pt x="1028788" y="192104"/>
                </a:lnTo>
                <a:lnTo>
                  <a:pt x="1034986" y="195545"/>
                </a:lnTo>
                <a:lnTo>
                  <a:pt x="1041183" y="198958"/>
                </a:lnTo>
                <a:lnTo>
                  <a:pt x="1047381" y="202368"/>
                </a:lnTo>
                <a:lnTo>
                  <a:pt x="1053578" y="205748"/>
                </a:lnTo>
                <a:lnTo>
                  <a:pt x="1059776" y="209124"/>
                </a:lnTo>
                <a:lnTo>
                  <a:pt x="1065973" y="212468"/>
                </a:lnTo>
                <a:lnTo>
                  <a:pt x="1072171" y="215806"/>
                </a:lnTo>
                <a:lnTo>
                  <a:pt x="1078368" y="219111"/>
                </a:lnTo>
                <a:lnTo>
                  <a:pt x="1084566" y="222406"/>
                </a:lnTo>
                <a:lnTo>
                  <a:pt x="1090763" y="225669"/>
                </a:lnTo>
                <a:lnTo>
                  <a:pt x="1096961" y="228920"/>
                </a:lnTo>
                <a:lnTo>
                  <a:pt x="1103159" y="232138"/>
                </a:lnTo>
                <a:lnTo>
                  <a:pt x="1109356" y="235340"/>
                </a:lnTo>
                <a:lnTo>
                  <a:pt x="1115554" y="238510"/>
                </a:lnTo>
                <a:lnTo>
                  <a:pt x="1121751" y="241661"/>
                </a:lnTo>
                <a:lnTo>
                  <a:pt x="1127949" y="244782"/>
                </a:lnTo>
                <a:lnTo>
                  <a:pt x="1134146" y="247880"/>
                </a:lnTo>
                <a:lnTo>
                  <a:pt x="1140344" y="250949"/>
                </a:lnTo>
                <a:lnTo>
                  <a:pt x="1146541" y="253991"/>
                </a:lnTo>
                <a:lnTo>
                  <a:pt x="1152739" y="257006"/>
                </a:lnTo>
                <a:lnTo>
                  <a:pt x="1158936" y="259990"/>
                </a:lnTo>
                <a:lnTo>
                  <a:pt x="1165134" y="262950"/>
                </a:lnTo>
                <a:lnTo>
                  <a:pt x="1171331" y="265875"/>
                </a:lnTo>
                <a:lnTo>
                  <a:pt x="1177529" y="268778"/>
                </a:lnTo>
                <a:lnTo>
                  <a:pt x="1183726" y="271642"/>
                </a:lnTo>
                <a:lnTo>
                  <a:pt x="1189924" y="274487"/>
                </a:lnTo>
                <a:lnTo>
                  <a:pt x="1196121" y="277289"/>
                </a:lnTo>
                <a:lnTo>
                  <a:pt x="1202319" y="280075"/>
                </a:lnTo>
                <a:lnTo>
                  <a:pt x="1208516" y="282814"/>
                </a:lnTo>
                <a:lnTo>
                  <a:pt x="1214714" y="285540"/>
                </a:lnTo>
                <a:lnTo>
                  <a:pt x="1220911" y="288215"/>
                </a:lnTo>
                <a:lnTo>
                  <a:pt x="1227109" y="290880"/>
                </a:lnTo>
                <a:lnTo>
                  <a:pt x="1233306" y="293491"/>
                </a:lnTo>
                <a:lnTo>
                  <a:pt x="1239504" y="296095"/>
                </a:lnTo>
                <a:lnTo>
                  <a:pt x="1245702" y="298641"/>
                </a:lnTo>
                <a:lnTo>
                  <a:pt x="1251899" y="301183"/>
                </a:lnTo>
                <a:lnTo>
                  <a:pt x="1258097" y="303665"/>
                </a:lnTo>
                <a:lnTo>
                  <a:pt x="1264294" y="306142"/>
                </a:lnTo>
                <a:lnTo>
                  <a:pt x="1270492" y="308562"/>
                </a:lnTo>
                <a:lnTo>
                  <a:pt x="1276689" y="310975"/>
                </a:lnTo>
                <a:lnTo>
                  <a:pt x="1282887" y="313334"/>
                </a:lnTo>
                <a:lnTo>
                  <a:pt x="1289084" y="315682"/>
                </a:lnTo>
                <a:lnTo>
                  <a:pt x="1295282" y="317980"/>
                </a:lnTo>
                <a:lnTo>
                  <a:pt x="1301479" y="320265"/>
                </a:lnTo>
                <a:lnTo>
                  <a:pt x="1307677" y="322503"/>
                </a:lnTo>
                <a:lnTo>
                  <a:pt x="1313874" y="324724"/>
                </a:lnTo>
                <a:lnTo>
                  <a:pt x="1320072" y="326902"/>
                </a:lnTo>
                <a:lnTo>
                  <a:pt x="1326269" y="329061"/>
                </a:lnTo>
                <a:lnTo>
                  <a:pt x="1332467" y="331180"/>
                </a:lnTo>
                <a:lnTo>
                  <a:pt x="1338664" y="333278"/>
                </a:lnTo>
                <a:lnTo>
                  <a:pt x="1344862" y="335340"/>
                </a:lnTo>
                <a:lnTo>
                  <a:pt x="1351059" y="337377"/>
                </a:lnTo>
                <a:lnTo>
                  <a:pt x="1357257" y="339382"/>
                </a:lnTo>
                <a:lnTo>
                  <a:pt x="1363454" y="341361"/>
                </a:lnTo>
                <a:lnTo>
                  <a:pt x="1369652" y="343311"/>
                </a:lnTo>
                <a:lnTo>
                  <a:pt x="1375849" y="345231"/>
                </a:lnTo>
                <a:lnTo>
                  <a:pt x="1382047" y="347128"/>
                </a:lnTo>
                <a:lnTo>
                  <a:pt x="1388245" y="348993"/>
                </a:lnTo>
                <a:lnTo>
                  <a:pt x="1394442" y="350837"/>
                </a:lnTo>
                <a:lnTo>
                  <a:pt x="1400640" y="352647"/>
                </a:lnTo>
                <a:lnTo>
                  <a:pt x="1406837" y="354441"/>
                </a:lnTo>
                <a:lnTo>
                  <a:pt x="1413035" y="356199"/>
                </a:lnTo>
                <a:lnTo>
                  <a:pt x="1419232" y="357943"/>
                </a:lnTo>
                <a:lnTo>
                  <a:pt x="1425430" y="359651"/>
                </a:lnTo>
                <a:lnTo>
                  <a:pt x="1431627" y="361348"/>
                </a:lnTo>
                <a:lnTo>
                  <a:pt x="1437825" y="363008"/>
                </a:lnTo>
                <a:lnTo>
                  <a:pt x="1444022" y="364660"/>
                </a:lnTo>
                <a:lnTo>
                  <a:pt x="1450220" y="366274"/>
                </a:lnTo>
                <a:lnTo>
                  <a:pt x="1456417" y="367882"/>
                </a:lnTo>
                <a:lnTo>
                  <a:pt x="1462615" y="369453"/>
                </a:lnTo>
                <a:lnTo>
                  <a:pt x="1468812" y="371020"/>
                </a:lnTo>
                <a:lnTo>
                  <a:pt x="1475010" y="372549"/>
                </a:lnTo>
                <a:lnTo>
                  <a:pt x="1481207" y="374075"/>
                </a:lnTo>
                <a:lnTo>
                  <a:pt x="1487405" y="375567"/>
                </a:lnTo>
                <a:lnTo>
                  <a:pt x="1493602" y="377055"/>
                </a:lnTo>
                <a:lnTo>
                  <a:pt x="1499800" y="378511"/>
                </a:lnTo>
                <a:lnTo>
                  <a:pt x="1505997" y="379963"/>
                </a:lnTo>
                <a:lnTo>
                  <a:pt x="1512195" y="381388"/>
                </a:lnTo>
                <a:lnTo>
                  <a:pt x="1518393" y="382806"/>
                </a:lnTo>
                <a:lnTo>
                  <a:pt x="1524590" y="384200"/>
                </a:lnTo>
                <a:lnTo>
                  <a:pt x="1530788" y="385588"/>
                </a:lnTo>
                <a:lnTo>
                  <a:pt x="1536985" y="386955"/>
                </a:lnTo>
                <a:lnTo>
                  <a:pt x="1543183" y="388314"/>
                </a:lnTo>
                <a:lnTo>
                  <a:pt x="1549380" y="389656"/>
                </a:lnTo>
                <a:lnTo>
                  <a:pt x="1555578" y="390989"/>
                </a:lnTo>
                <a:lnTo>
                  <a:pt x="1561775" y="392308"/>
                </a:lnTo>
                <a:lnTo>
                  <a:pt x="1567973" y="393619"/>
                </a:lnTo>
                <a:lnTo>
                  <a:pt x="1574170" y="394918"/>
                </a:lnTo>
                <a:lnTo>
                  <a:pt x="1580368" y="396209"/>
                </a:lnTo>
                <a:lnTo>
                  <a:pt x="1586565" y="397491"/>
                </a:lnTo>
                <a:lnTo>
                  <a:pt x="1592763" y="398764"/>
                </a:lnTo>
                <a:lnTo>
                  <a:pt x="1598960" y="400030"/>
                </a:lnTo>
                <a:lnTo>
                  <a:pt x="1605158" y="401290"/>
                </a:lnTo>
                <a:lnTo>
                  <a:pt x="1611355" y="402543"/>
                </a:lnTo>
                <a:lnTo>
                  <a:pt x="1617553" y="403791"/>
                </a:lnTo>
                <a:lnTo>
                  <a:pt x="1623750" y="405034"/>
                </a:lnTo>
                <a:lnTo>
                  <a:pt x="1629948" y="406273"/>
                </a:lnTo>
                <a:lnTo>
                  <a:pt x="1636145" y="407509"/>
                </a:lnTo>
                <a:lnTo>
                  <a:pt x="1642343" y="408741"/>
                </a:lnTo>
                <a:lnTo>
                  <a:pt x="1648540" y="409972"/>
                </a:lnTo>
                <a:lnTo>
                  <a:pt x="1654738" y="411200"/>
                </a:lnTo>
                <a:lnTo>
                  <a:pt x="1660936" y="412429"/>
                </a:lnTo>
                <a:lnTo>
                  <a:pt x="1667133" y="413656"/>
                </a:lnTo>
                <a:lnTo>
                  <a:pt x="1673331" y="414884"/>
                </a:lnTo>
                <a:lnTo>
                  <a:pt x="1679528" y="416114"/>
                </a:lnTo>
                <a:lnTo>
                  <a:pt x="1685726" y="417344"/>
                </a:lnTo>
                <a:lnTo>
                  <a:pt x="1691923" y="418578"/>
                </a:lnTo>
                <a:lnTo>
                  <a:pt x="1698121" y="419813"/>
                </a:lnTo>
                <a:lnTo>
                  <a:pt x="1704318" y="421053"/>
                </a:lnTo>
                <a:lnTo>
                  <a:pt x="1710516" y="422295"/>
                </a:lnTo>
                <a:lnTo>
                  <a:pt x="1716713" y="423545"/>
                </a:lnTo>
                <a:lnTo>
                  <a:pt x="1722911" y="424796"/>
                </a:lnTo>
                <a:lnTo>
                  <a:pt x="1729108" y="426057"/>
                </a:lnTo>
                <a:lnTo>
                  <a:pt x="1735306" y="427320"/>
                </a:lnTo>
                <a:lnTo>
                  <a:pt x="1741503" y="428594"/>
                </a:lnTo>
                <a:lnTo>
                  <a:pt x="1747701" y="429871"/>
                </a:lnTo>
                <a:lnTo>
                  <a:pt x="1753898" y="431160"/>
                </a:lnTo>
                <a:lnTo>
                  <a:pt x="1760096" y="432454"/>
                </a:lnTo>
                <a:lnTo>
                  <a:pt x="1766293" y="433760"/>
                </a:lnTo>
                <a:lnTo>
                  <a:pt x="1772491" y="435072"/>
                </a:lnTo>
                <a:lnTo>
                  <a:pt x="1778688" y="436397"/>
                </a:lnTo>
                <a:lnTo>
                  <a:pt x="1784886" y="437730"/>
                </a:lnTo>
                <a:lnTo>
                  <a:pt x="1791084" y="439075"/>
                </a:lnTo>
                <a:lnTo>
                  <a:pt x="1797281" y="440431"/>
                </a:lnTo>
                <a:lnTo>
                  <a:pt x="1803479" y="441798"/>
                </a:lnTo>
                <a:lnTo>
                  <a:pt x="1809676" y="443178"/>
                </a:lnTo>
                <a:lnTo>
                  <a:pt x="1815874" y="444569"/>
                </a:lnTo>
                <a:lnTo>
                  <a:pt x="1822071" y="445974"/>
                </a:lnTo>
                <a:lnTo>
                  <a:pt x="1828269" y="447391"/>
                </a:lnTo>
                <a:lnTo>
                  <a:pt x="1834466" y="448823"/>
                </a:lnTo>
                <a:lnTo>
                  <a:pt x="1840664" y="450266"/>
                </a:lnTo>
                <a:lnTo>
                  <a:pt x="1846861" y="451728"/>
                </a:lnTo>
                <a:lnTo>
                  <a:pt x="1853059" y="453198"/>
                </a:lnTo>
                <a:lnTo>
                  <a:pt x="1859256" y="454690"/>
                </a:lnTo>
                <a:lnTo>
                  <a:pt x="1865454" y="456189"/>
                </a:lnTo>
                <a:lnTo>
                  <a:pt x="1871651" y="457711"/>
                </a:lnTo>
                <a:lnTo>
                  <a:pt x="1877849" y="459240"/>
                </a:lnTo>
                <a:lnTo>
                  <a:pt x="1884046" y="460795"/>
                </a:lnTo>
                <a:lnTo>
                  <a:pt x="1890244" y="462354"/>
                </a:lnTo>
                <a:lnTo>
                  <a:pt x="1896441" y="463942"/>
                </a:lnTo>
                <a:lnTo>
                  <a:pt x="1902639" y="465533"/>
                </a:lnTo>
                <a:lnTo>
                  <a:pt x="1908836" y="467154"/>
                </a:lnTo>
                <a:lnTo>
                  <a:pt x="1915034" y="468777"/>
                </a:lnTo>
                <a:lnTo>
                  <a:pt x="1921231" y="470432"/>
                </a:lnTo>
                <a:lnTo>
                  <a:pt x="1927429" y="472089"/>
                </a:lnTo>
                <a:lnTo>
                  <a:pt x="1933627" y="473776"/>
                </a:lnTo>
                <a:lnTo>
                  <a:pt x="1939824" y="475468"/>
                </a:lnTo>
                <a:lnTo>
                  <a:pt x="1946022" y="477189"/>
                </a:lnTo>
                <a:lnTo>
                  <a:pt x="1952219" y="478915"/>
                </a:lnTo>
                <a:lnTo>
                  <a:pt x="1958417" y="480669"/>
                </a:lnTo>
                <a:lnTo>
                  <a:pt x="1964614" y="482430"/>
                </a:lnTo>
                <a:lnTo>
                  <a:pt x="1970812" y="484216"/>
                </a:lnTo>
                <a:lnTo>
                  <a:pt x="1977009" y="486012"/>
                </a:lnTo>
                <a:lnTo>
                  <a:pt x="1983207" y="487831"/>
                </a:lnTo>
                <a:lnTo>
                  <a:pt x="1989404" y="489662"/>
                </a:lnTo>
                <a:lnTo>
                  <a:pt x="1995602" y="491513"/>
                </a:lnTo>
                <a:lnTo>
                  <a:pt x="2001799" y="493378"/>
                </a:lnTo>
                <a:lnTo>
                  <a:pt x="2007997" y="495262"/>
                </a:lnTo>
                <a:lnTo>
                  <a:pt x="2014194" y="497159"/>
                </a:lnTo>
                <a:lnTo>
                  <a:pt x="2020392" y="499075"/>
                </a:lnTo>
                <a:lnTo>
                  <a:pt x="2026589" y="501006"/>
                </a:lnTo>
                <a:lnTo>
                  <a:pt x="2032787" y="502952"/>
                </a:lnTo>
                <a:lnTo>
                  <a:pt x="2038984" y="504915"/>
                </a:lnTo>
                <a:lnTo>
                  <a:pt x="2045182" y="506891"/>
                </a:lnTo>
                <a:lnTo>
                  <a:pt x="2051379" y="508885"/>
                </a:lnTo>
                <a:lnTo>
                  <a:pt x="2057577" y="510891"/>
                </a:lnTo>
                <a:lnTo>
                  <a:pt x="2063774" y="512915"/>
                </a:lnTo>
                <a:lnTo>
                  <a:pt x="2069972" y="514948"/>
                </a:lnTo>
                <a:lnTo>
                  <a:pt x="2076170" y="517001"/>
                </a:lnTo>
                <a:lnTo>
                  <a:pt x="2082367" y="519062"/>
                </a:lnTo>
                <a:lnTo>
                  <a:pt x="2088565" y="521142"/>
                </a:lnTo>
                <a:lnTo>
                  <a:pt x="2094762" y="523229"/>
                </a:lnTo>
                <a:lnTo>
                  <a:pt x="2100960" y="525336"/>
                </a:lnTo>
                <a:lnTo>
                  <a:pt x="2107157" y="527447"/>
                </a:lnTo>
                <a:lnTo>
                  <a:pt x="2113355" y="529578"/>
                </a:lnTo>
                <a:lnTo>
                  <a:pt x="2119552" y="531713"/>
                </a:lnTo>
                <a:lnTo>
                  <a:pt x="2125750" y="533867"/>
                </a:lnTo>
                <a:lnTo>
                  <a:pt x="2131947" y="536023"/>
                </a:lnTo>
                <a:lnTo>
                  <a:pt x="2138145" y="538199"/>
                </a:lnTo>
                <a:lnTo>
                  <a:pt x="2144342" y="540376"/>
                </a:lnTo>
                <a:lnTo>
                  <a:pt x="2150540" y="542571"/>
                </a:lnTo>
                <a:lnTo>
                  <a:pt x="2156737" y="544767"/>
                </a:lnTo>
                <a:lnTo>
                  <a:pt x="2162935" y="546979"/>
                </a:lnTo>
                <a:lnTo>
                  <a:pt x="2169132" y="549193"/>
                </a:lnTo>
                <a:lnTo>
                  <a:pt x="2175330" y="551419"/>
                </a:lnTo>
                <a:lnTo>
                  <a:pt x="2181527" y="553649"/>
                </a:lnTo>
                <a:lnTo>
                  <a:pt x="2187725" y="555889"/>
                </a:lnTo>
                <a:lnTo>
                  <a:pt x="2193922" y="558132"/>
                </a:lnTo>
                <a:lnTo>
                  <a:pt x="2200120" y="560384"/>
                </a:lnTo>
                <a:lnTo>
                  <a:pt x="2206318" y="562638"/>
                </a:lnTo>
                <a:lnTo>
                  <a:pt x="2212515" y="564900"/>
                </a:lnTo>
                <a:lnTo>
                  <a:pt x="2218713" y="567164"/>
                </a:lnTo>
                <a:lnTo>
                  <a:pt x="2224910" y="569433"/>
                </a:lnTo>
                <a:lnTo>
                  <a:pt x="2231108" y="571705"/>
                </a:lnTo>
                <a:lnTo>
                  <a:pt x="2237305" y="573980"/>
                </a:lnTo>
                <a:lnTo>
                  <a:pt x="2243503" y="576257"/>
                </a:lnTo>
                <a:lnTo>
                  <a:pt x="2249700" y="578536"/>
                </a:lnTo>
                <a:lnTo>
                  <a:pt x="2255898" y="580816"/>
                </a:lnTo>
                <a:lnTo>
                  <a:pt x="2262095" y="583098"/>
                </a:lnTo>
                <a:lnTo>
                  <a:pt x="2268293" y="585379"/>
                </a:lnTo>
                <a:lnTo>
                  <a:pt x="2274490" y="587660"/>
                </a:lnTo>
                <a:lnTo>
                  <a:pt x="2280688" y="589940"/>
                </a:lnTo>
                <a:lnTo>
                  <a:pt x="2286885" y="592220"/>
                </a:lnTo>
                <a:lnTo>
                  <a:pt x="2293083" y="594497"/>
                </a:lnTo>
                <a:lnTo>
                  <a:pt x="2299280" y="596773"/>
                </a:lnTo>
                <a:lnTo>
                  <a:pt x="2305478" y="599045"/>
                </a:lnTo>
                <a:lnTo>
                  <a:pt x="2311675" y="601315"/>
                </a:lnTo>
                <a:lnTo>
                  <a:pt x="2317873" y="603580"/>
                </a:lnTo>
                <a:lnTo>
                  <a:pt x="2324070" y="605843"/>
                </a:lnTo>
                <a:lnTo>
                  <a:pt x="2330268" y="608098"/>
                </a:lnTo>
                <a:lnTo>
                  <a:pt x="2336465" y="610352"/>
                </a:lnTo>
                <a:lnTo>
                  <a:pt x="2342663" y="612596"/>
                </a:lnTo>
                <a:lnTo>
                  <a:pt x="2348861" y="614839"/>
                </a:lnTo>
                <a:lnTo>
                  <a:pt x="2355058" y="617069"/>
                </a:lnTo>
                <a:lnTo>
                  <a:pt x="2361256" y="619299"/>
                </a:lnTo>
                <a:lnTo>
                  <a:pt x="2367453" y="621515"/>
                </a:lnTo>
                <a:lnTo>
                  <a:pt x="2373651" y="623730"/>
                </a:lnTo>
                <a:lnTo>
                  <a:pt x="2379848" y="625930"/>
                </a:lnTo>
                <a:lnTo>
                  <a:pt x="2386046" y="628128"/>
                </a:lnTo>
                <a:lnTo>
                  <a:pt x="2392243" y="630310"/>
                </a:lnTo>
                <a:lnTo>
                  <a:pt x="2398441" y="632489"/>
                </a:lnTo>
                <a:lnTo>
                  <a:pt x="2404638" y="634653"/>
                </a:lnTo>
                <a:lnTo>
                  <a:pt x="2410836" y="636811"/>
                </a:lnTo>
                <a:lnTo>
                  <a:pt x="2417033" y="638954"/>
                </a:lnTo>
                <a:lnTo>
                  <a:pt x="2423231" y="641091"/>
                </a:lnTo>
                <a:lnTo>
                  <a:pt x="2429428" y="643212"/>
                </a:lnTo>
                <a:lnTo>
                  <a:pt x="2435626" y="645326"/>
                </a:lnTo>
                <a:lnTo>
                  <a:pt x="2441823" y="647424"/>
                </a:lnTo>
                <a:lnTo>
                  <a:pt x="2448021" y="649512"/>
                </a:lnTo>
                <a:lnTo>
                  <a:pt x="2454218" y="651586"/>
                </a:lnTo>
                <a:lnTo>
                  <a:pt x="2460416" y="653649"/>
                </a:lnTo>
                <a:lnTo>
                  <a:pt x="2466613" y="655697"/>
                </a:lnTo>
                <a:lnTo>
                  <a:pt x="2472811" y="657732"/>
                </a:lnTo>
                <a:lnTo>
                  <a:pt x="2479009" y="659755"/>
                </a:lnTo>
                <a:lnTo>
                  <a:pt x="2485206" y="661761"/>
                </a:lnTo>
                <a:lnTo>
                  <a:pt x="2491404" y="663756"/>
                </a:lnTo>
                <a:lnTo>
                  <a:pt x="2497601" y="665733"/>
                </a:lnTo>
                <a:lnTo>
                  <a:pt x="2503799" y="667700"/>
                </a:lnTo>
                <a:lnTo>
                  <a:pt x="2509996" y="669647"/>
                </a:lnTo>
                <a:lnTo>
                  <a:pt x="2516194" y="671584"/>
                </a:lnTo>
                <a:lnTo>
                  <a:pt x="2522391" y="673500"/>
                </a:lnTo>
                <a:lnTo>
                  <a:pt x="2528589" y="675408"/>
                </a:lnTo>
                <a:lnTo>
                  <a:pt x="2534786" y="677292"/>
                </a:lnTo>
                <a:lnTo>
                  <a:pt x="2540984" y="679169"/>
                </a:lnTo>
                <a:lnTo>
                  <a:pt x="2547181" y="681021"/>
                </a:lnTo>
                <a:lnTo>
                  <a:pt x="2553379" y="682867"/>
                </a:lnTo>
                <a:lnTo>
                  <a:pt x="2559576" y="684686"/>
                </a:lnTo>
                <a:lnTo>
                  <a:pt x="2565774" y="686501"/>
                </a:lnTo>
                <a:lnTo>
                  <a:pt x="2571971" y="688286"/>
                </a:lnTo>
                <a:lnTo>
                  <a:pt x="2578169" y="690069"/>
                </a:lnTo>
                <a:lnTo>
                  <a:pt x="2584366" y="691820"/>
                </a:lnTo>
                <a:lnTo>
                  <a:pt x="2590564" y="693570"/>
                </a:lnTo>
                <a:lnTo>
                  <a:pt x="2596761" y="695289"/>
                </a:lnTo>
                <a:lnTo>
                  <a:pt x="2602959" y="697004"/>
                </a:lnTo>
                <a:lnTo>
                  <a:pt x="2609156" y="698691"/>
                </a:lnTo>
                <a:lnTo>
                  <a:pt x="2615354" y="700372"/>
                </a:lnTo>
                <a:lnTo>
                  <a:pt x="2621552" y="702026"/>
                </a:lnTo>
                <a:lnTo>
                  <a:pt x="2627749" y="703673"/>
                </a:lnTo>
                <a:lnTo>
                  <a:pt x="2633947" y="705294"/>
                </a:lnTo>
                <a:lnTo>
                  <a:pt x="2640144" y="706907"/>
                </a:lnTo>
                <a:lnTo>
                  <a:pt x="2646342" y="708495"/>
                </a:lnTo>
                <a:lnTo>
                  <a:pt x="2652539" y="710074"/>
                </a:lnTo>
                <a:lnTo>
                  <a:pt x="2658737" y="711630"/>
                </a:lnTo>
                <a:lnTo>
                  <a:pt x="2664934" y="713174"/>
                </a:lnTo>
                <a:lnTo>
                  <a:pt x="2671132" y="714699"/>
                </a:lnTo>
                <a:lnTo>
                  <a:pt x="2677329" y="716209"/>
                </a:lnTo>
                <a:lnTo>
                  <a:pt x="2683527" y="717701"/>
                </a:lnTo>
                <a:lnTo>
                  <a:pt x="2689724" y="719178"/>
                </a:lnTo>
                <a:lnTo>
                  <a:pt x="2695922" y="720639"/>
                </a:lnTo>
                <a:lnTo>
                  <a:pt x="2702119" y="722082"/>
                </a:lnTo>
                <a:lnTo>
                  <a:pt x="2708317" y="723511"/>
                </a:lnTo>
                <a:lnTo>
                  <a:pt x="2714514" y="724922"/>
                </a:lnTo>
                <a:lnTo>
                  <a:pt x="2720712" y="726320"/>
                </a:lnTo>
                <a:lnTo>
                  <a:pt x="2726909" y="727698"/>
                </a:lnTo>
                <a:lnTo>
                  <a:pt x="2733107" y="729065"/>
                </a:lnTo>
                <a:lnTo>
                  <a:pt x="2739304" y="730411"/>
                </a:lnTo>
                <a:lnTo>
                  <a:pt x="2745502" y="731749"/>
                </a:lnTo>
                <a:lnTo>
                  <a:pt x="2751699" y="733063"/>
                </a:lnTo>
                <a:lnTo>
                  <a:pt x="2757897" y="734371"/>
                </a:lnTo>
                <a:lnTo>
                  <a:pt x="2764095" y="735654"/>
                </a:lnTo>
                <a:lnTo>
                  <a:pt x="2770292" y="736933"/>
                </a:lnTo>
                <a:lnTo>
                  <a:pt x="2776490" y="738186"/>
                </a:lnTo>
                <a:lnTo>
                  <a:pt x="2782687" y="739435"/>
                </a:lnTo>
                <a:lnTo>
                  <a:pt x="2788885" y="740659"/>
                </a:lnTo>
                <a:lnTo>
                  <a:pt x="2795082" y="741881"/>
                </a:lnTo>
                <a:lnTo>
                  <a:pt x="2801280" y="743075"/>
                </a:lnTo>
                <a:lnTo>
                  <a:pt x="2807477" y="744268"/>
                </a:lnTo>
                <a:lnTo>
                  <a:pt x="2813675" y="745435"/>
                </a:lnTo>
                <a:lnTo>
                  <a:pt x="2819872" y="746599"/>
                </a:lnTo>
                <a:lnTo>
                  <a:pt x="2826070" y="747740"/>
                </a:lnTo>
                <a:lnTo>
                  <a:pt x="2832267" y="748877"/>
                </a:lnTo>
                <a:lnTo>
                  <a:pt x="2838465" y="749991"/>
                </a:lnTo>
                <a:lnTo>
                  <a:pt x="2844662" y="751101"/>
                </a:lnTo>
                <a:lnTo>
                  <a:pt x="2850860" y="752191"/>
                </a:lnTo>
                <a:lnTo>
                  <a:pt x="2857057" y="753274"/>
                </a:lnTo>
                <a:lnTo>
                  <a:pt x="2863255" y="754339"/>
                </a:lnTo>
                <a:lnTo>
                  <a:pt x="2869452" y="755396"/>
                </a:lnTo>
                <a:lnTo>
                  <a:pt x="2875650" y="756437"/>
                </a:lnTo>
                <a:lnTo>
                  <a:pt x="2881847" y="757470"/>
                </a:lnTo>
                <a:lnTo>
                  <a:pt x="2888045" y="758488"/>
                </a:lnTo>
                <a:lnTo>
                  <a:pt x="2894243" y="759496"/>
                </a:lnTo>
                <a:lnTo>
                  <a:pt x="2900440" y="760490"/>
                </a:lnTo>
                <a:lnTo>
                  <a:pt x="2906638" y="761475"/>
                </a:lnTo>
                <a:lnTo>
                  <a:pt x="2912835" y="762448"/>
                </a:lnTo>
                <a:lnTo>
                  <a:pt x="2919033" y="763409"/>
                </a:lnTo>
                <a:lnTo>
                  <a:pt x="2925230" y="764360"/>
                </a:lnTo>
                <a:lnTo>
                  <a:pt x="2931428" y="765299"/>
                </a:lnTo>
                <a:lnTo>
                  <a:pt x="2937625" y="766229"/>
                </a:lnTo>
                <a:lnTo>
                  <a:pt x="2943823" y="767146"/>
                </a:lnTo>
                <a:lnTo>
                  <a:pt x="2950020" y="768055"/>
                </a:lnTo>
                <a:lnTo>
                  <a:pt x="2956218" y="768951"/>
                </a:lnTo>
                <a:lnTo>
                  <a:pt x="2962415" y="769841"/>
                </a:lnTo>
                <a:lnTo>
                  <a:pt x="2968613" y="770716"/>
                </a:lnTo>
                <a:lnTo>
                  <a:pt x="2974810" y="771586"/>
                </a:lnTo>
                <a:lnTo>
                  <a:pt x="2981008" y="772441"/>
                </a:lnTo>
                <a:lnTo>
                  <a:pt x="2987205" y="773292"/>
                </a:lnTo>
                <a:lnTo>
                  <a:pt x="2993403" y="774128"/>
                </a:lnTo>
                <a:lnTo>
                  <a:pt x="2999600" y="774961"/>
                </a:lnTo>
                <a:lnTo>
                  <a:pt x="3005798" y="775777"/>
                </a:lnTo>
                <a:lnTo>
                  <a:pt x="3011995" y="776592"/>
                </a:lnTo>
                <a:lnTo>
                  <a:pt x="3018193" y="777390"/>
                </a:lnTo>
                <a:lnTo>
                  <a:pt x="3024390" y="778187"/>
                </a:lnTo>
                <a:lnTo>
                  <a:pt x="3030588" y="778968"/>
                </a:lnTo>
                <a:lnTo>
                  <a:pt x="3036786" y="779747"/>
                </a:lnTo>
                <a:lnTo>
                  <a:pt x="3042983" y="780511"/>
                </a:lnTo>
                <a:lnTo>
                  <a:pt x="3049181" y="781272"/>
                </a:lnTo>
                <a:lnTo>
                  <a:pt x="3055378" y="782020"/>
                </a:lnTo>
                <a:lnTo>
                  <a:pt x="3061576" y="782764"/>
                </a:lnTo>
                <a:lnTo>
                  <a:pt x="3067773" y="783496"/>
                </a:lnTo>
                <a:lnTo>
                  <a:pt x="3073971" y="784224"/>
                </a:lnTo>
                <a:lnTo>
                  <a:pt x="3080168" y="784940"/>
                </a:lnTo>
                <a:lnTo>
                  <a:pt x="3086366" y="785651"/>
                </a:lnTo>
                <a:lnTo>
                  <a:pt x="3092563" y="786352"/>
                </a:lnTo>
                <a:lnTo>
                  <a:pt x="3098761" y="787048"/>
                </a:lnTo>
                <a:lnTo>
                  <a:pt x="3104958" y="787733"/>
                </a:lnTo>
                <a:lnTo>
                  <a:pt x="3111156" y="788413"/>
                </a:lnTo>
                <a:lnTo>
                  <a:pt x="3117353" y="789085"/>
                </a:lnTo>
                <a:lnTo>
                  <a:pt x="3123551" y="789749"/>
                </a:lnTo>
                <a:lnTo>
                  <a:pt x="3129748" y="790406"/>
                </a:lnTo>
                <a:lnTo>
                  <a:pt x="3135946" y="791056"/>
                </a:lnTo>
                <a:lnTo>
                  <a:pt x="3142143" y="791699"/>
                </a:lnTo>
                <a:lnTo>
                  <a:pt x="3148341" y="792334"/>
                </a:lnTo>
                <a:lnTo>
                  <a:pt x="3154538" y="792963"/>
                </a:lnTo>
                <a:lnTo>
                  <a:pt x="3160736" y="793584"/>
                </a:lnTo>
                <a:lnTo>
                  <a:pt x="3166933" y="794199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2" name="pg50">
            <a:extLst>
              <a:ext uri="{FF2B5EF4-FFF2-40B4-BE49-F238E27FC236}">
                <a16:creationId xmlns:a16="http://schemas.microsoft.com/office/drawing/2014/main" id="{280223FA-55AB-7AFE-0344-C3AF48689657}"/>
              </a:ext>
            </a:extLst>
          </p:cNvPr>
          <p:cNvSpPr/>
          <p:nvPr/>
        </p:nvSpPr>
        <p:spPr>
          <a:xfrm>
            <a:off x="6505677" y="2511402"/>
            <a:ext cx="2412901" cy="602990"/>
          </a:xfrm>
          <a:custGeom>
            <a:avLst/>
            <a:gdLst/>
            <a:ahLst/>
            <a:cxnLst/>
            <a:rect l="0" t="0" r="0" b="0"/>
            <a:pathLst>
              <a:path w="3166933" h="791425">
                <a:moveTo>
                  <a:pt x="0" y="476426"/>
                </a:moveTo>
                <a:lnTo>
                  <a:pt x="6197" y="470545"/>
                </a:lnTo>
                <a:lnTo>
                  <a:pt x="12395" y="464656"/>
                </a:lnTo>
                <a:lnTo>
                  <a:pt x="18592" y="458699"/>
                </a:lnTo>
                <a:lnTo>
                  <a:pt x="24790" y="452728"/>
                </a:lnTo>
                <a:lnTo>
                  <a:pt x="30987" y="446701"/>
                </a:lnTo>
                <a:lnTo>
                  <a:pt x="37185" y="440656"/>
                </a:lnTo>
                <a:lnTo>
                  <a:pt x="43382" y="434564"/>
                </a:lnTo>
                <a:lnTo>
                  <a:pt x="49580" y="428453"/>
                </a:lnTo>
                <a:lnTo>
                  <a:pt x="55777" y="422304"/>
                </a:lnTo>
                <a:lnTo>
                  <a:pt x="61975" y="416134"/>
                </a:lnTo>
                <a:lnTo>
                  <a:pt x="68172" y="409934"/>
                </a:lnTo>
                <a:lnTo>
                  <a:pt x="74370" y="403713"/>
                </a:lnTo>
                <a:lnTo>
                  <a:pt x="80567" y="397470"/>
                </a:lnTo>
                <a:lnTo>
                  <a:pt x="86765" y="391207"/>
                </a:lnTo>
                <a:lnTo>
                  <a:pt x="92962" y="384927"/>
                </a:lnTo>
                <a:lnTo>
                  <a:pt x="99160" y="378630"/>
                </a:lnTo>
                <a:lnTo>
                  <a:pt x="105357" y="372322"/>
                </a:lnTo>
                <a:lnTo>
                  <a:pt x="111555" y="366001"/>
                </a:lnTo>
                <a:lnTo>
                  <a:pt x="117752" y="359672"/>
                </a:lnTo>
                <a:lnTo>
                  <a:pt x="123950" y="353334"/>
                </a:lnTo>
                <a:lnTo>
                  <a:pt x="130147" y="346994"/>
                </a:lnTo>
                <a:lnTo>
                  <a:pt x="136345" y="340649"/>
                </a:lnTo>
                <a:lnTo>
                  <a:pt x="142543" y="334304"/>
                </a:lnTo>
                <a:lnTo>
                  <a:pt x="148740" y="327963"/>
                </a:lnTo>
                <a:lnTo>
                  <a:pt x="154938" y="321622"/>
                </a:lnTo>
                <a:lnTo>
                  <a:pt x="161135" y="315294"/>
                </a:lnTo>
                <a:lnTo>
                  <a:pt x="167333" y="308966"/>
                </a:lnTo>
                <a:lnTo>
                  <a:pt x="173530" y="302659"/>
                </a:lnTo>
                <a:lnTo>
                  <a:pt x="179728" y="296355"/>
                </a:lnTo>
                <a:lnTo>
                  <a:pt x="185925" y="290077"/>
                </a:lnTo>
                <a:lnTo>
                  <a:pt x="192123" y="283807"/>
                </a:lnTo>
                <a:lnTo>
                  <a:pt x="198320" y="277567"/>
                </a:lnTo>
                <a:lnTo>
                  <a:pt x="204518" y="271340"/>
                </a:lnTo>
                <a:lnTo>
                  <a:pt x="210715" y="265148"/>
                </a:lnTo>
                <a:lnTo>
                  <a:pt x="216913" y="258974"/>
                </a:lnTo>
                <a:lnTo>
                  <a:pt x="223110" y="252837"/>
                </a:lnTo>
                <a:lnTo>
                  <a:pt x="229308" y="246726"/>
                </a:lnTo>
                <a:lnTo>
                  <a:pt x="235505" y="240653"/>
                </a:lnTo>
                <a:lnTo>
                  <a:pt x="241703" y="234614"/>
                </a:lnTo>
                <a:lnTo>
                  <a:pt x="247900" y="228614"/>
                </a:lnTo>
                <a:lnTo>
                  <a:pt x="254098" y="222658"/>
                </a:lnTo>
                <a:lnTo>
                  <a:pt x="260295" y="216738"/>
                </a:lnTo>
                <a:lnTo>
                  <a:pt x="266493" y="210874"/>
                </a:lnTo>
                <a:lnTo>
                  <a:pt x="272690" y="205044"/>
                </a:lnTo>
                <a:lnTo>
                  <a:pt x="278888" y="199281"/>
                </a:lnTo>
                <a:lnTo>
                  <a:pt x="285086" y="193548"/>
                </a:lnTo>
                <a:lnTo>
                  <a:pt x="291283" y="187895"/>
                </a:lnTo>
                <a:lnTo>
                  <a:pt x="297481" y="182267"/>
                </a:lnTo>
                <a:lnTo>
                  <a:pt x="303678" y="176734"/>
                </a:lnTo>
                <a:lnTo>
                  <a:pt x="309876" y="171219"/>
                </a:lnTo>
                <a:lnTo>
                  <a:pt x="316073" y="165813"/>
                </a:lnTo>
                <a:lnTo>
                  <a:pt x="322271" y="160419"/>
                </a:lnTo>
                <a:lnTo>
                  <a:pt x="328468" y="155149"/>
                </a:lnTo>
                <a:lnTo>
                  <a:pt x="334666" y="149889"/>
                </a:lnTo>
                <a:lnTo>
                  <a:pt x="340863" y="144757"/>
                </a:lnTo>
                <a:lnTo>
                  <a:pt x="347061" y="139642"/>
                </a:lnTo>
                <a:lnTo>
                  <a:pt x="353258" y="134651"/>
                </a:lnTo>
                <a:lnTo>
                  <a:pt x="359456" y="129688"/>
                </a:lnTo>
                <a:lnTo>
                  <a:pt x="365653" y="124845"/>
                </a:lnTo>
                <a:lnTo>
                  <a:pt x="371851" y="120042"/>
                </a:lnTo>
                <a:lnTo>
                  <a:pt x="378048" y="115352"/>
                </a:lnTo>
                <a:lnTo>
                  <a:pt x="384246" y="110715"/>
                </a:lnTo>
                <a:lnTo>
                  <a:pt x="390443" y="106185"/>
                </a:lnTo>
                <a:lnTo>
                  <a:pt x="396641" y="101721"/>
                </a:lnTo>
                <a:lnTo>
                  <a:pt x="402838" y="97355"/>
                </a:lnTo>
                <a:lnTo>
                  <a:pt x="409036" y="93069"/>
                </a:lnTo>
                <a:lnTo>
                  <a:pt x="415234" y="88873"/>
                </a:lnTo>
                <a:lnTo>
                  <a:pt x="421431" y="84771"/>
                </a:lnTo>
                <a:lnTo>
                  <a:pt x="427629" y="80748"/>
                </a:lnTo>
                <a:lnTo>
                  <a:pt x="433826" y="76835"/>
                </a:lnTo>
                <a:lnTo>
                  <a:pt x="440024" y="72990"/>
                </a:lnTo>
                <a:lnTo>
                  <a:pt x="446221" y="69270"/>
                </a:lnTo>
                <a:lnTo>
                  <a:pt x="452419" y="65606"/>
                </a:lnTo>
                <a:lnTo>
                  <a:pt x="458616" y="62082"/>
                </a:lnTo>
                <a:lnTo>
                  <a:pt x="464814" y="58603"/>
                </a:lnTo>
                <a:lnTo>
                  <a:pt x="471011" y="55279"/>
                </a:lnTo>
                <a:lnTo>
                  <a:pt x="477209" y="51987"/>
                </a:lnTo>
                <a:lnTo>
                  <a:pt x="483406" y="48867"/>
                </a:lnTo>
                <a:lnTo>
                  <a:pt x="489604" y="45764"/>
                </a:lnTo>
                <a:lnTo>
                  <a:pt x="495801" y="42848"/>
                </a:lnTo>
                <a:lnTo>
                  <a:pt x="501999" y="39946"/>
                </a:lnTo>
                <a:lnTo>
                  <a:pt x="508196" y="37228"/>
                </a:lnTo>
                <a:lnTo>
                  <a:pt x="514394" y="34533"/>
                </a:lnTo>
                <a:lnTo>
                  <a:pt x="520591" y="32008"/>
                </a:lnTo>
                <a:lnTo>
                  <a:pt x="526789" y="29520"/>
                </a:lnTo>
                <a:lnTo>
                  <a:pt x="532986" y="27190"/>
                </a:lnTo>
                <a:lnTo>
                  <a:pt x="539184" y="24910"/>
                </a:lnTo>
                <a:lnTo>
                  <a:pt x="545381" y="22774"/>
                </a:lnTo>
                <a:lnTo>
                  <a:pt x="551579" y="20703"/>
                </a:lnTo>
                <a:lnTo>
                  <a:pt x="557777" y="18760"/>
                </a:lnTo>
                <a:lnTo>
                  <a:pt x="563974" y="16896"/>
                </a:lnTo>
                <a:lnTo>
                  <a:pt x="570172" y="15147"/>
                </a:lnTo>
                <a:lnTo>
                  <a:pt x="576369" y="13489"/>
                </a:lnTo>
                <a:lnTo>
                  <a:pt x="582567" y="11932"/>
                </a:lnTo>
                <a:lnTo>
                  <a:pt x="588764" y="10479"/>
                </a:lnTo>
                <a:lnTo>
                  <a:pt x="594962" y="9112"/>
                </a:lnTo>
                <a:lnTo>
                  <a:pt x="601159" y="7861"/>
                </a:lnTo>
                <a:lnTo>
                  <a:pt x="607357" y="6683"/>
                </a:lnTo>
                <a:lnTo>
                  <a:pt x="613554" y="5632"/>
                </a:lnTo>
                <a:lnTo>
                  <a:pt x="619752" y="4639"/>
                </a:lnTo>
                <a:lnTo>
                  <a:pt x="625949" y="3785"/>
                </a:lnTo>
                <a:lnTo>
                  <a:pt x="632147" y="2976"/>
                </a:lnTo>
                <a:lnTo>
                  <a:pt x="638344" y="2316"/>
                </a:lnTo>
                <a:lnTo>
                  <a:pt x="644542" y="1686"/>
                </a:lnTo>
                <a:lnTo>
                  <a:pt x="650739" y="1215"/>
                </a:lnTo>
                <a:lnTo>
                  <a:pt x="656937" y="762"/>
                </a:lnTo>
                <a:lnTo>
                  <a:pt x="663134" y="477"/>
                </a:lnTo>
                <a:lnTo>
                  <a:pt x="669332" y="204"/>
                </a:lnTo>
                <a:lnTo>
                  <a:pt x="675529" y="92"/>
                </a:lnTo>
                <a:lnTo>
                  <a:pt x="681727" y="0"/>
                </a:lnTo>
                <a:lnTo>
                  <a:pt x="687924" y="52"/>
                </a:lnTo>
                <a:lnTo>
                  <a:pt x="694122" y="135"/>
                </a:lnTo>
                <a:lnTo>
                  <a:pt x="700320" y="347"/>
                </a:lnTo>
                <a:lnTo>
                  <a:pt x="706517" y="599"/>
                </a:lnTo>
                <a:lnTo>
                  <a:pt x="712715" y="967"/>
                </a:lnTo>
                <a:lnTo>
                  <a:pt x="718912" y="1384"/>
                </a:lnTo>
                <a:lnTo>
                  <a:pt x="725110" y="1901"/>
                </a:lnTo>
                <a:lnTo>
                  <a:pt x="731307" y="2476"/>
                </a:lnTo>
                <a:lnTo>
                  <a:pt x="737505" y="3138"/>
                </a:lnTo>
                <a:lnTo>
                  <a:pt x="743702" y="3866"/>
                </a:lnTo>
                <a:lnTo>
                  <a:pt x="749900" y="4668"/>
                </a:lnTo>
                <a:lnTo>
                  <a:pt x="756097" y="5542"/>
                </a:lnTo>
                <a:lnTo>
                  <a:pt x="762295" y="6477"/>
                </a:lnTo>
                <a:lnTo>
                  <a:pt x="768492" y="7491"/>
                </a:lnTo>
                <a:lnTo>
                  <a:pt x="774690" y="8555"/>
                </a:lnTo>
                <a:lnTo>
                  <a:pt x="780887" y="9703"/>
                </a:lnTo>
                <a:lnTo>
                  <a:pt x="787085" y="10888"/>
                </a:lnTo>
                <a:lnTo>
                  <a:pt x="793282" y="12163"/>
                </a:lnTo>
                <a:lnTo>
                  <a:pt x="799480" y="13465"/>
                </a:lnTo>
                <a:lnTo>
                  <a:pt x="805677" y="14860"/>
                </a:lnTo>
                <a:lnTo>
                  <a:pt x="811875" y="16273"/>
                </a:lnTo>
                <a:lnTo>
                  <a:pt x="818072" y="17781"/>
                </a:lnTo>
                <a:lnTo>
                  <a:pt x="824270" y="19299"/>
                </a:lnTo>
                <a:lnTo>
                  <a:pt x="830468" y="20913"/>
                </a:lnTo>
                <a:lnTo>
                  <a:pt x="836665" y="22534"/>
                </a:lnTo>
                <a:lnTo>
                  <a:pt x="842863" y="24244"/>
                </a:lnTo>
                <a:lnTo>
                  <a:pt x="849060" y="25964"/>
                </a:lnTo>
                <a:lnTo>
                  <a:pt x="855258" y="27761"/>
                </a:lnTo>
                <a:lnTo>
                  <a:pt x="861455" y="29573"/>
                </a:lnTo>
                <a:lnTo>
                  <a:pt x="867653" y="31451"/>
                </a:lnTo>
                <a:lnTo>
                  <a:pt x="873850" y="33349"/>
                </a:lnTo>
                <a:lnTo>
                  <a:pt x="880048" y="35302"/>
                </a:lnTo>
                <a:lnTo>
                  <a:pt x="886245" y="37278"/>
                </a:lnTo>
                <a:lnTo>
                  <a:pt x="892443" y="39301"/>
                </a:lnTo>
                <a:lnTo>
                  <a:pt x="898640" y="41350"/>
                </a:lnTo>
                <a:lnTo>
                  <a:pt x="904838" y="43437"/>
                </a:lnTo>
                <a:lnTo>
                  <a:pt x="911035" y="45551"/>
                </a:lnTo>
                <a:lnTo>
                  <a:pt x="917233" y="47696"/>
                </a:lnTo>
                <a:lnTo>
                  <a:pt x="923430" y="49870"/>
                </a:lnTo>
                <a:lnTo>
                  <a:pt x="929628" y="52068"/>
                </a:lnTo>
                <a:lnTo>
                  <a:pt x="935825" y="54296"/>
                </a:lnTo>
                <a:lnTo>
                  <a:pt x="942023" y="56541"/>
                </a:lnTo>
                <a:lnTo>
                  <a:pt x="948220" y="58816"/>
                </a:lnTo>
                <a:lnTo>
                  <a:pt x="954418" y="61104"/>
                </a:lnTo>
                <a:lnTo>
                  <a:pt x="960615" y="63421"/>
                </a:lnTo>
                <a:lnTo>
                  <a:pt x="966813" y="65746"/>
                </a:lnTo>
                <a:lnTo>
                  <a:pt x="973011" y="68098"/>
                </a:lnTo>
                <a:lnTo>
                  <a:pt x="979208" y="70456"/>
                </a:lnTo>
                <a:lnTo>
                  <a:pt x="985406" y="72839"/>
                </a:lnTo>
                <a:lnTo>
                  <a:pt x="991603" y="75225"/>
                </a:lnTo>
                <a:lnTo>
                  <a:pt x="997801" y="77634"/>
                </a:lnTo>
                <a:lnTo>
                  <a:pt x="1003998" y="80044"/>
                </a:lnTo>
                <a:lnTo>
                  <a:pt x="1010196" y="82472"/>
                </a:lnTo>
                <a:lnTo>
                  <a:pt x="1016393" y="84902"/>
                </a:lnTo>
                <a:lnTo>
                  <a:pt x="1022591" y="87345"/>
                </a:lnTo>
                <a:lnTo>
                  <a:pt x="1028788" y="89790"/>
                </a:lnTo>
                <a:lnTo>
                  <a:pt x="1034986" y="92244"/>
                </a:lnTo>
                <a:lnTo>
                  <a:pt x="1041183" y="94700"/>
                </a:lnTo>
                <a:lnTo>
                  <a:pt x="1047381" y="97161"/>
                </a:lnTo>
                <a:lnTo>
                  <a:pt x="1053578" y="99624"/>
                </a:lnTo>
                <a:lnTo>
                  <a:pt x="1059776" y="102089"/>
                </a:lnTo>
                <a:lnTo>
                  <a:pt x="1065973" y="104553"/>
                </a:lnTo>
                <a:lnTo>
                  <a:pt x="1072171" y="107019"/>
                </a:lnTo>
                <a:lnTo>
                  <a:pt x="1078368" y="109483"/>
                </a:lnTo>
                <a:lnTo>
                  <a:pt x="1084566" y="111945"/>
                </a:lnTo>
                <a:lnTo>
                  <a:pt x="1090763" y="114404"/>
                </a:lnTo>
                <a:lnTo>
                  <a:pt x="1096961" y="116861"/>
                </a:lnTo>
                <a:lnTo>
                  <a:pt x="1103159" y="119312"/>
                </a:lnTo>
                <a:lnTo>
                  <a:pt x="1109356" y="121760"/>
                </a:lnTo>
                <a:lnTo>
                  <a:pt x="1115554" y="124201"/>
                </a:lnTo>
                <a:lnTo>
                  <a:pt x="1121751" y="126638"/>
                </a:lnTo>
                <a:lnTo>
                  <a:pt x="1127949" y="129065"/>
                </a:lnTo>
                <a:lnTo>
                  <a:pt x="1134146" y="131489"/>
                </a:lnTo>
                <a:lnTo>
                  <a:pt x="1140344" y="133900"/>
                </a:lnTo>
                <a:lnTo>
                  <a:pt x="1146541" y="136308"/>
                </a:lnTo>
                <a:lnTo>
                  <a:pt x="1152739" y="138701"/>
                </a:lnTo>
                <a:lnTo>
                  <a:pt x="1158936" y="141092"/>
                </a:lnTo>
                <a:lnTo>
                  <a:pt x="1165134" y="143465"/>
                </a:lnTo>
                <a:lnTo>
                  <a:pt x="1171331" y="145836"/>
                </a:lnTo>
                <a:lnTo>
                  <a:pt x="1177529" y="148187"/>
                </a:lnTo>
                <a:lnTo>
                  <a:pt x="1183726" y="150536"/>
                </a:lnTo>
                <a:lnTo>
                  <a:pt x="1189924" y="152865"/>
                </a:lnTo>
                <a:lnTo>
                  <a:pt x="1196121" y="155190"/>
                </a:lnTo>
                <a:lnTo>
                  <a:pt x="1202319" y="157497"/>
                </a:lnTo>
                <a:lnTo>
                  <a:pt x="1208516" y="159797"/>
                </a:lnTo>
                <a:lnTo>
                  <a:pt x="1214714" y="162079"/>
                </a:lnTo>
                <a:lnTo>
                  <a:pt x="1220911" y="164353"/>
                </a:lnTo>
                <a:lnTo>
                  <a:pt x="1227109" y="166610"/>
                </a:lnTo>
                <a:lnTo>
                  <a:pt x="1233306" y="168857"/>
                </a:lnTo>
                <a:lnTo>
                  <a:pt x="1239504" y="171088"/>
                </a:lnTo>
                <a:lnTo>
                  <a:pt x="1245702" y="173307"/>
                </a:lnTo>
                <a:lnTo>
                  <a:pt x="1251899" y="175513"/>
                </a:lnTo>
                <a:lnTo>
                  <a:pt x="1258097" y="177704"/>
                </a:lnTo>
                <a:lnTo>
                  <a:pt x="1264294" y="179882"/>
                </a:lnTo>
                <a:lnTo>
                  <a:pt x="1270492" y="182045"/>
                </a:lnTo>
                <a:lnTo>
                  <a:pt x="1276689" y="184197"/>
                </a:lnTo>
                <a:lnTo>
                  <a:pt x="1282887" y="186331"/>
                </a:lnTo>
                <a:lnTo>
                  <a:pt x="1289084" y="188456"/>
                </a:lnTo>
                <a:lnTo>
                  <a:pt x="1295282" y="190561"/>
                </a:lnTo>
                <a:lnTo>
                  <a:pt x="1301479" y="192660"/>
                </a:lnTo>
                <a:lnTo>
                  <a:pt x="1307677" y="194737"/>
                </a:lnTo>
                <a:lnTo>
                  <a:pt x="1313874" y="196809"/>
                </a:lnTo>
                <a:lnTo>
                  <a:pt x="1320072" y="198858"/>
                </a:lnTo>
                <a:lnTo>
                  <a:pt x="1326269" y="200904"/>
                </a:lnTo>
                <a:lnTo>
                  <a:pt x="1332467" y="202925"/>
                </a:lnTo>
                <a:lnTo>
                  <a:pt x="1338664" y="204945"/>
                </a:lnTo>
                <a:lnTo>
                  <a:pt x="1344862" y="206940"/>
                </a:lnTo>
                <a:lnTo>
                  <a:pt x="1351059" y="208933"/>
                </a:lnTo>
                <a:lnTo>
                  <a:pt x="1357257" y="210904"/>
                </a:lnTo>
                <a:lnTo>
                  <a:pt x="1363454" y="212870"/>
                </a:lnTo>
                <a:lnTo>
                  <a:pt x="1369652" y="214818"/>
                </a:lnTo>
                <a:lnTo>
                  <a:pt x="1375849" y="216759"/>
                </a:lnTo>
                <a:lnTo>
                  <a:pt x="1382047" y="218683"/>
                </a:lnTo>
                <a:lnTo>
                  <a:pt x="1388245" y="220601"/>
                </a:lnTo>
                <a:lnTo>
                  <a:pt x="1394442" y="222503"/>
                </a:lnTo>
                <a:lnTo>
                  <a:pt x="1400640" y="224398"/>
                </a:lnTo>
                <a:lnTo>
                  <a:pt x="1406837" y="226280"/>
                </a:lnTo>
                <a:lnTo>
                  <a:pt x="1413035" y="228152"/>
                </a:lnTo>
                <a:lnTo>
                  <a:pt x="1419232" y="230014"/>
                </a:lnTo>
                <a:lnTo>
                  <a:pt x="1425430" y="231866"/>
                </a:lnTo>
                <a:lnTo>
                  <a:pt x="1431627" y="233710"/>
                </a:lnTo>
                <a:lnTo>
                  <a:pt x="1437825" y="235543"/>
                </a:lnTo>
                <a:lnTo>
                  <a:pt x="1444022" y="237369"/>
                </a:lnTo>
                <a:lnTo>
                  <a:pt x="1450220" y="239185"/>
                </a:lnTo>
                <a:lnTo>
                  <a:pt x="1456417" y="240995"/>
                </a:lnTo>
                <a:lnTo>
                  <a:pt x="1462615" y="242794"/>
                </a:lnTo>
                <a:lnTo>
                  <a:pt x="1468812" y="244590"/>
                </a:lnTo>
                <a:lnTo>
                  <a:pt x="1475010" y="246375"/>
                </a:lnTo>
                <a:lnTo>
                  <a:pt x="1481207" y="248158"/>
                </a:lnTo>
                <a:lnTo>
                  <a:pt x="1487405" y="249930"/>
                </a:lnTo>
                <a:lnTo>
                  <a:pt x="1493602" y="251701"/>
                </a:lnTo>
                <a:lnTo>
                  <a:pt x="1499800" y="253462"/>
                </a:lnTo>
                <a:lnTo>
                  <a:pt x="1505997" y="255222"/>
                </a:lnTo>
                <a:lnTo>
                  <a:pt x="1512195" y="256974"/>
                </a:lnTo>
                <a:lnTo>
                  <a:pt x="1518393" y="258725"/>
                </a:lnTo>
                <a:lnTo>
                  <a:pt x="1524590" y="260470"/>
                </a:lnTo>
                <a:lnTo>
                  <a:pt x="1530788" y="262214"/>
                </a:lnTo>
                <a:lnTo>
                  <a:pt x="1536985" y="263954"/>
                </a:lnTo>
                <a:lnTo>
                  <a:pt x="1543183" y="265692"/>
                </a:lnTo>
                <a:lnTo>
                  <a:pt x="1549380" y="267427"/>
                </a:lnTo>
                <a:lnTo>
                  <a:pt x="1555578" y="269162"/>
                </a:lnTo>
                <a:lnTo>
                  <a:pt x="1561775" y="270895"/>
                </a:lnTo>
                <a:lnTo>
                  <a:pt x="1567973" y="272628"/>
                </a:lnTo>
                <a:lnTo>
                  <a:pt x="1574170" y="274360"/>
                </a:lnTo>
                <a:lnTo>
                  <a:pt x="1580368" y="276093"/>
                </a:lnTo>
                <a:lnTo>
                  <a:pt x="1586565" y="277827"/>
                </a:lnTo>
                <a:lnTo>
                  <a:pt x="1592763" y="279561"/>
                </a:lnTo>
                <a:lnTo>
                  <a:pt x="1598960" y="281297"/>
                </a:lnTo>
                <a:lnTo>
                  <a:pt x="1605158" y="283036"/>
                </a:lnTo>
                <a:lnTo>
                  <a:pt x="1611355" y="284776"/>
                </a:lnTo>
                <a:lnTo>
                  <a:pt x="1617553" y="286520"/>
                </a:lnTo>
                <a:lnTo>
                  <a:pt x="1623750" y="288266"/>
                </a:lnTo>
                <a:lnTo>
                  <a:pt x="1629948" y="290017"/>
                </a:lnTo>
                <a:lnTo>
                  <a:pt x="1636145" y="291770"/>
                </a:lnTo>
                <a:lnTo>
                  <a:pt x="1642343" y="293531"/>
                </a:lnTo>
                <a:lnTo>
                  <a:pt x="1648540" y="295293"/>
                </a:lnTo>
                <a:lnTo>
                  <a:pt x="1654738" y="297064"/>
                </a:lnTo>
                <a:lnTo>
                  <a:pt x="1660936" y="298837"/>
                </a:lnTo>
                <a:lnTo>
                  <a:pt x="1667133" y="300621"/>
                </a:lnTo>
                <a:lnTo>
                  <a:pt x="1673331" y="302406"/>
                </a:lnTo>
                <a:lnTo>
                  <a:pt x="1679528" y="304203"/>
                </a:lnTo>
                <a:lnTo>
                  <a:pt x="1685726" y="306003"/>
                </a:lnTo>
                <a:lnTo>
                  <a:pt x="1691923" y="307815"/>
                </a:lnTo>
                <a:lnTo>
                  <a:pt x="1698121" y="309631"/>
                </a:lnTo>
                <a:lnTo>
                  <a:pt x="1704318" y="311460"/>
                </a:lnTo>
                <a:lnTo>
                  <a:pt x="1710516" y="313293"/>
                </a:lnTo>
                <a:lnTo>
                  <a:pt x="1716713" y="315139"/>
                </a:lnTo>
                <a:lnTo>
                  <a:pt x="1722911" y="316991"/>
                </a:lnTo>
                <a:lnTo>
                  <a:pt x="1729108" y="318856"/>
                </a:lnTo>
                <a:lnTo>
                  <a:pt x="1735306" y="320728"/>
                </a:lnTo>
                <a:lnTo>
                  <a:pt x="1741503" y="322613"/>
                </a:lnTo>
                <a:lnTo>
                  <a:pt x="1747701" y="324507"/>
                </a:lnTo>
                <a:lnTo>
                  <a:pt x="1753898" y="326413"/>
                </a:lnTo>
                <a:lnTo>
                  <a:pt x="1760096" y="328331"/>
                </a:lnTo>
                <a:lnTo>
                  <a:pt x="1766293" y="330258"/>
                </a:lnTo>
                <a:lnTo>
                  <a:pt x="1772491" y="332200"/>
                </a:lnTo>
                <a:lnTo>
                  <a:pt x="1778688" y="334151"/>
                </a:lnTo>
                <a:lnTo>
                  <a:pt x="1784886" y="336117"/>
                </a:lnTo>
                <a:lnTo>
                  <a:pt x="1791084" y="338092"/>
                </a:lnTo>
                <a:lnTo>
                  <a:pt x="1797281" y="340085"/>
                </a:lnTo>
                <a:lnTo>
                  <a:pt x="1803479" y="342084"/>
                </a:lnTo>
                <a:lnTo>
                  <a:pt x="1809676" y="344104"/>
                </a:lnTo>
                <a:lnTo>
                  <a:pt x="1815874" y="346129"/>
                </a:lnTo>
                <a:lnTo>
                  <a:pt x="1822071" y="348177"/>
                </a:lnTo>
                <a:lnTo>
                  <a:pt x="1828269" y="350228"/>
                </a:lnTo>
                <a:lnTo>
                  <a:pt x="1834466" y="352304"/>
                </a:lnTo>
                <a:lnTo>
                  <a:pt x="1840664" y="354382"/>
                </a:lnTo>
                <a:lnTo>
                  <a:pt x="1846861" y="356486"/>
                </a:lnTo>
                <a:lnTo>
                  <a:pt x="1853059" y="358593"/>
                </a:lnTo>
                <a:lnTo>
                  <a:pt x="1859256" y="360725"/>
                </a:lnTo>
                <a:lnTo>
                  <a:pt x="1865454" y="362861"/>
                </a:lnTo>
                <a:lnTo>
                  <a:pt x="1871651" y="365020"/>
                </a:lnTo>
                <a:lnTo>
                  <a:pt x="1877849" y="367186"/>
                </a:lnTo>
                <a:lnTo>
                  <a:pt x="1884046" y="369373"/>
                </a:lnTo>
                <a:lnTo>
                  <a:pt x="1890244" y="371568"/>
                </a:lnTo>
                <a:lnTo>
                  <a:pt x="1896441" y="373783"/>
                </a:lnTo>
                <a:lnTo>
                  <a:pt x="1902639" y="376008"/>
                </a:lnTo>
                <a:lnTo>
                  <a:pt x="1908836" y="378250"/>
                </a:lnTo>
                <a:lnTo>
                  <a:pt x="1915034" y="380505"/>
                </a:lnTo>
                <a:lnTo>
                  <a:pt x="1921231" y="382774"/>
                </a:lnTo>
                <a:lnTo>
                  <a:pt x="1927429" y="385058"/>
                </a:lnTo>
                <a:lnTo>
                  <a:pt x="1933627" y="387355"/>
                </a:lnTo>
                <a:lnTo>
                  <a:pt x="1939824" y="389668"/>
                </a:lnTo>
                <a:lnTo>
                  <a:pt x="1946022" y="391991"/>
                </a:lnTo>
                <a:lnTo>
                  <a:pt x="1952219" y="394332"/>
                </a:lnTo>
                <a:lnTo>
                  <a:pt x="1958417" y="396682"/>
                </a:lnTo>
                <a:lnTo>
                  <a:pt x="1964614" y="399051"/>
                </a:lnTo>
                <a:lnTo>
                  <a:pt x="1970812" y="401426"/>
                </a:lnTo>
                <a:lnTo>
                  <a:pt x="1977009" y="403822"/>
                </a:lnTo>
                <a:lnTo>
                  <a:pt x="1983207" y="406222"/>
                </a:lnTo>
                <a:lnTo>
                  <a:pt x="1989404" y="408644"/>
                </a:lnTo>
                <a:lnTo>
                  <a:pt x="1995602" y="411068"/>
                </a:lnTo>
                <a:lnTo>
                  <a:pt x="2001799" y="413515"/>
                </a:lnTo>
                <a:lnTo>
                  <a:pt x="2007997" y="415963"/>
                </a:lnTo>
                <a:lnTo>
                  <a:pt x="2014194" y="418433"/>
                </a:lnTo>
                <a:lnTo>
                  <a:pt x="2020392" y="420905"/>
                </a:lnTo>
                <a:lnTo>
                  <a:pt x="2026589" y="423396"/>
                </a:lnTo>
                <a:lnTo>
                  <a:pt x="2032787" y="425891"/>
                </a:lnTo>
                <a:lnTo>
                  <a:pt x="2038984" y="428402"/>
                </a:lnTo>
                <a:lnTo>
                  <a:pt x="2045182" y="430918"/>
                </a:lnTo>
                <a:lnTo>
                  <a:pt x="2051379" y="433447"/>
                </a:lnTo>
                <a:lnTo>
                  <a:pt x="2057577" y="435983"/>
                </a:lnTo>
                <a:lnTo>
                  <a:pt x="2063774" y="438530"/>
                </a:lnTo>
                <a:lnTo>
                  <a:pt x="2069972" y="441084"/>
                </a:lnTo>
                <a:lnTo>
                  <a:pt x="2076170" y="443647"/>
                </a:lnTo>
                <a:lnTo>
                  <a:pt x="2082367" y="446217"/>
                </a:lnTo>
                <a:lnTo>
                  <a:pt x="2088565" y="448795"/>
                </a:lnTo>
                <a:lnTo>
                  <a:pt x="2094762" y="451379"/>
                </a:lnTo>
                <a:lnTo>
                  <a:pt x="2100960" y="453970"/>
                </a:lnTo>
                <a:lnTo>
                  <a:pt x="2107157" y="456568"/>
                </a:lnTo>
                <a:lnTo>
                  <a:pt x="2113355" y="459170"/>
                </a:lnTo>
                <a:lnTo>
                  <a:pt x="2119552" y="461779"/>
                </a:lnTo>
                <a:lnTo>
                  <a:pt x="2125750" y="464391"/>
                </a:lnTo>
                <a:lnTo>
                  <a:pt x="2131947" y="467009"/>
                </a:lnTo>
                <a:lnTo>
                  <a:pt x="2138145" y="469629"/>
                </a:lnTo>
                <a:lnTo>
                  <a:pt x="2144342" y="472255"/>
                </a:lnTo>
                <a:lnTo>
                  <a:pt x="2150540" y="474881"/>
                </a:lnTo>
                <a:lnTo>
                  <a:pt x="2156737" y="477512"/>
                </a:lnTo>
                <a:lnTo>
                  <a:pt x="2162935" y="480143"/>
                </a:lnTo>
                <a:lnTo>
                  <a:pt x="2169132" y="482776"/>
                </a:lnTo>
                <a:lnTo>
                  <a:pt x="2175330" y="485410"/>
                </a:lnTo>
                <a:lnTo>
                  <a:pt x="2181527" y="488045"/>
                </a:lnTo>
                <a:lnTo>
                  <a:pt x="2187725" y="490680"/>
                </a:lnTo>
                <a:lnTo>
                  <a:pt x="2193922" y="493314"/>
                </a:lnTo>
                <a:lnTo>
                  <a:pt x="2200120" y="495948"/>
                </a:lnTo>
                <a:lnTo>
                  <a:pt x="2206318" y="498579"/>
                </a:lnTo>
                <a:lnTo>
                  <a:pt x="2212515" y="501209"/>
                </a:lnTo>
                <a:lnTo>
                  <a:pt x="2218713" y="503836"/>
                </a:lnTo>
                <a:lnTo>
                  <a:pt x="2224910" y="506461"/>
                </a:lnTo>
                <a:lnTo>
                  <a:pt x="2231108" y="509081"/>
                </a:lnTo>
                <a:lnTo>
                  <a:pt x="2237305" y="511699"/>
                </a:lnTo>
                <a:lnTo>
                  <a:pt x="2243503" y="514311"/>
                </a:lnTo>
                <a:lnTo>
                  <a:pt x="2249700" y="516919"/>
                </a:lnTo>
                <a:lnTo>
                  <a:pt x="2255898" y="519522"/>
                </a:lnTo>
                <a:lnTo>
                  <a:pt x="2262095" y="522118"/>
                </a:lnTo>
                <a:lnTo>
                  <a:pt x="2268293" y="524709"/>
                </a:lnTo>
                <a:lnTo>
                  <a:pt x="2274490" y="527292"/>
                </a:lnTo>
                <a:lnTo>
                  <a:pt x="2280688" y="529869"/>
                </a:lnTo>
                <a:lnTo>
                  <a:pt x="2286885" y="532437"/>
                </a:lnTo>
                <a:lnTo>
                  <a:pt x="2293083" y="534999"/>
                </a:lnTo>
                <a:lnTo>
                  <a:pt x="2299280" y="537549"/>
                </a:lnTo>
                <a:lnTo>
                  <a:pt x="2305478" y="540095"/>
                </a:lnTo>
                <a:lnTo>
                  <a:pt x="2311675" y="542625"/>
                </a:lnTo>
                <a:lnTo>
                  <a:pt x="2317873" y="545152"/>
                </a:lnTo>
                <a:lnTo>
                  <a:pt x="2324070" y="547662"/>
                </a:lnTo>
                <a:lnTo>
                  <a:pt x="2330268" y="550169"/>
                </a:lnTo>
                <a:lnTo>
                  <a:pt x="2336465" y="552656"/>
                </a:lnTo>
                <a:lnTo>
                  <a:pt x="2342663" y="555141"/>
                </a:lnTo>
                <a:lnTo>
                  <a:pt x="2348861" y="557604"/>
                </a:lnTo>
                <a:lnTo>
                  <a:pt x="2355058" y="560065"/>
                </a:lnTo>
                <a:lnTo>
                  <a:pt x="2361256" y="562504"/>
                </a:lnTo>
                <a:lnTo>
                  <a:pt x="2367453" y="564938"/>
                </a:lnTo>
                <a:lnTo>
                  <a:pt x="2373651" y="567351"/>
                </a:lnTo>
                <a:lnTo>
                  <a:pt x="2379848" y="569758"/>
                </a:lnTo>
                <a:lnTo>
                  <a:pt x="2386046" y="572144"/>
                </a:lnTo>
                <a:lnTo>
                  <a:pt x="2392243" y="574522"/>
                </a:lnTo>
                <a:lnTo>
                  <a:pt x="2398441" y="576880"/>
                </a:lnTo>
                <a:lnTo>
                  <a:pt x="2404638" y="579228"/>
                </a:lnTo>
                <a:lnTo>
                  <a:pt x="2410836" y="581557"/>
                </a:lnTo>
                <a:lnTo>
                  <a:pt x="2417033" y="583873"/>
                </a:lnTo>
                <a:lnTo>
                  <a:pt x="2423231" y="586172"/>
                </a:lnTo>
                <a:lnTo>
                  <a:pt x="2429428" y="588455"/>
                </a:lnTo>
                <a:lnTo>
                  <a:pt x="2435626" y="590723"/>
                </a:lnTo>
                <a:lnTo>
                  <a:pt x="2441823" y="592973"/>
                </a:lnTo>
                <a:lnTo>
                  <a:pt x="2448021" y="595209"/>
                </a:lnTo>
                <a:lnTo>
                  <a:pt x="2454218" y="597424"/>
                </a:lnTo>
                <a:lnTo>
                  <a:pt x="2460416" y="599627"/>
                </a:lnTo>
                <a:lnTo>
                  <a:pt x="2466613" y="601807"/>
                </a:lnTo>
                <a:lnTo>
                  <a:pt x="2472811" y="603977"/>
                </a:lnTo>
                <a:lnTo>
                  <a:pt x="2479009" y="606120"/>
                </a:lnTo>
                <a:lnTo>
                  <a:pt x="2485206" y="608257"/>
                </a:lnTo>
                <a:lnTo>
                  <a:pt x="2491404" y="610363"/>
                </a:lnTo>
                <a:lnTo>
                  <a:pt x="2497601" y="612465"/>
                </a:lnTo>
                <a:lnTo>
                  <a:pt x="2503799" y="614534"/>
                </a:lnTo>
                <a:lnTo>
                  <a:pt x="2509996" y="616600"/>
                </a:lnTo>
                <a:lnTo>
                  <a:pt x="2516194" y="618632"/>
                </a:lnTo>
                <a:lnTo>
                  <a:pt x="2522391" y="620660"/>
                </a:lnTo>
                <a:lnTo>
                  <a:pt x="2528589" y="622657"/>
                </a:lnTo>
                <a:lnTo>
                  <a:pt x="2534786" y="624647"/>
                </a:lnTo>
                <a:lnTo>
                  <a:pt x="2540984" y="626607"/>
                </a:lnTo>
                <a:lnTo>
                  <a:pt x="2547181" y="628559"/>
                </a:lnTo>
                <a:lnTo>
                  <a:pt x="2553379" y="630484"/>
                </a:lnTo>
                <a:lnTo>
                  <a:pt x="2559576" y="632397"/>
                </a:lnTo>
                <a:lnTo>
                  <a:pt x="2565774" y="634286"/>
                </a:lnTo>
                <a:lnTo>
                  <a:pt x="2571971" y="636161"/>
                </a:lnTo>
                <a:lnTo>
                  <a:pt x="2578169" y="638013"/>
                </a:lnTo>
                <a:lnTo>
                  <a:pt x="2584366" y="639850"/>
                </a:lnTo>
                <a:lnTo>
                  <a:pt x="2590564" y="641666"/>
                </a:lnTo>
                <a:lnTo>
                  <a:pt x="2596761" y="643464"/>
                </a:lnTo>
                <a:lnTo>
                  <a:pt x="2602959" y="645245"/>
                </a:lnTo>
                <a:lnTo>
                  <a:pt x="2609156" y="647005"/>
                </a:lnTo>
                <a:lnTo>
                  <a:pt x="2615354" y="648750"/>
                </a:lnTo>
                <a:lnTo>
                  <a:pt x="2621552" y="650472"/>
                </a:lnTo>
                <a:lnTo>
                  <a:pt x="2627749" y="652181"/>
                </a:lnTo>
                <a:lnTo>
                  <a:pt x="2633947" y="653865"/>
                </a:lnTo>
                <a:lnTo>
                  <a:pt x="2640144" y="655540"/>
                </a:lnTo>
                <a:lnTo>
                  <a:pt x="2646342" y="657187"/>
                </a:lnTo>
                <a:lnTo>
                  <a:pt x="2652539" y="658827"/>
                </a:lnTo>
                <a:lnTo>
                  <a:pt x="2658737" y="660437"/>
                </a:lnTo>
                <a:lnTo>
                  <a:pt x="2664934" y="662043"/>
                </a:lnTo>
                <a:lnTo>
                  <a:pt x="2671132" y="663616"/>
                </a:lnTo>
                <a:lnTo>
                  <a:pt x="2677329" y="665188"/>
                </a:lnTo>
                <a:lnTo>
                  <a:pt x="2683527" y="666726"/>
                </a:lnTo>
                <a:lnTo>
                  <a:pt x="2689724" y="668262"/>
                </a:lnTo>
                <a:lnTo>
                  <a:pt x="2695922" y="669768"/>
                </a:lnTo>
                <a:lnTo>
                  <a:pt x="2702119" y="671268"/>
                </a:lnTo>
                <a:lnTo>
                  <a:pt x="2708317" y="672742"/>
                </a:lnTo>
                <a:lnTo>
                  <a:pt x="2714514" y="674208"/>
                </a:lnTo>
                <a:lnTo>
                  <a:pt x="2720712" y="675650"/>
                </a:lnTo>
                <a:lnTo>
                  <a:pt x="2726909" y="677082"/>
                </a:lnTo>
                <a:lnTo>
                  <a:pt x="2733107" y="678493"/>
                </a:lnTo>
                <a:lnTo>
                  <a:pt x="2739304" y="679892"/>
                </a:lnTo>
                <a:lnTo>
                  <a:pt x="2745502" y="681273"/>
                </a:lnTo>
                <a:lnTo>
                  <a:pt x="2751699" y="682640"/>
                </a:lnTo>
                <a:lnTo>
                  <a:pt x="2757897" y="683991"/>
                </a:lnTo>
                <a:lnTo>
                  <a:pt x="2764095" y="685327"/>
                </a:lnTo>
                <a:lnTo>
                  <a:pt x="2770292" y="686649"/>
                </a:lnTo>
                <a:lnTo>
                  <a:pt x="2776490" y="687954"/>
                </a:lnTo>
                <a:lnTo>
                  <a:pt x="2782687" y="689247"/>
                </a:lnTo>
                <a:lnTo>
                  <a:pt x="2788885" y="690522"/>
                </a:lnTo>
                <a:lnTo>
                  <a:pt x="2795082" y="691788"/>
                </a:lnTo>
                <a:lnTo>
                  <a:pt x="2801280" y="693034"/>
                </a:lnTo>
                <a:lnTo>
                  <a:pt x="2807477" y="694273"/>
                </a:lnTo>
                <a:lnTo>
                  <a:pt x="2813675" y="695491"/>
                </a:lnTo>
                <a:lnTo>
                  <a:pt x="2819872" y="696704"/>
                </a:lnTo>
                <a:lnTo>
                  <a:pt x="2826070" y="697895"/>
                </a:lnTo>
                <a:lnTo>
                  <a:pt x="2832267" y="699082"/>
                </a:lnTo>
                <a:lnTo>
                  <a:pt x="2838465" y="700246"/>
                </a:lnTo>
                <a:lnTo>
                  <a:pt x="2844662" y="701409"/>
                </a:lnTo>
                <a:lnTo>
                  <a:pt x="2850860" y="702547"/>
                </a:lnTo>
                <a:lnTo>
                  <a:pt x="2857057" y="703684"/>
                </a:lnTo>
                <a:lnTo>
                  <a:pt x="2863255" y="704799"/>
                </a:lnTo>
                <a:lnTo>
                  <a:pt x="2869452" y="705911"/>
                </a:lnTo>
                <a:lnTo>
                  <a:pt x="2875650" y="707004"/>
                </a:lnTo>
                <a:lnTo>
                  <a:pt x="2881847" y="708092"/>
                </a:lnTo>
                <a:lnTo>
                  <a:pt x="2888045" y="709163"/>
                </a:lnTo>
                <a:lnTo>
                  <a:pt x="2894243" y="710227"/>
                </a:lnTo>
                <a:lnTo>
                  <a:pt x="2900440" y="711277"/>
                </a:lnTo>
                <a:lnTo>
                  <a:pt x="2906638" y="712319"/>
                </a:lnTo>
                <a:lnTo>
                  <a:pt x="2912835" y="713348"/>
                </a:lnTo>
                <a:lnTo>
                  <a:pt x="2919033" y="714368"/>
                </a:lnTo>
                <a:lnTo>
                  <a:pt x="2925230" y="715377"/>
                </a:lnTo>
                <a:lnTo>
                  <a:pt x="2931428" y="716377"/>
                </a:lnTo>
                <a:lnTo>
                  <a:pt x="2937625" y="717366"/>
                </a:lnTo>
                <a:lnTo>
                  <a:pt x="2943823" y="718345"/>
                </a:lnTo>
                <a:lnTo>
                  <a:pt x="2950020" y="719316"/>
                </a:lnTo>
                <a:lnTo>
                  <a:pt x="2956218" y="720276"/>
                </a:lnTo>
                <a:lnTo>
                  <a:pt x="2962415" y="721229"/>
                </a:lnTo>
                <a:lnTo>
                  <a:pt x="2968613" y="722169"/>
                </a:lnTo>
                <a:lnTo>
                  <a:pt x="2974810" y="723104"/>
                </a:lnTo>
                <a:lnTo>
                  <a:pt x="2981008" y="724026"/>
                </a:lnTo>
                <a:lnTo>
                  <a:pt x="2987205" y="724944"/>
                </a:lnTo>
                <a:lnTo>
                  <a:pt x="2993403" y="725848"/>
                </a:lnTo>
                <a:lnTo>
                  <a:pt x="2999600" y="726750"/>
                </a:lnTo>
                <a:lnTo>
                  <a:pt x="3005798" y="727637"/>
                </a:lnTo>
                <a:lnTo>
                  <a:pt x="3011995" y="728522"/>
                </a:lnTo>
                <a:lnTo>
                  <a:pt x="3018193" y="729392"/>
                </a:lnTo>
                <a:lnTo>
                  <a:pt x="3024390" y="730261"/>
                </a:lnTo>
                <a:lnTo>
                  <a:pt x="3030588" y="731116"/>
                </a:lnTo>
                <a:lnTo>
                  <a:pt x="3036786" y="731969"/>
                </a:lnTo>
                <a:lnTo>
                  <a:pt x="3042983" y="732809"/>
                </a:lnTo>
                <a:lnTo>
                  <a:pt x="3049181" y="733645"/>
                </a:lnTo>
                <a:lnTo>
                  <a:pt x="3055378" y="734471"/>
                </a:lnTo>
                <a:lnTo>
                  <a:pt x="3061576" y="735292"/>
                </a:lnTo>
                <a:lnTo>
                  <a:pt x="3067773" y="736104"/>
                </a:lnTo>
                <a:lnTo>
                  <a:pt x="3073971" y="736910"/>
                </a:lnTo>
                <a:lnTo>
                  <a:pt x="3080168" y="737708"/>
                </a:lnTo>
                <a:lnTo>
                  <a:pt x="3086366" y="738500"/>
                </a:lnTo>
                <a:lnTo>
                  <a:pt x="3092563" y="739284"/>
                </a:lnTo>
                <a:lnTo>
                  <a:pt x="3098761" y="740061"/>
                </a:lnTo>
                <a:lnTo>
                  <a:pt x="3104958" y="740832"/>
                </a:lnTo>
                <a:lnTo>
                  <a:pt x="3111156" y="741595"/>
                </a:lnTo>
                <a:lnTo>
                  <a:pt x="3117353" y="742353"/>
                </a:lnTo>
                <a:lnTo>
                  <a:pt x="3123551" y="743102"/>
                </a:lnTo>
                <a:lnTo>
                  <a:pt x="3129748" y="743847"/>
                </a:lnTo>
                <a:lnTo>
                  <a:pt x="3135946" y="744583"/>
                </a:lnTo>
                <a:lnTo>
                  <a:pt x="3142143" y="745316"/>
                </a:lnTo>
                <a:lnTo>
                  <a:pt x="3148341" y="746038"/>
                </a:lnTo>
                <a:lnTo>
                  <a:pt x="3154538" y="746758"/>
                </a:lnTo>
                <a:lnTo>
                  <a:pt x="3160736" y="747467"/>
                </a:lnTo>
                <a:lnTo>
                  <a:pt x="3166933" y="748175"/>
                </a:lnTo>
                <a:lnTo>
                  <a:pt x="3166933" y="791425"/>
                </a:lnTo>
                <a:lnTo>
                  <a:pt x="3160736" y="791425"/>
                </a:lnTo>
                <a:lnTo>
                  <a:pt x="3154538" y="791425"/>
                </a:lnTo>
                <a:lnTo>
                  <a:pt x="3148341" y="791425"/>
                </a:lnTo>
                <a:lnTo>
                  <a:pt x="3142143" y="791425"/>
                </a:lnTo>
                <a:lnTo>
                  <a:pt x="3135946" y="791425"/>
                </a:lnTo>
                <a:lnTo>
                  <a:pt x="3129748" y="791425"/>
                </a:lnTo>
                <a:lnTo>
                  <a:pt x="3123551" y="791425"/>
                </a:lnTo>
                <a:lnTo>
                  <a:pt x="3117353" y="791425"/>
                </a:lnTo>
                <a:lnTo>
                  <a:pt x="3111156" y="791425"/>
                </a:lnTo>
                <a:lnTo>
                  <a:pt x="3104958" y="791425"/>
                </a:lnTo>
                <a:lnTo>
                  <a:pt x="3098761" y="791425"/>
                </a:lnTo>
                <a:lnTo>
                  <a:pt x="3092563" y="791425"/>
                </a:lnTo>
                <a:lnTo>
                  <a:pt x="3086366" y="791425"/>
                </a:lnTo>
                <a:lnTo>
                  <a:pt x="3080168" y="791425"/>
                </a:lnTo>
                <a:lnTo>
                  <a:pt x="3073971" y="791425"/>
                </a:lnTo>
                <a:lnTo>
                  <a:pt x="3067773" y="791425"/>
                </a:lnTo>
                <a:lnTo>
                  <a:pt x="3061576" y="791425"/>
                </a:lnTo>
                <a:lnTo>
                  <a:pt x="3055378" y="791425"/>
                </a:lnTo>
                <a:lnTo>
                  <a:pt x="3049181" y="791425"/>
                </a:lnTo>
                <a:lnTo>
                  <a:pt x="3042983" y="791425"/>
                </a:lnTo>
                <a:lnTo>
                  <a:pt x="3036786" y="791425"/>
                </a:lnTo>
                <a:lnTo>
                  <a:pt x="3030588" y="791425"/>
                </a:lnTo>
                <a:lnTo>
                  <a:pt x="3024390" y="791425"/>
                </a:lnTo>
                <a:lnTo>
                  <a:pt x="3018193" y="791425"/>
                </a:lnTo>
                <a:lnTo>
                  <a:pt x="3011995" y="791425"/>
                </a:lnTo>
                <a:lnTo>
                  <a:pt x="3005798" y="791425"/>
                </a:lnTo>
                <a:lnTo>
                  <a:pt x="2999600" y="791425"/>
                </a:lnTo>
                <a:lnTo>
                  <a:pt x="2993403" y="791425"/>
                </a:lnTo>
                <a:lnTo>
                  <a:pt x="2987205" y="791425"/>
                </a:lnTo>
                <a:lnTo>
                  <a:pt x="2981008" y="791425"/>
                </a:lnTo>
                <a:lnTo>
                  <a:pt x="2974810" y="791425"/>
                </a:lnTo>
                <a:lnTo>
                  <a:pt x="2968613" y="791425"/>
                </a:lnTo>
                <a:lnTo>
                  <a:pt x="2962415" y="791425"/>
                </a:lnTo>
                <a:lnTo>
                  <a:pt x="2956218" y="791425"/>
                </a:lnTo>
                <a:lnTo>
                  <a:pt x="2950020" y="791425"/>
                </a:lnTo>
                <a:lnTo>
                  <a:pt x="2943823" y="791425"/>
                </a:lnTo>
                <a:lnTo>
                  <a:pt x="2937625" y="791425"/>
                </a:lnTo>
                <a:lnTo>
                  <a:pt x="2931428" y="791425"/>
                </a:lnTo>
                <a:lnTo>
                  <a:pt x="2925230" y="791425"/>
                </a:lnTo>
                <a:lnTo>
                  <a:pt x="2919033" y="791425"/>
                </a:lnTo>
                <a:lnTo>
                  <a:pt x="2912835" y="791425"/>
                </a:lnTo>
                <a:lnTo>
                  <a:pt x="2906638" y="791425"/>
                </a:lnTo>
                <a:lnTo>
                  <a:pt x="2900440" y="791425"/>
                </a:lnTo>
                <a:lnTo>
                  <a:pt x="2894243" y="791425"/>
                </a:lnTo>
                <a:lnTo>
                  <a:pt x="2888045" y="791425"/>
                </a:lnTo>
                <a:lnTo>
                  <a:pt x="2881847" y="791425"/>
                </a:lnTo>
                <a:lnTo>
                  <a:pt x="2875650" y="791425"/>
                </a:lnTo>
                <a:lnTo>
                  <a:pt x="2869452" y="791425"/>
                </a:lnTo>
                <a:lnTo>
                  <a:pt x="2863255" y="791425"/>
                </a:lnTo>
                <a:lnTo>
                  <a:pt x="2857057" y="791425"/>
                </a:lnTo>
                <a:lnTo>
                  <a:pt x="2850860" y="791425"/>
                </a:lnTo>
                <a:lnTo>
                  <a:pt x="2844662" y="791425"/>
                </a:lnTo>
                <a:lnTo>
                  <a:pt x="2838465" y="791425"/>
                </a:lnTo>
                <a:lnTo>
                  <a:pt x="2832267" y="791425"/>
                </a:lnTo>
                <a:lnTo>
                  <a:pt x="2826070" y="791425"/>
                </a:lnTo>
                <a:lnTo>
                  <a:pt x="2819872" y="791425"/>
                </a:lnTo>
                <a:lnTo>
                  <a:pt x="2813675" y="791425"/>
                </a:lnTo>
                <a:lnTo>
                  <a:pt x="2807477" y="791425"/>
                </a:lnTo>
                <a:lnTo>
                  <a:pt x="2801280" y="791425"/>
                </a:lnTo>
                <a:lnTo>
                  <a:pt x="2795082" y="791425"/>
                </a:lnTo>
                <a:lnTo>
                  <a:pt x="2788885" y="791425"/>
                </a:lnTo>
                <a:lnTo>
                  <a:pt x="2782687" y="791425"/>
                </a:lnTo>
                <a:lnTo>
                  <a:pt x="2776490" y="791425"/>
                </a:lnTo>
                <a:lnTo>
                  <a:pt x="2770292" y="791425"/>
                </a:lnTo>
                <a:lnTo>
                  <a:pt x="2764095" y="791425"/>
                </a:lnTo>
                <a:lnTo>
                  <a:pt x="2757897" y="791425"/>
                </a:lnTo>
                <a:lnTo>
                  <a:pt x="2751699" y="791425"/>
                </a:lnTo>
                <a:lnTo>
                  <a:pt x="2745502" y="791425"/>
                </a:lnTo>
                <a:lnTo>
                  <a:pt x="2739304" y="791425"/>
                </a:lnTo>
                <a:lnTo>
                  <a:pt x="2733107" y="791425"/>
                </a:lnTo>
                <a:lnTo>
                  <a:pt x="2726909" y="791425"/>
                </a:lnTo>
                <a:lnTo>
                  <a:pt x="2720712" y="791425"/>
                </a:lnTo>
                <a:lnTo>
                  <a:pt x="2714514" y="791425"/>
                </a:lnTo>
                <a:lnTo>
                  <a:pt x="2708317" y="791425"/>
                </a:lnTo>
                <a:lnTo>
                  <a:pt x="2702119" y="791425"/>
                </a:lnTo>
                <a:lnTo>
                  <a:pt x="2695922" y="791425"/>
                </a:lnTo>
                <a:lnTo>
                  <a:pt x="2689724" y="791425"/>
                </a:lnTo>
                <a:lnTo>
                  <a:pt x="2683527" y="791425"/>
                </a:lnTo>
                <a:lnTo>
                  <a:pt x="2677329" y="791425"/>
                </a:lnTo>
                <a:lnTo>
                  <a:pt x="2671132" y="791425"/>
                </a:lnTo>
                <a:lnTo>
                  <a:pt x="2664934" y="791425"/>
                </a:lnTo>
                <a:lnTo>
                  <a:pt x="2658737" y="791425"/>
                </a:lnTo>
                <a:lnTo>
                  <a:pt x="2652539" y="791425"/>
                </a:lnTo>
                <a:lnTo>
                  <a:pt x="2646342" y="791425"/>
                </a:lnTo>
                <a:lnTo>
                  <a:pt x="2640144" y="791425"/>
                </a:lnTo>
                <a:lnTo>
                  <a:pt x="2633947" y="791425"/>
                </a:lnTo>
                <a:lnTo>
                  <a:pt x="2627749" y="791425"/>
                </a:lnTo>
                <a:lnTo>
                  <a:pt x="2621552" y="791425"/>
                </a:lnTo>
                <a:lnTo>
                  <a:pt x="2615354" y="791425"/>
                </a:lnTo>
                <a:lnTo>
                  <a:pt x="2609156" y="791425"/>
                </a:lnTo>
                <a:lnTo>
                  <a:pt x="2602959" y="791425"/>
                </a:lnTo>
                <a:lnTo>
                  <a:pt x="2596761" y="791425"/>
                </a:lnTo>
                <a:lnTo>
                  <a:pt x="2590564" y="791425"/>
                </a:lnTo>
                <a:lnTo>
                  <a:pt x="2584366" y="791425"/>
                </a:lnTo>
                <a:lnTo>
                  <a:pt x="2578169" y="791425"/>
                </a:lnTo>
                <a:lnTo>
                  <a:pt x="2571971" y="791425"/>
                </a:lnTo>
                <a:lnTo>
                  <a:pt x="2565774" y="791425"/>
                </a:lnTo>
                <a:lnTo>
                  <a:pt x="2559576" y="791425"/>
                </a:lnTo>
                <a:lnTo>
                  <a:pt x="2553379" y="791425"/>
                </a:lnTo>
                <a:lnTo>
                  <a:pt x="2547181" y="791425"/>
                </a:lnTo>
                <a:lnTo>
                  <a:pt x="2540984" y="791425"/>
                </a:lnTo>
                <a:lnTo>
                  <a:pt x="2534786" y="791425"/>
                </a:lnTo>
                <a:lnTo>
                  <a:pt x="2528589" y="791425"/>
                </a:lnTo>
                <a:lnTo>
                  <a:pt x="2522391" y="791425"/>
                </a:lnTo>
                <a:lnTo>
                  <a:pt x="2516194" y="791425"/>
                </a:lnTo>
                <a:lnTo>
                  <a:pt x="2509996" y="791425"/>
                </a:lnTo>
                <a:lnTo>
                  <a:pt x="2503799" y="791425"/>
                </a:lnTo>
                <a:lnTo>
                  <a:pt x="2497601" y="791425"/>
                </a:lnTo>
                <a:lnTo>
                  <a:pt x="2491404" y="791425"/>
                </a:lnTo>
                <a:lnTo>
                  <a:pt x="2485206" y="791425"/>
                </a:lnTo>
                <a:lnTo>
                  <a:pt x="2479009" y="791425"/>
                </a:lnTo>
                <a:lnTo>
                  <a:pt x="2472811" y="791425"/>
                </a:lnTo>
                <a:lnTo>
                  <a:pt x="2466613" y="791425"/>
                </a:lnTo>
                <a:lnTo>
                  <a:pt x="2460416" y="791425"/>
                </a:lnTo>
                <a:lnTo>
                  <a:pt x="2454218" y="791425"/>
                </a:lnTo>
                <a:lnTo>
                  <a:pt x="2448021" y="791425"/>
                </a:lnTo>
                <a:lnTo>
                  <a:pt x="2441823" y="791425"/>
                </a:lnTo>
                <a:lnTo>
                  <a:pt x="2435626" y="791425"/>
                </a:lnTo>
                <a:lnTo>
                  <a:pt x="2429428" y="791425"/>
                </a:lnTo>
                <a:lnTo>
                  <a:pt x="2423231" y="791425"/>
                </a:lnTo>
                <a:lnTo>
                  <a:pt x="2417033" y="791425"/>
                </a:lnTo>
                <a:lnTo>
                  <a:pt x="2410836" y="791425"/>
                </a:lnTo>
                <a:lnTo>
                  <a:pt x="2404638" y="791425"/>
                </a:lnTo>
                <a:lnTo>
                  <a:pt x="2398441" y="791425"/>
                </a:lnTo>
                <a:lnTo>
                  <a:pt x="2392243" y="791425"/>
                </a:lnTo>
                <a:lnTo>
                  <a:pt x="2386046" y="791425"/>
                </a:lnTo>
                <a:lnTo>
                  <a:pt x="2379848" y="791425"/>
                </a:lnTo>
                <a:lnTo>
                  <a:pt x="2373651" y="791425"/>
                </a:lnTo>
                <a:lnTo>
                  <a:pt x="2367453" y="791425"/>
                </a:lnTo>
                <a:lnTo>
                  <a:pt x="2361256" y="791425"/>
                </a:lnTo>
                <a:lnTo>
                  <a:pt x="2355058" y="791425"/>
                </a:lnTo>
                <a:lnTo>
                  <a:pt x="2348861" y="791425"/>
                </a:lnTo>
                <a:lnTo>
                  <a:pt x="2342663" y="791425"/>
                </a:lnTo>
                <a:lnTo>
                  <a:pt x="2336465" y="791425"/>
                </a:lnTo>
                <a:lnTo>
                  <a:pt x="2330268" y="791425"/>
                </a:lnTo>
                <a:lnTo>
                  <a:pt x="2324070" y="791425"/>
                </a:lnTo>
                <a:lnTo>
                  <a:pt x="2317873" y="791425"/>
                </a:lnTo>
                <a:lnTo>
                  <a:pt x="2311675" y="791425"/>
                </a:lnTo>
                <a:lnTo>
                  <a:pt x="2305478" y="791425"/>
                </a:lnTo>
                <a:lnTo>
                  <a:pt x="2299280" y="791425"/>
                </a:lnTo>
                <a:lnTo>
                  <a:pt x="2293083" y="791425"/>
                </a:lnTo>
                <a:lnTo>
                  <a:pt x="2286885" y="791425"/>
                </a:lnTo>
                <a:lnTo>
                  <a:pt x="2280688" y="791425"/>
                </a:lnTo>
                <a:lnTo>
                  <a:pt x="2274490" y="791425"/>
                </a:lnTo>
                <a:lnTo>
                  <a:pt x="2268293" y="791425"/>
                </a:lnTo>
                <a:lnTo>
                  <a:pt x="2262095" y="791425"/>
                </a:lnTo>
                <a:lnTo>
                  <a:pt x="2255898" y="791425"/>
                </a:lnTo>
                <a:lnTo>
                  <a:pt x="2249700" y="791425"/>
                </a:lnTo>
                <a:lnTo>
                  <a:pt x="2243503" y="791425"/>
                </a:lnTo>
                <a:lnTo>
                  <a:pt x="2237305" y="791425"/>
                </a:lnTo>
                <a:lnTo>
                  <a:pt x="2231108" y="791425"/>
                </a:lnTo>
                <a:lnTo>
                  <a:pt x="2224910" y="791425"/>
                </a:lnTo>
                <a:lnTo>
                  <a:pt x="2218713" y="791425"/>
                </a:lnTo>
                <a:lnTo>
                  <a:pt x="2212515" y="791425"/>
                </a:lnTo>
                <a:lnTo>
                  <a:pt x="2206318" y="791425"/>
                </a:lnTo>
                <a:lnTo>
                  <a:pt x="2200120" y="791425"/>
                </a:lnTo>
                <a:lnTo>
                  <a:pt x="2193922" y="791425"/>
                </a:lnTo>
                <a:lnTo>
                  <a:pt x="2187725" y="791425"/>
                </a:lnTo>
                <a:lnTo>
                  <a:pt x="2181527" y="791425"/>
                </a:lnTo>
                <a:lnTo>
                  <a:pt x="2175330" y="791425"/>
                </a:lnTo>
                <a:lnTo>
                  <a:pt x="2169132" y="791425"/>
                </a:lnTo>
                <a:lnTo>
                  <a:pt x="2162935" y="791425"/>
                </a:lnTo>
                <a:lnTo>
                  <a:pt x="2156737" y="791425"/>
                </a:lnTo>
                <a:lnTo>
                  <a:pt x="2150540" y="791425"/>
                </a:lnTo>
                <a:lnTo>
                  <a:pt x="2144342" y="791425"/>
                </a:lnTo>
                <a:lnTo>
                  <a:pt x="2138145" y="791425"/>
                </a:lnTo>
                <a:lnTo>
                  <a:pt x="2131947" y="791425"/>
                </a:lnTo>
                <a:lnTo>
                  <a:pt x="2125750" y="791425"/>
                </a:lnTo>
                <a:lnTo>
                  <a:pt x="2119552" y="791425"/>
                </a:lnTo>
                <a:lnTo>
                  <a:pt x="2113355" y="791425"/>
                </a:lnTo>
                <a:lnTo>
                  <a:pt x="2107157" y="791425"/>
                </a:lnTo>
                <a:lnTo>
                  <a:pt x="2100960" y="791425"/>
                </a:lnTo>
                <a:lnTo>
                  <a:pt x="2094762" y="791425"/>
                </a:lnTo>
                <a:lnTo>
                  <a:pt x="2088565" y="791425"/>
                </a:lnTo>
                <a:lnTo>
                  <a:pt x="2082367" y="791425"/>
                </a:lnTo>
                <a:lnTo>
                  <a:pt x="2076170" y="791425"/>
                </a:lnTo>
                <a:lnTo>
                  <a:pt x="2069972" y="791425"/>
                </a:lnTo>
                <a:lnTo>
                  <a:pt x="2063774" y="791425"/>
                </a:lnTo>
                <a:lnTo>
                  <a:pt x="2057577" y="791425"/>
                </a:lnTo>
                <a:lnTo>
                  <a:pt x="2051379" y="791425"/>
                </a:lnTo>
                <a:lnTo>
                  <a:pt x="2045182" y="791425"/>
                </a:lnTo>
                <a:lnTo>
                  <a:pt x="2038984" y="791425"/>
                </a:lnTo>
                <a:lnTo>
                  <a:pt x="2032787" y="791425"/>
                </a:lnTo>
                <a:lnTo>
                  <a:pt x="2026589" y="791425"/>
                </a:lnTo>
                <a:lnTo>
                  <a:pt x="2020392" y="791425"/>
                </a:lnTo>
                <a:lnTo>
                  <a:pt x="2014194" y="791425"/>
                </a:lnTo>
                <a:lnTo>
                  <a:pt x="2007997" y="791425"/>
                </a:lnTo>
                <a:lnTo>
                  <a:pt x="2001799" y="791425"/>
                </a:lnTo>
                <a:lnTo>
                  <a:pt x="1995602" y="791425"/>
                </a:lnTo>
                <a:lnTo>
                  <a:pt x="1989404" y="791425"/>
                </a:lnTo>
                <a:lnTo>
                  <a:pt x="1983207" y="791425"/>
                </a:lnTo>
                <a:lnTo>
                  <a:pt x="1977009" y="791425"/>
                </a:lnTo>
                <a:lnTo>
                  <a:pt x="1970812" y="791425"/>
                </a:lnTo>
                <a:lnTo>
                  <a:pt x="1964614" y="791425"/>
                </a:lnTo>
                <a:lnTo>
                  <a:pt x="1958417" y="791425"/>
                </a:lnTo>
                <a:lnTo>
                  <a:pt x="1952219" y="791425"/>
                </a:lnTo>
                <a:lnTo>
                  <a:pt x="1946022" y="791425"/>
                </a:lnTo>
                <a:lnTo>
                  <a:pt x="1939824" y="791425"/>
                </a:lnTo>
                <a:lnTo>
                  <a:pt x="1933627" y="791425"/>
                </a:lnTo>
                <a:lnTo>
                  <a:pt x="1927429" y="791425"/>
                </a:lnTo>
                <a:lnTo>
                  <a:pt x="1921231" y="791425"/>
                </a:lnTo>
                <a:lnTo>
                  <a:pt x="1915034" y="791425"/>
                </a:lnTo>
                <a:lnTo>
                  <a:pt x="1908836" y="791425"/>
                </a:lnTo>
                <a:lnTo>
                  <a:pt x="1902639" y="791425"/>
                </a:lnTo>
                <a:lnTo>
                  <a:pt x="1896441" y="791425"/>
                </a:lnTo>
                <a:lnTo>
                  <a:pt x="1890244" y="791425"/>
                </a:lnTo>
                <a:lnTo>
                  <a:pt x="1884046" y="791425"/>
                </a:lnTo>
                <a:lnTo>
                  <a:pt x="1877849" y="791425"/>
                </a:lnTo>
                <a:lnTo>
                  <a:pt x="1871651" y="791425"/>
                </a:lnTo>
                <a:lnTo>
                  <a:pt x="1865454" y="791425"/>
                </a:lnTo>
                <a:lnTo>
                  <a:pt x="1859256" y="791425"/>
                </a:lnTo>
                <a:lnTo>
                  <a:pt x="1853059" y="791425"/>
                </a:lnTo>
                <a:lnTo>
                  <a:pt x="1846861" y="791425"/>
                </a:lnTo>
                <a:lnTo>
                  <a:pt x="1840664" y="791425"/>
                </a:lnTo>
                <a:lnTo>
                  <a:pt x="1834466" y="791425"/>
                </a:lnTo>
                <a:lnTo>
                  <a:pt x="1828269" y="791425"/>
                </a:lnTo>
                <a:lnTo>
                  <a:pt x="1822071" y="791425"/>
                </a:lnTo>
                <a:lnTo>
                  <a:pt x="1815874" y="791425"/>
                </a:lnTo>
                <a:lnTo>
                  <a:pt x="1809676" y="791425"/>
                </a:lnTo>
                <a:lnTo>
                  <a:pt x="1803479" y="791425"/>
                </a:lnTo>
                <a:lnTo>
                  <a:pt x="1797281" y="791425"/>
                </a:lnTo>
                <a:lnTo>
                  <a:pt x="1791084" y="791425"/>
                </a:lnTo>
                <a:lnTo>
                  <a:pt x="1784886" y="791425"/>
                </a:lnTo>
                <a:lnTo>
                  <a:pt x="1778688" y="791425"/>
                </a:lnTo>
                <a:lnTo>
                  <a:pt x="1772491" y="791425"/>
                </a:lnTo>
                <a:lnTo>
                  <a:pt x="1766293" y="791425"/>
                </a:lnTo>
                <a:lnTo>
                  <a:pt x="1760096" y="791425"/>
                </a:lnTo>
                <a:lnTo>
                  <a:pt x="1753898" y="791425"/>
                </a:lnTo>
                <a:lnTo>
                  <a:pt x="1747701" y="791425"/>
                </a:lnTo>
                <a:lnTo>
                  <a:pt x="1741503" y="791425"/>
                </a:lnTo>
                <a:lnTo>
                  <a:pt x="1735306" y="791425"/>
                </a:lnTo>
                <a:lnTo>
                  <a:pt x="1729108" y="791425"/>
                </a:lnTo>
                <a:lnTo>
                  <a:pt x="1722911" y="791425"/>
                </a:lnTo>
                <a:lnTo>
                  <a:pt x="1716713" y="791425"/>
                </a:lnTo>
                <a:lnTo>
                  <a:pt x="1710516" y="791425"/>
                </a:lnTo>
                <a:lnTo>
                  <a:pt x="1704318" y="791425"/>
                </a:lnTo>
                <a:lnTo>
                  <a:pt x="1698121" y="791425"/>
                </a:lnTo>
                <a:lnTo>
                  <a:pt x="1691923" y="791425"/>
                </a:lnTo>
                <a:lnTo>
                  <a:pt x="1685726" y="791425"/>
                </a:lnTo>
                <a:lnTo>
                  <a:pt x="1679528" y="791425"/>
                </a:lnTo>
                <a:lnTo>
                  <a:pt x="1673331" y="791425"/>
                </a:lnTo>
                <a:lnTo>
                  <a:pt x="1667133" y="791425"/>
                </a:lnTo>
                <a:lnTo>
                  <a:pt x="1660936" y="791425"/>
                </a:lnTo>
                <a:lnTo>
                  <a:pt x="1654738" y="791425"/>
                </a:lnTo>
                <a:lnTo>
                  <a:pt x="1648540" y="791425"/>
                </a:lnTo>
                <a:lnTo>
                  <a:pt x="1642343" y="791425"/>
                </a:lnTo>
                <a:lnTo>
                  <a:pt x="1636145" y="791425"/>
                </a:lnTo>
                <a:lnTo>
                  <a:pt x="1629948" y="791425"/>
                </a:lnTo>
                <a:lnTo>
                  <a:pt x="1623750" y="791425"/>
                </a:lnTo>
                <a:lnTo>
                  <a:pt x="1617553" y="791425"/>
                </a:lnTo>
                <a:lnTo>
                  <a:pt x="1611355" y="791425"/>
                </a:lnTo>
                <a:lnTo>
                  <a:pt x="1605158" y="791425"/>
                </a:lnTo>
                <a:lnTo>
                  <a:pt x="1598960" y="791425"/>
                </a:lnTo>
                <a:lnTo>
                  <a:pt x="1592763" y="791425"/>
                </a:lnTo>
                <a:lnTo>
                  <a:pt x="1586565" y="791425"/>
                </a:lnTo>
                <a:lnTo>
                  <a:pt x="1580368" y="791425"/>
                </a:lnTo>
                <a:lnTo>
                  <a:pt x="1574170" y="791425"/>
                </a:lnTo>
                <a:lnTo>
                  <a:pt x="1567973" y="791425"/>
                </a:lnTo>
                <a:lnTo>
                  <a:pt x="1561775" y="791425"/>
                </a:lnTo>
                <a:lnTo>
                  <a:pt x="1555578" y="791425"/>
                </a:lnTo>
                <a:lnTo>
                  <a:pt x="1549380" y="791425"/>
                </a:lnTo>
                <a:lnTo>
                  <a:pt x="1543183" y="791425"/>
                </a:lnTo>
                <a:lnTo>
                  <a:pt x="1536985" y="791425"/>
                </a:lnTo>
                <a:lnTo>
                  <a:pt x="1530788" y="791425"/>
                </a:lnTo>
                <a:lnTo>
                  <a:pt x="1524590" y="791425"/>
                </a:lnTo>
                <a:lnTo>
                  <a:pt x="1518393" y="791425"/>
                </a:lnTo>
                <a:lnTo>
                  <a:pt x="1512195" y="791425"/>
                </a:lnTo>
                <a:lnTo>
                  <a:pt x="1505997" y="791425"/>
                </a:lnTo>
                <a:lnTo>
                  <a:pt x="1499800" y="791425"/>
                </a:lnTo>
                <a:lnTo>
                  <a:pt x="1493602" y="791425"/>
                </a:lnTo>
                <a:lnTo>
                  <a:pt x="1487405" y="791425"/>
                </a:lnTo>
                <a:lnTo>
                  <a:pt x="1481207" y="791425"/>
                </a:lnTo>
                <a:lnTo>
                  <a:pt x="1475010" y="791425"/>
                </a:lnTo>
                <a:lnTo>
                  <a:pt x="1468812" y="791425"/>
                </a:lnTo>
                <a:lnTo>
                  <a:pt x="1462615" y="791425"/>
                </a:lnTo>
                <a:lnTo>
                  <a:pt x="1456417" y="791425"/>
                </a:lnTo>
                <a:lnTo>
                  <a:pt x="1450220" y="791425"/>
                </a:lnTo>
                <a:lnTo>
                  <a:pt x="1444022" y="791425"/>
                </a:lnTo>
                <a:lnTo>
                  <a:pt x="1437825" y="791425"/>
                </a:lnTo>
                <a:lnTo>
                  <a:pt x="1431627" y="791425"/>
                </a:lnTo>
                <a:lnTo>
                  <a:pt x="1425430" y="791425"/>
                </a:lnTo>
                <a:lnTo>
                  <a:pt x="1419232" y="791425"/>
                </a:lnTo>
                <a:lnTo>
                  <a:pt x="1413035" y="791425"/>
                </a:lnTo>
                <a:lnTo>
                  <a:pt x="1406837" y="791425"/>
                </a:lnTo>
                <a:lnTo>
                  <a:pt x="1400640" y="791425"/>
                </a:lnTo>
                <a:lnTo>
                  <a:pt x="1394442" y="791425"/>
                </a:lnTo>
                <a:lnTo>
                  <a:pt x="1388245" y="791425"/>
                </a:lnTo>
                <a:lnTo>
                  <a:pt x="1382047" y="791425"/>
                </a:lnTo>
                <a:lnTo>
                  <a:pt x="1375849" y="791425"/>
                </a:lnTo>
                <a:lnTo>
                  <a:pt x="1369652" y="791425"/>
                </a:lnTo>
                <a:lnTo>
                  <a:pt x="1363454" y="791425"/>
                </a:lnTo>
                <a:lnTo>
                  <a:pt x="1357257" y="791425"/>
                </a:lnTo>
                <a:lnTo>
                  <a:pt x="1351059" y="791425"/>
                </a:lnTo>
                <a:lnTo>
                  <a:pt x="1344862" y="791425"/>
                </a:lnTo>
                <a:lnTo>
                  <a:pt x="1338664" y="791425"/>
                </a:lnTo>
                <a:lnTo>
                  <a:pt x="1332467" y="791425"/>
                </a:lnTo>
                <a:lnTo>
                  <a:pt x="1326269" y="791425"/>
                </a:lnTo>
                <a:lnTo>
                  <a:pt x="1320072" y="791425"/>
                </a:lnTo>
                <a:lnTo>
                  <a:pt x="1313874" y="791425"/>
                </a:lnTo>
                <a:lnTo>
                  <a:pt x="1307677" y="791425"/>
                </a:lnTo>
                <a:lnTo>
                  <a:pt x="1301479" y="791425"/>
                </a:lnTo>
                <a:lnTo>
                  <a:pt x="1295282" y="791425"/>
                </a:lnTo>
                <a:lnTo>
                  <a:pt x="1289084" y="791425"/>
                </a:lnTo>
                <a:lnTo>
                  <a:pt x="1282887" y="791425"/>
                </a:lnTo>
                <a:lnTo>
                  <a:pt x="1276689" y="791425"/>
                </a:lnTo>
                <a:lnTo>
                  <a:pt x="1270492" y="791425"/>
                </a:lnTo>
                <a:lnTo>
                  <a:pt x="1264294" y="791425"/>
                </a:lnTo>
                <a:lnTo>
                  <a:pt x="1258097" y="791425"/>
                </a:lnTo>
                <a:lnTo>
                  <a:pt x="1251899" y="791425"/>
                </a:lnTo>
                <a:lnTo>
                  <a:pt x="1245702" y="791425"/>
                </a:lnTo>
                <a:lnTo>
                  <a:pt x="1239504" y="791425"/>
                </a:lnTo>
                <a:lnTo>
                  <a:pt x="1233306" y="791425"/>
                </a:lnTo>
                <a:lnTo>
                  <a:pt x="1227109" y="791425"/>
                </a:lnTo>
                <a:lnTo>
                  <a:pt x="1220911" y="791425"/>
                </a:lnTo>
                <a:lnTo>
                  <a:pt x="1214714" y="791425"/>
                </a:lnTo>
                <a:lnTo>
                  <a:pt x="1208516" y="791425"/>
                </a:lnTo>
                <a:lnTo>
                  <a:pt x="1202319" y="791425"/>
                </a:lnTo>
                <a:lnTo>
                  <a:pt x="1196121" y="791425"/>
                </a:lnTo>
                <a:lnTo>
                  <a:pt x="1189924" y="791425"/>
                </a:lnTo>
                <a:lnTo>
                  <a:pt x="1183726" y="791425"/>
                </a:lnTo>
                <a:lnTo>
                  <a:pt x="1177529" y="791425"/>
                </a:lnTo>
                <a:lnTo>
                  <a:pt x="1171331" y="791425"/>
                </a:lnTo>
                <a:lnTo>
                  <a:pt x="1165134" y="791425"/>
                </a:lnTo>
                <a:lnTo>
                  <a:pt x="1158936" y="791425"/>
                </a:lnTo>
                <a:lnTo>
                  <a:pt x="1152739" y="791425"/>
                </a:lnTo>
                <a:lnTo>
                  <a:pt x="1146541" y="791425"/>
                </a:lnTo>
                <a:lnTo>
                  <a:pt x="1140344" y="791425"/>
                </a:lnTo>
                <a:lnTo>
                  <a:pt x="1134146" y="791425"/>
                </a:lnTo>
                <a:lnTo>
                  <a:pt x="1127949" y="791425"/>
                </a:lnTo>
                <a:lnTo>
                  <a:pt x="1121751" y="791425"/>
                </a:lnTo>
                <a:lnTo>
                  <a:pt x="1115554" y="791425"/>
                </a:lnTo>
                <a:lnTo>
                  <a:pt x="1109356" y="791425"/>
                </a:lnTo>
                <a:lnTo>
                  <a:pt x="1103159" y="791425"/>
                </a:lnTo>
                <a:lnTo>
                  <a:pt x="1096961" y="791425"/>
                </a:lnTo>
                <a:lnTo>
                  <a:pt x="1090763" y="791425"/>
                </a:lnTo>
                <a:lnTo>
                  <a:pt x="1084566" y="791425"/>
                </a:lnTo>
                <a:lnTo>
                  <a:pt x="1078368" y="791425"/>
                </a:lnTo>
                <a:lnTo>
                  <a:pt x="1072171" y="791425"/>
                </a:lnTo>
                <a:lnTo>
                  <a:pt x="1065973" y="791425"/>
                </a:lnTo>
                <a:lnTo>
                  <a:pt x="1059776" y="791425"/>
                </a:lnTo>
                <a:lnTo>
                  <a:pt x="1053578" y="791425"/>
                </a:lnTo>
                <a:lnTo>
                  <a:pt x="1047381" y="791425"/>
                </a:lnTo>
                <a:lnTo>
                  <a:pt x="1041183" y="791425"/>
                </a:lnTo>
                <a:lnTo>
                  <a:pt x="1034986" y="791425"/>
                </a:lnTo>
                <a:lnTo>
                  <a:pt x="1028788" y="791425"/>
                </a:lnTo>
                <a:lnTo>
                  <a:pt x="1022591" y="791425"/>
                </a:lnTo>
                <a:lnTo>
                  <a:pt x="1016393" y="791425"/>
                </a:lnTo>
                <a:lnTo>
                  <a:pt x="1010196" y="791425"/>
                </a:lnTo>
                <a:lnTo>
                  <a:pt x="1003998" y="791425"/>
                </a:lnTo>
                <a:lnTo>
                  <a:pt x="997801" y="791425"/>
                </a:lnTo>
                <a:lnTo>
                  <a:pt x="991603" y="791425"/>
                </a:lnTo>
                <a:lnTo>
                  <a:pt x="985406" y="791425"/>
                </a:lnTo>
                <a:lnTo>
                  <a:pt x="979208" y="791425"/>
                </a:lnTo>
                <a:lnTo>
                  <a:pt x="973011" y="791425"/>
                </a:lnTo>
                <a:lnTo>
                  <a:pt x="966813" y="791425"/>
                </a:lnTo>
                <a:lnTo>
                  <a:pt x="960615" y="791425"/>
                </a:lnTo>
                <a:lnTo>
                  <a:pt x="954418" y="791425"/>
                </a:lnTo>
                <a:lnTo>
                  <a:pt x="948220" y="791425"/>
                </a:lnTo>
                <a:lnTo>
                  <a:pt x="942023" y="791425"/>
                </a:lnTo>
                <a:lnTo>
                  <a:pt x="935825" y="791425"/>
                </a:lnTo>
                <a:lnTo>
                  <a:pt x="929628" y="791425"/>
                </a:lnTo>
                <a:lnTo>
                  <a:pt x="923430" y="791425"/>
                </a:lnTo>
                <a:lnTo>
                  <a:pt x="917233" y="791425"/>
                </a:lnTo>
                <a:lnTo>
                  <a:pt x="911035" y="791425"/>
                </a:lnTo>
                <a:lnTo>
                  <a:pt x="904838" y="791425"/>
                </a:lnTo>
                <a:lnTo>
                  <a:pt x="898640" y="791425"/>
                </a:lnTo>
                <a:lnTo>
                  <a:pt x="892443" y="791425"/>
                </a:lnTo>
                <a:lnTo>
                  <a:pt x="886245" y="791425"/>
                </a:lnTo>
                <a:lnTo>
                  <a:pt x="880048" y="791425"/>
                </a:lnTo>
                <a:lnTo>
                  <a:pt x="873850" y="791425"/>
                </a:lnTo>
                <a:lnTo>
                  <a:pt x="867653" y="791425"/>
                </a:lnTo>
                <a:lnTo>
                  <a:pt x="861455" y="791425"/>
                </a:lnTo>
                <a:lnTo>
                  <a:pt x="855258" y="791425"/>
                </a:lnTo>
                <a:lnTo>
                  <a:pt x="849060" y="791425"/>
                </a:lnTo>
                <a:lnTo>
                  <a:pt x="842863" y="791425"/>
                </a:lnTo>
                <a:lnTo>
                  <a:pt x="836665" y="791425"/>
                </a:lnTo>
                <a:lnTo>
                  <a:pt x="830468" y="791425"/>
                </a:lnTo>
                <a:lnTo>
                  <a:pt x="824270" y="791425"/>
                </a:lnTo>
                <a:lnTo>
                  <a:pt x="818072" y="791425"/>
                </a:lnTo>
                <a:lnTo>
                  <a:pt x="811875" y="791425"/>
                </a:lnTo>
                <a:lnTo>
                  <a:pt x="805677" y="791425"/>
                </a:lnTo>
                <a:lnTo>
                  <a:pt x="799480" y="791425"/>
                </a:lnTo>
                <a:lnTo>
                  <a:pt x="793282" y="791425"/>
                </a:lnTo>
                <a:lnTo>
                  <a:pt x="787085" y="791425"/>
                </a:lnTo>
                <a:lnTo>
                  <a:pt x="780887" y="791425"/>
                </a:lnTo>
                <a:lnTo>
                  <a:pt x="774690" y="791425"/>
                </a:lnTo>
                <a:lnTo>
                  <a:pt x="768492" y="791425"/>
                </a:lnTo>
                <a:lnTo>
                  <a:pt x="762295" y="791425"/>
                </a:lnTo>
                <a:lnTo>
                  <a:pt x="756097" y="791425"/>
                </a:lnTo>
                <a:lnTo>
                  <a:pt x="749900" y="791425"/>
                </a:lnTo>
                <a:lnTo>
                  <a:pt x="743702" y="791425"/>
                </a:lnTo>
                <a:lnTo>
                  <a:pt x="737505" y="791425"/>
                </a:lnTo>
                <a:lnTo>
                  <a:pt x="731307" y="791425"/>
                </a:lnTo>
                <a:lnTo>
                  <a:pt x="725110" y="791425"/>
                </a:lnTo>
                <a:lnTo>
                  <a:pt x="718912" y="791425"/>
                </a:lnTo>
                <a:lnTo>
                  <a:pt x="712715" y="791425"/>
                </a:lnTo>
                <a:lnTo>
                  <a:pt x="706517" y="791425"/>
                </a:lnTo>
                <a:lnTo>
                  <a:pt x="700320" y="791425"/>
                </a:lnTo>
                <a:lnTo>
                  <a:pt x="694122" y="791425"/>
                </a:lnTo>
                <a:lnTo>
                  <a:pt x="687924" y="791425"/>
                </a:lnTo>
                <a:lnTo>
                  <a:pt x="681727" y="791425"/>
                </a:lnTo>
                <a:lnTo>
                  <a:pt x="675529" y="791425"/>
                </a:lnTo>
                <a:lnTo>
                  <a:pt x="669332" y="791425"/>
                </a:lnTo>
                <a:lnTo>
                  <a:pt x="663134" y="791425"/>
                </a:lnTo>
                <a:lnTo>
                  <a:pt x="656937" y="791425"/>
                </a:lnTo>
                <a:lnTo>
                  <a:pt x="650739" y="791425"/>
                </a:lnTo>
                <a:lnTo>
                  <a:pt x="644542" y="791425"/>
                </a:lnTo>
                <a:lnTo>
                  <a:pt x="638344" y="791425"/>
                </a:lnTo>
                <a:lnTo>
                  <a:pt x="632147" y="791425"/>
                </a:lnTo>
                <a:lnTo>
                  <a:pt x="625949" y="791425"/>
                </a:lnTo>
                <a:lnTo>
                  <a:pt x="619752" y="791425"/>
                </a:lnTo>
                <a:lnTo>
                  <a:pt x="613554" y="791425"/>
                </a:lnTo>
                <a:lnTo>
                  <a:pt x="607357" y="791425"/>
                </a:lnTo>
                <a:lnTo>
                  <a:pt x="601159" y="791425"/>
                </a:lnTo>
                <a:lnTo>
                  <a:pt x="594962" y="791425"/>
                </a:lnTo>
                <a:lnTo>
                  <a:pt x="588764" y="791425"/>
                </a:lnTo>
                <a:lnTo>
                  <a:pt x="582567" y="791425"/>
                </a:lnTo>
                <a:lnTo>
                  <a:pt x="576369" y="791425"/>
                </a:lnTo>
                <a:lnTo>
                  <a:pt x="570172" y="791425"/>
                </a:lnTo>
                <a:lnTo>
                  <a:pt x="563974" y="791425"/>
                </a:lnTo>
                <a:lnTo>
                  <a:pt x="557777" y="791425"/>
                </a:lnTo>
                <a:lnTo>
                  <a:pt x="551579" y="791425"/>
                </a:lnTo>
                <a:lnTo>
                  <a:pt x="545381" y="791425"/>
                </a:lnTo>
                <a:lnTo>
                  <a:pt x="539184" y="791425"/>
                </a:lnTo>
                <a:lnTo>
                  <a:pt x="532986" y="791425"/>
                </a:lnTo>
                <a:lnTo>
                  <a:pt x="526789" y="791425"/>
                </a:lnTo>
                <a:lnTo>
                  <a:pt x="520591" y="791425"/>
                </a:lnTo>
                <a:lnTo>
                  <a:pt x="514394" y="791425"/>
                </a:lnTo>
                <a:lnTo>
                  <a:pt x="508196" y="791425"/>
                </a:lnTo>
                <a:lnTo>
                  <a:pt x="501999" y="791425"/>
                </a:lnTo>
                <a:lnTo>
                  <a:pt x="495801" y="791425"/>
                </a:lnTo>
                <a:lnTo>
                  <a:pt x="489604" y="791425"/>
                </a:lnTo>
                <a:lnTo>
                  <a:pt x="483406" y="791425"/>
                </a:lnTo>
                <a:lnTo>
                  <a:pt x="477209" y="791425"/>
                </a:lnTo>
                <a:lnTo>
                  <a:pt x="471011" y="791425"/>
                </a:lnTo>
                <a:lnTo>
                  <a:pt x="464814" y="791425"/>
                </a:lnTo>
                <a:lnTo>
                  <a:pt x="458616" y="791425"/>
                </a:lnTo>
                <a:lnTo>
                  <a:pt x="452419" y="791425"/>
                </a:lnTo>
                <a:lnTo>
                  <a:pt x="446221" y="791425"/>
                </a:lnTo>
                <a:lnTo>
                  <a:pt x="440024" y="791425"/>
                </a:lnTo>
                <a:lnTo>
                  <a:pt x="433826" y="791425"/>
                </a:lnTo>
                <a:lnTo>
                  <a:pt x="427629" y="791425"/>
                </a:lnTo>
                <a:lnTo>
                  <a:pt x="421431" y="791425"/>
                </a:lnTo>
                <a:lnTo>
                  <a:pt x="415234" y="791425"/>
                </a:lnTo>
                <a:lnTo>
                  <a:pt x="409036" y="791425"/>
                </a:lnTo>
                <a:lnTo>
                  <a:pt x="402838" y="791425"/>
                </a:lnTo>
                <a:lnTo>
                  <a:pt x="396641" y="791425"/>
                </a:lnTo>
                <a:lnTo>
                  <a:pt x="390443" y="791425"/>
                </a:lnTo>
                <a:lnTo>
                  <a:pt x="384246" y="791425"/>
                </a:lnTo>
                <a:lnTo>
                  <a:pt x="378048" y="791425"/>
                </a:lnTo>
                <a:lnTo>
                  <a:pt x="371851" y="791425"/>
                </a:lnTo>
                <a:lnTo>
                  <a:pt x="365653" y="791425"/>
                </a:lnTo>
                <a:lnTo>
                  <a:pt x="359456" y="791425"/>
                </a:lnTo>
                <a:lnTo>
                  <a:pt x="353258" y="791425"/>
                </a:lnTo>
                <a:lnTo>
                  <a:pt x="347061" y="791425"/>
                </a:lnTo>
                <a:lnTo>
                  <a:pt x="340863" y="791425"/>
                </a:lnTo>
                <a:lnTo>
                  <a:pt x="334666" y="791425"/>
                </a:lnTo>
                <a:lnTo>
                  <a:pt x="328468" y="791425"/>
                </a:lnTo>
                <a:lnTo>
                  <a:pt x="322271" y="791425"/>
                </a:lnTo>
                <a:lnTo>
                  <a:pt x="316073" y="791425"/>
                </a:lnTo>
                <a:lnTo>
                  <a:pt x="309876" y="791425"/>
                </a:lnTo>
                <a:lnTo>
                  <a:pt x="303678" y="791425"/>
                </a:lnTo>
                <a:lnTo>
                  <a:pt x="297481" y="791425"/>
                </a:lnTo>
                <a:lnTo>
                  <a:pt x="291283" y="791425"/>
                </a:lnTo>
                <a:lnTo>
                  <a:pt x="285086" y="791425"/>
                </a:lnTo>
                <a:lnTo>
                  <a:pt x="278888" y="791425"/>
                </a:lnTo>
                <a:lnTo>
                  <a:pt x="272690" y="791425"/>
                </a:lnTo>
                <a:lnTo>
                  <a:pt x="266493" y="791425"/>
                </a:lnTo>
                <a:lnTo>
                  <a:pt x="260295" y="791425"/>
                </a:lnTo>
                <a:lnTo>
                  <a:pt x="254098" y="791425"/>
                </a:lnTo>
                <a:lnTo>
                  <a:pt x="247900" y="791425"/>
                </a:lnTo>
                <a:lnTo>
                  <a:pt x="241703" y="791425"/>
                </a:lnTo>
                <a:lnTo>
                  <a:pt x="235505" y="791425"/>
                </a:lnTo>
                <a:lnTo>
                  <a:pt x="229308" y="791425"/>
                </a:lnTo>
                <a:lnTo>
                  <a:pt x="223110" y="791425"/>
                </a:lnTo>
                <a:lnTo>
                  <a:pt x="216913" y="791425"/>
                </a:lnTo>
                <a:lnTo>
                  <a:pt x="210715" y="791425"/>
                </a:lnTo>
                <a:lnTo>
                  <a:pt x="204518" y="791425"/>
                </a:lnTo>
                <a:lnTo>
                  <a:pt x="198320" y="791425"/>
                </a:lnTo>
                <a:lnTo>
                  <a:pt x="192123" y="791425"/>
                </a:lnTo>
                <a:lnTo>
                  <a:pt x="185925" y="791425"/>
                </a:lnTo>
                <a:lnTo>
                  <a:pt x="179728" y="791425"/>
                </a:lnTo>
                <a:lnTo>
                  <a:pt x="173530" y="791425"/>
                </a:lnTo>
                <a:lnTo>
                  <a:pt x="167333" y="791425"/>
                </a:lnTo>
                <a:lnTo>
                  <a:pt x="161135" y="791425"/>
                </a:lnTo>
                <a:lnTo>
                  <a:pt x="154938" y="791425"/>
                </a:lnTo>
                <a:lnTo>
                  <a:pt x="148740" y="791425"/>
                </a:lnTo>
                <a:lnTo>
                  <a:pt x="142543" y="791425"/>
                </a:lnTo>
                <a:lnTo>
                  <a:pt x="136345" y="791425"/>
                </a:lnTo>
                <a:lnTo>
                  <a:pt x="130147" y="791425"/>
                </a:lnTo>
                <a:lnTo>
                  <a:pt x="123950" y="791425"/>
                </a:lnTo>
                <a:lnTo>
                  <a:pt x="117752" y="791425"/>
                </a:lnTo>
                <a:lnTo>
                  <a:pt x="111555" y="791425"/>
                </a:lnTo>
                <a:lnTo>
                  <a:pt x="105357" y="791425"/>
                </a:lnTo>
                <a:lnTo>
                  <a:pt x="99160" y="791425"/>
                </a:lnTo>
                <a:lnTo>
                  <a:pt x="92962" y="791425"/>
                </a:lnTo>
                <a:lnTo>
                  <a:pt x="86765" y="791425"/>
                </a:lnTo>
                <a:lnTo>
                  <a:pt x="80567" y="791425"/>
                </a:lnTo>
                <a:lnTo>
                  <a:pt x="74370" y="791425"/>
                </a:lnTo>
                <a:lnTo>
                  <a:pt x="68172" y="791425"/>
                </a:lnTo>
                <a:lnTo>
                  <a:pt x="61975" y="791425"/>
                </a:lnTo>
                <a:lnTo>
                  <a:pt x="55777" y="791425"/>
                </a:lnTo>
                <a:lnTo>
                  <a:pt x="49580" y="791425"/>
                </a:lnTo>
                <a:lnTo>
                  <a:pt x="43382" y="791425"/>
                </a:lnTo>
                <a:lnTo>
                  <a:pt x="37185" y="791425"/>
                </a:lnTo>
                <a:lnTo>
                  <a:pt x="30987" y="791425"/>
                </a:lnTo>
                <a:lnTo>
                  <a:pt x="24790" y="791425"/>
                </a:lnTo>
                <a:lnTo>
                  <a:pt x="18592" y="791425"/>
                </a:lnTo>
                <a:lnTo>
                  <a:pt x="12395" y="791425"/>
                </a:lnTo>
                <a:lnTo>
                  <a:pt x="6197" y="791425"/>
                </a:lnTo>
                <a:lnTo>
                  <a:pt x="0" y="79142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13" name="pl51">
            <a:extLst>
              <a:ext uri="{FF2B5EF4-FFF2-40B4-BE49-F238E27FC236}">
                <a16:creationId xmlns:a16="http://schemas.microsoft.com/office/drawing/2014/main" id="{1728D403-7405-0585-2B50-21F2F4508D44}"/>
              </a:ext>
            </a:extLst>
          </p:cNvPr>
          <p:cNvSpPr/>
          <p:nvPr/>
        </p:nvSpPr>
        <p:spPr>
          <a:xfrm>
            <a:off x="6505677" y="2511402"/>
            <a:ext cx="2412901" cy="570038"/>
          </a:xfrm>
          <a:custGeom>
            <a:avLst/>
            <a:gdLst/>
            <a:ahLst/>
            <a:cxnLst/>
            <a:rect l="0" t="0" r="0" b="0"/>
            <a:pathLst>
              <a:path w="3166933" h="748175">
                <a:moveTo>
                  <a:pt x="0" y="476426"/>
                </a:moveTo>
                <a:lnTo>
                  <a:pt x="6197" y="470545"/>
                </a:lnTo>
                <a:lnTo>
                  <a:pt x="12395" y="464656"/>
                </a:lnTo>
                <a:lnTo>
                  <a:pt x="18592" y="458699"/>
                </a:lnTo>
                <a:lnTo>
                  <a:pt x="24790" y="452728"/>
                </a:lnTo>
                <a:lnTo>
                  <a:pt x="30987" y="446701"/>
                </a:lnTo>
                <a:lnTo>
                  <a:pt x="37185" y="440656"/>
                </a:lnTo>
                <a:lnTo>
                  <a:pt x="43382" y="434564"/>
                </a:lnTo>
                <a:lnTo>
                  <a:pt x="49580" y="428453"/>
                </a:lnTo>
                <a:lnTo>
                  <a:pt x="55777" y="422304"/>
                </a:lnTo>
                <a:lnTo>
                  <a:pt x="61975" y="416134"/>
                </a:lnTo>
                <a:lnTo>
                  <a:pt x="68172" y="409934"/>
                </a:lnTo>
                <a:lnTo>
                  <a:pt x="74370" y="403713"/>
                </a:lnTo>
                <a:lnTo>
                  <a:pt x="80567" y="397470"/>
                </a:lnTo>
                <a:lnTo>
                  <a:pt x="86765" y="391207"/>
                </a:lnTo>
                <a:lnTo>
                  <a:pt x="92962" y="384927"/>
                </a:lnTo>
                <a:lnTo>
                  <a:pt x="99160" y="378630"/>
                </a:lnTo>
                <a:lnTo>
                  <a:pt x="105357" y="372322"/>
                </a:lnTo>
                <a:lnTo>
                  <a:pt x="111555" y="366001"/>
                </a:lnTo>
                <a:lnTo>
                  <a:pt x="117752" y="359672"/>
                </a:lnTo>
                <a:lnTo>
                  <a:pt x="123950" y="353334"/>
                </a:lnTo>
                <a:lnTo>
                  <a:pt x="130147" y="346994"/>
                </a:lnTo>
                <a:lnTo>
                  <a:pt x="136345" y="340649"/>
                </a:lnTo>
                <a:lnTo>
                  <a:pt x="142543" y="334304"/>
                </a:lnTo>
                <a:lnTo>
                  <a:pt x="148740" y="327963"/>
                </a:lnTo>
                <a:lnTo>
                  <a:pt x="154938" y="321622"/>
                </a:lnTo>
                <a:lnTo>
                  <a:pt x="161135" y="315294"/>
                </a:lnTo>
                <a:lnTo>
                  <a:pt x="167333" y="308966"/>
                </a:lnTo>
                <a:lnTo>
                  <a:pt x="173530" y="302659"/>
                </a:lnTo>
                <a:lnTo>
                  <a:pt x="179728" y="296355"/>
                </a:lnTo>
                <a:lnTo>
                  <a:pt x="185925" y="290077"/>
                </a:lnTo>
                <a:lnTo>
                  <a:pt x="192123" y="283807"/>
                </a:lnTo>
                <a:lnTo>
                  <a:pt x="198320" y="277567"/>
                </a:lnTo>
                <a:lnTo>
                  <a:pt x="204518" y="271340"/>
                </a:lnTo>
                <a:lnTo>
                  <a:pt x="210715" y="265148"/>
                </a:lnTo>
                <a:lnTo>
                  <a:pt x="216913" y="258974"/>
                </a:lnTo>
                <a:lnTo>
                  <a:pt x="223110" y="252837"/>
                </a:lnTo>
                <a:lnTo>
                  <a:pt x="229308" y="246726"/>
                </a:lnTo>
                <a:lnTo>
                  <a:pt x="235505" y="240653"/>
                </a:lnTo>
                <a:lnTo>
                  <a:pt x="241703" y="234614"/>
                </a:lnTo>
                <a:lnTo>
                  <a:pt x="247900" y="228614"/>
                </a:lnTo>
                <a:lnTo>
                  <a:pt x="254098" y="222658"/>
                </a:lnTo>
                <a:lnTo>
                  <a:pt x="260295" y="216738"/>
                </a:lnTo>
                <a:lnTo>
                  <a:pt x="266493" y="210874"/>
                </a:lnTo>
                <a:lnTo>
                  <a:pt x="272690" y="205044"/>
                </a:lnTo>
                <a:lnTo>
                  <a:pt x="278888" y="199281"/>
                </a:lnTo>
                <a:lnTo>
                  <a:pt x="285086" y="193548"/>
                </a:lnTo>
                <a:lnTo>
                  <a:pt x="291283" y="187895"/>
                </a:lnTo>
                <a:lnTo>
                  <a:pt x="297481" y="182267"/>
                </a:lnTo>
                <a:lnTo>
                  <a:pt x="303678" y="176734"/>
                </a:lnTo>
                <a:lnTo>
                  <a:pt x="309876" y="171219"/>
                </a:lnTo>
                <a:lnTo>
                  <a:pt x="316073" y="165813"/>
                </a:lnTo>
                <a:lnTo>
                  <a:pt x="322271" y="160419"/>
                </a:lnTo>
                <a:lnTo>
                  <a:pt x="328468" y="155149"/>
                </a:lnTo>
                <a:lnTo>
                  <a:pt x="334666" y="149889"/>
                </a:lnTo>
                <a:lnTo>
                  <a:pt x="340863" y="144757"/>
                </a:lnTo>
                <a:lnTo>
                  <a:pt x="347061" y="139642"/>
                </a:lnTo>
                <a:lnTo>
                  <a:pt x="353258" y="134651"/>
                </a:lnTo>
                <a:lnTo>
                  <a:pt x="359456" y="129688"/>
                </a:lnTo>
                <a:lnTo>
                  <a:pt x="365653" y="124845"/>
                </a:lnTo>
                <a:lnTo>
                  <a:pt x="371851" y="120042"/>
                </a:lnTo>
                <a:lnTo>
                  <a:pt x="378048" y="115352"/>
                </a:lnTo>
                <a:lnTo>
                  <a:pt x="384246" y="110715"/>
                </a:lnTo>
                <a:lnTo>
                  <a:pt x="390443" y="106185"/>
                </a:lnTo>
                <a:lnTo>
                  <a:pt x="396641" y="101721"/>
                </a:lnTo>
                <a:lnTo>
                  <a:pt x="402838" y="97355"/>
                </a:lnTo>
                <a:lnTo>
                  <a:pt x="409036" y="93069"/>
                </a:lnTo>
                <a:lnTo>
                  <a:pt x="415234" y="88873"/>
                </a:lnTo>
                <a:lnTo>
                  <a:pt x="421431" y="84771"/>
                </a:lnTo>
                <a:lnTo>
                  <a:pt x="427629" y="80748"/>
                </a:lnTo>
                <a:lnTo>
                  <a:pt x="433826" y="76835"/>
                </a:lnTo>
                <a:lnTo>
                  <a:pt x="440024" y="72990"/>
                </a:lnTo>
                <a:lnTo>
                  <a:pt x="446221" y="69270"/>
                </a:lnTo>
                <a:lnTo>
                  <a:pt x="452419" y="65606"/>
                </a:lnTo>
                <a:lnTo>
                  <a:pt x="458616" y="62082"/>
                </a:lnTo>
                <a:lnTo>
                  <a:pt x="464814" y="58603"/>
                </a:lnTo>
                <a:lnTo>
                  <a:pt x="471011" y="55279"/>
                </a:lnTo>
                <a:lnTo>
                  <a:pt x="477209" y="51987"/>
                </a:lnTo>
                <a:lnTo>
                  <a:pt x="483406" y="48867"/>
                </a:lnTo>
                <a:lnTo>
                  <a:pt x="489604" y="45764"/>
                </a:lnTo>
                <a:lnTo>
                  <a:pt x="495801" y="42848"/>
                </a:lnTo>
                <a:lnTo>
                  <a:pt x="501999" y="39946"/>
                </a:lnTo>
                <a:lnTo>
                  <a:pt x="508196" y="37228"/>
                </a:lnTo>
                <a:lnTo>
                  <a:pt x="514394" y="34533"/>
                </a:lnTo>
                <a:lnTo>
                  <a:pt x="520591" y="32008"/>
                </a:lnTo>
                <a:lnTo>
                  <a:pt x="526789" y="29520"/>
                </a:lnTo>
                <a:lnTo>
                  <a:pt x="532986" y="27190"/>
                </a:lnTo>
                <a:lnTo>
                  <a:pt x="539184" y="24910"/>
                </a:lnTo>
                <a:lnTo>
                  <a:pt x="545381" y="22774"/>
                </a:lnTo>
                <a:lnTo>
                  <a:pt x="551579" y="20703"/>
                </a:lnTo>
                <a:lnTo>
                  <a:pt x="557777" y="18760"/>
                </a:lnTo>
                <a:lnTo>
                  <a:pt x="563974" y="16896"/>
                </a:lnTo>
                <a:lnTo>
                  <a:pt x="570172" y="15147"/>
                </a:lnTo>
                <a:lnTo>
                  <a:pt x="576369" y="13489"/>
                </a:lnTo>
                <a:lnTo>
                  <a:pt x="582567" y="11932"/>
                </a:lnTo>
                <a:lnTo>
                  <a:pt x="588764" y="10479"/>
                </a:lnTo>
                <a:lnTo>
                  <a:pt x="594962" y="9112"/>
                </a:lnTo>
                <a:lnTo>
                  <a:pt x="601159" y="7861"/>
                </a:lnTo>
                <a:lnTo>
                  <a:pt x="607357" y="6683"/>
                </a:lnTo>
                <a:lnTo>
                  <a:pt x="613554" y="5632"/>
                </a:lnTo>
                <a:lnTo>
                  <a:pt x="619752" y="4639"/>
                </a:lnTo>
                <a:lnTo>
                  <a:pt x="625949" y="3785"/>
                </a:lnTo>
                <a:lnTo>
                  <a:pt x="632147" y="2976"/>
                </a:lnTo>
                <a:lnTo>
                  <a:pt x="638344" y="2316"/>
                </a:lnTo>
                <a:lnTo>
                  <a:pt x="644542" y="1686"/>
                </a:lnTo>
                <a:lnTo>
                  <a:pt x="650739" y="1215"/>
                </a:lnTo>
                <a:lnTo>
                  <a:pt x="656937" y="762"/>
                </a:lnTo>
                <a:lnTo>
                  <a:pt x="663134" y="477"/>
                </a:lnTo>
                <a:lnTo>
                  <a:pt x="669332" y="204"/>
                </a:lnTo>
                <a:lnTo>
                  <a:pt x="675529" y="92"/>
                </a:lnTo>
                <a:lnTo>
                  <a:pt x="681727" y="0"/>
                </a:lnTo>
                <a:lnTo>
                  <a:pt x="687924" y="52"/>
                </a:lnTo>
                <a:lnTo>
                  <a:pt x="694122" y="135"/>
                </a:lnTo>
                <a:lnTo>
                  <a:pt x="700320" y="347"/>
                </a:lnTo>
                <a:lnTo>
                  <a:pt x="706517" y="599"/>
                </a:lnTo>
                <a:lnTo>
                  <a:pt x="712715" y="967"/>
                </a:lnTo>
                <a:lnTo>
                  <a:pt x="718912" y="1384"/>
                </a:lnTo>
                <a:lnTo>
                  <a:pt x="725110" y="1901"/>
                </a:lnTo>
                <a:lnTo>
                  <a:pt x="731307" y="2476"/>
                </a:lnTo>
                <a:lnTo>
                  <a:pt x="737505" y="3138"/>
                </a:lnTo>
                <a:lnTo>
                  <a:pt x="743702" y="3866"/>
                </a:lnTo>
                <a:lnTo>
                  <a:pt x="749900" y="4668"/>
                </a:lnTo>
                <a:lnTo>
                  <a:pt x="756097" y="5542"/>
                </a:lnTo>
                <a:lnTo>
                  <a:pt x="762295" y="6477"/>
                </a:lnTo>
                <a:lnTo>
                  <a:pt x="768492" y="7491"/>
                </a:lnTo>
                <a:lnTo>
                  <a:pt x="774690" y="8555"/>
                </a:lnTo>
                <a:lnTo>
                  <a:pt x="780887" y="9703"/>
                </a:lnTo>
                <a:lnTo>
                  <a:pt x="787085" y="10888"/>
                </a:lnTo>
                <a:lnTo>
                  <a:pt x="793282" y="12163"/>
                </a:lnTo>
                <a:lnTo>
                  <a:pt x="799480" y="13465"/>
                </a:lnTo>
                <a:lnTo>
                  <a:pt x="805677" y="14860"/>
                </a:lnTo>
                <a:lnTo>
                  <a:pt x="811875" y="16273"/>
                </a:lnTo>
                <a:lnTo>
                  <a:pt x="818072" y="17781"/>
                </a:lnTo>
                <a:lnTo>
                  <a:pt x="824270" y="19299"/>
                </a:lnTo>
                <a:lnTo>
                  <a:pt x="830468" y="20913"/>
                </a:lnTo>
                <a:lnTo>
                  <a:pt x="836665" y="22534"/>
                </a:lnTo>
                <a:lnTo>
                  <a:pt x="842863" y="24244"/>
                </a:lnTo>
                <a:lnTo>
                  <a:pt x="849060" y="25964"/>
                </a:lnTo>
                <a:lnTo>
                  <a:pt x="855258" y="27761"/>
                </a:lnTo>
                <a:lnTo>
                  <a:pt x="861455" y="29573"/>
                </a:lnTo>
                <a:lnTo>
                  <a:pt x="867653" y="31451"/>
                </a:lnTo>
                <a:lnTo>
                  <a:pt x="873850" y="33349"/>
                </a:lnTo>
                <a:lnTo>
                  <a:pt x="880048" y="35302"/>
                </a:lnTo>
                <a:lnTo>
                  <a:pt x="886245" y="37278"/>
                </a:lnTo>
                <a:lnTo>
                  <a:pt x="892443" y="39301"/>
                </a:lnTo>
                <a:lnTo>
                  <a:pt x="898640" y="41350"/>
                </a:lnTo>
                <a:lnTo>
                  <a:pt x="904838" y="43437"/>
                </a:lnTo>
                <a:lnTo>
                  <a:pt x="911035" y="45551"/>
                </a:lnTo>
                <a:lnTo>
                  <a:pt x="917233" y="47696"/>
                </a:lnTo>
                <a:lnTo>
                  <a:pt x="923430" y="49870"/>
                </a:lnTo>
                <a:lnTo>
                  <a:pt x="929628" y="52068"/>
                </a:lnTo>
                <a:lnTo>
                  <a:pt x="935825" y="54296"/>
                </a:lnTo>
                <a:lnTo>
                  <a:pt x="942023" y="56541"/>
                </a:lnTo>
                <a:lnTo>
                  <a:pt x="948220" y="58816"/>
                </a:lnTo>
                <a:lnTo>
                  <a:pt x="954418" y="61104"/>
                </a:lnTo>
                <a:lnTo>
                  <a:pt x="960615" y="63421"/>
                </a:lnTo>
                <a:lnTo>
                  <a:pt x="966813" y="65746"/>
                </a:lnTo>
                <a:lnTo>
                  <a:pt x="973011" y="68098"/>
                </a:lnTo>
                <a:lnTo>
                  <a:pt x="979208" y="70456"/>
                </a:lnTo>
                <a:lnTo>
                  <a:pt x="985406" y="72839"/>
                </a:lnTo>
                <a:lnTo>
                  <a:pt x="991603" y="75225"/>
                </a:lnTo>
                <a:lnTo>
                  <a:pt x="997801" y="77634"/>
                </a:lnTo>
                <a:lnTo>
                  <a:pt x="1003998" y="80044"/>
                </a:lnTo>
                <a:lnTo>
                  <a:pt x="1010196" y="82472"/>
                </a:lnTo>
                <a:lnTo>
                  <a:pt x="1016393" y="84902"/>
                </a:lnTo>
                <a:lnTo>
                  <a:pt x="1022591" y="87345"/>
                </a:lnTo>
                <a:lnTo>
                  <a:pt x="1028788" y="89790"/>
                </a:lnTo>
                <a:lnTo>
                  <a:pt x="1034986" y="92244"/>
                </a:lnTo>
                <a:lnTo>
                  <a:pt x="1041183" y="94700"/>
                </a:lnTo>
                <a:lnTo>
                  <a:pt x="1047381" y="97161"/>
                </a:lnTo>
                <a:lnTo>
                  <a:pt x="1053578" y="99624"/>
                </a:lnTo>
                <a:lnTo>
                  <a:pt x="1059776" y="102089"/>
                </a:lnTo>
                <a:lnTo>
                  <a:pt x="1065973" y="104553"/>
                </a:lnTo>
                <a:lnTo>
                  <a:pt x="1072171" y="107019"/>
                </a:lnTo>
                <a:lnTo>
                  <a:pt x="1078368" y="109483"/>
                </a:lnTo>
                <a:lnTo>
                  <a:pt x="1084566" y="111945"/>
                </a:lnTo>
                <a:lnTo>
                  <a:pt x="1090763" y="114404"/>
                </a:lnTo>
                <a:lnTo>
                  <a:pt x="1096961" y="116861"/>
                </a:lnTo>
                <a:lnTo>
                  <a:pt x="1103159" y="119312"/>
                </a:lnTo>
                <a:lnTo>
                  <a:pt x="1109356" y="121760"/>
                </a:lnTo>
                <a:lnTo>
                  <a:pt x="1115554" y="124201"/>
                </a:lnTo>
                <a:lnTo>
                  <a:pt x="1121751" y="126638"/>
                </a:lnTo>
                <a:lnTo>
                  <a:pt x="1127949" y="129065"/>
                </a:lnTo>
                <a:lnTo>
                  <a:pt x="1134146" y="131489"/>
                </a:lnTo>
                <a:lnTo>
                  <a:pt x="1140344" y="133900"/>
                </a:lnTo>
                <a:lnTo>
                  <a:pt x="1146541" y="136308"/>
                </a:lnTo>
                <a:lnTo>
                  <a:pt x="1152739" y="138701"/>
                </a:lnTo>
                <a:lnTo>
                  <a:pt x="1158936" y="141092"/>
                </a:lnTo>
                <a:lnTo>
                  <a:pt x="1165134" y="143465"/>
                </a:lnTo>
                <a:lnTo>
                  <a:pt x="1171331" y="145836"/>
                </a:lnTo>
                <a:lnTo>
                  <a:pt x="1177529" y="148187"/>
                </a:lnTo>
                <a:lnTo>
                  <a:pt x="1183726" y="150536"/>
                </a:lnTo>
                <a:lnTo>
                  <a:pt x="1189924" y="152865"/>
                </a:lnTo>
                <a:lnTo>
                  <a:pt x="1196121" y="155190"/>
                </a:lnTo>
                <a:lnTo>
                  <a:pt x="1202319" y="157497"/>
                </a:lnTo>
                <a:lnTo>
                  <a:pt x="1208516" y="159797"/>
                </a:lnTo>
                <a:lnTo>
                  <a:pt x="1214714" y="162079"/>
                </a:lnTo>
                <a:lnTo>
                  <a:pt x="1220911" y="164353"/>
                </a:lnTo>
                <a:lnTo>
                  <a:pt x="1227109" y="166610"/>
                </a:lnTo>
                <a:lnTo>
                  <a:pt x="1233306" y="168857"/>
                </a:lnTo>
                <a:lnTo>
                  <a:pt x="1239504" y="171088"/>
                </a:lnTo>
                <a:lnTo>
                  <a:pt x="1245702" y="173307"/>
                </a:lnTo>
                <a:lnTo>
                  <a:pt x="1251899" y="175513"/>
                </a:lnTo>
                <a:lnTo>
                  <a:pt x="1258097" y="177704"/>
                </a:lnTo>
                <a:lnTo>
                  <a:pt x="1264294" y="179882"/>
                </a:lnTo>
                <a:lnTo>
                  <a:pt x="1270492" y="182045"/>
                </a:lnTo>
                <a:lnTo>
                  <a:pt x="1276689" y="184197"/>
                </a:lnTo>
                <a:lnTo>
                  <a:pt x="1282887" y="186331"/>
                </a:lnTo>
                <a:lnTo>
                  <a:pt x="1289084" y="188456"/>
                </a:lnTo>
                <a:lnTo>
                  <a:pt x="1295282" y="190561"/>
                </a:lnTo>
                <a:lnTo>
                  <a:pt x="1301479" y="192660"/>
                </a:lnTo>
                <a:lnTo>
                  <a:pt x="1307677" y="194737"/>
                </a:lnTo>
                <a:lnTo>
                  <a:pt x="1313874" y="196809"/>
                </a:lnTo>
                <a:lnTo>
                  <a:pt x="1320072" y="198858"/>
                </a:lnTo>
                <a:lnTo>
                  <a:pt x="1326269" y="200904"/>
                </a:lnTo>
                <a:lnTo>
                  <a:pt x="1332467" y="202925"/>
                </a:lnTo>
                <a:lnTo>
                  <a:pt x="1338664" y="204945"/>
                </a:lnTo>
                <a:lnTo>
                  <a:pt x="1344862" y="206940"/>
                </a:lnTo>
                <a:lnTo>
                  <a:pt x="1351059" y="208933"/>
                </a:lnTo>
                <a:lnTo>
                  <a:pt x="1357257" y="210904"/>
                </a:lnTo>
                <a:lnTo>
                  <a:pt x="1363454" y="212870"/>
                </a:lnTo>
                <a:lnTo>
                  <a:pt x="1369652" y="214818"/>
                </a:lnTo>
                <a:lnTo>
                  <a:pt x="1375849" y="216759"/>
                </a:lnTo>
                <a:lnTo>
                  <a:pt x="1382047" y="218683"/>
                </a:lnTo>
                <a:lnTo>
                  <a:pt x="1388245" y="220601"/>
                </a:lnTo>
                <a:lnTo>
                  <a:pt x="1394442" y="222503"/>
                </a:lnTo>
                <a:lnTo>
                  <a:pt x="1400640" y="224398"/>
                </a:lnTo>
                <a:lnTo>
                  <a:pt x="1406837" y="226280"/>
                </a:lnTo>
                <a:lnTo>
                  <a:pt x="1413035" y="228152"/>
                </a:lnTo>
                <a:lnTo>
                  <a:pt x="1419232" y="230014"/>
                </a:lnTo>
                <a:lnTo>
                  <a:pt x="1425430" y="231866"/>
                </a:lnTo>
                <a:lnTo>
                  <a:pt x="1431627" y="233710"/>
                </a:lnTo>
                <a:lnTo>
                  <a:pt x="1437825" y="235543"/>
                </a:lnTo>
                <a:lnTo>
                  <a:pt x="1444022" y="237369"/>
                </a:lnTo>
                <a:lnTo>
                  <a:pt x="1450220" y="239185"/>
                </a:lnTo>
                <a:lnTo>
                  <a:pt x="1456417" y="240995"/>
                </a:lnTo>
                <a:lnTo>
                  <a:pt x="1462615" y="242794"/>
                </a:lnTo>
                <a:lnTo>
                  <a:pt x="1468812" y="244590"/>
                </a:lnTo>
                <a:lnTo>
                  <a:pt x="1475010" y="246375"/>
                </a:lnTo>
                <a:lnTo>
                  <a:pt x="1481207" y="248158"/>
                </a:lnTo>
                <a:lnTo>
                  <a:pt x="1487405" y="249930"/>
                </a:lnTo>
                <a:lnTo>
                  <a:pt x="1493602" y="251701"/>
                </a:lnTo>
                <a:lnTo>
                  <a:pt x="1499800" y="253462"/>
                </a:lnTo>
                <a:lnTo>
                  <a:pt x="1505997" y="255222"/>
                </a:lnTo>
                <a:lnTo>
                  <a:pt x="1512195" y="256974"/>
                </a:lnTo>
                <a:lnTo>
                  <a:pt x="1518393" y="258725"/>
                </a:lnTo>
                <a:lnTo>
                  <a:pt x="1524590" y="260470"/>
                </a:lnTo>
                <a:lnTo>
                  <a:pt x="1530788" y="262214"/>
                </a:lnTo>
                <a:lnTo>
                  <a:pt x="1536985" y="263954"/>
                </a:lnTo>
                <a:lnTo>
                  <a:pt x="1543183" y="265692"/>
                </a:lnTo>
                <a:lnTo>
                  <a:pt x="1549380" y="267427"/>
                </a:lnTo>
                <a:lnTo>
                  <a:pt x="1555578" y="269162"/>
                </a:lnTo>
                <a:lnTo>
                  <a:pt x="1561775" y="270895"/>
                </a:lnTo>
                <a:lnTo>
                  <a:pt x="1567973" y="272628"/>
                </a:lnTo>
                <a:lnTo>
                  <a:pt x="1574170" y="274360"/>
                </a:lnTo>
                <a:lnTo>
                  <a:pt x="1580368" y="276093"/>
                </a:lnTo>
                <a:lnTo>
                  <a:pt x="1586565" y="277827"/>
                </a:lnTo>
                <a:lnTo>
                  <a:pt x="1592763" y="279561"/>
                </a:lnTo>
                <a:lnTo>
                  <a:pt x="1598960" y="281297"/>
                </a:lnTo>
                <a:lnTo>
                  <a:pt x="1605158" y="283036"/>
                </a:lnTo>
                <a:lnTo>
                  <a:pt x="1611355" y="284776"/>
                </a:lnTo>
                <a:lnTo>
                  <a:pt x="1617553" y="286520"/>
                </a:lnTo>
                <a:lnTo>
                  <a:pt x="1623750" y="288266"/>
                </a:lnTo>
                <a:lnTo>
                  <a:pt x="1629948" y="290017"/>
                </a:lnTo>
                <a:lnTo>
                  <a:pt x="1636145" y="291770"/>
                </a:lnTo>
                <a:lnTo>
                  <a:pt x="1642343" y="293531"/>
                </a:lnTo>
                <a:lnTo>
                  <a:pt x="1648540" y="295293"/>
                </a:lnTo>
                <a:lnTo>
                  <a:pt x="1654738" y="297064"/>
                </a:lnTo>
                <a:lnTo>
                  <a:pt x="1660936" y="298837"/>
                </a:lnTo>
                <a:lnTo>
                  <a:pt x="1667133" y="300621"/>
                </a:lnTo>
                <a:lnTo>
                  <a:pt x="1673331" y="302406"/>
                </a:lnTo>
                <a:lnTo>
                  <a:pt x="1679528" y="304203"/>
                </a:lnTo>
                <a:lnTo>
                  <a:pt x="1685726" y="306003"/>
                </a:lnTo>
                <a:lnTo>
                  <a:pt x="1691923" y="307815"/>
                </a:lnTo>
                <a:lnTo>
                  <a:pt x="1698121" y="309631"/>
                </a:lnTo>
                <a:lnTo>
                  <a:pt x="1704318" y="311460"/>
                </a:lnTo>
                <a:lnTo>
                  <a:pt x="1710516" y="313293"/>
                </a:lnTo>
                <a:lnTo>
                  <a:pt x="1716713" y="315139"/>
                </a:lnTo>
                <a:lnTo>
                  <a:pt x="1722911" y="316991"/>
                </a:lnTo>
                <a:lnTo>
                  <a:pt x="1729108" y="318856"/>
                </a:lnTo>
                <a:lnTo>
                  <a:pt x="1735306" y="320728"/>
                </a:lnTo>
                <a:lnTo>
                  <a:pt x="1741503" y="322613"/>
                </a:lnTo>
                <a:lnTo>
                  <a:pt x="1747701" y="324507"/>
                </a:lnTo>
                <a:lnTo>
                  <a:pt x="1753898" y="326413"/>
                </a:lnTo>
                <a:lnTo>
                  <a:pt x="1760096" y="328331"/>
                </a:lnTo>
                <a:lnTo>
                  <a:pt x="1766293" y="330258"/>
                </a:lnTo>
                <a:lnTo>
                  <a:pt x="1772491" y="332200"/>
                </a:lnTo>
                <a:lnTo>
                  <a:pt x="1778688" y="334151"/>
                </a:lnTo>
                <a:lnTo>
                  <a:pt x="1784886" y="336117"/>
                </a:lnTo>
                <a:lnTo>
                  <a:pt x="1791084" y="338092"/>
                </a:lnTo>
                <a:lnTo>
                  <a:pt x="1797281" y="340085"/>
                </a:lnTo>
                <a:lnTo>
                  <a:pt x="1803479" y="342084"/>
                </a:lnTo>
                <a:lnTo>
                  <a:pt x="1809676" y="344104"/>
                </a:lnTo>
                <a:lnTo>
                  <a:pt x="1815874" y="346129"/>
                </a:lnTo>
                <a:lnTo>
                  <a:pt x="1822071" y="348177"/>
                </a:lnTo>
                <a:lnTo>
                  <a:pt x="1828269" y="350228"/>
                </a:lnTo>
                <a:lnTo>
                  <a:pt x="1834466" y="352304"/>
                </a:lnTo>
                <a:lnTo>
                  <a:pt x="1840664" y="354382"/>
                </a:lnTo>
                <a:lnTo>
                  <a:pt x="1846861" y="356486"/>
                </a:lnTo>
                <a:lnTo>
                  <a:pt x="1853059" y="358593"/>
                </a:lnTo>
                <a:lnTo>
                  <a:pt x="1859256" y="360725"/>
                </a:lnTo>
                <a:lnTo>
                  <a:pt x="1865454" y="362861"/>
                </a:lnTo>
                <a:lnTo>
                  <a:pt x="1871651" y="365020"/>
                </a:lnTo>
                <a:lnTo>
                  <a:pt x="1877849" y="367186"/>
                </a:lnTo>
                <a:lnTo>
                  <a:pt x="1884046" y="369373"/>
                </a:lnTo>
                <a:lnTo>
                  <a:pt x="1890244" y="371568"/>
                </a:lnTo>
                <a:lnTo>
                  <a:pt x="1896441" y="373783"/>
                </a:lnTo>
                <a:lnTo>
                  <a:pt x="1902639" y="376008"/>
                </a:lnTo>
                <a:lnTo>
                  <a:pt x="1908836" y="378250"/>
                </a:lnTo>
                <a:lnTo>
                  <a:pt x="1915034" y="380505"/>
                </a:lnTo>
                <a:lnTo>
                  <a:pt x="1921231" y="382774"/>
                </a:lnTo>
                <a:lnTo>
                  <a:pt x="1927429" y="385058"/>
                </a:lnTo>
                <a:lnTo>
                  <a:pt x="1933627" y="387355"/>
                </a:lnTo>
                <a:lnTo>
                  <a:pt x="1939824" y="389668"/>
                </a:lnTo>
                <a:lnTo>
                  <a:pt x="1946022" y="391991"/>
                </a:lnTo>
                <a:lnTo>
                  <a:pt x="1952219" y="394332"/>
                </a:lnTo>
                <a:lnTo>
                  <a:pt x="1958417" y="396682"/>
                </a:lnTo>
                <a:lnTo>
                  <a:pt x="1964614" y="399051"/>
                </a:lnTo>
                <a:lnTo>
                  <a:pt x="1970812" y="401426"/>
                </a:lnTo>
                <a:lnTo>
                  <a:pt x="1977009" y="403822"/>
                </a:lnTo>
                <a:lnTo>
                  <a:pt x="1983207" y="406222"/>
                </a:lnTo>
                <a:lnTo>
                  <a:pt x="1989404" y="408644"/>
                </a:lnTo>
                <a:lnTo>
                  <a:pt x="1995602" y="411068"/>
                </a:lnTo>
                <a:lnTo>
                  <a:pt x="2001799" y="413515"/>
                </a:lnTo>
                <a:lnTo>
                  <a:pt x="2007997" y="415963"/>
                </a:lnTo>
                <a:lnTo>
                  <a:pt x="2014194" y="418433"/>
                </a:lnTo>
                <a:lnTo>
                  <a:pt x="2020392" y="420905"/>
                </a:lnTo>
                <a:lnTo>
                  <a:pt x="2026589" y="423396"/>
                </a:lnTo>
                <a:lnTo>
                  <a:pt x="2032787" y="425891"/>
                </a:lnTo>
                <a:lnTo>
                  <a:pt x="2038984" y="428402"/>
                </a:lnTo>
                <a:lnTo>
                  <a:pt x="2045182" y="430918"/>
                </a:lnTo>
                <a:lnTo>
                  <a:pt x="2051379" y="433447"/>
                </a:lnTo>
                <a:lnTo>
                  <a:pt x="2057577" y="435983"/>
                </a:lnTo>
                <a:lnTo>
                  <a:pt x="2063774" y="438530"/>
                </a:lnTo>
                <a:lnTo>
                  <a:pt x="2069972" y="441084"/>
                </a:lnTo>
                <a:lnTo>
                  <a:pt x="2076170" y="443647"/>
                </a:lnTo>
                <a:lnTo>
                  <a:pt x="2082367" y="446217"/>
                </a:lnTo>
                <a:lnTo>
                  <a:pt x="2088565" y="448795"/>
                </a:lnTo>
                <a:lnTo>
                  <a:pt x="2094762" y="451379"/>
                </a:lnTo>
                <a:lnTo>
                  <a:pt x="2100960" y="453970"/>
                </a:lnTo>
                <a:lnTo>
                  <a:pt x="2107157" y="456568"/>
                </a:lnTo>
                <a:lnTo>
                  <a:pt x="2113355" y="459170"/>
                </a:lnTo>
                <a:lnTo>
                  <a:pt x="2119552" y="461779"/>
                </a:lnTo>
                <a:lnTo>
                  <a:pt x="2125750" y="464391"/>
                </a:lnTo>
                <a:lnTo>
                  <a:pt x="2131947" y="467009"/>
                </a:lnTo>
                <a:lnTo>
                  <a:pt x="2138145" y="469629"/>
                </a:lnTo>
                <a:lnTo>
                  <a:pt x="2144342" y="472255"/>
                </a:lnTo>
                <a:lnTo>
                  <a:pt x="2150540" y="474881"/>
                </a:lnTo>
                <a:lnTo>
                  <a:pt x="2156737" y="477512"/>
                </a:lnTo>
                <a:lnTo>
                  <a:pt x="2162935" y="480143"/>
                </a:lnTo>
                <a:lnTo>
                  <a:pt x="2169132" y="482776"/>
                </a:lnTo>
                <a:lnTo>
                  <a:pt x="2175330" y="485410"/>
                </a:lnTo>
                <a:lnTo>
                  <a:pt x="2181527" y="488045"/>
                </a:lnTo>
                <a:lnTo>
                  <a:pt x="2187725" y="490680"/>
                </a:lnTo>
                <a:lnTo>
                  <a:pt x="2193922" y="493314"/>
                </a:lnTo>
                <a:lnTo>
                  <a:pt x="2200120" y="495948"/>
                </a:lnTo>
                <a:lnTo>
                  <a:pt x="2206318" y="498579"/>
                </a:lnTo>
                <a:lnTo>
                  <a:pt x="2212515" y="501209"/>
                </a:lnTo>
                <a:lnTo>
                  <a:pt x="2218713" y="503836"/>
                </a:lnTo>
                <a:lnTo>
                  <a:pt x="2224910" y="506461"/>
                </a:lnTo>
                <a:lnTo>
                  <a:pt x="2231108" y="509081"/>
                </a:lnTo>
                <a:lnTo>
                  <a:pt x="2237305" y="511699"/>
                </a:lnTo>
                <a:lnTo>
                  <a:pt x="2243503" y="514311"/>
                </a:lnTo>
                <a:lnTo>
                  <a:pt x="2249700" y="516919"/>
                </a:lnTo>
                <a:lnTo>
                  <a:pt x="2255898" y="519522"/>
                </a:lnTo>
                <a:lnTo>
                  <a:pt x="2262095" y="522118"/>
                </a:lnTo>
                <a:lnTo>
                  <a:pt x="2268293" y="524709"/>
                </a:lnTo>
                <a:lnTo>
                  <a:pt x="2274490" y="527292"/>
                </a:lnTo>
                <a:lnTo>
                  <a:pt x="2280688" y="529869"/>
                </a:lnTo>
                <a:lnTo>
                  <a:pt x="2286885" y="532437"/>
                </a:lnTo>
                <a:lnTo>
                  <a:pt x="2293083" y="534999"/>
                </a:lnTo>
                <a:lnTo>
                  <a:pt x="2299280" y="537549"/>
                </a:lnTo>
                <a:lnTo>
                  <a:pt x="2305478" y="540095"/>
                </a:lnTo>
                <a:lnTo>
                  <a:pt x="2311675" y="542625"/>
                </a:lnTo>
                <a:lnTo>
                  <a:pt x="2317873" y="545152"/>
                </a:lnTo>
                <a:lnTo>
                  <a:pt x="2324070" y="547662"/>
                </a:lnTo>
                <a:lnTo>
                  <a:pt x="2330268" y="550169"/>
                </a:lnTo>
                <a:lnTo>
                  <a:pt x="2336465" y="552656"/>
                </a:lnTo>
                <a:lnTo>
                  <a:pt x="2342663" y="555141"/>
                </a:lnTo>
                <a:lnTo>
                  <a:pt x="2348861" y="557604"/>
                </a:lnTo>
                <a:lnTo>
                  <a:pt x="2355058" y="560065"/>
                </a:lnTo>
                <a:lnTo>
                  <a:pt x="2361256" y="562504"/>
                </a:lnTo>
                <a:lnTo>
                  <a:pt x="2367453" y="564938"/>
                </a:lnTo>
                <a:lnTo>
                  <a:pt x="2373651" y="567351"/>
                </a:lnTo>
                <a:lnTo>
                  <a:pt x="2379848" y="569758"/>
                </a:lnTo>
                <a:lnTo>
                  <a:pt x="2386046" y="572144"/>
                </a:lnTo>
                <a:lnTo>
                  <a:pt x="2392243" y="574522"/>
                </a:lnTo>
                <a:lnTo>
                  <a:pt x="2398441" y="576880"/>
                </a:lnTo>
                <a:lnTo>
                  <a:pt x="2404638" y="579228"/>
                </a:lnTo>
                <a:lnTo>
                  <a:pt x="2410836" y="581557"/>
                </a:lnTo>
                <a:lnTo>
                  <a:pt x="2417033" y="583873"/>
                </a:lnTo>
                <a:lnTo>
                  <a:pt x="2423231" y="586172"/>
                </a:lnTo>
                <a:lnTo>
                  <a:pt x="2429428" y="588455"/>
                </a:lnTo>
                <a:lnTo>
                  <a:pt x="2435626" y="590723"/>
                </a:lnTo>
                <a:lnTo>
                  <a:pt x="2441823" y="592973"/>
                </a:lnTo>
                <a:lnTo>
                  <a:pt x="2448021" y="595209"/>
                </a:lnTo>
                <a:lnTo>
                  <a:pt x="2454218" y="597424"/>
                </a:lnTo>
                <a:lnTo>
                  <a:pt x="2460416" y="599627"/>
                </a:lnTo>
                <a:lnTo>
                  <a:pt x="2466613" y="601807"/>
                </a:lnTo>
                <a:lnTo>
                  <a:pt x="2472811" y="603977"/>
                </a:lnTo>
                <a:lnTo>
                  <a:pt x="2479009" y="606120"/>
                </a:lnTo>
                <a:lnTo>
                  <a:pt x="2485206" y="608257"/>
                </a:lnTo>
                <a:lnTo>
                  <a:pt x="2491404" y="610363"/>
                </a:lnTo>
                <a:lnTo>
                  <a:pt x="2497601" y="612465"/>
                </a:lnTo>
                <a:lnTo>
                  <a:pt x="2503799" y="614534"/>
                </a:lnTo>
                <a:lnTo>
                  <a:pt x="2509996" y="616600"/>
                </a:lnTo>
                <a:lnTo>
                  <a:pt x="2516194" y="618632"/>
                </a:lnTo>
                <a:lnTo>
                  <a:pt x="2522391" y="620660"/>
                </a:lnTo>
                <a:lnTo>
                  <a:pt x="2528589" y="622657"/>
                </a:lnTo>
                <a:lnTo>
                  <a:pt x="2534786" y="624647"/>
                </a:lnTo>
                <a:lnTo>
                  <a:pt x="2540984" y="626607"/>
                </a:lnTo>
                <a:lnTo>
                  <a:pt x="2547181" y="628559"/>
                </a:lnTo>
                <a:lnTo>
                  <a:pt x="2553379" y="630484"/>
                </a:lnTo>
                <a:lnTo>
                  <a:pt x="2559576" y="632397"/>
                </a:lnTo>
                <a:lnTo>
                  <a:pt x="2565774" y="634286"/>
                </a:lnTo>
                <a:lnTo>
                  <a:pt x="2571971" y="636161"/>
                </a:lnTo>
                <a:lnTo>
                  <a:pt x="2578169" y="638013"/>
                </a:lnTo>
                <a:lnTo>
                  <a:pt x="2584366" y="639850"/>
                </a:lnTo>
                <a:lnTo>
                  <a:pt x="2590564" y="641666"/>
                </a:lnTo>
                <a:lnTo>
                  <a:pt x="2596761" y="643464"/>
                </a:lnTo>
                <a:lnTo>
                  <a:pt x="2602959" y="645245"/>
                </a:lnTo>
                <a:lnTo>
                  <a:pt x="2609156" y="647005"/>
                </a:lnTo>
                <a:lnTo>
                  <a:pt x="2615354" y="648750"/>
                </a:lnTo>
                <a:lnTo>
                  <a:pt x="2621552" y="650472"/>
                </a:lnTo>
                <a:lnTo>
                  <a:pt x="2627749" y="652181"/>
                </a:lnTo>
                <a:lnTo>
                  <a:pt x="2633947" y="653865"/>
                </a:lnTo>
                <a:lnTo>
                  <a:pt x="2640144" y="655540"/>
                </a:lnTo>
                <a:lnTo>
                  <a:pt x="2646342" y="657187"/>
                </a:lnTo>
                <a:lnTo>
                  <a:pt x="2652539" y="658827"/>
                </a:lnTo>
                <a:lnTo>
                  <a:pt x="2658737" y="660437"/>
                </a:lnTo>
                <a:lnTo>
                  <a:pt x="2664934" y="662043"/>
                </a:lnTo>
                <a:lnTo>
                  <a:pt x="2671132" y="663616"/>
                </a:lnTo>
                <a:lnTo>
                  <a:pt x="2677329" y="665188"/>
                </a:lnTo>
                <a:lnTo>
                  <a:pt x="2683527" y="666726"/>
                </a:lnTo>
                <a:lnTo>
                  <a:pt x="2689724" y="668262"/>
                </a:lnTo>
                <a:lnTo>
                  <a:pt x="2695922" y="669768"/>
                </a:lnTo>
                <a:lnTo>
                  <a:pt x="2702119" y="671268"/>
                </a:lnTo>
                <a:lnTo>
                  <a:pt x="2708317" y="672742"/>
                </a:lnTo>
                <a:lnTo>
                  <a:pt x="2714514" y="674208"/>
                </a:lnTo>
                <a:lnTo>
                  <a:pt x="2720712" y="675650"/>
                </a:lnTo>
                <a:lnTo>
                  <a:pt x="2726909" y="677082"/>
                </a:lnTo>
                <a:lnTo>
                  <a:pt x="2733107" y="678493"/>
                </a:lnTo>
                <a:lnTo>
                  <a:pt x="2739304" y="679892"/>
                </a:lnTo>
                <a:lnTo>
                  <a:pt x="2745502" y="681273"/>
                </a:lnTo>
                <a:lnTo>
                  <a:pt x="2751699" y="682640"/>
                </a:lnTo>
                <a:lnTo>
                  <a:pt x="2757897" y="683991"/>
                </a:lnTo>
                <a:lnTo>
                  <a:pt x="2764095" y="685327"/>
                </a:lnTo>
                <a:lnTo>
                  <a:pt x="2770292" y="686649"/>
                </a:lnTo>
                <a:lnTo>
                  <a:pt x="2776490" y="687954"/>
                </a:lnTo>
                <a:lnTo>
                  <a:pt x="2782687" y="689247"/>
                </a:lnTo>
                <a:lnTo>
                  <a:pt x="2788885" y="690522"/>
                </a:lnTo>
                <a:lnTo>
                  <a:pt x="2795082" y="691788"/>
                </a:lnTo>
                <a:lnTo>
                  <a:pt x="2801280" y="693034"/>
                </a:lnTo>
                <a:lnTo>
                  <a:pt x="2807477" y="694273"/>
                </a:lnTo>
                <a:lnTo>
                  <a:pt x="2813675" y="695491"/>
                </a:lnTo>
                <a:lnTo>
                  <a:pt x="2819872" y="696704"/>
                </a:lnTo>
                <a:lnTo>
                  <a:pt x="2826070" y="697895"/>
                </a:lnTo>
                <a:lnTo>
                  <a:pt x="2832267" y="699082"/>
                </a:lnTo>
                <a:lnTo>
                  <a:pt x="2838465" y="700246"/>
                </a:lnTo>
                <a:lnTo>
                  <a:pt x="2844662" y="701409"/>
                </a:lnTo>
                <a:lnTo>
                  <a:pt x="2850860" y="702547"/>
                </a:lnTo>
                <a:lnTo>
                  <a:pt x="2857057" y="703684"/>
                </a:lnTo>
                <a:lnTo>
                  <a:pt x="2863255" y="704799"/>
                </a:lnTo>
                <a:lnTo>
                  <a:pt x="2869452" y="705911"/>
                </a:lnTo>
                <a:lnTo>
                  <a:pt x="2875650" y="707004"/>
                </a:lnTo>
                <a:lnTo>
                  <a:pt x="2881847" y="708092"/>
                </a:lnTo>
                <a:lnTo>
                  <a:pt x="2888045" y="709163"/>
                </a:lnTo>
                <a:lnTo>
                  <a:pt x="2894243" y="710227"/>
                </a:lnTo>
                <a:lnTo>
                  <a:pt x="2900440" y="711277"/>
                </a:lnTo>
                <a:lnTo>
                  <a:pt x="2906638" y="712319"/>
                </a:lnTo>
                <a:lnTo>
                  <a:pt x="2912835" y="713348"/>
                </a:lnTo>
                <a:lnTo>
                  <a:pt x="2919033" y="714368"/>
                </a:lnTo>
                <a:lnTo>
                  <a:pt x="2925230" y="715377"/>
                </a:lnTo>
                <a:lnTo>
                  <a:pt x="2931428" y="716377"/>
                </a:lnTo>
                <a:lnTo>
                  <a:pt x="2937625" y="717366"/>
                </a:lnTo>
                <a:lnTo>
                  <a:pt x="2943823" y="718345"/>
                </a:lnTo>
                <a:lnTo>
                  <a:pt x="2950020" y="719316"/>
                </a:lnTo>
                <a:lnTo>
                  <a:pt x="2956218" y="720276"/>
                </a:lnTo>
                <a:lnTo>
                  <a:pt x="2962415" y="721229"/>
                </a:lnTo>
                <a:lnTo>
                  <a:pt x="2968613" y="722169"/>
                </a:lnTo>
                <a:lnTo>
                  <a:pt x="2974810" y="723104"/>
                </a:lnTo>
                <a:lnTo>
                  <a:pt x="2981008" y="724026"/>
                </a:lnTo>
                <a:lnTo>
                  <a:pt x="2987205" y="724944"/>
                </a:lnTo>
                <a:lnTo>
                  <a:pt x="2993403" y="725848"/>
                </a:lnTo>
                <a:lnTo>
                  <a:pt x="2999600" y="726750"/>
                </a:lnTo>
                <a:lnTo>
                  <a:pt x="3005798" y="727637"/>
                </a:lnTo>
                <a:lnTo>
                  <a:pt x="3011995" y="728522"/>
                </a:lnTo>
                <a:lnTo>
                  <a:pt x="3018193" y="729392"/>
                </a:lnTo>
                <a:lnTo>
                  <a:pt x="3024390" y="730261"/>
                </a:lnTo>
                <a:lnTo>
                  <a:pt x="3030588" y="731116"/>
                </a:lnTo>
                <a:lnTo>
                  <a:pt x="3036786" y="731969"/>
                </a:lnTo>
                <a:lnTo>
                  <a:pt x="3042983" y="732809"/>
                </a:lnTo>
                <a:lnTo>
                  <a:pt x="3049181" y="733645"/>
                </a:lnTo>
                <a:lnTo>
                  <a:pt x="3055378" y="734471"/>
                </a:lnTo>
                <a:lnTo>
                  <a:pt x="3061576" y="735292"/>
                </a:lnTo>
                <a:lnTo>
                  <a:pt x="3067773" y="736104"/>
                </a:lnTo>
                <a:lnTo>
                  <a:pt x="3073971" y="736910"/>
                </a:lnTo>
                <a:lnTo>
                  <a:pt x="3080168" y="737708"/>
                </a:lnTo>
                <a:lnTo>
                  <a:pt x="3086366" y="738500"/>
                </a:lnTo>
                <a:lnTo>
                  <a:pt x="3092563" y="739284"/>
                </a:lnTo>
                <a:lnTo>
                  <a:pt x="3098761" y="740061"/>
                </a:lnTo>
                <a:lnTo>
                  <a:pt x="3104958" y="740832"/>
                </a:lnTo>
                <a:lnTo>
                  <a:pt x="3111156" y="741595"/>
                </a:lnTo>
                <a:lnTo>
                  <a:pt x="3117353" y="742353"/>
                </a:lnTo>
                <a:lnTo>
                  <a:pt x="3123551" y="743102"/>
                </a:lnTo>
                <a:lnTo>
                  <a:pt x="3129748" y="743847"/>
                </a:lnTo>
                <a:lnTo>
                  <a:pt x="3135946" y="744583"/>
                </a:lnTo>
                <a:lnTo>
                  <a:pt x="3142143" y="745316"/>
                </a:lnTo>
                <a:lnTo>
                  <a:pt x="3148341" y="746038"/>
                </a:lnTo>
                <a:lnTo>
                  <a:pt x="3154538" y="746758"/>
                </a:lnTo>
                <a:lnTo>
                  <a:pt x="3160736" y="747467"/>
                </a:lnTo>
                <a:lnTo>
                  <a:pt x="3166933" y="748175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4" name="pg52">
            <a:extLst>
              <a:ext uri="{FF2B5EF4-FFF2-40B4-BE49-F238E27FC236}">
                <a16:creationId xmlns:a16="http://schemas.microsoft.com/office/drawing/2014/main" id="{11B8896B-1801-047B-28CC-97334F3957CB}"/>
              </a:ext>
            </a:extLst>
          </p:cNvPr>
          <p:cNvSpPr/>
          <p:nvPr/>
        </p:nvSpPr>
        <p:spPr>
          <a:xfrm>
            <a:off x="6505677" y="2543065"/>
            <a:ext cx="2412901" cy="571328"/>
          </a:xfrm>
          <a:custGeom>
            <a:avLst/>
            <a:gdLst/>
            <a:ahLst/>
            <a:cxnLst/>
            <a:rect l="0" t="0" r="0" b="0"/>
            <a:pathLst>
              <a:path w="3166933" h="749868">
                <a:moveTo>
                  <a:pt x="0" y="526740"/>
                </a:moveTo>
                <a:lnTo>
                  <a:pt x="6197" y="522272"/>
                </a:lnTo>
                <a:lnTo>
                  <a:pt x="12395" y="517742"/>
                </a:lnTo>
                <a:lnTo>
                  <a:pt x="18592" y="513176"/>
                </a:lnTo>
                <a:lnTo>
                  <a:pt x="24790" y="508558"/>
                </a:lnTo>
                <a:lnTo>
                  <a:pt x="30987" y="503898"/>
                </a:lnTo>
                <a:lnTo>
                  <a:pt x="37185" y="499195"/>
                </a:lnTo>
                <a:lnTo>
                  <a:pt x="43382" y="494443"/>
                </a:lnTo>
                <a:lnTo>
                  <a:pt x="49580" y="489658"/>
                </a:lnTo>
                <a:lnTo>
                  <a:pt x="55777" y="484819"/>
                </a:lnTo>
                <a:lnTo>
                  <a:pt x="61975" y="479956"/>
                </a:lnTo>
                <a:lnTo>
                  <a:pt x="68172" y="475033"/>
                </a:lnTo>
                <a:lnTo>
                  <a:pt x="74370" y="470094"/>
                </a:lnTo>
                <a:lnTo>
                  <a:pt x="80567" y="465092"/>
                </a:lnTo>
                <a:lnTo>
                  <a:pt x="86765" y="460082"/>
                </a:lnTo>
                <a:lnTo>
                  <a:pt x="92962" y="455006"/>
                </a:lnTo>
                <a:lnTo>
                  <a:pt x="99160" y="449924"/>
                </a:lnTo>
                <a:lnTo>
                  <a:pt x="105357" y="444782"/>
                </a:lnTo>
                <a:lnTo>
                  <a:pt x="111555" y="439631"/>
                </a:lnTo>
                <a:lnTo>
                  <a:pt x="117752" y="434430"/>
                </a:lnTo>
                <a:lnTo>
                  <a:pt x="123950" y="429216"/>
                </a:lnTo>
                <a:lnTo>
                  <a:pt x="130147" y="423960"/>
                </a:lnTo>
                <a:lnTo>
                  <a:pt x="136345" y="418689"/>
                </a:lnTo>
                <a:lnTo>
                  <a:pt x="142543" y="413383"/>
                </a:lnTo>
                <a:lnTo>
                  <a:pt x="148740" y="408059"/>
                </a:lnTo>
                <a:lnTo>
                  <a:pt x="154938" y="402709"/>
                </a:lnTo>
                <a:lnTo>
                  <a:pt x="161135" y="397339"/>
                </a:lnTo>
                <a:lnTo>
                  <a:pt x="167333" y="391950"/>
                </a:lnTo>
                <a:lnTo>
                  <a:pt x="173530" y="386540"/>
                </a:lnTo>
                <a:lnTo>
                  <a:pt x="179728" y="381116"/>
                </a:lnTo>
                <a:lnTo>
                  <a:pt x="185925" y="375673"/>
                </a:lnTo>
                <a:lnTo>
                  <a:pt x="192123" y="370221"/>
                </a:lnTo>
                <a:lnTo>
                  <a:pt x="198320" y="364751"/>
                </a:lnTo>
                <a:lnTo>
                  <a:pt x="204518" y="359277"/>
                </a:lnTo>
                <a:lnTo>
                  <a:pt x="210715" y="353787"/>
                </a:lnTo>
                <a:lnTo>
                  <a:pt x="216913" y="348295"/>
                </a:lnTo>
                <a:lnTo>
                  <a:pt x="223110" y="342793"/>
                </a:lnTo>
                <a:lnTo>
                  <a:pt x="229308" y="337289"/>
                </a:lnTo>
                <a:lnTo>
                  <a:pt x="235505" y="331781"/>
                </a:lnTo>
                <a:lnTo>
                  <a:pt x="241703" y="326274"/>
                </a:lnTo>
                <a:lnTo>
                  <a:pt x="247900" y="320767"/>
                </a:lnTo>
                <a:lnTo>
                  <a:pt x="254098" y="315262"/>
                </a:lnTo>
                <a:lnTo>
                  <a:pt x="260295" y="309762"/>
                </a:lnTo>
                <a:lnTo>
                  <a:pt x="266493" y="304267"/>
                </a:lnTo>
                <a:lnTo>
                  <a:pt x="272690" y="298781"/>
                </a:lnTo>
                <a:lnTo>
                  <a:pt x="278888" y="293304"/>
                </a:lnTo>
                <a:lnTo>
                  <a:pt x="285086" y="287838"/>
                </a:lnTo>
                <a:lnTo>
                  <a:pt x="291283" y="282385"/>
                </a:lnTo>
                <a:lnTo>
                  <a:pt x="297481" y="276945"/>
                </a:lnTo>
                <a:lnTo>
                  <a:pt x="303678" y="271525"/>
                </a:lnTo>
                <a:lnTo>
                  <a:pt x="309876" y="266117"/>
                </a:lnTo>
                <a:lnTo>
                  <a:pt x="316073" y="260737"/>
                </a:lnTo>
                <a:lnTo>
                  <a:pt x="322271" y="255368"/>
                </a:lnTo>
                <a:lnTo>
                  <a:pt x="328468" y="250035"/>
                </a:lnTo>
                <a:lnTo>
                  <a:pt x="334666" y="244711"/>
                </a:lnTo>
                <a:lnTo>
                  <a:pt x="340863" y="239432"/>
                </a:lnTo>
                <a:lnTo>
                  <a:pt x="347061" y="234159"/>
                </a:lnTo>
                <a:lnTo>
                  <a:pt x="353258" y="228942"/>
                </a:lnTo>
                <a:lnTo>
                  <a:pt x="359456" y="223731"/>
                </a:lnTo>
                <a:lnTo>
                  <a:pt x="365653" y="218579"/>
                </a:lnTo>
                <a:lnTo>
                  <a:pt x="371851" y="213437"/>
                </a:lnTo>
                <a:lnTo>
                  <a:pt x="378048" y="208355"/>
                </a:lnTo>
                <a:lnTo>
                  <a:pt x="384246" y="203290"/>
                </a:lnTo>
                <a:lnTo>
                  <a:pt x="390443" y="198282"/>
                </a:lnTo>
                <a:lnTo>
                  <a:pt x="396641" y="193301"/>
                </a:lnTo>
                <a:lnTo>
                  <a:pt x="402838" y="188374"/>
                </a:lnTo>
                <a:lnTo>
                  <a:pt x="409036" y="183483"/>
                </a:lnTo>
                <a:lnTo>
                  <a:pt x="415234" y="178642"/>
                </a:lnTo>
                <a:lnTo>
                  <a:pt x="421431" y="173848"/>
                </a:lnTo>
                <a:lnTo>
                  <a:pt x="427629" y="169098"/>
                </a:lnTo>
                <a:lnTo>
                  <a:pt x="433826" y="164407"/>
                </a:lnTo>
                <a:lnTo>
                  <a:pt x="440024" y="159753"/>
                </a:lnTo>
                <a:lnTo>
                  <a:pt x="446221" y="155171"/>
                </a:lnTo>
                <a:lnTo>
                  <a:pt x="452419" y="150618"/>
                </a:lnTo>
                <a:lnTo>
                  <a:pt x="458616" y="146149"/>
                </a:lnTo>
                <a:lnTo>
                  <a:pt x="464814" y="141703"/>
                </a:lnTo>
                <a:lnTo>
                  <a:pt x="471011" y="137354"/>
                </a:lnTo>
                <a:lnTo>
                  <a:pt x="477209" y="133017"/>
                </a:lnTo>
                <a:lnTo>
                  <a:pt x="483406" y="128792"/>
                </a:lnTo>
                <a:lnTo>
                  <a:pt x="489604" y="124578"/>
                </a:lnTo>
                <a:lnTo>
                  <a:pt x="495801" y="120474"/>
                </a:lnTo>
                <a:lnTo>
                  <a:pt x="501999" y="116389"/>
                </a:lnTo>
                <a:lnTo>
                  <a:pt x="508196" y="112407"/>
                </a:lnTo>
                <a:lnTo>
                  <a:pt x="514394" y="108456"/>
                </a:lnTo>
                <a:lnTo>
                  <a:pt x="520591" y="104599"/>
                </a:lnTo>
                <a:lnTo>
                  <a:pt x="526789" y="100785"/>
                </a:lnTo>
                <a:lnTo>
                  <a:pt x="532986" y="97056"/>
                </a:lnTo>
                <a:lnTo>
                  <a:pt x="539184" y="93383"/>
                </a:lnTo>
                <a:lnTo>
                  <a:pt x="545381" y="89785"/>
                </a:lnTo>
                <a:lnTo>
                  <a:pt x="551579" y="86257"/>
                </a:lnTo>
                <a:lnTo>
                  <a:pt x="557777" y="82792"/>
                </a:lnTo>
                <a:lnTo>
                  <a:pt x="563974" y="79409"/>
                </a:lnTo>
                <a:lnTo>
                  <a:pt x="570172" y="76080"/>
                </a:lnTo>
                <a:lnTo>
                  <a:pt x="576369" y="72846"/>
                </a:lnTo>
                <a:lnTo>
                  <a:pt x="582567" y="69654"/>
                </a:lnTo>
                <a:lnTo>
                  <a:pt x="588764" y="66571"/>
                </a:lnTo>
                <a:lnTo>
                  <a:pt x="594962" y="63517"/>
                </a:lnTo>
                <a:lnTo>
                  <a:pt x="601159" y="60586"/>
                </a:lnTo>
                <a:lnTo>
                  <a:pt x="607357" y="57672"/>
                </a:lnTo>
                <a:lnTo>
                  <a:pt x="613554" y="54895"/>
                </a:lnTo>
                <a:lnTo>
                  <a:pt x="619752" y="52130"/>
                </a:lnTo>
                <a:lnTo>
                  <a:pt x="625949" y="49497"/>
                </a:lnTo>
                <a:lnTo>
                  <a:pt x="632147" y="46886"/>
                </a:lnTo>
                <a:lnTo>
                  <a:pt x="638344" y="44395"/>
                </a:lnTo>
                <a:lnTo>
                  <a:pt x="644542" y="41938"/>
                </a:lnTo>
                <a:lnTo>
                  <a:pt x="650739" y="39587"/>
                </a:lnTo>
                <a:lnTo>
                  <a:pt x="656937" y="37284"/>
                </a:lnTo>
                <a:lnTo>
                  <a:pt x="663134" y="35074"/>
                </a:lnTo>
                <a:lnTo>
                  <a:pt x="669332" y="32925"/>
                </a:lnTo>
                <a:lnTo>
                  <a:pt x="675529" y="30855"/>
                </a:lnTo>
                <a:lnTo>
                  <a:pt x="681727" y="28857"/>
                </a:lnTo>
                <a:lnTo>
                  <a:pt x="687924" y="26926"/>
                </a:lnTo>
                <a:lnTo>
                  <a:pt x="694122" y="25080"/>
                </a:lnTo>
                <a:lnTo>
                  <a:pt x="700320" y="23287"/>
                </a:lnTo>
                <a:lnTo>
                  <a:pt x="706517" y="21590"/>
                </a:lnTo>
                <a:lnTo>
                  <a:pt x="712715" y="19933"/>
                </a:lnTo>
                <a:lnTo>
                  <a:pt x="718912" y="18383"/>
                </a:lnTo>
                <a:lnTo>
                  <a:pt x="725110" y="16860"/>
                </a:lnTo>
                <a:lnTo>
                  <a:pt x="731307" y="15455"/>
                </a:lnTo>
                <a:lnTo>
                  <a:pt x="737505" y="14065"/>
                </a:lnTo>
                <a:lnTo>
                  <a:pt x="743702" y="12803"/>
                </a:lnTo>
                <a:lnTo>
                  <a:pt x="749900" y="11552"/>
                </a:lnTo>
                <a:lnTo>
                  <a:pt x="756097" y="10420"/>
                </a:lnTo>
                <a:lnTo>
                  <a:pt x="762295" y="9308"/>
                </a:lnTo>
                <a:lnTo>
                  <a:pt x="768492" y="8301"/>
                </a:lnTo>
                <a:lnTo>
                  <a:pt x="774690" y="7325"/>
                </a:lnTo>
                <a:lnTo>
                  <a:pt x="780887" y="6440"/>
                </a:lnTo>
                <a:lnTo>
                  <a:pt x="787085" y="5596"/>
                </a:lnTo>
                <a:lnTo>
                  <a:pt x="793282" y="4830"/>
                </a:lnTo>
                <a:lnTo>
                  <a:pt x="799480" y="4115"/>
                </a:lnTo>
                <a:lnTo>
                  <a:pt x="805677" y="3466"/>
                </a:lnTo>
                <a:lnTo>
                  <a:pt x="811875" y="2875"/>
                </a:lnTo>
                <a:lnTo>
                  <a:pt x="818072" y="2338"/>
                </a:lnTo>
                <a:lnTo>
                  <a:pt x="824270" y="1869"/>
                </a:lnTo>
                <a:lnTo>
                  <a:pt x="830468" y="1441"/>
                </a:lnTo>
                <a:lnTo>
                  <a:pt x="836665" y="1088"/>
                </a:lnTo>
                <a:lnTo>
                  <a:pt x="842863" y="766"/>
                </a:lnTo>
                <a:lnTo>
                  <a:pt x="849060" y="525"/>
                </a:lnTo>
                <a:lnTo>
                  <a:pt x="855258" y="305"/>
                </a:lnTo>
                <a:lnTo>
                  <a:pt x="861455" y="172"/>
                </a:lnTo>
                <a:lnTo>
                  <a:pt x="867653" y="50"/>
                </a:lnTo>
                <a:lnTo>
                  <a:pt x="873850" y="21"/>
                </a:lnTo>
                <a:lnTo>
                  <a:pt x="880048" y="0"/>
                </a:lnTo>
                <a:lnTo>
                  <a:pt x="886245" y="62"/>
                </a:lnTo>
                <a:lnTo>
                  <a:pt x="892443" y="139"/>
                </a:lnTo>
                <a:lnTo>
                  <a:pt x="898640" y="289"/>
                </a:lnTo>
                <a:lnTo>
                  <a:pt x="904838" y="459"/>
                </a:lnTo>
                <a:lnTo>
                  <a:pt x="911035" y="692"/>
                </a:lnTo>
                <a:lnTo>
                  <a:pt x="917233" y="951"/>
                </a:lnTo>
                <a:lnTo>
                  <a:pt x="923430" y="1262"/>
                </a:lnTo>
                <a:lnTo>
                  <a:pt x="929628" y="1606"/>
                </a:lnTo>
                <a:lnTo>
                  <a:pt x="935825" y="1992"/>
                </a:lnTo>
                <a:lnTo>
                  <a:pt x="942023" y="2415"/>
                </a:lnTo>
                <a:lnTo>
                  <a:pt x="948220" y="2873"/>
                </a:lnTo>
                <a:lnTo>
                  <a:pt x="954418" y="3371"/>
                </a:lnTo>
                <a:lnTo>
                  <a:pt x="960615" y="3896"/>
                </a:lnTo>
                <a:lnTo>
                  <a:pt x="966813" y="4465"/>
                </a:lnTo>
                <a:lnTo>
                  <a:pt x="973011" y="5053"/>
                </a:lnTo>
                <a:lnTo>
                  <a:pt x="979208" y="5689"/>
                </a:lnTo>
                <a:lnTo>
                  <a:pt x="985406" y="6336"/>
                </a:lnTo>
                <a:lnTo>
                  <a:pt x="991603" y="7034"/>
                </a:lnTo>
                <a:lnTo>
                  <a:pt x="997801" y="7738"/>
                </a:lnTo>
                <a:lnTo>
                  <a:pt x="1003998" y="8494"/>
                </a:lnTo>
                <a:lnTo>
                  <a:pt x="1010196" y="9255"/>
                </a:lnTo>
                <a:lnTo>
                  <a:pt x="1016393" y="10061"/>
                </a:lnTo>
                <a:lnTo>
                  <a:pt x="1022591" y="10874"/>
                </a:lnTo>
                <a:lnTo>
                  <a:pt x="1028788" y="11727"/>
                </a:lnTo>
                <a:lnTo>
                  <a:pt x="1034986" y="12590"/>
                </a:lnTo>
                <a:lnTo>
                  <a:pt x="1041183" y="13485"/>
                </a:lnTo>
                <a:lnTo>
                  <a:pt x="1047381" y="14394"/>
                </a:lnTo>
                <a:lnTo>
                  <a:pt x="1053578" y="15329"/>
                </a:lnTo>
                <a:lnTo>
                  <a:pt x="1059776" y="16280"/>
                </a:lnTo>
                <a:lnTo>
                  <a:pt x="1065973" y="17252"/>
                </a:lnTo>
                <a:lnTo>
                  <a:pt x="1072171" y="18243"/>
                </a:lnTo>
                <a:lnTo>
                  <a:pt x="1078368" y="19249"/>
                </a:lnTo>
                <a:lnTo>
                  <a:pt x="1084566" y="20275"/>
                </a:lnTo>
                <a:lnTo>
                  <a:pt x="1090763" y="21314"/>
                </a:lnTo>
                <a:lnTo>
                  <a:pt x="1096961" y="22373"/>
                </a:lnTo>
                <a:lnTo>
                  <a:pt x="1103159" y="23440"/>
                </a:lnTo>
                <a:lnTo>
                  <a:pt x="1109356" y="24530"/>
                </a:lnTo>
                <a:lnTo>
                  <a:pt x="1115554" y="25624"/>
                </a:lnTo>
                <a:lnTo>
                  <a:pt x="1121751" y="26742"/>
                </a:lnTo>
                <a:lnTo>
                  <a:pt x="1127949" y="27861"/>
                </a:lnTo>
                <a:lnTo>
                  <a:pt x="1134146" y="29004"/>
                </a:lnTo>
                <a:lnTo>
                  <a:pt x="1140344" y="30148"/>
                </a:lnTo>
                <a:lnTo>
                  <a:pt x="1146541" y="31313"/>
                </a:lnTo>
                <a:lnTo>
                  <a:pt x="1152739" y="32480"/>
                </a:lnTo>
                <a:lnTo>
                  <a:pt x="1158936" y="33664"/>
                </a:lnTo>
                <a:lnTo>
                  <a:pt x="1165134" y="34853"/>
                </a:lnTo>
                <a:lnTo>
                  <a:pt x="1171331" y="36056"/>
                </a:lnTo>
                <a:lnTo>
                  <a:pt x="1177529" y="37265"/>
                </a:lnTo>
                <a:lnTo>
                  <a:pt x="1183726" y="38484"/>
                </a:lnTo>
                <a:lnTo>
                  <a:pt x="1189924" y="39711"/>
                </a:lnTo>
                <a:lnTo>
                  <a:pt x="1196121" y="40947"/>
                </a:lnTo>
                <a:lnTo>
                  <a:pt x="1202319" y="42191"/>
                </a:lnTo>
                <a:lnTo>
                  <a:pt x="1208516" y="43443"/>
                </a:lnTo>
                <a:lnTo>
                  <a:pt x="1214714" y="44703"/>
                </a:lnTo>
                <a:lnTo>
                  <a:pt x="1220911" y="45969"/>
                </a:lnTo>
                <a:lnTo>
                  <a:pt x="1227109" y="47244"/>
                </a:lnTo>
                <a:lnTo>
                  <a:pt x="1233306" y="48524"/>
                </a:lnTo>
                <a:lnTo>
                  <a:pt x="1239504" y="49815"/>
                </a:lnTo>
                <a:lnTo>
                  <a:pt x="1245702" y="51108"/>
                </a:lnTo>
                <a:lnTo>
                  <a:pt x="1251899" y="52413"/>
                </a:lnTo>
                <a:lnTo>
                  <a:pt x="1258097" y="53720"/>
                </a:lnTo>
                <a:lnTo>
                  <a:pt x="1264294" y="55039"/>
                </a:lnTo>
                <a:lnTo>
                  <a:pt x="1270492" y="56360"/>
                </a:lnTo>
                <a:lnTo>
                  <a:pt x="1276689" y="57693"/>
                </a:lnTo>
                <a:lnTo>
                  <a:pt x="1282887" y="59028"/>
                </a:lnTo>
                <a:lnTo>
                  <a:pt x="1289084" y="60374"/>
                </a:lnTo>
                <a:lnTo>
                  <a:pt x="1295282" y="61723"/>
                </a:lnTo>
                <a:lnTo>
                  <a:pt x="1301479" y="63083"/>
                </a:lnTo>
                <a:lnTo>
                  <a:pt x="1307677" y="64447"/>
                </a:lnTo>
                <a:lnTo>
                  <a:pt x="1313874" y="65821"/>
                </a:lnTo>
                <a:lnTo>
                  <a:pt x="1320072" y="67201"/>
                </a:lnTo>
                <a:lnTo>
                  <a:pt x="1326269" y="68589"/>
                </a:lnTo>
                <a:lnTo>
                  <a:pt x="1332467" y="69984"/>
                </a:lnTo>
                <a:lnTo>
                  <a:pt x="1338664" y="71387"/>
                </a:lnTo>
                <a:lnTo>
                  <a:pt x="1344862" y="72800"/>
                </a:lnTo>
                <a:lnTo>
                  <a:pt x="1351059" y="74218"/>
                </a:lnTo>
                <a:lnTo>
                  <a:pt x="1357257" y="75648"/>
                </a:lnTo>
                <a:lnTo>
                  <a:pt x="1363454" y="77082"/>
                </a:lnTo>
                <a:lnTo>
                  <a:pt x="1369652" y="78531"/>
                </a:lnTo>
                <a:lnTo>
                  <a:pt x="1375849" y="79982"/>
                </a:lnTo>
                <a:lnTo>
                  <a:pt x="1382047" y="81450"/>
                </a:lnTo>
                <a:lnTo>
                  <a:pt x="1388245" y="82920"/>
                </a:lnTo>
                <a:lnTo>
                  <a:pt x="1394442" y="84408"/>
                </a:lnTo>
                <a:lnTo>
                  <a:pt x="1400640" y="85898"/>
                </a:lnTo>
                <a:lnTo>
                  <a:pt x="1406837" y="87407"/>
                </a:lnTo>
                <a:lnTo>
                  <a:pt x="1413035" y="88919"/>
                </a:lnTo>
                <a:lnTo>
                  <a:pt x="1419232" y="90448"/>
                </a:lnTo>
                <a:lnTo>
                  <a:pt x="1425430" y="91983"/>
                </a:lnTo>
                <a:lnTo>
                  <a:pt x="1431627" y="93534"/>
                </a:lnTo>
                <a:lnTo>
                  <a:pt x="1437825" y="95094"/>
                </a:lnTo>
                <a:lnTo>
                  <a:pt x="1444022" y="96668"/>
                </a:lnTo>
                <a:lnTo>
                  <a:pt x="1450220" y="98252"/>
                </a:lnTo>
                <a:lnTo>
                  <a:pt x="1456417" y="99851"/>
                </a:lnTo>
                <a:lnTo>
                  <a:pt x="1462615" y="101462"/>
                </a:lnTo>
                <a:lnTo>
                  <a:pt x="1468812" y="103085"/>
                </a:lnTo>
                <a:lnTo>
                  <a:pt x="1475010" y="104725"/>
                </a:lnTo>
                <a:lnTo>
                  <a:pt x="1481207" y="106374"/>
                </a:lnTo>
                <a:lnTo>
                  <a:pt x="1487405" y="108043"/>
                </a:lnTo>
                <a:lnTo>
                  <a:pt x="1493602" y="109720"/>
                </a:lnTo>
                <a:lnTo>
                  <a:pt x="1499800" y="111419"/>
                </a:lnTo>
                <a:lnTo>
                  <a:pt x="1505997" y="113124"/>
                </a:lnTo>
                <a:lnTo>
                  <a:pt x="1512195" y="114856"/>
                </a:lnTo>
                <a:lnTo>
                  <a:pt x="1518393" y="116590"/>
                </a:lnTo>
                <a:lnTo>
                  <a:pt x="1524590" y="118354"/>
                </a:lnTo>
                <a:lnTo>
                  <a:pt x="1530788" y="120121"/>
                </a:lnTo>
                <a:lnTo>
                  <a:pt x="1536985" y="121917"/>
                </a:lnTo>
                <a:lnTo>
                  <a:pt x="1543183" y="123718"/>
                </a:lnTo>
                <a:lnTo>
                  <a:pt x="1549380" y="125546"/>
                </a:lnTo>
                <a:lnTo>
                  <a:pt x="1555578" y="127383"/>
                </a:lnTo>
                <a:lnTo>
                  <a:pt x="1561775" y="129244"/>
                </a:lnTo>
                <a:lnTo>
                  <a:pt x="1567973" y="131117"/>
                </a:lnTo>
                <a:lnTo>
                  <a:pt x="1574170" y="133012"/>
                </a:lnTo>
                <a:lnTo>
                  <a:pt x="1580368" y="134923"/>
                </a:lnTo>
                <a:lnTo>
                  <a:pt x="1586565" y="136852"/>
                </a:lnTo>
                <a:lnTo>
                  <a:pt x="1592763" y="138801"/>
                </a:lnTo>
                <a:lnTo>
                  <a:pt x="1598960" y="140766"/>
                </a:lnTo>
                <a:lnTo>
                  <a:pt x="1605158" y="142754"/>
                </a:lnTo>
                <a:lnTo>
                  <a:pt x="1611355" y="144755"/>
                </a:lnTo>
                <a:lnTo>
                  <a:pt x="1617553" y="146783"/>
                </a:lnTo>
                <a:lnTo>
                  <a:pt x="1623750" y="148821"/>
                </a:lnTo>
                <a:lnTo>
                  <a:pt x="1629948" y="150890"/>
                </a:lnTo>
                <a:lnTo>
                  <a:pt x="1636145" y="152965"/>
                </a:lnTo>
                <a:lnTo>
                  <a:pt x="1642343" y="155075"/>
                </a:lnTo>
                <a:lnTo>
                  <a:pt x="1648540" y="157188"/>
                </a:lnTo>
                <a:lnTo>
                  <a:pt x="1654738" y="159339"/>
                </a:lnTo>
                <a:lnTo>
                  <a:pt x="1660936" y="161494"/>
                </a:lnTo>
                <a:lnTo>
                  <a:pt x="1667133" y="163684"/>
                </a:lnTo>
                <a:lnTo>
                  <a:pt x="1673331" y="165881"/>
                </a:lnTo>
                <a:lnTo>
                  <a:pt x="1679528" y="168110"/>
                </a:lnTo>
                <a:lnTo>
                  <a:pt x="1685726" y="170349"/>
                </a:lnTo>
                <a:lnTo>
                  <a:pt x="1691923" y="172617"/>
                </a:lnTo>
                <a:lnTo>
                  <a:pt x="1698121" y="174900"/>
                </a:lnTo>
                <a:lnTo>
                  <a:pt x="1704318" y="177207"/>
                </a:lnTo>
                <a:lnTo>
                  <a:pt x="1710516" y="179532"/>
                </a:lnTo>
                <a:lnTo>
                  <a:pt x="1716713" y="181879"/>
                </a:lnTo>
                <a:lnTo>
                  <a:pt x="1722911" y="184247"/>
                </a:lnTo>
                <a:lnTo>
                  <a:pt x="1729108" y="186633"/>
                </a:lnTo>
                <a:lnTo>
                  <a:pt x="1735306" y="189044"/>
                </a:lnTo>
                <a:lnTo>
                  <a:pt x="1741503" y="191469"/>
                </a:lnTo>
                <a:lnTo>
                  <a:pt x="1747701" y="193923"/>
                </a:lnTo>
                <a:lnTo>
                  <a:pt x="1753898" y="196388"/>
                </a:lnTo>
                <a:lnTo>
                  <a:pt x="1760096" y="198884"/>
                </a:lnTo>
                <a:lnTo>
                  <a:pt x="1766293" y="201388"/>
                </a:lnTo>
                <a:lnTo>
                  <a:pt x="1772491" y="203926"/>
                </a:lnTo>
                <a:lnTo>
                  <a:pt x="1778688" y="206469"/>
                </a:lnTo>
                <a:lnTo>
                  <a:pt x="1784886" y="209049"/>
                </a:lnTo>
                <a:lnTo>
                  <a:pt x="1791084" y="211633"/>
                </a:lnTo>
                <a:lnTo>
                  <a:pt x="1797281" y="214251"/>
                </a:lnTo>
                <a:lnTo>
                  <a:pt x="1803479" y="216877"/>
                </a:lnTo>
                <a:lnTo>
                  <a:pt x="1809676" y="219532"/>
                </a:lnTo>
                <a:lnTo>
                  <a:pt x="1815874" y="222199"/>
                </a:lnTo>
                <a:lnTo>
                  <a:pt x="1822071" y="224891"/>
                </a:lnTo>
                <a:lnTo>
                  <a:pt x="1828269" y="227597"/>
                </a:lnTo>
                <a:lnTo>
                  <a:pt x="1834466" y="230326"/>
                </a:lnTo>
                <a:lnTo>
                  <a:pt x="1840664" y="233071"/>
                </a:lnTo>
                <a:lnTo>
                  <a:pt x="1846861" y="235835"/>
                </a:lnTo>
                <a:lnTo>
                  <a:pt x="1853059" y="238619"/>
                </a:lnTo>
                <a:lnTo>
                  <a:pt x="1859256" y="241418"/>
                </a:lnTo>
                <a:lnTo>
                  <a:pt x="1865454" y="244239"/>
                </a:lnTo>
                <a:lnTo>
                  <a:pt x="1871651" y="247072"/>
                </a:lnTo>
                <a:lnTo>
                  <a:pt x="1877849" y="249929"/>
                </a:lnTo>
                <a:lnTo>
                  <a:pt x="1884046" y="252795"/>
                </a:lnTo>
                <a:lnTo>
                  <a:pt x="1890244" y="255687"/>
                </a:lnTo>
                <a:lnTo>
                  <a:pt x="1896441" y="258585"/>
                </a:lnTo>
                <a:lnTo>
                  <a:pt x="1902639" y="261511"/>
                </a:lnTo>
                <a:lnTo>
                  <a:pt x="1908836" y="264440"/>
                </a:lnTo>
                <a:lnTo>
                  <a:pt x="1915034" y="267398"/>
                </a:lnTo>
                <a:lnTo>
                  <a:pt x="1921231" y="270359"/>
                </a:lnTo>
                <a:lnTo>
                  <a:pt x="1927429" y="273346"/>
                </a:lnTo>
                <a:lnTo>
                  <a:pt x="1933627" y="276339"/>
                </a:lnTo>
                <a:lnTo>
                  <a:pt x="1939824" y="279353"/>
                </a:lnTo>
                <a:lnTo>
                  <a:pt x="1946022" y="282375"/>
                </a:lnTo>
                <a:lnTo>
                  <a:pt x="1952219" y="285415"/>
                </a:lnTo>
                <a:lnTo>
                  <a:pt x="1958417" y="288465"/>
                </a:lnTo>
                <a:lnTo>
                  <a:pt x="1964614" y="291530"/>
                </a:lnTo>
                <a:lnTo>
                  <a:pt x="1970812" y="294606"/>
                </a:lnTo>
                <a:lnTo>
                  <a:pt x="1977009" y="297694"/>
                </a:lnTo>
                <a:lnTo>
                  <a:pt x="1983207" y="300794"/>
                </a:lnTo>
                <a:lnTo>
                  <a:pt x="1989404" y="303904"/>
                </a:lnTo>
                <a:lnTo>
                  <a:pt x="1995602" y="307027"/>
                </a:lnTo>
                <a:lnTo>
                  <a:pt x="2001799" y="310157"/>
                </a:lnTo>
                <a:lnTo>
                  <a:pt x="2007997" y="313300"/>
                </a:lnTo>
                <a:lnTo>
                  <a:pt x="2014194" y="316449"/>
                </a:lnTo>
                <a:lnTo>
                  <a:pt x="2020392" y="319611"/>
                </a:lnTo>
                <a:lnTo>
                  <a:pt x="2026589" y="322776"/>
                </a:lnTo>
                <a:lnTo>
                  <a:pt x="2032787" y="325956"/>
                </a:lnTo>
                <a:lnTo>
                  <a:pt x="2038984" y="329136"/>
                </a:lnTo>
                <a:lnTo>
                  <a:pt x="2045182" y="332330"/>
                </a:lnTo>
                <a:lnTo>
                  <a:pt x="2051379" y="335525"/>
                </a:lnTo>
                <a:lnTo>
                  <a:pt x="2057577" y="338730"/>
                </a:lnTo>
                <a:lnTo>
                  <a:pt x="2063774" y="341937"/>
                </a:lnTo>
                <a:lnTo>
                  <a:pt x="2069972" y="345152"/>
                </a:lnTo>
                <a:lnTo>
                  <a:pt x="2076170" y="348369"/>
                </a:lnTo>
                <a:lnTo>
                  <a:pt x="2082367" y="351592"/>
                </a:lnTo>
                <a:lnTo>
                  <a:pt x="2088565" y="354817"/>
                </a:lnTo>
                <a:lnTo>
                  <a:pt x="2094762" y="358045"/>
                </a:lnTo>
                <a:lnTo>
                  <a:pt x="2100960" y="361276"/>
                </a:lnTo>
                <a:lnTo>
                  <a:pt x="2107157" y="364508"/>
                </a:lnTo>
                <a:lnTo>
                  <a:pt x="2113355" y="367741"/>
                </a:lnTo>
                <a:lnTo>
                  <a:pt x="2119552" y="370976"/>
                </a:lnTo>
                <a:lnTo>
                  <a:pt x="2125750" y="374210"/>
                </a:lnTo>
                <a:lnTo>
                  <a:pt x="2131947" y="377444"/>
                </a:lnTo>
                <a:lnTo>
                  <a:pt x="2138145" y="380677"/>
                </a:lnTo>
                <a:lnTo>
                  <a:pt x="2144342" y="383909"/>
                </a:lnTo>
                <a:lnTo>
                  <a:pt x="2150540" y="387137"/>
                </a:lnTo>
                <a:lnTo>
                  <a:pt x="2156737" y="390365"/>
                </a:lnTo>
                <a:lnTo>
                  <a:pt x="2162935" y="393588"/>
                </a:lnTo>
                <a:lnTo>
                  <a:pt x="2169132" y="396809"/>
                </a:lnTo>
                <a:lnTo>
                  <a:pt x="2175330" y="400023"/>
                </a:lnTo>
                <a:lnTo>
                  <a:pt x="2181527" y="403235"/>
                </a:lnTo>
                <a:lnTo>
                  <a:pt x="2187725" y="406439"/>
                </a:lnTo>
                <a:lnTo>
                  <a:pt x="2193922" y="409640"/>
                </a:lnTo>
                <a:lnTo>
                  <a:pt x="2200120" y="412831"/>
                </a:lnTo>
                <a:lnTo>
                  <a:pt x="2206318" y="416017"/>
                </a:lnTo>
                <a:lnTo>
                  <a:pt x="2212515" y="419194"/>
                </a:lnTo>
                <a:lnTo>
                  <a:pt x="2218713" y="422365"/>
                </a:lnTo>
                <a:lnTo>
                  <a:pt x="2224910" y="425525"/>
                </a:lnTo>
                <a:lnTo>
                  <a:pt x="2231108" y="428677"/>
                </a:lnTo>
                <a:lnTo>
                  <a:pt x="2237305" y="431820"/>
                </a:lnTo>
                <a:lnTo>
                  <a:pt x="2243503" y="434951"/>
                </a:lnTo>
                <a:lnTo>
                  <a:pt x="2249700" y="438073"/>
                </a:lnTo>
                <a:lnTo>
                  <a:pt x="2255898" y="441181"/>
                </a:lnTo>
                <a:lnTo>
                  <a:pt x="2262095" y="444281"/>
                </a:lnTo>
                <a:lnTo>
                  <a:pt x="2268293" y="447364"/>
                </a:lnTo>
                <a:lnTo>
                  <a:pt x="2274490" y="450440"/>
                </a:lnTo>
                <a:lnTo>
                  <a:pt x="2280688" y="453495"/>
                </a:lnTo>
                <a:lnTo>
                  <a:pt x="2286885" y="456546"/>
                </a:lnTo>
                <a:lnTo>
                  <a:pt x="2293083" y="459572"/>
                </a:lnTo>
                <a:lnTo>
                  <a:pt x="2299280" y="462595"/>
                </a:lnTo>
                <a:lnTo>
                  <a:pt x="2305478" y="465590"/>
                </a:lnTo>
                <a:lnTo>
                  <a:pt x="2311675" y="468581"/>
                </a:lnTo>
                <a:lnTo>
                  <a:pt x="2317873" y="471545"/>
                </a:lnTo>
                <a:lnTo>
                  <a:pt x="2324070" y="474502"/>
                </a:lnTo>
                <a:lnTo>
                  <a:pt x="2330268" y="477434"/>
                </a:lnTo>
                <a:lnTo>
                  <a:pt x="2336465" y="480357"/>
                </a:lnTo>
                <a:lnTo>
                  <a:pt x="2342663" y="483255"/>
                </a:lnTo>
                <a:lnTo>
                  <a:pt x="2348861" y="486140"/>
                </a:lnTo>
                <a:lnTo>
                  <a:pt x="2355058" y="489004"/>
                </a:lnTo>
                <a:lnTo>
                  <a:pt x="2361256" y="491850"/>
                </a:lnTo>
                <a:lnTo>
                  <a:pt x="2367453" y="494678"/>
                </a:lnTo>
                <a:lnTo>
                  <a:pt x="2373651" y="497484"/>
                </a:lnTo>
                <a:lnTo>
                  <a:pt x="2379848" y="500274"/>
                </a:lnTo>
                <a:lnTo>
                  <a:pt x="2386046" y="503039"/>
                </a:lnTo>
                <a:lnTo>
                  <a:pt x="2392243" y="505791"/>
                </a:lnTo>
                <a:lnTo>
                  <a:pt x="2398441" y="508513"/>
                </a:lnTo>
                <a:lnTo>
                  <a:pt x="2404638" y="511225"/>
                </a:lnTo>
                <a:lnTo>
                  <a:pt x="2410836" y="513903"/>
                </a:lnTo>
                <a:lnTo>
                  <a:pt x="2417033" y="516575"/>
                </a:lnTo>
                <a:lnTo>
                  <a:pt x="2423231" y="519208"/>
                </a:lnTo>
                <a:lnTo>
                  <a:pt x="2429428" y="521838"/>
                </a:lnTo>
                <a:lnTo>
                  <a:pt x="2435626" y="524426"/>
                </a:lnTo>
                <a:lnTo>
                  <a:pt x="2441823" y="527010"/>
                </a:lnTo>
                <a:lnTo>
                  <a:pt x="2448021" y="529556"/>
                </a:lnTo>
                <a:lnTo>
                  <a:pt x="2454218" y="532094"/>
                </a:lnTo>
                <a:lnTo>
                  <a:pt x="2460416" y="534597"/>
                </a:lnTo>
                <a:lnTo>
                  <a:pt x="2466613" y="537087"/>
                </a:lnTo>
                <a:lnTo>
                  <a:pt x="2472811" y="539546"/>
                </a:lnTo>
                <a:lnTo>
                  <a:pt x="2479009" y="541989"/>
                </a:lnTo>
                <a:lnTo>
                  <a:pt x="2485206" y="544404"/>
                </a:lnTo>
                <a:lnTo>
                  <a:pt x="2491404" y="546799"/>
                </a:lnTo>
                <a:lnTo>
                  <a:pt x="2497601" y="549171"/>
                </a:lnTo>
                <a:lnTo>
                  <a:pt x="2503799" y="551517"/>
                </a:lnTo>
                <a:lnTo>
                  <a:pt x="2509996" y="553844"/>
                </a:lnTo>
                <a:lnTo>
                  <a:pt x="2516194" y="556143"/>
                </a:lnTo>
                <a:lnTo>
                  <a:pt x="2522391" y="558426"/>
                </a:lnTo>
                <a:lnTo>
                  <a:pt x="2528589" y="560676"/>
                </a:lnTo>
                <a:lnTo>
                  <a:pt x="2534786" y="562915"/>
                </a:lnTo>
                <a:lnTo>
                  <a:pt x="2540984" y="565116"/>
                </a:lnTo>
                <a:lnTo>
                  <a:pt x="2547181" y="567311"/>
                </a:lnTo>
                <a:lnTo>
                  <a:pt x="2553379" y="569465"/>
                </a:lnTo>
                <a:lnTo>
                  <a:pt x="2559576" y="571615"/>
                </a:lnTo>
                <a:lnTo>
                  <a:pt x="2565774" y="573723"/>
                </a:lnTo>
                <a:lnTo>
                  <a:pt x="2571971" y="575825"/>
                </a:lnTo>
                <a:lnTo>
                  <a:pt x="2578169" y="577889"/>
                </a:lnTo>
                <a:lnTo>
                  <a:pt x="2584366" y="579945"/>
                </a:lnTo>
                <a:lnTo>
                  <a:pt x="2590564" y="581966"/>
                </a:lnTo>
                <a:lnTo>
                  <a:pt x="2596761" y="583975"/>
                </a:lnTo>
                <a:lnTo>
                  <a:pt x="2602959" y="585955"/>
                </a:lnTo>
                <a:lnTo>
                  <a:pt x="2609156" y="587918"/>
                </a:lnTo>
                <a:lnTo>
                  <a:pt x="2615354" y="589856"/>
                </a:lnTo>
                <a:lnTo>
                  <a:pt x="2621552" y="591774"/>
                </a:lnTo>
                <a:lnTo>
                  <a:pt x="2627749" y="593671"/>
                </a:lnTo>
                <a:lnTo>
                  <a:pt x="2633947" y="595544"/>
                </a:lnTo>
                <a:lnTo>
                  <a:pt x="2640144" y="597401"/>
                </a:lnTo>
                <a:lnTo>
                  <a:pt x="2646342" y="599231"/>
                </a:lnTo>
                <a:lnTo>
                  <a:pt x="2652539" y="601048"/>
                </a:lnTo>
                <a:lnTo>
                  <a:pt x="2658737" y="602836"/>
                </a:lnTo>
                <a:lnTo>
                  <a:pt x="2664934" y="604614"/>
                </a:lnTo>
                <a:lnTo>
                  <a:pt x="2671132" y="606360"/>
                </a:lnTo>
                <a:lnTo>
                  <a:pt x="2677329" y="608101"/>
                </a:lnTo>
                <a:lnTo>
                  <a:pt x="2683527" y="609806"/>
                </a:lnTo>
                <a:lnTo>
                  <a:pt x="2689724" y="611508"/>
                </a:lnTo>
                <a:lnTo>
                  <a:pt x="2695922" y="613176"/>
                </a:lnTo>
                <a:lnTo>
                  <a:pt x="2702119" y="614839"/>
                </a:lnTo>
                <a:lnTo>
                  <a:pt x="2708317" y="616470"/>
                </a:lnTo>
                <a:lnTo>
                  <a:pt x="2714514" y="618095"/>
                </a:lnTo>
                <a:lnTo>
                  <a:pt x="2720712" y="619693"/>
                </a:lnTo>
                <a:lnTo>
                  <a:pt x="2726909" y="621280"/>
                </a:lnTo>
                <a:lnTo>
                  <a:pt x="2733107" y="622845"/>
                </a:lnTo>
                <a:lnTo>
                  <a:pt x="2739304" y="624396"/>
                </a:lnTo>
                <a:lnTo>
                  <a:pt x="2745502" y="625928"/>
                </a:lnTo>
                <a:lnTo>
                  <a:pt x="2751699" y="627445"/>
                </a:lnTo>
                <a:lnTo>
                  <a:pt x="2757897" y="628945"/>
                </a:lnTo>
                <a:lnTo>
                  <a:pt x="2764095" y="630428"/>
                </a:lnTo>
                <a:lnTo>
                  <a:pt x="2770292" y="631898"/>
                </a:lnTo>
                <a:lnTo>
                  <a:pt x="2776490" y="633348"/>
                </a:lnTo>
                <a:lnTo>
                  <a:pt x="2782687" y="634789"/>
                </a:lnTo>
                <a:lnTo>
                  <a:pt x="2788885" y="636208"/>
                </a:lnTo>
                <a:lnTo>
                  <a:pt x="2795082" y="637620"/>
                </a:lnTo>
                <a:lnTo>
                  <a:pt x="2801280" y="639008"/>
                </a:lnTo>
                <a:lnTo>
                  <a:pt x="2807477" y="640393"/>
                </a:lnTo>
                <a:lnTo>
                  <a:pt x="2813675" y="641752"/>
                </a:lnTo>
                <a:lnTo>
                  <a:pt x="2819872" y="643108"/>
                </a:lnTo>
                <a:lnTo>
                  <a:pt x="2826070" y="644440"/>
                </a:lnTo>
                <a:lnTo>
                  <a:pt x="2832267" y="645769"/>
                </a:lnTo>
                <a:lnTo>
                  <a:pt x="2838465" y="647076"/>
                </a:lnTo>
                <a:lnTo>
                  <a:pt x="2844662" y="648377"/>
                </a:lnTo>
                <a:lnTo>
                  <a:pt x="2850860" y="649660"/>
                </a:lnTo>
                <a:lnTo>
                  <a:pt x="2857057" y="650936"/>
                </a:lnTo>
                <a:lnTo>
                  <a:pt x="2863255" y="652195"/>
                </a:lnTo>
                <a:lnTo>
                  <a:pt x="2869452" y="653446"/>
                </a:lnTo>
                <a:lnTo>
                  <a:pt x="2875650" y="654683"/>
                </a:lnTo>
                <a:lnTo>
                  <a:pt x="2881847" y="655909"/>
                </a:lnTo>
                <a:lnTo>
                  <a:pt x="2888045" y="657124"/>
                </a:lnTo>
                <a:lnTo>
                  <a:pt x="2894243" y="658327"/>
                </a:lnTo>
                <a:lnTo>
                  <a:pt x="2900440" y="659521"/>
                </a:lnTo>
                <a:lnTo>
                  <a:pt x="2906638" y="660702"/>
                </a:lnTo>
                <a:lnTo>
                  <a:pt x="2912835" y="661875"/>
                </a:lnTo>
                <a:lnTo>
                  <a:pt x="2919033" y="663034"/>
                </a:lnTo>
                <a:lnTo>
                  <a:pt x="2925230" y="664188"/>
                </a:lnTo>
                <a:lnTo>
                  <a:pt x="2931428" y="665326"/>
                </a:lnTo>
                <a:lnTo>
                  <a:pt x="2937625" y="666461"/>
                </a:lnTo>
                <a:lnTo>
                  <a:pt x="2943823" y="667578"/>
                </a:lnTo>
                <a:lnTo>
                  <a:pt x="2950020" y="668694"/>
                </a:lnTo>
                <a:lnTo>
                  <a:pt x="2956218" y="669792"/>
                </a:lnTo>
                <a:lnTo>
                  <a:pt x="2962415" y="670888"/>
                </a:lnTo>
                <a:lnTo>
                  <a:pt x="2968613" y="671969"/>
                </a:lnTo>
                <a:lnTo>
                  <a:pt x="2974810" y="673046"/>
                </a:lnTo>
                <a:lnTo>
                  <a:pt x="2981008" y="674109"/>
                </a:lnTo>
                <a:lnTo>
                  <a:pt x="2987205" y="675168"/>
                </a:lnTo>
                <a:lnTo>
                  <a:pt x="2993403" y="676215"/>
                </a:lnTo>
                <a:lnTo>
                  <a:pt x="2999600" y="677255"/>
                </a:lnTo>
                <a:lnTo>
                  <a:pt x="3005798" y="678285"/>
                </a:lnTo>
                <a:lnTo>
                  <a:pt x="3011995" y="679308"/>
                </a:lnTo>
                <a:lnTo>
                  <a:pt x="3018193" y="680322"/>
                </a:lnTo>
                <a:lnTo>
                  <a:pt x="3024390" y="681328"/>
                </a:lnTo>
                <a:lnTo>
                  <a:pt x="3030588" y="682326"/>
                </a:lnTo>
                <a:lnTo>
                  <a:pt x="3036786" y="683315"/>
                </a:lnTo>
                <a:lnTo>
                  <a:pt x="3042983" y="684298"/>
                </a:lnTo>
                <a:lnTo>
                  <a:pt x="3049181" y="685269"/>
                </a:lnTo>
                <a:lnTo>
                  <a:pt x="3055378" y="686237"/>
                </a:lnTo>
                <a:lnTo>
                  <a:pt x="3061576" y="687192"/>
                </a:lnTo>
                <a:lnTo>
                  <a:pt x="3067773" y="688145"/>
                </a:lnTo>
                <a:lnTo>
                  <a:pt x="3073971" y="689083"/>
                </a:lnTo>
                <a:lnTo>
                  <a:pt x="3080168" y="690021"/>
                </a:lnTo>
                <a:lnTo>
                  <a:pt x="3086366" y="690944"/>
                </a:lnTo>
                <a:lnTo>
                  <a:pt x="3092563" y="691865"/>
                </a:lnTo>
                <a:lnTo>
                  <a:pt x="3098761" y="692773"/>
                </a:lnTo>
                <a:lnTo>
                  <a:pt x="3104958" y="693678"/>
                </a:lnTo>
                <a:lnTo>
                  <a:pt x="3111156" y="694571"/>
                </a:lnTo>
                <a:lnTo>
                  <a:pt x="3117353" y="695460"/>
                </a:lnTo>
                <a:lnTo>
                  <a:pt x="3123551" y="696339"/>
                </a:lnTo>
                <a:lnTo>
                  <a:pt x="3129748" y="697212"/>
                </a:lnTo>
                <a:lnTo>
                  <a:pt x="3135946" y="698077"/>
                </a:lnTo>
                <a:lnTo>
                  <a:pt x="3142143" y="698934"/>
                </a:lnTo>
                <a:lnTo>
                  <a:pt x="3148341" y="699783"/>
                </a:lnTo>
                <a:lnTo>
                  <a:pt x="3154538" y="700625"/>
                </a:lnTo>
                <a:lnTo>
                  <a:pt x="3160736" y="701460"/>
                </a:lnTo>
                <a:lnTo>
                  <a:pt x="3166933" y="702285"/>
                </a:lnTo>
                <a:lnTo>
                  <a:pt x="3166933" y="749868"/>
                </a:lnTo>
                <a:lnTo>
                  <a:pt x="3160736" y="749868"/>
                </a:lnTo>
                <a:lnTo>
                  <a:pt x="3154538" y="749868"/>
                </a:lnTo>
                <a:lnTo>
                  <a:pt x="3148341" y="749868"/>
                </a:lnTo>
                <a:lnTo>
                  <a:pt x="3142143" y="749868"/>
                </a:lnTo>
                <a:lnTo>
                  <a:pt x="3135946" y="749868"/>
                </a:lnTo>
                <a:lnTo>
                  <a:pt x="3129748" y="749868"/>
                </a:lnTo>
                <a:lnTo>
                  <a:pt x="3123551" y="749868"/>
                </a:lnTo>
                <a:lnTo>
                  <a:pt x="3117353" y="749868"/>
                </a:lnTo>
                <a:lnTo>
                  <a:pt x="3111156" y="749868"/>
                </a:lnTo>
                <a:lnTo>
                  <a:pt x="3104958" y="749868"/>
                </a:lnTo>
                <a:lnTo>
                  <a:pt x="3098761" y="749868"/>
                </a:lnTo>
                <a:lnTo>
                  <a:pt x="3092563" y="749868"/>
                </a:lnTo>
                <a:lnTo>
                  <a:pt x="3086366" y="749868"/>
                </a:lnTo>
                <a:lnTo>
                  <a:pt x="3080168" y="749868"/>
                </a:lnTo>
                <a:lnTo>
                  <a:pt x="3073971" y="749868"/>
                </a:lnTo>
                <a:lnTo>
                  <a:pt x="3067773" y="749868"/>
                </a:lnTo>
                <a:lnTo>
                  <a:pt x="3061576" y="749868"/>
                </a:lnTo>
                <a:lnTo>
                  <a:pt x="3055378" y="749868"/>
                </a:lnTo>
                <a:lnTo>
                  <a:pt x="3049181" y="749868"/>
                </a:lnTo>
                <a:lnTo>
                  <a:pt x="3042983" y="749868"/>
                </a:lnTo>
                <a:lnTo>
                  <a:pt x="3036786" y="749868"/>
                </a:lnTo>
                <a:lnTo>
                  <a:pt x="3030588" y="749868"/>
                </a:lnTo>
                <a:lnTo>
                  <a:pt x="3024390" y="749868"/>
                </a:lnTo>
                <a:lnTo>
                  <a:pt x="3018193" y="749868"/>
                </a:lnTo>
                <a:lnTo>
                  <a:pt x="3011995" y="749868"/>
                </a:lnTo>
                <a:lnTo>
                  <a:pt x="3005798" y="749868"/>
                </a:lnTo>
                <a:lnTo>
                  <a:pt x="2999600" y="749868"/>
                </a:lnTo>
                <a:lnTo>
                  <a:pt x="2993403" y="749868"/>
                </a:lnTo>
                <a:lnTo>
                  <a:pt x="2987205" y="749868"/>
                </a:lnTo>
                <a:lnTo>
                  <a:pt x="2981008" y="749868"/>
                </a:lnTo>
                <a:lnTo>
                  <a:pt x="2974810" y="749868"/>
                </a:lnTo>
                <a:lnTo>
                  <a:pt x="2968613" y="749868"/>
                </a:lnTo>
                <a:lnTo>
                  <a:pt x="2962415" y="749868"/>
                </a:lnTo>
                <a:lnTo>
                  <a:pt x="2956218" y="749868"/>
                </a:lnTo>
                <a:lnTo>
                  <a:pt x="2950020" y="749868"/>
                </a:lnTo>
                <a:lnTo>
                  <a:pt x="2943823" y="749868"/>
                </a:lnTo>
                <a:lnTo>
                  <a:pt x="2937625" y="749868"/>
                </a:lnTo>
                <a:lnTo>
                  <a:pt x="2931428" y="749868"/>
                </a:lnTo>
                <a:lnTo>
                  <a:pt x="2925230" y="749868"/>
                </a:lnTo>
                <a:lnTo>
                  <a:pt x="2919033" y="749868"/>
                </a:lnTo>
                <a:lnTo>
                  <a:pt x="2912835" y="749868"/>
                </a:lnTo>
                <a:lnTo>
                  <a:pt x="2906638" y="749868"/>
                </a:lnTo>
                <a:lnTo>
                  <a:pt x="2900440" y="749868"/>
                </a:lnTo>
                <a:lnTo>
                  <a:pt x="2894243" y="749868"/>
                </a:lnTo>
                <a:lnTo>
                  <a:pt x="2888045" y="749868"/>
                </a:lnTo>
                <a:lnTo>
                  <a:pt x="2881847" y="749868"/>
                </a:lnTo>
                <a:lnTo>
                  <a:pt x="2875650" y="749868"/>
                </a:lnTo>
                <a:lnTo>
                  <a:pt x="2869452" y="749868"/>
                </a:lnTo>
                <a:lnTo>
                  <a:pt x="2863255" y="749868"/>
                </a:lnTo>
                <a:lnTo>
                  <a:pt x="2857057" y="749868"/>
                </a:lnTo>
                <a:lnTo>
                  <a:pt x="2850860" y="749868"/>
                </a:lnTo>
                <a:lnTo>
                  <a:pt x="2844662" y="749868"/>
                </a:lnTo>
                <a:lnTo>
                  <a:pt x="2838465" y="749868"/>
                </a:lnTo>
                <a:lnTo>
                  <a:pt x="2832267" y="749868"/>
                </a:lnTo>
                <a:lnTo>
                  <a:pt x="2826070" y="749868"/>
                </a:lnTo>
                <a:lnTo>
                  <a:pt x="2819872" y="749868"/>
                </a:lnTo>
                <a:lnTo>
                  <a:pt x="2813675" y="749868"/>
                </a:lnTo>
                <a:lnTo>
                  <a:pt x="2807477" y="749868"/>
                </a:lnTo>
                <a:lnTo>
                  <a:pt x="2801280" y="749868"/>
                </a:lnTo>
                <a:lnTo>
                  <a:pt x="2795082" y="749868"/>
                </a:lnTo>
                <a:lnTo>
                  <a:pt x="2788885" y="749868"/>
                </a:lnTo>
                <a:lnTo>
                  <a:pt x="2782687" y="749868"/>
                </a:lnTo>
                <a:lnTo>
                  <a:pt x="2776490" y="749868"/>
                </a:lnTo>
                <a:lnTo>
                  <a:pt x="2770292" y="749868"/>
                </a:lnTo>
                <a:lnTo>
                  <a:pt x="2764095" y="749868"/>
                </a:lnTo>
                <a:lnTo>
                  <a:pt x="2757897" y="749868"/>
                </a:lnTo>
                <a:lnTo>
                  <a:pt x="2751699" y="749868"/>
                </a:lnTo>
                <a:lnTo>
                  <a:pt x="2745502" y="749868"/>
                </a:lnTo>
                <a:lnTo>
                  <a:pt x="2739304" y="749868"/>
                </a:lnTo>
                <a:lnTo>
                  <a:pt x="2733107" y="749868"/>
                </a:lnTo>
                <a:lnTo>
                  <a:pt x="2726909" y="749868"/>
                </a:lnTo>
                <a:lnTo>
                  <a:pt x="2720712" y="749868"/>
                </a:lnTo>
                <a:lnTo>
                  <a:pt x="2714514" y="749868"/>
                </a:lnTo>
                <a:lnTo>
                  <a:pt x="2708317" y="749868"/>
                </a:lnTo>
                <a:lnTo>
                  <a:pt x="2702119" y="749868"/>
                </a:lnTo>
                <a:lnTo>
                  <a:pt x="2695922" y="749868"/>
                </a:lnTo>
                <a:lnTo>
                  <a:pt x="2689724" y="749868"/>
                </a:lnTo>
                <a:lnTo>
                  <a:pt x="2683527" y="749868"/>
                </a:lnTo>
                <a:lnTo>
                  <a:pt x="2677329" y="749868"/>
                </a:lnTo>
                <a:lnTo>
                  <a:pt x="2671132" y="749868"/>
                </a:lnTo>
                <a:lnTo>
                  <a:pt x="2664934" y="749868"/>
                </a:lnTo>
                <a:lnTo>
                  <a:pt x="2658737" y="749868"/>
                </a:lnTo>
                <a:lnTo>
                  <a:pt x="2652539" y="749868"/>
                </a:lnTo>
                <a:lnTo>
                  <a:pt x="2646342" y="749868"/>
                </a:lnTo>
                <a:lnTo>
                  <a:pt x="2640144" y="749868"/>
                </a:lnTo>
                <a:lnTo>
                  <a:pt x="2633947" y="749868"/>
                </a:lnTo>
                <a:lnTo>
                  <a:pt x="2627749" y="749868"/>
                </a:lnTo>
                <a:lnTo>
                  <a:pt x="2621552" y="749868"/>
                </a:lnTo>
                <a:lnTo>
                  <a:pt x="2615354" y="749868"/>
                </a:lnTo>
                <a:lnTo>
                  <a:pt x="2609156" y="749868"/>
                </a:lnTo>
                <a:lnTo>
                  <a:pt x="2602959" y="749868"/>
                </a:lnTo>
                <a:lnTo>
                  <a:pt x="2596761" y="749868"/>
                </a:lnTo>
                <a:lnTo>
                  <a:pt x="2590564" y="749868"/>
                </a:lnTo>
                <a:lnTo>
                  <a:pt x="2584366" y="749868"/>
                </a:lnTo>
                <a:lnTo>
                  <a:pt x="2578169" y="749868"/>
                </a:lnTo>
                <a:lnTo>
                  <a:pt x="2571971" y="749868"/>
                </a:lnTo>
                <a:lnTo>
                  <a:pt x="2565774" y="749868"/>
                </a:lnTo>
                <a:lnTo>
                  <a:pt x="2559576" y="749868"/>
                </a:lnTo>
                <a:lnTo>
                  <a:pt x="2553379" y="749868"/>
                </a:lnTo>
                <a:lnTo>
                  <a:pt x="2547181" y="749868"/>
                </a:lnTo>
                <a:lnTo>
                  <a:pt x="2540984" y="749868"/>
                </a:lnTo>
                <a:lnTo>
                  <a:pt x="2534786" y="749868"/>
                </a:lnTo>
                <a:lnTo>
                  <a:pt x="2528589" y="749868"/>
                </a:lnTo>
                <a:lnTo>
                  <a:pt x="2522391" y="749868"/>
                </a:lnTo>
                <a:lnTo>
                  <a:pt x="2516194" y="749868"/>
                </a:lnTo>
                <a:lnTo>
                  <a:pt x="2509996" y="749868"/>
                </a:lnTo>
                <a:lnTo>
                  <a:pt x="2503799" y="749868"/>
                </a:lnTo>
                <a:lnTo>
                  <a:pt x="2497601" y="749868"/>
                </a:lnTo>
                <a:lnTo>
                  <a:pt x="2491404" y="749868"/>
                </a:lnTo>
                <a:lnTo>
                  <a:pt x="2485206" y="749868"/>
                </a:lnTo>
                <a:lnTo>
                  <a:pt x="2479009" y="749868"/>
                </a:lnTo>
                <a:lnTo>
                  <a:pt x="2472811" y="749868"/>
                </a:lnTo>
                <a:lnTo>
                  <a:pt x="2466613" y="749868"/>
                </a:lnTo>
                <a:lnTo>
                  <a:pt x="2460416" y="749868"/>
                </a:lnTo>
                <a:lnTo>
                  <a:pt x="2454218" y="749868"/>
                </a:lnTo>
                <a:lnTo>
                  <a:pt x="2448021" y="749868"/>
                </a:lnTo>
                <a:lnTo>
                  <a:pt x="2441823" y="749868"/>
                </a:lnTo>
                <a:lnTo>
                  <a:pt x="2435626" y="749868"/>
                </a:lnTo>
                <a:lnTo>
                  <a:pt x="2429428" y="749868"/>
                </a:lnTo>
                <a:lnTo>
                  <a:pt x="2423231" y="749868"/>
                </a:lnTo>
                <a:lnTo>
                  <a:pt x="2417033" y="749868"/>
                </a:lnTo>
                <a:lnTo>
                  <a:pt x="2410836" y="749868"/>
                </a:lnTo>
                <a:lnTo>
                  <a:pt x="2404638" y="749868"/>
                </a:lnTo>
                <a:lnTo>
                  <a:pt x="2398441" y="749868"/>
                </a:lnTo>
                <a:lnTo>
                  <a:pt x="2392243" y="749868"/>
                </a:lnTo>
                <a:lnTo>
                  <a:pt x="2386046" y="749868"/>
                </a:lnTo>
                <a:lnTo>
                  <a:pt x="2379848" y="749868"/>
                </a:lnTo>
                <a:lnTo>
                  <a:pt x="2373651" y="749868"/>
                </a:lnTo>
                <a:lnTo>
                  <a:pt x="2367453" y="749868"/>
                </a:lnTo>
                <a:lnTo>
                  <a:pt x="2361256" y="749868"/>
                </a:lnTo>
                <a:lnTo>
                  <a:pt x="2355058" y="749868"/>
                </a:lnTo>
                <a:lnTo>
                  <a:pt x="2348861" y="749868"/>
                </a:lnTo>
                <a:lnTo>
                  <a:pt x="2342663" y="749868"/>
                </a:lnTo>
                <a:lnTo>
                  <a:pt x="2336465" y="749868"/>
                </a:lnTo>
                <a:lnTo>
                  <a:pt x="2330268" y="749868"/>
                </a:lnTo>
                <a:lnTo>
                  <a:pt x="2324070" y="749868"/>
                </a:lnTo>
                <a:lnTo>
                  <a:pt x="2317873" y="749868"/>
                </a:lnTo>
                <a:lnTo>
                  <a:pt x="2311675" y="749868"/>
                </a:lnTo>
                <a:lnTo>
                  <a:pt x="2305478" y="749868"/>
                </a:lnTo>
                <a:lnTo>
                  <a:pt x="2299280" y="749868"/>
                </a:lnTo>
                <a:lnTo>
                  <a:pt x="2293083" y="749868"/>
                </a:lnTo>
                <a:lnTo>
                  <a:pt x="2286885" y="749868"/>
                </a:lnTo>
                <a:lnTo>
                  <a:pt x="2280688" y="749868"/>
                </a:lnTo>
                <a:lnTo>
                  <a:pt x="2274490" y="749868"/>
                </a:lnTo>
                <a:lnTo>
                  <a:pt x="2268293" y="749868"/>
                </a:lnTo>
                <a:lnTo>
                  <a:pt x="2262095" y="749868"/>
                </a:lnTo>
                <a:lnTo>
                  <a:pt x="2255898" y="749868"/>
                </a:lnTo>
                <a:lnTo>
                  <a:pt x="2249700" y="749868"/>
                </a:lnTo>
                <a:lnTo>
                  <a:pt x="2243503" y="749868"/>
                </a:lnTo>
                <a:lnTo>
                  <a:pt x="2237305" y="749868"/>
                </a:lnTo>
                <a:lnTo>
                  <a:pt x="2231108" y="749868"/>
                </a:lnTo>
                <a:lnTo>
                  <a:pt x="2224910" y="749868"/>
                </a:lnTo>
                <a:lnTo>
                  <a:pt x="2218713" y="749868"/>
                </a:lnTo>
                <a:lnTo>
                  <a:pt x="2212515" y="749868"/>
                </a:lnTo>
                <a:lnTo>
                  <a:pt x="2206318" y="749868"/>
                </a:lnTo>
                <a:lnTo>
                  <a:pt x="2200120" y="749868"/>
                </a:lnTo>
                <a:lnTo>
                  <a:pt x="2193922" y="749868"/>
                </a:lnTo>
                <a:lnTo>
                  <a:pt x="2187725" y="749868"/>
                </a:lnTo>
                <a:lnTo>
                  <a:pt x="2181527" y="749868"/>
                </a:lnTo>
                <a:lnTo>
                  <a:pt x="2175330" y="749868"/>
                </a:lnTo>
                <a:lnTo>
                  <a:pt x="2169132" y="749868"/>
                </a:lnTo>
                <a:lnTo>
                  <a:pt x="2162935" y="749868"/>
                </a:lnTo>
                <a:lnTo>
                  <a:pt x="2156737" y="749868"/>
                </a:lnTo>
                <a:lnTo>
                  <a:pt x="2150540" y="749868"/>
                </a:lnTo>
                <a:lnTo>
                  <a:pt x="2144342" y="749868"/>
                </a:lnTo>
                <a:lnTo>
                  <a:pt x="2138145" y="749868"/>
                </a:lnTo>
                <a:lnTo>
                  <a:pt x="2131947" y="749868"/>
                </a:lnTo>
                <a:lnTo>
                  <a:pt x="2125750" y="749868"/>
                </a:lnTo>
                <a:lnTo>
                  <a:pt x="2119552" y="749868"/>
                </a:lnTo>
                <a:lnTo>
                  <a:pt x="2113355" y="749868"/>
                </a:lnTo>
                <a:lnTo>
                  <a:pt x="2107157" y="749868"/>
                </a:lnTo>
                <a:lnTo>
                  <a:pt x="2100960" y="749868"/>
                </a:lnTo>
                <a:lnTo>
                  <a:pt x="2094762" y="749868"/>
                </a:lnTo>
                <a:lnTo>
                  <a:pt x="2088565" y="749868"/>
                </a:lnTo>
                <a:lnTo>
                  <a:pt x="2082367" y="749868"/>
                </a:lnTo>
                <a:lnTo>
                  <a:pt x="2076170" y="749868"/>
                </a:lnTo>
                <a:lnTo>
                  <a:pt x="2069972" y="749868"/>
                </a:lnTo>
                <a:lnTo>
                  <a:pt x="2063774" y="749868"/>
                </a:lnTo>
                <a:lnTo>
                  <a:pt x="2057577" y="749868"/>
                </a:lnTo>
                <a:lnTo>
                  <a:pt x="2051379" y="749868"/>
                </a:lnTo>
                <a:lnTo>
                  <a:pt x="2045182" y="749868"/>
                </a:lnTo>
                <a:lnTo>
                  <a:pt x="2038984" y="749868"/>
                </a:lnTo>
                <a:lnTo>
                  <a:pt x="2032787" y="749868"/>
                </a:lnTo>
                <a:lnTo>
                  <a:pt x="2026589" y="749868"/>
                </a:lnTo>
                <a:lnTo>
                  <a:pt x="2020392" y="749868"/>
                </a:lnTo>
                <a:lnTo>
                  <a:pt x="2014194" y="749868"/>
                </a:lnTo>
                <a:lnTo>
                  <a:pt x="2007997" y="749868"/>
                </a:lnTo>
                <a:lnTo>
                  <a:pt x="2001799" y="749868"/>
                </a:lnTo>
                <a:lnTo>
                  <a:pt x="1995602" y="749868"/>
                </a:lnTo>
                <a:lnTo>
                  <a:pt x="1989404" y="749868"/>
                </a:lnTo>
                <a:lnTo>
                  <a:pt x="1983207" y="749868"/>
                </a:lnTo>
                <a:lnTo>
                  <a:pt x="1977009" y="749868"/>
                </a:lnTo>
                <a:lnTo>
                  <a:pt x="1970812" y="749868"/>
                </a:lnTo>
                <a:lnTo>
                  <a:pt x="1964614" y="749868"/>
                </a:lnTo>
                <a:lnTo>
                  <a:pt x="1958417" y="749868"/>
                </a:lnTo>
                <a:lnTo>
                  <a:pt x="1952219" y="749868"/>
                </a:lnTo>
                <a:lnTo>
                  <a:pt x="1946022" y="749868"/>
                </a:lnTo>
                <a:lnTo>
                  <a:pt x="1939824" y="749868"/>
                </a:lnTo>
                <a:lnTo>
                  <a:pt x="1933627" y="749868"/>
                </a:lnTo>
                <a:lnTo>
                  <a:pt x="1927429" y="749868"/>
                </a:lnTo>
                <a:lnTo>
                  <a:pt x="1921231" y="749868"/>
                </a:lnTo>
                <a:lnTo>
                  <a:pt x="1915034" y="749868"/>
                </a:lnTo>
                <a:lnTo>
                  <a:pt x="1908836" y="749868"/>
                </a:lnTo>
                <a:lnTo>
                  <a:pt x="1902639" y="749868"/>
                </a:lnTo>
                <a:lnTo>
                  <a:pt x="1896441" y="749868"/>
                </a:lnTo>
                <a:lnTo>
                  <a:pt x="1890244" y="749868"/>
                </a:lnTo>
                <a:lnTo>
                  <a:pt x="1884046" y="749868"/>
                </a:lnTo>
                <a:lnTo>
                  <a:pt x="1877849" y="749868"/>
                </a:lnTo>
                <a:lnTo>
                  <a:pt x="1871651" y="749868"/>
                </a:lnTo>
                <a:lnTo>
                  <a:pt x="1865454" y="749868"/>
                </a:lnTo>
                <a:lnTo>
                  <a:pt x="1859256" y="749868"/>
                </a:lnTo>
                <a:lnTo>
                  <a:pt x="1853059" y="749868"/>
                </a:lnTo>
                <a:lnTo>
                  <a:pt x="1846861" y="749868"/>
                </a:lnTo>
                <a:lnTo>
                  <a:pt x="1840664" y="749868"/>
                </a:lnTo>
                <a:lnTo>
                  <a:pt x="1834466" y="749868"/>
                </a:lnTo>
                <a:lnTo>
                  <a:pt x="1828269" y="749868"/>
                </a:lnTo>
                <a:lnTo>
                  <a:pt x="1822071" y="749868"/>
                </a:lnTo>
                <a:lnTo>
                  <a:pt x="1815874" y="749868"/>
                </a:lnTo>
                <a:lnTo>
                  <a:pt x="1809676" y="749868"/>
                </a:lnTo>
                <a:lnTo>
                  <a:pt x="1803479" y="749868"/>
                </a:lnTo>
                <a:lnTo>
                  <a:pt x="1797281" y="749868"/>
                </a:lnTo>
                <a:lnTo>
                  <a:pt x="1791084" y="749868"/>
                </a:lnTo>
                <a:lnTo>
                  <a:pt x="1784886" y="749868"/>
                </a:lnTo>
                <a:lnTo>
                  <a:pt x="1778688" y="749868"/>
                </a:lnTo>
                <a:lnTo>
                  <a:pt x="1772491" y="749868"/>
                </a:lnTo>
                <a:lnTo>
                  <a:pt x="1766293" y="749868"/>
                </a:lnTo>
                <a:lnTo>
                  <a:pt x="1760096" y="749868"/>
                </a:lnTo>
                <a:lnTo>
                  <a:pt x="1753898" y="749868"/>
                </a:lnTo>
                <a:lnTo>
                  <a:pt x="1747701" y="749868"/>
                </a:lnTo>
                <a:lnTo>
                  <a:pt x="1741503" y="749868"/>
                </a:lnTo>
                <a:lnTo>
                  <a:pt x="1735306" y="749868"/>
                </a:lnTo>
                <a:lnTo>
                  <a:pt x="1729108" y="749868"/>
                </a:lnTo>
                <a:lnTo>
                  <a:pt x="1722911" y="749868"/>
                </a:lnTo>
                <a:lnTo>
                  <a:pt x="1716713" y="749868"/>
                </a:lnTo>
                <a:lnTo>
                  <a:pt x="1710516" y="749868"/>
                </a:lnTo>
                <a:lnTo>
                  <a:pt x="1704318" y="749868"/>
                </a:lnTo>
                <a:lnTo>
                  <a:pt x="1698121" y="749868"/>
                </a:lnTo>
                <a:lnTo>
                  <a:pt x="1691923" y="749868"/>
                </a:lnTo>
                <a:lnTo>
                  <a:pt x="1685726" y="749868"/>
                </a:lnTo>
                <a:lnTo>
                  <a:pt x="1679528" y="749868"/>
                </a:lnTo>
                <a:lnTo>
                  <a:pt x="1673331" y="749868"/>
                </a:lnTo>
                <a:lnTo>
                  <a:pt x="1667133" y="749868"/>
                </a:lnTo>
                <a:lnTo>
                  <a:pt x="1660936" y="749868"/>
                </a:lnTo>
                <a:lnTo>
                  <a:pt x="1654738" y="749868"/>
                </a:lnTo>
                <a:lnTo>
                  <a:pt x="1648540" y="749868"/>
                </a:lnTo>
                <a:lnTo>
                  <a:pt x="1642343" y="749868"/>
                </a:lnTo>
                <a:lnTo>
                  <a:pt x="1636145" y="749868"/>
                </a:lnTo>
                <a:lnTo>
                  <a:pt x="1629948" y="749868"/>
                </a:lnTo>
                <a:lnTo>
                  <a:pt x="1623750" y="749868"/>
                </a:lnTo>
                <a:lnTo>
                  <a:pt x="1617553" y="749868"/>
                </a:lnTo>
                <a:lnTo>
                  <a:pt x="1611355" y="749868"/>
                </a:lnTo>
                <a:lnTo>
                  <a:pt x="1605158" y="749868"/>
                </a:lnTo>
                <a:lnTo>
                  <a:pt x="1598960" y="749868"/>
                </a:lnTo>
                <a:lnTo>
                  <a:pt x="1592763" y="749868"/>
                </a:lnTo>
                <a:lnTo>
                  <a:pt x="1586565" y="749868"/>
                </a:lnTo>
                <a:lnTo>
                  <a:pt x="1580368" y="749868"/>
                </a:lnTo>
                <a:lnTo>
                  <a:pt x="1574170" y="749868"/>
                </a:lnTo>
                <a:lnTo>
                  <a:pt x="1567973" y="749868"/>
                </a:lnTo>
                <a:lnTo>
                  <a:pt x="1561775" y="749868"/>
                </a:lnTo>
                <a:lnTo>
                  <a:pt x="1555578" y="749868"/>
                </a:lnTo>
                <a:lnTo>
                  <a:pt x="1549380" y="749868"/>
                </a:lnTo>
                <a:lnTo>
                  <a:pt x="1543183" y="749868"/>
                </a:lnTo>
                <a:lnTo>
                  <a:pt x="1536985" y="749868"/>
                </a:lnTo>
                <a:lnTo>
                  <a:pt x="1530788" y="749868"/>
                </a:lnTo>
                <a:lnTo>
                  <a:pt x="1524590" y="749868"/>
                </a:lnTo>
                <a:lnTo>
                  <a:pt x="1518393" y="749868"/>
                </a:lnTo>
                <a:lnTo>
                  <a:pt x="1512195" y="749868"/>
                </a:lnTo>
                <a:lnTo>
                  <a:pt x="1505997" y="749868"/>
                </a:lnTo>
                <a:lnTo>
                  <a:pt x="1499800" y="749868"/>
                </a:lnTo>
                <a:lnTo>
                  <a:pt x="1493602" y="749868"/>
                </a:lnTo>
                <a:lnTo>
                  <a:pt x="1487405" y="749868"/>
                </a:lnTo>
                <a:lnTo>
                  <a:pt x="1481207" y="749868"/>
                </a:lnTo>
                <a:lnTo>
                  <a:pt x="1475010" y="749868"/>
                </a:lnTo>
                <a:lnTo>
                  <a:pt x="1468812" y="749868"/>
                </a:lnTo>
                <a:lnTo>
                  <a:pt x="1462615" y="749868"/>
                </a:lnTo>
                <a:lnTo>
                  <a:pt x="1456417" y="749868"/>
                </a:lnTo>
                <a:lnTo>
                  <a:pt x="1450220" y="749868"/>
                </a:lnTo>
                <a:lnTo>
                  <a:pt x="1444022" y="749868"/>
                </a:lnTo>
                <a:lnTo>
                  <a:pt x="1437825" y="749868"/>
                </a:lnTo>
                <a:lnTo>
                  <a:pt x="1431627" y="749868"/>
                </a:lnTo>
                <a:lnTo>
                  <a:pt x="1425430" y="749868"/>
                </a:lnTo>
                <a:lnTo>
                  <a:pt x="1419232" y="749868"/>
                </a:lnTo>
                <a:lnTo>
                  <a:pt x="1413035" y="749868"/>
                </a:lnTo>
                <a:lnTo>
                  <a:pt x="1406837" y="749868"/>
                </a:lnTo>
                <a:lnTo>
                  <a:pt x="1400640" y="749868"/>
                </a:lnTo>
                <a:lnTo>
                  <a:pt x="1394442" y="749868"/>
                </a:lnTo>
                <a:lnTo>
                  <a:pt x="1388245" y="749868"/>
                </a:lnTo>
                <a:lnTo>
                  <a:pt x="1382047" y="749868"/>
                </a:lnTo>
                <a:lnTo>
                  <a:pt x="1375849" y="749868"/>
                </a:lnTo>
                <a:lnTo>
                  <a:pt x="1369652" y="749868"/>
                </a:lnTo>
                <a:lnTo>
                  <a:pt x="1363454" y="749868"/>
                </a:lnTo>
                <a:lnTo>
                  <a:pt x="1357257" y="749868"/>
                </a:lnTo>
                <a:lnTo>
                  <a:pt x="1351059" y="749868"/>
                </a:lnTo>
                <a:lnTo>
                  <a:pt x="1344862" y="749868"/>
                </a:lnTo>
                <a:lnTo>
                  <a:pt x="1338664" y="749868"/>
                </a:lnTo>
                <a:lnTo>
                  <a:pt x="1332467" y="749868"/>
                </a:lnTo>
                <a:lnTo>
                  <a:pt x="1326269" y="749868"/>
                </a:lnTo>
                <a:lnTo>
                  <a:pt x="1320072" y="749868"/>
                </a:lnTo>
                <a:lnTo>
                  <a:pt x="1313874" y="749868"/>
                </a:lnTo>
                <a:lnTo>
                  <a:pt x="1307677" y="749868"/>
                </a:lnTo>
                <a:lnTo>
                  <a:pt x="1301479" y="749868"/>
                </a:lnTo>
                <a:lnTo>
                  <a:pt x="1295282" y="749868"/>
                </a:lnTo>
                <a:lnTo>
                  <a:pt x="1289084" y="749868"/>
                </a:lnTo>
                <a:lnTo>
                  <a:pt x="1282887" y="749868"/>
                </a:lnTo>
                <a:lnTo>
                  <a:pt x="1276689" y="749868"/>
                </a:lnTo>
                <a:lnTo>
                  <a:pt x="1270492" y="749868"/>
                </a:lnTo>
                <a:lnTo>
                  <a:pt x="1264294" y="749868"/>
                </a:lnTo>
                <a:lnTo>
                  <a:pt x="1258097" y="749868"/>
                </a:lnTo>
                <a:lnTo>
                  <a:pt x="1251899" y="749868"/>
                </a:lnTo>
                <a:lnTo>
                  <a:pt x="1245702" y="749868"/>
                </a:lnTo>
                <a:lnTo>
                  <a:pt x="1239504" y="749868"/>
                </a:lnTo>
                <a:lnTo>
                  <a:pt x="1233306" y="749868"/>
                </a:lnTo>
                <a:lnTo>
                  <a:pt x="1227109" y="749868"/>
                </a:lnTo>
                <a:lnTo>
                  <a:pt x="1220911" y="749868"/>
                </a:lnTo>
                <a:lnTo>
                  <a:pt x="1214714" y="749868"/>
                </a:lnTo>
                <a:lnTo>
                  <a:pt x="1208516" y="749868"/>
                </a:lnTo>
                <a:lnTo>
                  <a:pt x="1202319" y="749868"/>
                </a:lnTo>
                <a:lnTo>
                  <a:pt x="1196121" y="749868"/>
                </a:lnTo>
                <a:lnTo>
                  <a:pt x="1189924" y="749868"/>
                </a:lnTo>
                <a:lnTo>
                  <a:pt x="1183726" y="749868"/>
                </a:lnTo>
                <a:lnTo>
                  <a:pt x="1177529" y="749868"/>
                </a:lnTo>
                <a:lnTo>
                  <a:pt x="1171331" y="749868"/>
                </a:lnTo>
                <a:lnTo>
                  <a:pt x="1165134" y="749868"/>
                </a:lnTo>
                <a:lnTo>
                  <a:pt x="1158936" y="749868"/>
                </a:lnTo>
                <a:lnTo>
                  <a:pt x="1152739" y="749868"/>
                </a:lnTo>
                <a:lnTo>
                  <a:pt x="1146541" y="749868"/>
                </a:lnTo>
                <a:lnTo>
                  <a:pt x="1140344" y="749868"/>
                </a:lnTo>
                <a:lnTo>
                  <a:pt x="1134146" y="749868"/>
                </a:lnTo>
                <a:lnTo>
                  <a:pt x="1127949" y="749868"/>
                </a:lnTo>
                <a:lnTo>
                  <a:pt x="1121751" y="749868"/>
                </a:lnTo>
                <a:lnTo>
                  <a:pt x="1115554" y="749868"/>
                </a:lnTo>
                <a:lnTo>
                  <a:pt x="1109356" y="749868"/>
                </a:lnTo>
                <a:lnTo>
                  <a:pt x="1103159" y="749868"/>
                </a:lnTo>
                <a:lnTo>
                  <a:pt x="1096961" y="749868"/>
                </a:lnTo>
                <a:lnTo>
                  <a:pt x="1090763" y="749868"/>
                </a:lnTo>
                <a:lnTo>
                  <a:pt x="1084566" y="749868"/>
                </a:lnTo>
                <a:lnTo>
                  <a:pt x="1078368" y="749868"/>
                </a:lnTo>
                <a:lnTo>
                  <a:pt x="1072171" y="749868"/>
                </a:lnTo>
                <a:lnTo>
                  <a:pt x="1065973" y="749868"/>
                </a:lnTo>
                <a:lnTo>
                  <a:pt x="1059776" y="749868"/>
                </a:lnTo>
                <a:lnTo>
                  <a:pt x="1053578" y="749868"/>
                </a:lnTo>
                <a:lnTo>
                  <a:pt x="1047381" y="749868"/>
                </a:lnTo>
                <a:lnTo>
                  <a:pt x="1041183" y="749868"/>
                </a:lnTo>
                <a:lnTo>
                  <a:pt x="1034986" y="749868"/>
                </a:lnTo>
                <a:lnTo>
                  <a:pt x="1028788" y="749868"/>
                </a:lnTo>
                <a:lnTo>
                  <a:pt x="1022591" y="749868"/>
                </a:lnTo>
                <a:lnTo>
                  <a:pt x="1016393" y="749868"/>
                </a:lnTo>
                <a:lnTo>
                  <a:pt x="1010196" y="749868"/>
                </a:lnTo>
                <a:lnTo>
                  <a:pt x="1003998" y="749868"/>
                </a:lnTo>
                <a:lnTo>
                  <a:pt x="997801" y="749868"/>
                </a:lnTo>
                <a:lnTo>
                  <a:pt x="991603" y="749868"/>
                </a:lnTo>
                <a:lnTo>
                  <a:pt x="985406" y="749868"/>
                </a:lnTo>
                <a:lnTo>
                  <a:pt x="979208" y="749868"/>
                </a:lnTo>
                <a:lnTo>
                  <a:pt x="973011" y="749868"/>
                </a:lnTo>
                <a:lnTo>
                  <a:pt x="966813" y="749868"/>
                </a:lnTo>
                <a:lnTo>
                  <a:pt x="960615" y="749868"/>
                </a:lnTo>
                <a:lnTo>
                  <a:pt x="954418" y="749868"/>
                </a:lnTo>
                <a:lnTo>
                  <a:pt x="948220" y="749868"/>
                </a:lnTo>
                <a:lnTo>
                  <a:pt x="942023" y="749868"/>
                </a:lnTo>
                <a:lnTo>
                  <a:pt x="935825" y="749868"/>
                </a:lnTo>
                <a:lnTo>
                  <a:pt x="929628" y="749868"/>
                </a:lnTo>
                <a:lnTo>
                  <a:pt x="923430" y="749868"/>
                </a:lnTo>
                <a:lnTo>
                  <a:pt x="917233" y="749868"/>
                </a:lnTo>
                <a:lnTo>
                  <a:pt x="911035" y="749868"/>
                </a:lnTo>
                <a:lnTo>
                  <a:pt x="904838" y="749868"/>
                </a:lnTo>
                <a:lnTo>
                  <a:pt x="898640" y="749868"/>
                </a:lnTo>
                <a:lnTo>
                  <a:pt x="892443" y="749868"/>
                </a:lnTo>
                <a:lnTo>
                  <a:pt x="886245" y="749868"/>
                </a:lnTo>
                <a:lnTo>
                  <a:pt x="880048" y="749868"/>
                </a:lnTo>
                <a:lnTo>
                  <a:pt x="873850" y="749868"/>
                </a:lnTo>
                <a:lnTo>
                  <a:pt x="867653" y="749868"/>
                </a:lnTo>
                <a:lnTo>
                  <a:pt x="861455" y="749868"/>
                </a:lnTo>
                <a:lnTo>
                  <a:pt x="855258" y="749868"/>
                </a:lnTo>
                <a:lnTo>
                  <a:pt x="849060" y="749868"/>
                </a:lnTo>
                <a:lnTo>
                  <a:pt x="842863" y="749868"/>
                </a:lnTo>
                <a:lnTo>
                  <a:pt x="836665" y="749868"/>
                </a:lnTo>
                <a:lnTo>
                  <a:pt x="830468" y="749868"/>
                </a:lnTo>
                <a:lnTo>
                  <a:pt x="824270" y="749868"/>
                </a:lnTo>
                <a:lnTo>
                  <a:pt x="818072" y="749868"/>
                </a:lnTo>
                <a:lnTo>
                  <a:pt x="811875" y="749868"/>
                </a:lnTo>
                <a:lnTo>
                  <a:pt x="805677" y="749868"/>
                </a:lnTo>
                <a:lnTo>
                  <a:pt x="799480" y="749868"/>
                </a:lnTo>
                <a:lnTo>
                  <a:pt x="793282" y="749868"/>
                </a:lnTo>
                <a:lnTo>
                  <a:pt x="787085" y="749868"/>
                </a:lnTo>
                <a:lnTo>
                  <a:pt x="780887" y="749868"/>
                </a:lnTo>
                <a:lnTo>
                  <a:pt x="774690" y="749868"/>
                </a:lnTo>
                <a:lnTo>
                  <a:pt x="768492" y="749868"/>
                </a:lnTo>
                <a:lnTo>
                  <a:pt x="762295" y="749868"/>
                </a:lnTo>
                <a:lnTo>
                  <a:pt x="756097" y="749868"/>
                </a:lnTo>
                <a:lnTo>
                  <a:pt x="749900" y="749868"/>
                </a:lnTo>
                <a:lnTo>
                  <a:pt x="743702" y="749868"/>
                </a:lnTo>
                <a:lnTo>
                  <a:pt x="737505" y="749868"/>
                </a:lnTo>
                <a:lnTo>
                  <a:pt x="731307" y="749868"/>
                </a:lnTo>
                <a:lnTo>
                  <a:pt x="725110" y="749868"/>
                </a:lnTo>
                <a:lnTo>
                  <a:pt x="718912" y="749868"/>
                </a:lnTo>
                <a:lnTo>
                  <a:pt x="712715" y="749868"/>
                </a:lnTo>
                <a:lnTo>
                  <a:pt x="706517" y="749868"/>
                </a:lnTo>
                <a:lnTo>
                  <a:pt x="700320" y="749868"/>
                </a:lnTo>
                <a:lnTo>
                  <a:pt x="694122" y="749868"/>
                </a:lnTo>
                <a:lnTo>
                  <a:pt x="687924" y="749868"/>
                </a:lnTo>
                <a:lnTo>
                  <a:pt x="681727" y="749868"/>
                </a:lnTo>
                <a:lnTo>
                  <a:pt x="675529" y="749868"/>
                </a:lnTo>
                <a:lnTo>
                  <a:pt x="669332" y="749868"/>
                </a:lnTo>
                <a:lnTo>
                  <a:pt x="663134" y="749868"/>
                </a:lnTo>
                <a:lnTo>
                  <a:pt x="656937" y="749868"/>
                </a:lnTo>
                <a:lnTo>
                  <a:pt x="650739" y="749868"/>
                </a:lnTo>
                <a:lnTo>
                  <a:pt x="644542" y="749868"/>
                </a:lnTo>
                <a:lnTo>
                  <a:pt x="638344" y="749868"/>
                </a:lnTo>
                <a:lnTo>
                  <a:pt x="632147" y="749868"/>
                </a:lnTo>
                <a:lnTo>
                  <a:pt x="625949" y="749868"/>
                </a:lnTo>
                <a:lnTo>
                  <a:pt x="619752" y="749868"/>
                </a:lnTo>
                <a:lnTo>
                  <a:pt x="613554" y="749868"/>
                </a:lnTo>
                <a:lnTo>
                  <a:pt x="607357" y="749868"/>
                </a:lnTo>
                <a:lnTo>
                  <a:pt x="601159" y="749868"/>
                </a:lnTo>
                <a:lnTo>
                  <a:pt x="594962" y="749868"/>
                </a:lnTo>
                <a:lnTo>
                  <a:pt x="588764" y="749868"/>
                </a:lnTo>
                <a:lnTo>
                  <a:pt x="582567" y="749868"/>
                </a:lnTo>
                <a:lnTo>
                  <a:pt x="576369" y="749868"/>
                </a:lnTo>
                <a:lnTo>
                  <a:pt x="570172" y="749868"/>
                </a:lnTo>
                <a:lnTo>
                  <a:pt x="563974" y="749868"/>
                </a:lnTo>
                <a:lnTo>
                  <a:pt x="557777" y="749868"/>
                </a:lnTo>
                <a:lnTo>
                  <a:pt x="551579" y="749868"/>
                </a:lnTo>
                <a:lnTo>
                  <a:pt x="545381" y="749868"/>
                </a:lnTo>
                <a:lnTo>
                  <a:pt x="539184" y="749868"/>
                </a:lnTo>
                <a:lnTo>
                  <a:pt x="532986" y="749868"/>
                </a:lnTo>
                <a:lnTo>
                  <a:pt x="526789" y="749868"/>
                </a:lnTo>
                <a:lnTo>
                  <a:pt x="520591" y="749868"/>
                </a:lnTo>
                <a:lnTo>
                  <a:pt x="514394" y="749868"/>
                </a:lnTo>
                <a:lnTo>
                  <a:pt x="508196" y="749868"/>
                </a:lnTo>
                <a:lnTo>
                  <a:pt x="501999" y="749868"/>
                </a:lnTo>
                <a:lnTo>
                  <a:pt x="495801" y="749868"/>
                </a:lnTo>
                <a:lnTo>
                  <a:pt x="489604" y="749868"/>
                </a:lnTo>
                <a:lnTo>
                  <a:pt x="483406" y="749868"/>
                </a:lnTo>
                <a:lnTo>
                  <a:pt x="477209" y="749868"/>
                </a:lnTo>
                <a:lnTo>
                  <a:pt x="471011" y="749868"/>
                </a:lnTo>
                <a:lnTo>
                  <a:pt x="464814" y="749868"/>
                </a:lnTo>
                <a:lnTo>
                  <a:pt x="458616" y="749868"/>
                </a:lnTo>
                <a:lnTo>
                  <a:pt x="452419" y="749868"/>
                </a:lnTo>
                <a:lnTo>
                  <a:pt x="446221" y="749868"/>
                </a:lnTo>
                <a:lnTo>
                  <a:pt x="440024" y="749868"/>
                </a:lnTo>
                <a:lnTo>
                  <a:pt x="433826" y="749868"/>
                </a:lnTo>
                <a:lnTo>
                  <a:pt x="427629" y="749868"/>
                </a:lnTo>
                <a:lnTo>
                  <a:pt x="421431" y="749868"/>
                </a:lnTo>
                <a:lnTo>
                  <a:pt x="415234" y="749868"/>
                </a:lnTo>
                <a:lnTo>
                  <a:pt x="409036" y="749868"/>
                </a:lnTo>
                <a:lnTo>
                  <a:pt x="402838" y="749868"/>
                </a:lnTo>
                <a:lnTo>
                  <a:pt x="396641" y="749868"/>
                </a:lnTo>
                <a:lnTo>
                  <a:pt x="390443" y="749868"/>
                </a:lnTo>
                <a:lnTo>
                  <a:pt x="384246" y="749868"/>
                </a:lnTo>
                <a:lnTo>
                  <a:pt x="378048" y="749868"/>
                </a:lnTo>
                <a:lnTo>
                  <a:pt x="371851" y="749868"/>
                </a:lnTo>
                <a:lnTo>
                  <a:pt x="365653" y="749868"/>
                </a:lnTo>
                <a:lnTo>
                  <a:pt x="359456" y="749868"/>
                </a:lnTo>
                <a:lnTo>
                  <a:pt x="353258" y="749868"/>
                </a:lnTo>
                <a:lnTo>
                  <a:pt x="347061" y="749868"/>
                </a:lnTo>
                <a:lnTo>
                  <a:pt x="340863" y="749868"/>
                </a:lnTo>
                <a:lnTo>
                  <a:pt x="334666" y="749868"/>
                </a:lnTo>
                <a:lnTo>
                  <a:pt x="328468" y="749868"/>
                </a:lnTo>
                <a:lnTo>
                  <a:pt x="322271" y="749868"/>
                </a:lnTo>
                <a:lnTo>
                  <a:pt x="316073" y="749868"/>
                </a:lnTo>
                <a:lnTo>
                  <a:pt x="309876" y="749868"/>
                </a:lnTo>
                <a:lnTo>
                  <a:pt x="303678" y="749868"/>
                </a:lnTo>
                <a:lnTo>
                  <a:pt x="297481" y="749868"/>
                </a:lnTo>
                <a:lnTo>
                  <a:pt x="291283" y="749868"/>
                </a:lnTo>
                <a:lnTo>
                  <a:pt x="285086" y="749868"/>
                </a:lnTo>
                <a:lnTo>
                  <a:pt x="278888" y="749868"/>
                </a:lnTo>
                <a:lnTo>
                  <a:pt x="272690" y="749868"/>
                </a:lnTo>
                <a:lnTo>
                  <a:pt x="266493" y="749868"/>
                </a:lnTo>
                <a:lnTo>
                  <a:pt x="260295" y="749868"/>
                </a:lnTo>
                <a:lnTo>
                  <a:pt x="254098" y="749868"/>
                </a:lnTo>
                <a:lnTo>
                  <a:pt x="247900" y="749868"/>
                </a:lnTo>
                <a:lnTo>
                  <a:pt x="241703" y="749868"/>
                </a:lnTo>
                <a:lnTo>
                  <a:pt x="235505" y="749868"/>
                </a:lnTo>
                <a:lnTo>
                  <a:pt x="229308" y="749868"/>
                </a:lnTo>
                <a:lnTo>
                  <a:pt x="223110" y="749868"/>
                </a:lnTo>
                <a:lnTo>
                  <a:pt x="216913" y="749868"/>
                </a:lnTo>
                <a:lnTo>
                  <a:pt x="210715" y="749868"/>
                </a:lnTo>
                <a:lnTo>
                  <a:pt x="204518" y="749868"/>
                </a:lnTo>
                <a:lnTo>
                  <a:pt x="198320" y="749868"/>
                </a:lnTo>
                <a:lnTo>
                  <a:pt x="192123" y="749868"/>
                </a:lnTo>
                <a:lnTo>
                  <a:pt x="185925" y="749868"/>
                </a:lnTo>
                <a:lnTo>
                  <a:pt x="179728" y="749868"/>
                </a:lnTo>
                <a:lnTo>
                  <a:pt x="173530" y="749868"/>
                </a:lnTo>
                <a:lnTo>
                  <a:pt x="167333" y="749868"/>
                </a:lnTo>
                <a:lnTo>
                  <a:pt x="161135" y="749868"/>
                </a:lnTo>
                <a:lnTo>
                  <a:pt x="154938" y="749868"/>
                </a:lnTo>
                <a:lnTo>
                  <a:pt x="148740" y="749868"/>
                </a:lnTo>
                <a:lnTo>
                  <a:pt x="142543" y="749868"/>
                </a:lnTo>
                <a:lnTo>
                  <a:pt x="136345" y="749868"/>
                </a:lnTo>
                <a:lnTo>
                  <a:pt x="130147" y="749868"/>
                </a:lnTo>
                <a:lnTo>
                  <a:pt x="123950" y="749868"/>
                </a:lnTo>
                <a:lnTo>
                  <a:pt x="117752" y="749868"/>
                </a:lnTo>
                <a:lnTo>
                  <a:pt x="111555" y="749868"/>
                </a:lnTo>
                <a:lnTo>
                  <a:pt x="105357" y="749868"/>
                </a:lnTo>
                <a:lnTo>
                  <a:pt x="99160" y="749868"/>
                </a:lnTo>
                <a:lnTo>
                  <a:pt x="92962" y="749868"/>
                </a:lnTo>
                <a:lnTo>
                  <a:pt x="86765" y="749868"/>
                </a:lnTo>
                <a:lnTo>
                  <a:pt x="80567" y="749868"/>
                </a:lnTo>
                <a:lnTo>
                  <a:pt x="74370" y="749868"/>
                </a:lnTo>
                <a:lnTo>
                  <a:pt x="68172" y="749868"/>
                </a:lnTo>
                <a:lnTo>
                  <a:pt x="61975" y="749868"/>
                </a:lnTo>
                <a:lnTo>
                  <a:pt x="55777" y="749868"/>
                </a:lnTo>
                <a:lnTo>
                  <a:pt x="49580" y="749868"/>
                </a:lnTo>
                <a:lnTo>
                  <a:pt x="43382" y="749868"/>
                </a:lnTo>
                <a:lnTo>
                  <a:pt x="37185" y="749868"/>
                </a:lnTo>
                <a:lnTo>
                  <a:pt x="30987" y="749868"/>
                </a:lnTo>
                <a:lnTo>
                  <a:pt x="24790" y="749868"/>
                </a:lnTo>
                <a:lnTo>
                  <a:pt x="18592" y="749868"/>
                </a:lnTo>
                <a:lnTo>
                  <a:pt x="12395" y="749868"/>
                </a:lnTo>
                <a:lnTo>
                  <a:pt x="6197" y="749868"/>
                </a:lnTo>
                <a:lnTo>
                  <a:pt x="0" y="74986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15" name="pl53">
            <a:extLst>
              <a:ext uri="{FF2B5EF4-FFF2-40B4-BE49-F238E27FC236}">
                <a16:creationId xmlns:a16="http://schemas.microsoft.com/office/drawing/2014/main" id="{3E85CD64-3286-41C4-573C-750BDB2B0ED2}"/>
              </a:ext>
            </a:extLst>
          </p:cNvPr>
          <p:cNvSpPr/>
          <p:nvPr/>
        </p:nvSpPr>
        <p:spPr>
          <a:xfrm>
            <a:off x="6505677" y="2543065"/>
            <a:ext cx="2412901" cy="535074"/>
          </a:xfrm>
          <a:custGeom>
            <a:avLst/>
            <a:gdLst/>
            <a:ahLst/>
            <a:cxnLst/>
            <a:rect l="0" t="0" r="0" b="0"/>
            <a:pathLst>
              <a:path w="3166933" h="702285">
                <a:moveTo>
                  <a:pt x="0" y="526740"/>
                </a:moveTo>
                <a:lnTo>
                  <a:pt x="6197" y="522272"/>
                </a:lnTo>
                <a:lnTo>
                  <a:pt x="12395" y="517742"/>
                </a:lnTo>
                <a:lnTo>
                  <a:pt x="18592" y="513176"/>
                </a:lnTo>
                <a:lnTo>
                  <a:pt x="24790" y="508558"/>
                </a:lnTo>
                <a:lnTo>
                  <a:pt x="30987" y="503898"/>
                </a:lnTo>
                <a:lnTo>
                  <a:pt x="37185" y="499195"/>
                </a:lnTo>
                <a:lnTo>
                  <a:pt x="43382" y="494443"/>
                </a:lnTo>
                <a:lnTo>
                  <a:pt x="49580" y="489658"/>
                </a:lnTo>
                <a:lnTo>
                  <a:pt x="55777" y="484819"/>
                </a:lnTo>
                <a:lnTo>
                  <a:pt x="61975" y="479956"/>
                </a:lnTo>
                <a:lnTo>
                  <a:pt x="68172" y="475033"/>
                </a:lnTo>
                <a:lnTo>
                  <a:pt x="74370" y="470094"/>
                </a:lnTo>
                <a:lnTo>
                  <a:pt x="80567" y="465092"/>
                </a:lnTo>
                <a:lnTo>
                  <a:pt x="86765" y="460082"/>
                </a:lnTo>
                <a:lnTo>
                  <a:pt x="92962" y="455006"/>
                </a:lnTo>
                <a:lnTo>
                  <a:pt x="99160" y="449924"/>
                </a:lnTo>
                <a:lnTo>
                  <a:pt x="105357" y="444782"/>
                </a:lnTo>
                <a:lnTo>
                  <a:pt x="111555" y="439631"/>
                </a:lnTo>
                <a:lnTo>
                  <a:pt x="117752" y="434430"/>
                </a:lnTo>
                <a:lnTo>
                  <a:pt x="123950" y="429216"/>
                </a:lnTo>
                <a:lnTo>
                  <a:pt x="130147" y="423960"/>
                </a:lnTo>
                <a:lnTo>
                  <a:pt x="136345" y="418689"/>
                </a:lnTo>
                <a:lnTo>
                  <a:pt x="142543" y="413383"/>
                </a:lnTo>
                <a:lnTo>
                  <a:pt x="148740" y="408059"/>
                </a:lnTo>
                <a:lnTo>
                  <a:pt x="154938" y="402709"/>
                </a:lnTo>
                <a:lnTo>
                  <a:pt x="161135" y="397339"/>
                </a:lnTo>
                <a:lnTo>
                  <a:pt x="167333" y="391950"/>
                </a:lnTo>
                <a:lnTo>
                  <a:pt x="173530" y="386540"/>
                </a:lnTo>
                <a:lnTo>
                  <a:pt x="179728" y="381116"/>
                </a:lnTo>
                <a:lnTo>
                  <a:pt x="185925" y="375673"/>
                </a:lnTo>
                <a:lnTo>
                  <a:pt x="192123" y="370221"/>
                </a:lnTo>
                <a:lnTo>
                  <a:pt x="198320" y="364751"/>
                </a:lnTo>
                <a:lnTo>
                  <a:pt x="204518" y="359277"/>
                </a:lnTo>
                <a:lnTo>
                  <a:pt x="210715" y="353787"/>
                </a:lnTo>
                <a:lnTo>
                  <a:pt x="216913" y="348295"/>
                </a:lnTo>
                <a:lnTo>
                  <a:pt x="223110" y="342793"/>
                </a:lnTo>
                <a:lnTo>
                  <a:pt x="229308" y="337289"/>
                </a:lnTo>
                <a:lnTo>
                  <a:pt x="235505" y="331781"/>
                </a:lnTo>
                <a:lnTo>
                  <a:pt x="241703" y="326274"/>
                </a:lnTo>
                <a:lnTo>
                  <a:pt x="247900" y="320767"/>
                </a:lnTo>
                <a:lnTo>
                  <a:pt x="254098" y="315262"/>
                </a:lnTo>
                <a:lnTo>
                  <a:pt x="260295" y="309762"/>
                </a:lnTo>
                <a:lnTo>
                  <a:pt x="266493" y="304267"/>
                </a:lnTo>
                <a:lnTo>
                  <a:pt x="272690" y="298781"/>
                </a:lnTo>
                <a:lnTo>
                  <a:pt x="278888" y="293304"/>
                </a:lnTo>
                <a:lnTo>
                  <a:pt x="285086" y="287838"/>
                </a:lnTo>
                <a:lnTo>
                  <a:pt x="291283" y="282385"/>
                </a:lnTo>
                <a:lnTo>
                  <a:pt x="297481" y="276945"/>
                </a:lnTo>
                <a:lnTo>
                  <a:pt x="303678" y="271525"/>
                </a:lnTo>
                <a:lnTo>
                  <a:pt x="309876" y="266117"/>
                </a:lnTo>
                <a:lnTo>
                  <a:pt x="316073" y="260737"/>
                </a:lnTo>
                <a:lnTo>
                  <a:pt x="322271" y="255368"/>
                </a:lnTo>
                <a:lnTo>
                  <a:pt x="328468" y="250035"/>
                </a:lnTo>
                <a:lnTo>
                  <a:pt x="334666" y="244711"/>
                </a:lnTo>
                <a:lnTo>
                  <a:pt x="340863" y="239432"/>
                </a:lnTo>
                <a:lnTo>
                  <a:pt x="347061" y="234159"/>
                </a:lnTo>
                <a:lnTo>
                  <a:pt x="353258" y="228942"/>
                </a:lnTo>
                <a:lnTo>
                  <a:pt x="359456" y="223731"/>
                </a:lnTo>
                <a:lnTo>
                  <a:pt x="365653" y="218579"/>
                </a:lnTo>
                <a:lnTo>
                  <a:pt x="371851" y="213437"/>
                </a:lnTo>
                <a:lnTo>
                  <a:pt x="378048" y="208355"/>
                </a:lnTo>
                <a:lnTo>
                  <a:pt x="384246" y="203290"/>
                </a:lnTo>
                <a:lnTo>
                  <a:pt x="390443" y="198282"/>
                </a:lnTo>
                <a:lnTo>
                  <a:pt x="396641" y="193301"/>
                </a:lnTo>
                <a:lnTo>
                  <a:pt x="402838" y="188374"/>
                </a:lnTo>
                <a:lnTo>
                  <a:pt x="409036" y="183483"/>
                </a:lnTo>
                <a:lnTo>
                  <a:pt x="415234" y="178642"/>
                </a:lnTo>
                <a:lnTo>
                  <a:pt x="421431" y="173848"/>
                </a:lnTo>
                <a:lnTo>
                  <a:pt x="427629" y="169098"/>
                </a:lnTo>
                <a:lnTo>
                  <a:pt x="433826" y="164407"/>
                </a:lnTo>
                <a:lnTo>
                  <a:pt x="440024" y="159753"/>
                </a:lnTo>
                <a:lnTo>
                  <a:pt x="446221" y="155171"/>
                </a:lnTo>
                <a:lnTo>
                  <a:pt x="452419" y="150618"/>
                </a:lnTo>
                <a:lnTo>
                  <a:pt x="458616" y="146149"/>
                </a:lnTo>
                <a:lnTo>
                  <a:pt x="464814" y="141703"/>
                </a:lnTo>
                <a:lnTo>
                  <a:pt x="471011" y="137354"/>
                </a:lnTo>
                <a:lnTo>
                  <a:pt x="477209" y="133017"/>
                </a:lnTo>
                <a:lnTo>
                  <a:pt x="483406" y="128792"/>
                </a:lnTo>
                <a:lnTo>
                  <a:pt x="489604" y="124578"/>
                </a:lnTo>
                <a:lnTo>
                  <a:pt x="495801" y="120474"/>
                </a:lnTo>
                <a:lnTo>
                  <a:pt x="501999" y="116389"/>
                </a:lnTo>
                <a:lnTo>
                  <a:pt x="508196" y="112407"/>
                </a:lnTo>
                <a:lnTo>
                  <a:pt x="514394" y="108456"/>
                </a:lnTo>
                <a:lnTo>
                  <a:pt x="520591" y="104599"/>
                </a:lnTo>
                <a:lnTo>
                  <a:pt x="526789" y="100785"/>
                </a:lnTo>
                <a:lnTo>
                  <a:pt x="532986" y="97056"/>
                </a:lnTo>
                <a:lnTo>
                  <a:pt x="539184" y="93383"/>
                </a:lnTo>
                <a:lnTo>
                  <a:pt x="545381" y="89785"/>
                </a:lnTo>
                <a:lnTo>
                  <a:pt x="551579" y="86257"/>
                </a:lnTo>
                <a:lnTo>
                  <a:pt x="557777" y="82792"/>
                </a:lnTo>
                <a:lnTo>
                  <a:pt x="563974" y="79409"/>
                </a:lnTo>
                <a:lnTo>
                  <a:pt x="570172" y="76080"/>
                </a:lnTo>
                <a:lnTo>
                  <a:pt x="576369" y="72846"/>
                </a:lnTo>
                <a:lnTo>
                  <a:pt x="582567" y="69654"/>
                </a:lnTo>
                <a:lnTo>
                  <a:pt x="588764" y="66571"/>
                </a:lnTo>
                <a:lnTo>
                  <a:pt x="594962" y="63517"/>
                </a:lnTo>
                <a:lnTo>
                  <a:pt x="601159" y="60586"/>
                </a:lnTo>
                <a:lnTo>
                  <a:pt x="607357" y="57672"/>
                </a:lnTo>
                <a:lnTo>
                  <a:pt x="613554" y="54895"/>
                </a:lnTo>
                <a:lnTo>
                  <a:pt x="619752" y="52130"/>
                </a:lnTo>
                <a:lnTo>
                  <a:pt x="625949" y="49497"/>
                </a:lnTo>
                <a:lnTo>
                  <a:pt x="632147" y="46886"/>
                </a:lnTo>
                <a:lnTo>
                  <a:pt x="638344" y="44395"/>
                </a:lnTo>
                <a:lnTo>
                  <a:pt x="644542" y="41938"/>
                </a:lnTo>
                <a:lnTo>
                  <a:pt x="650739" y="39587"/>
                </a:lnTo>
                <a:lnTo>
                  <a:pt x="656937" y="37284"/>
                </a:lnTo>
                <a:lnTo>
                  <a:pt x="663134" y="35074"/>
                </a:lnTo>
                <a:lnTo>
                  <a:pt x="669332" y="32925"/>
                </a:lnTo>
                <a:lnTo>
                  <a:pt x="675529" y="30855"/>
                </a:lnTo>
                <a:lnTo>
                  <a:pt x="681727" y="28857"/>
                </a:lnTo>
                <a:lnTo>
                  <a:pt x="687924" y="26926"/>
                </a:lnTo>
                <a:lnTo>
                  <a:pt x="694122" y="25080"/>
                </a:lnTo>
                <a:lnTo>
                  <a:pt x="700320" y="23287"/>
                </a:lnTo>
                <a:lnTo>
                  <a:pt x="706517" y="21590"/>
                </a:lnTo>
                <a:lnTo>
                  <a:pt x="712715" y="19933"/>
                </a:lnTo>
                <a:lnTo>
                  <a:pt x="718912" y="18383"/>
                </a:lnTo>
                <a:lnTo>
                  <a:pt x="725110" y="16860"/>
                </a:lnTo>
                <a:lnTo>
                  <a:pt x="731307" y="15455"/>
                </a:lnTo>
                <a:lnTo>
                  <a:pt x="737505" y="14065"/>
                </a:lnTo>
                <a:lnTo>
                  <a:pt x="743702" y="12803"/>
                </a:lnTo>
                <a:lnTo>
                  <a:pt x="749900" y="11552"/>
                </a:lnTo>
                <a:lnTo>
                  <a:pt x="756097" y="10420"/>
                </a:lnTo>
                <a:lnTo>
                  <a:pt x="762295" y="9308"/>
                </a:lnTo>
                <a:lnTo>
                  <a:pt x="768492" y="8301"/>
                </a:lnTo>
                <a:lnTo>
                  <a:pt x="774690" y="7325"/>
                </a:lnTo>
                <a:lnTo>
                  <a:pt x="780887" y="6440"/>
                </a:lnTo>
                <a:lnTo>
                  <a:pt x="787085" y="5596"/>
                </a:lnTo>
                <a:lnTo>
                  <a:pt x="793282" y="4830"/>
                </a:lnTo>
                <a:lnTo>
                  <a:pt x="799480" y="4115"/>
                </a:lnTo>
                <a:lnTo>
                  <a:pt x="805677" y="3466"/>
                </a:lnTo>
                <a:lnTo>
                  <a:pt x="811875" y="2875"/>
                </a:lnTo>
                <a:lnTo>
                  <a:pt x="818072" y="2338"/>
                </a:lnTo>
                <a:lnTo>
                  <a:pt x="824270" y="1869"/>
                </a:lnTo>
                <a:lnTo>
                  <a:pt x="830468" y="1441"/>
                </a:lnTo>
                <a:lnTo>
                  <a:pt x="836665" y="1088"/>
                </a:lnTo>
                <a:lnTo>
                  <a:pt x="842863" y="766"/>
                </a:lnTo>
                <a:lnTo>
                  <a:pt x="849060" y="525"/>
                </a:lnTo>
                <a:lnTo>
                  <a:pt x="855258" y="305"/>
                </a:lnTo>
                <a:lnTo>
                  <a:pt x="861455" y="172"/>
                </a:lnTo>
                <a:lnTo>
                  <a:pt x="867653" y="50"/>
                </a:lnTo>
                <a:lnTo>
                  <a:pt x="873850" y="21"/>
                </a:lnTo>
                <a:lnTo>
                  <a:pt x="880048" y="0"/>
                </a:lnTo>
                <a:lnTo>
                  <a:pt x="886245" y="62"/>
                </a:lnTo>
                <a:lnTo>
                  <a:pt x="892443" y="139"/>
                </a:lnTo>
                <a:lnTo>
                  <a:pt x="898640" y="289"/>
                </a:lnTo>
                <a:lnTo>
                  <a:pt x="904838" y="459"/>
                </a:lnTo>
                <a:lnTo>
                  <a:pt x="911035" y="692"/>
                </a:lnTo>
                <a:lnTo>
                  <a:pt x="917233" y="951"/>
                </a:lnTo>
                <a:lnTo>
                  <a:pt x="923430" y="1262"/>
                </a:lnTo>
                <a:lnTo>
                  <a:pt x="929628" y="1606"/>
                </a:lnTo>
                <a:lnTo>
                  <a:pt x="935825" y="1992"/>
                </a:lnTo>
                <a:lnTo>
                  <a:pt x="942023" y="2415"/>
                </a:lnTo>
                <a:lnTo>
                  <a:pt x="948220" y="2873"/>
                </a:lnTo>
                <a:lnTo>
                  <a:pt x="954418" y="3371"/>
                </a:lnTo>
                <a:lnTo>
                  <a:pt x="960615" y="3896"/>
                </a:lnTo>
                <a:lnTo>
                  <a:pt x="966813" y="4465"/>
                </a:lnTo>
                <a:lnTo>
                  <a:pt x="973011" y="5053"/>
                </a:lnTo>
                <a:lnTo>
                  <a:pt x="979208" y="5689"/>
                </a:lnTo>
                <a:lnTo>
                  <a:pt x="985406" y="6336"/>
                </a:lnTo>
                <a:lnTo>
                  <a:pt x="991603" y="7034"/>
                </a:lnTo>
                <a:lnTo>
                  <a:pt x="997801" y="7738"/>
                </a:lnTo>
                <a:lnTo>
                  <a:pt x="1003998" y="8494"/>
                </a:lnTo>
                <a:lnTo>
                  <a:pt x="1010196" y="9255"/>
                </a:lnTo>
                <a:lnTo>
                  <a:pt x="1016393" y="10061"/>
                </a:lnTo>
                <a:lnTo>
                  <a:pt x="1022591" y="10874"/>
                </a:lnTo>
                <a:lnTo>
                  <a:pt x="1028788" y="11727"/>
                </a:lnTo>
                <a:lnTo>
                  <a:pt x="1034986" y="12590"/>
                </a:lnTo>
                <a:lnTo>
                  <a:pt x="1041183" y="13485"/>
                </a:lnTo>
                <a:lnTo>
                  <a:pt x="1047381" y="14394"/>
                </a:lnTo>
                <a:lnTo>
                  <a:pt x="1053578" y="15329"/>
                </a:lnTo>
                <a:lnTo>
                  <a:pt x="1059776" y="16280"/>
                </a:lnTo>
                <a:lnTo>
                  <a:pt x="1065973" y="17252"/>
                </a:lnTo>
                <a:lnTo>
                  <a:pt x="1072171" y="18243"/>
                </a:lnTo>
                <a:lnTo>
                  <a:pt x="1078368" y="19249"/>
                </a:lnTo>
                <a:lnTo>
                  <a:pt x="1084566" y="20275"/>
                </a:lnTo>
                <a:lnTo>
                  <a:pt x="1090763" y="21314"/>
                </a:lnTo>
                <a:lnTo>
                  <a:pt x="1096961" y="22373"/>
                </a:lnTo>
                <a:lnTo>
                  <a:pt x="1103159" y="23440"/>
                </a:lnTo>
                <a:lnTo>
                  <a:pt x="1109356" y="24530"/>
                </a:lnTo>
                <a:lnTo>
                  <a:pt x="1115554" y="25624"/>
                </a:lnTo>
                <a:lnTo>
                  <a:pt x="1121751" y="26742"/>
                </a:lnTo>
                <a:lnTo>
                  <a:pt x="1127949" y="27861"/>
                </a:lnTo>
                <a:lnTo>
                  <a:pt x="1134146" y="29004"/>
                </a:lnTo>
                <a:lnTo>
                  <a:pt x="1140344" y="30148"/>
                </a:lnTo>
                <a:lnTo>
                  <a:pt x="1146541" y="31313"/>
                </a:lnTo>
                <a:lnTo>
                  <a:pt x="1152739" y="32480"/>
                </a:lnTo>
                <a:lnTo>
                  <a:pt x="1158936" y="33664"/>
                </a:lnTo>
                <a:lnTo>
                  <a:pt x="1165134" y="34853"/>
                </a:lnTo>
                <a:lnTo>
                  <a:pt x="1171331" y="36056"/>
                </a:lnTo>
                <a:lnTo>
                  <a:pt x="1177529" y="37265"/>
                </a:lnTo>
                <a:lnTo>
                  <a:pt x="1183726" y="38484"/>
                </a:lnTo>
                <a:lnTo>
                  <a:pt x="1189924" y="39711"/>
                </a:lnTo>
                <a:lnTo>
                  <a:pt x="1196121" y="40947"/>
                </a:lnTo>
                <a:lnTo>
                  <a:pt x="1202319" y="42191"/>
                </a:lnTo>
                <a:lnTo>
                  <a:pt x="1208516" y="43443"/>
                </a:lnTo>
                <a:lnTo>
                  <a:pt x="1214714" y="44703"/>
                </a:lnTo>
                <a:lnTo>
                  <a:pt x="1220911" y="45969"/>
                </a:lnTo>
                <a:lnTo>
                  <a:pt x="1227109" y="47244"/>
                </a:lnTo>
                <a:lnTo>
                  <a:pt x="1233306" y="48524"/>
                </a:lnTo>
                <a:lnTo>
                  <a:pt x="1239504" y="49815"/>
                </a:lnTo>
                <a:lnTo>
                  <a:pt x="1245702" y="51108"/>
                </a:lnTo>
                <a:lnTo>
                  <a:pt x="1251899" y="52413"/>
                </a:lnTo>
                <a:lnTo>
                  <a:pt x="1258097" y="53720"/>
                </a:lnTo>
                <a:lnTo>
                  <a:pt x="1264294" y="55039"/>
                </a:lnTo>
                <a:lnTo>
                  <a:pt x="1270492" y="56360"/>
                </a:lnTo>
                <a:lnTo>
                  <a:pt x="1276689" y="57693"/>
                </a:lnTo>
                <a:lnTo>
                  <a:pt x="1282887" y="59028"/>
                </a:lnTo>
                <a:lnTo>
                  <a:pt x="1289084" y="60374"/>
                </a:lnTo>
                <a:lnTo>
                  <a:pt x="1295282" y="61723"/>
                </a:lnTo>
                <a:lnTo>
                  <a:pt x="1301479" y="63083"/>
                </a:lnTo>
                <a:lnTo>
                  <a:pt x="1307677" y="64447"/>
                </a:lnTo>
                <a:lnTo>
                  <a:pt x="1313874" y="65821"/>
                </a:lnTo>
                <a:lnTo>
                  <a:pt x="1320072" y="67201"/>
                </a:lnTo>
                <a:lnTo>
                  <a:pt x="1326269" y="68589"/>
                </a:lnTo>
                <a:lnTo>
                  <a:pt x="1332467" y="69984"/>
                </a:lnTo>
                <a:lnTo>
                  <a:pt x="1338664" y="71387"/>
                </a:lnTo>
                <a:lnTo>
                  <a:pt x="1344862" y="72800"/>
                </a:lnTo>
                <a:lnTo>
                  <a:pt x="1351059" y="74218"/>
                </a:lnTo>
                <a:lnTo>
                  <a:pt x="1357257" y="75648"/>
                </a:lnTo>
                <a:lnTo>
                  <a:pt x="1363454" y="77082"/>
                </a:lnTo>
                <a:lnTo>
                  <a:pt x="1369652" y="78531"/>
                </a:lnTo>
                <a:lnTo>
                  <a:pt x="1375849" y="79982"/>
                </a:lnTo>
                <a:lnTo>
                  <a:pt x="1382047" y="81450"/>
                </a:lnTo>
                <a:lnTo>
                  <a:pt x="1388245" y="82920"/>
                </a:lnTo>
                <a:lnTo>
                  <a:pt x="1394442" y="84408"/>
                </a:lnTo>
                <a:lnTo>
                  <a:pt x="1400640" y="85898"/>
                </a:lnTo>
                <a:lnTo>
                  <a:pt x="1406837" y="87407"/>
                </a:lnTo>
                <a:lnTo>
                  <a:pt x="1413035" y="88919"/>
                </a:lnTo>
                <a:lnTo>
                  <a:pt x="1419232" y="90448"/>
                </a:lnTo>
                <a:lnTo>
                  <a:pt x="1425430" y="91983"/>
                </a:lnTo>
                <a:lnTo>
                  <a:pt x="1431627" y="93534"/>
                </a:lnTo>
                <a:lnTo>
                  <a:pt x="1437825" y="95094"/>
                </a:lnTo>
                <a:lnTo>
                  <a:pt x="1444022" y="96668"/>
                </a:lnTo>
                <a:lnTo>
                  <a:pt x="1450220" y="98252"/>
                </a:lnTo>
                <a:lnTo>
                  <a:pt x="1456417" y="99851"/>
                </a:lnTo>
                <a:lnTo>
                  <a:pt x="1462615" y="101462"/>
                </a:lnTo>
                <a:lnTo>
                  <a:pt x="1468812" y="103085"/>
                </a:lnTo>
                <a:lnTo>
                  <a:pt x="1475010" y="104725"/>
                </a:lnTo>
                <a:lnTo>
                  <a:pt x="1481207" y="106374"/>
                </a:lnTo>
                <a:lnTo>
                  <a:pt x="1487405" y="108043"/>
                </a:lnTo>
                <a:lnTo>
                  <a:pt x="1493602" y="109720"/>
                </a:lnTo>
                <a:lnTo>
                  <a:pt x="1499800" y="111419"/>
                </a:lnTo>
                <a:lnTo>
                  <a:pt x="1505997" y="113124"/>
                </a:lnTo>
                <a:lnTo>
                  <a:pt x="1512195" y="114856"/>
                </a:lnTo>
                <a:lnTo>
                  <a:pt x="1518393" y="116590"/>
                </a:lnTo>
                <a:lnTo>
                  <a:pt x="1524590" y="118354"/>
                </a:lnTo>
                <a:lnTo>
                  <a:pt x="1530788" y="120121"/>
                </a:lnTo>
                <a:lnTo>
                  <a:pt x="1536985" y="121917"/>
                </a:lnTo>
                <a:lnTo>
                  <a:pt x="1543183" y="123718"/>
                </a:lnTo>
                <a:lnTo>
                  <a:pt x="1549380" y="125546"/>
                </a:lnTo>
                <a:lnTo>
                  <a:pt x="1555578" y="127383"/>
                </a:lnTo>
                <a:lnTo>
                  <a:pt x="1561775" y="129244"/>
                </a:lnTo>
                <a:lnTo>
                  <a:pt x="1567973" y="131117"/>
                </a:lnTo>
                <a:lnTo>
                  <a:pt x="1574170" y="133012"/>
                </a:lnTo>
                <a:lnTo>
                  <a:pt x="1580368" y="134923"/>
                </a:lnTo>
                <a:lnTo>
                  <a:pt x="1586565" y="136852"/>
                </a:lnTo>
                <a:lnTo>
                  <a:pt x="1592763" y="138801"/>
                </a:lnTo>
                <a:lnTo>
                  <a:pt x="1598960" y="140766"/>
                </a:lnTo>
                <a:lnTo>
                  <a:pt x="1605158" y="142754"/>
                </a:lnTo>
                <a:lnTo>
                  <a:pt x="1611355" y="144755"/>
                </a:lnTo>
                <a:lnTo>
                  <a:pt x="1617553" y="146783"/>
                </a:lnTo>
                <a:lnTo>
                  <a:pt x="1623750" y="148821"/>
                </a:lnTo>
                <a:lnTo>
                  <a:pt x="1629948" y="150890"/>
                </a:lnTo>
                <a:lnTo>
                  <a:pt x="1636145" y="152965"/>
                </a:lnTo>
                <a:lnTo>
                  <a:pt x="1642343" y="155075"/>
                </a:lnTo>
                <a:lnTo>
                  <a:pt x="1648540" y="157188"/>
                </a:lnTo>
                <a:lnTo>
                  <a:pt x="1654738" y="159339"/>
                </a:lnTo>
                <a:lnTo>
                  <a:pt x="1660936" y="161494"/>
                </a:lnTo>
                <a:lnTo>
                  <a:pt x="1667133" y="163684"/>
                </a:lnTo>
                <a:lnTo>
                  <a:pt x="1673331" y="165881"/>
                </a:lnTo>
                <a:lnTo>
                  <a:pt x="1679528" y="168110"/>
                </a:lnTo>
                <a:lnTo>
                  <a:pt x="1685726" y="170349"/>
                </a:lnTo>
                <a:lnTo>
                  <a:pt x="1691923" y="172617"/>
                </a:lnTo>
                <a:lnTo>
                  <a:pt x="1698121" y="174900"/>
                </a:lnTo>
                <a:lnTo>
                  <a:pt x="1704318" y="177207"/>
                </a:lnTo>
                <a:lnTo>
                  <a:pt x="1710516" y="179532"/>
                </a:lnTo>
                <a:lnTo>
                  <a:pt x="1716713" y="181879"/>
                </a:lnTo>
                <a:lnTo>
                  <a:pt x="1722911" y="184247"/>
                </a:lnTo>
                <a:lnTo>
                  <a:pt x="1729108" y="186633"/>
                </a:lnTo>
                <a:lnTo>
                  <a:pt x="1735306" y="189044"/>
                </a:lnTo>
                <a:lnTo>
                  <a:pt x="1741503" y="191469"/>
                </a:lnTo>
                <a:lnTo>
                  <a:pt x="1747701" y="193923"/>
                </a:lnTo>
                <a:lnTo>
                  <a:pt x="1753898" y="196388"/>
                </a:lnTo>
                <a:lnTo>
                  <a:pt x="1760096" y="198884"/>
                </a:lnTo>
                <a:lnTo>
                  <a:pt x="1766293" y="201388"/>
                </a:lnTo>
                <a:lnTo>
                  <a:pt x="1772491" y="203926"/>
                </a:lnTo>
                <a:lnTo>
                  <a:pt x="1778688" y="206469"/>
                </a:lnTo>
                <a:lnTo>
                  <a:pt x="1784886" y="209049"/>
                </a:lnTo>
                <a:lnTo>
                  <a:pt x="1791084" y="211633"/>
                </a:lnTo>
                <a:lnTo>
                  <a:pt x="1797281" y="214251"/>
                </a:lnTo>
                <a:lnTo>
                  <a:pt x="1803479" y="216877"/>
                </a:lnTo>
                <a:lnTo>
                  <a:pt x="1809676" y="219532"/>
                </a:lnTo>
                <a:lnTo>
                  <a:pt x="1815874" y="222199"/>
                </a:lnTo>
                <a:lnTo>
                  <a:pt x="1822071" y="224891"/>
                </a:lnTo>
                <a:lnTo>
                  <a:pt x="1828269" y="227597"/>
                </a:lnTo>
                <a:lnTo>
                  <a:pt x="1834466" y="230326"/>
                </a:lnTo>
                <a:lnTo>
                  <a:pt x="1840664" y="233071"/>
                </a:lnTo>
                <a:lnTo>
                  <a:pt x="1846861" y="235835"/>
                </a:lnTo>
                <a:lnTo>
                  <a:pt x="1853059" y="238619"/>
                </a:lnTo>
                <a:lnTo>
                  <a:pt x="1859256" y="241418"/>
                </a:lnTo>
                <a:lnTo>
                  <a:pt x="1865454" y="244239"/>
                </a:lnTo>
                <a:lnTo>
                  <a:pt x="1871651" y="247072"/>
                </a:lnTo>
                <a:lnTo>
                  <a:pt x="1877849" y="249929"/>
                </a:lnTo>
                <a:lnTo>
                  <a:pt x="1884046" y="252795"/>
                </a:lnTo>
                <a:lnTo>
                  <a:pt x="1890244" y="255687"/>
                </a:lnTo>
                <a:lnTo>
                  <a:pt x="1896441" y="258585"/>
                </a:lnTo>
                <a:lnTo>
                  <a:pt x="1902639" y="261511"/>
                </a:lnTo>
                <a:lnTo>
                  <a:pt x="1908836" y="264440"/>
                </a:lnTo>
                <a:lnTo>
                  <a:pt x="1915034" y="267398"/>
                </a:lnTo>
                <a:lnTo>
                  <a:pt x="1921231" y="270359"/>
                </a:lnTo>
                <a:lnTo>
                  <a:pt x="1927429" y="273346"/>
                </a:lnTo>
                <a:lnTo>
                  <a:pt x="1933627" y="276339"/>
                </a:lnTo>
                <a:lnTo>
                  <a:pt x="1939824" y="279353"/>
                </a:lnTo>
                <a:lnTo>
                  <a:pt x="1946022" y="282375"/>
                </a:lnTo>
                <a:lnTo>
                  <a:pt x="1952219" y="285415"/>
                </a:lnTo>
                <a:lnTo>
                  <a:pt x="1958417" y="288465"/>
                </a:lnTo>
                <a:lnTo>
                  <a:pt x="1964614" y="291530"/>
                </a:lnTo>
                <a:lnTo>
                  <a:pt x="1970812" y="294606"/>
                </a:lnTo>
                <a:lnTo>
                  <a:pt x="1977009" y="297694"/>
                </a:lnTo>
                <a:lnTo>
                  <a:pt x="1983207" y="300794"/>
                </a:lnTo>
                <a:lnTo>
                  <a:pt x="1989404" y="303904"/>
                </a:lnTo>
                <a:lnTo>
                  <a:pt x="1995602" y="307027"/>
                </a:lnTo>
                <a:lnTo>
                  <a:pt x="2001799" y="310157"/>
                </a:lnTo>
                <a:lnTo>
                  <a:pt x="2007997" y="313300"/>
                </a:lnTo>
                <a:lnTo>
                  <a:pt x="2014194" y="316449"/>
                </a:lnTo>
                <a:lnTo>
                  <a:pt x="2020392" y="319611"/>
                </a:lnTo>
                <a:lnTo>
                  <a:pt x="2026589" y="322776"/>
                </a:lnTo>
                <a:lnTo>
                  <a:pt x="2032787" y="325956"/>
                </a:lnTo>
                <a:lnTo>
                  <a:pt x="2038984" y="329136"/>
                </a:lnTo>
                <a:lnTo>
                  <a:pt x="2045182" y="332330"/>
                </a:lnTo>
                <a:lnTo>
                  <a:pt x="2051379" y="335525"/>
                </a:lnTo>
                <a:lnTo>
                  <a:pt x="2057577" y="338730"/>
                </a:lnTo>
                <a:lnTo>
                  <a:pt x="2063774" y="341937"/>
                </a:lnTo>
                <a:lnTo>
                  <a:pt x="2069972" y="345152"/>
                </a:lnTo>
                <a:lnTo>
                  <a:pt x="2076170" y="348369"/>
                </a:lnTo>
                <a:lnTo>
                  <a:pt x="2082367" y="351592"/>
                </a:lnTo>
                <a:lnTo>
                  <a:pt x="2088565" y="354817"/>
                </a:lnTo>
                <a:lnTo>
                  <a:pt x="2094762" y="358045"/>
                </a:lnTo>
                <a:lnTo>
                  <a:pt x="2100960" y="361276"/>
                </a:lnTo>
                <a:lnTo>
                  <a:pt x="2107157" y="364508"/>
                </a:lnTo>
                <a:lnTo>
                  <a:pt x="2113355" y="367741"/>
                </a:lnTo>
                <a:lnTo>
                  <a:pt x="2119552" y="370976"/>
                </a:lnTo>
                <a:lnTo>
                  <a:pt x="2125750" y="374210"/>
                </a:lnTo>
                <a:lnTo>
                  <a:pt x="2131947" y="377444"/>
                </a:lnTo>
                <a:lnTo>
                  <a:pt x="2138145" y="380677"/>
                </a:lnTo>
                <a:lnTo>
                  <a:pt x="2144342" y="383909"/>
                </a:lnTo>
                <a:lnTo>
                  <a:pt x="2150540" y="387137"/>
                </a:lnTo>
                <a:lnTo>
                  <a:pt x="2156737" y="390365"/>
                </a:lnTo>
                <a:lnTo>
                  <a:pt x="2162935" y="393588"/>
                </a:lnTo>
                <a:lnTo>
                  <a:pt x="2169132" y="396809"/>
                </a:lnTo>
                <a:lnTo>
                  <a:pt x="2175330" y="400023"/>
                </a:lnTo>
                <a:lnTo>
                  <a:pt x="2181527" y="403235"/>
                </a:lnTo>
                <a:lnTo>
                  <a:pt x="2187725" y="406439"/>
                </a:lnTo>
                <a:lnTo>
                  <a:pt x="2193922" y="409640"/>
                </a:lnTo>
                <a:lnTo>
                  <a:pt x="2200120" y="412831"/>
                </a:lnTo>
                <a:lnTo>
                  <a:pt x="2206318" y="416017"/>
                </a:lnTo>
                <a:lnTo>
                  <a:pt x="2212515" y="419194"/>
                </a:lnTo>
                <a:lnTo>
                  <a:pt x="2218713" y="422365"/>
                </a:lnTo>
                <a:lnTo>
                  <a:pt x="2224910" y="425525"/>
                </a:lnTo>
                <a:lnTo>
                  <a:pt x="2231108" y="428677"/>
                </a:lnTo>
                <a:lnTo>
                  <a:pt x="2237305" y="431820"/>
                </a:lnTo>
                <a:lnTo>
                  <a:pt x="2243503" y="434951"/>
                </a:lnTo>
                <a:lnTo>
                  <a:pt x="2249700" y="438073"/>
                </a:lnTo>
                <a:lnTo>
                  <a:pt x="2255898" y="441181"/>
                </a:lnTo>
                <a:lnTo>
                  <a:pt x="2262095" y="444281"/>
                </a:lnTo>
                <a:lnTo>
                  <a:pt x="2268293" y="447364"/>
                </a:lnTo>
                <a:lnTo>
                  <a:pt x="2274490" y="450440"/>
                </a:lnTo>
                <a:lnTo>
                  <a:pt x="2280688" y="453495"/>
                </a:lnTo>
                <a:lnTo>
                  <a:pt x="2286885" y="456546"/>
                </a:lnTo>
                <a:lnTo>
                  <a:pt x="2293083" y="459572"/>
                </a:lnTo>
                <a:lnTo>
                  <a:pt x="2299280" y="462595"/>
                </a:lnTo>
                <a:lnTo>
                  <a:pt x="2305478" y="465590"/>
                </a:lnTo>
                <a:lnTo>
                  <a:pt x="2311675" y="468581"/>
                </a:lnTo>
                <a:lnTo>
                  <a:pt x="2317873" y="471545"/>
                </a:lnTo>
                <a:lnTo>
                  <a:pt x="2324070" y="474502"/>
                </a:lnTo>
                <a:lnTo>
                  <a:pt x="2330268" y="477434"/>
                </a:lnTo>
                <a:lnTo>
                  <a:pt x="2336465" y="480357"/>
                </a:lnTo>
                <a:lnTo>
                  <a:pt x="2342663" y="483255"/>
                </a:lnTo>
                <a:lnTo>
                  <a:pt x="2348861" y="486140"/>
                </a:lnTo>
                <a:lnTo>
                  <a:pt x="2355058" y="489004"/>
                </a:lnTo>
                <a:lnTo>
                  <a:pt x="2361256" y="491850"/>
                </a:lnTo>
                <a:lnTo>
                  <a:pt x="2367453" y="494678"/>
                </a:lnTo>
                <a:lnTo>
                  <a:pt x="2373651" y="497484"/>
                </a:lnTo>
                <a:lnTo>
                  <a:pt x="2379848" y="500274"/>
                </a:lnTo>
                <a:lnTo>
                  <a:pt x="2386046" y="503039"/>
                </a:lnTo>
                <a:lnTo>
                  <a:pt x="2392243" y="505791"/>
                </a:lnTo>
                <a:lnTo>
                  <a:pt x="2398441" y="508513"/>
                </a:lnTo>
                <a:lnTo>
                  <a:pt x="2404638" y="511225"/>
                </a:lnTo>
                <a:lnTo>
                  <a:pt x="2410836" y="513903"/>
                </a:lnTo>
                <a:lnTo>
                  <a:pt x="2417033" y="516575"/>
                </a:lnTo>
                <a:lnTo>
                  <a:pt x="2423231" y="519208"/>
                </a:lnTo>
                <a:lnTo>
                  <a:pt x="2429428" y="521838"/>
                </a:lnTo>
                <a:lnTo>
                  <a:pt x="2435626" y="524426"/>
                </a:lnTo>
                <a:lnTo>
                  <a:pt x="2441823" y="527010"/>
                </a:lnTo>
                <a:lnTo>
                  <a:pt x="2448021" y="529556"/>
                </a:lnTo>
                <a:lnTo>
                  <a:pt x="2454218" y="532094"/>
                </a:lnTo>
                <a:lnTo>
                  <a:pt x="2460416" y="534597"/>
                </a:lnTo>
                <a:lnTo>
                  <a:pt x="2466613" y="537087"/>
                </a:lnTo>
                <a:lnTo>
                  <a:pt x="2472811" y="539546"/>
                </a:lnTo>
                <a:lnTo>
                  <a:pt x="2479009" y="541989"/>
                </a:lnTo>
                <a:lnTo>
                  <a:pt x="2485206" y="544404"/>
                </a:lnTo>
                <a:lnTo>
                  <a:pt x="2491404" y="546799"/>
                </a:lnTo>
                <a:lnTo>
                  <a:pt x="2497601" y="549171"/>
                </a:lnTo>
                <a:lnTo>
                  <a:pt x="2503799" y="551517"/>
                </a:lnTo>
                <a:lnTo>
                  <a:pt x="2509996" y="553844"/>
                </a:lnTo>
                <a:lnTo>
                  <a:pt x="2516194" y="556143"/>
                </a:lnTo>
                <a:lnTo>
                  <a:pt x="2522391" y="558426"/>
                </a:lnTo>
                <a:lnTo>
                  <a:pt x="2528589" y="560676"/>
                </a:lnTo>
                <a:lnTo>
                  <a:pt x="2534786" y="562915"/>
                </a:lnTo>
                <a:lnTo>
                  <a:pt x="2540984" y="565116"/>
                </a:lnTo>
                <a:lnTo>
                  <a:pt x="2547181" y="567311"/>
                </a:lnTo>
                <a:lnTo>
                  <a:pt x="2553379" y="569465"/>
                </a:lnTo>
                <a:lnTo>
                  <a:pt x="2559576" y="571615"/>
                </a:lnTo>
                <a:lnTo>
                  <a:pt x="2565774" y="573723"/>
                </a:lnTo>
                <a:lnTo>
                  <a:pt x="2571971" y="575825"/>
                </a:lnTo>
                <a:lnTo>
                  <a:pt x="2578169" y="577889"/>
                </a:lnTo>
                <a:lnTo>
                  <a:pt x="2584366" y="579945"/>
                </a:lnTo>
                <a:lnTo>
                  <a:pt x="2590564" y="581966"/>
                </a:lnTo>
                <a:lnTo>
                  <a:pt x="2596761" y="583975"/>
                </a:lnTo>
                <a:lnTo>
                  <a:pt x="2602959" y="585955"/>
                </a:lnTo>
                <a:lnTo>
                  <a:pt x="2609156" y="587918"/>
                </a:lnTo>
                <a:lnTo>
                  <a:pt x="2615354" y="589856"/>
                </a:lnTo>
                <a:lnTo>
                  <a:pt x="2621552" y="591774"/>
                </a:lnTo>
                <a:lnTo>
                  <a:pt x="2627749" y="593671"/>
                </a:lnTo>
                <a:lnTo>
                  <a:pt x="2633947" y="595544"/>
                </a:lnTo>
                <a:lnTo>
                  <a:pt x="2640144" y="597401"/>
                </a:lnTo>
                <a:lnTo>
                  <a:pt x="2646342" y="599231"/>
                </a:lnTo>
                <a:lnTo>
                  <a:pt x="2652539" y="601048"/>
                </a:lnTo>
                <a:lnTo>
                  <a:pt x="2658737" y="602836"/>
                </a:lnTo>
                <a:lnTo>
                  <a:pt x="2664934" y="604614"/>
                </a:lnTo>
                <a:lnTo>
                  <a:pt x="2671132" y="606360"/>
                </a:lnTo>
                <a:lnTo>
                  <a:pt x="2677329" y="608101"/>
                </a:lnTo>
                <a:lnTo>
                  <a:pt x="2683527" y="609806"/>
                </a:lnTo>
                <a:lnTo>
                  <a:pt x="2689724" y="611508"/>
                </a:lnTo>
                <a:lnTo>
                  <a:pt x="2695922" y="613176"/>
                </a:lnTo>
                <a:lnTo>
                  <a:pt x="2702119" y="614839"/>
                </a:lnTo>
                <a:lnTo>
                  <a:pt x="2708317" y="616470"/>
                </a:lnTo>
                <a:lnTo>
                  <a:pt x="2714514" y="618095"/>
                </a:lnTo>
                <a:lnTo>
                  <a:pt x="2720712" y="619693"/>
                </a:lnTo>
                <a:lnTo>
                  <a:pt x="2726909" y="621280"/>
                </a:lnTo>
                <a:lnTo>
                  <a:pt x="2733107" y="622845"/>
                </a:lnTo>
                <a:lnTo>
                  <a:pt x="2739304" y="624396"/>
                </a:lnTo>
                <a:lnTo>
                  <a:pt x="2745502" y="625928"/>
                </a:lnTo>
                <a:lnTo>
                  <a:pt x="2751699" y="627445"/>
                </a:lnTo>
                <a:lnTo>
                  <a:pt x="2757897" y="628945"/>
                </a:lnTo>
                <a:lnTo>
                  <a:pt x="2764095" y="630428"/>
                </a:lnTo>
                <a:lnTo>
                  <a:pt x="2770292" y="631898"/>
                </a:lnTo>
                <a:lnTo>
                  <a:pt x="2776490" y="633348"/>
                </a:lnTo>
                <a:lnTo>
                  <a:pt x="2782687" y="634789"/>
                </a:lnTo>
                <a:lnTo>
                  <a:pt x="2788885" y="636208"/>
                </a:lnTo>
                <a:lnTo>
                  <a:pt x="2795082" y="637620"/>
                </a:lnTo>
                <a:lnTo>
                  <a:pt x="2801280" y="639008"/>
                </a:lnTo>
                <a:lnTo>
                  <a:pt x="2807477" y="640393"/>
                </a:lnTo>
                <a:lnTo>
                  <a:pt x="2813675" y="641752"/>
                </a:lnTo>
                <a:lnTo>
                  <a:pt x="2819872" y="643108"/>
                </a:lnTo>
                <a:lnTo>
                  <a:pt x="2826070" y="644440"/>
                </a:lnTo>
                <a:lnTo>
                  <a:pt x="2832267" y="645769"/>
                </a:lnTo>
                <a:lnTo>
                  <a:pt x="2838465" y="647076"/>
                </a:lnTo>
                <a:lnTo>
                  <a:pt x="2844662" y="648377"/>
                </a:lnTo>
                <a:lnTo>
                  <a:pt x="2850860" y="649660"/>
                </a:lnTo>
                <a:lnTo>
                  <a:pt x="2857057" y="650936"/>
                </a:lnTo>
                <a:lnTo>
                  <a:pt x="2863255" y="652195"/>
                </a:lnTo>
                <a:lnTo>
                  <a:pt x="2869452" y="653446"/>
                </a:lnTo>
                <a:lnTo>
                  <a:pt x="2875650" y="654683"/>
                </a:lnTo>
                <a:lnTo>
                  <a:pt x="2881847" y="655909"/>
                </a:lnTo>
                <a:lnTo>
                  <a:pt x="2888045" y="657124"/>
                </a:lnTo>
                <a:lnTo>
                  <a:pt x="2894243" y="658327"/>
                </a:lnTo>
                <a:lnTo>
                  <a:pt x="2900440" y="659521"/>
                </a:lnTo>
                <a:lnTo>
                  <a:pt x="2906638" y="660702"/>
                </a:lnTo>
                <a:lnTo>
                  <a:pt x="2912835" y="661875"/>
                </a:lnTo>
                <a:lnTo>
                  <a:pt x="2919033" y="663034"/>
                </a:lnTo>
                <a:lnTo>
                  <a:pt x="2925230" y="664188"/>
                </a:lnTo>
                <a:lnTo>
                  <a:pt x="2931428" y="665326"/>
                </a:lnTo>
                <a:lnTo>
                  <a:pt x="2937625" y="666461"/>
                </a:lnTo>
                <a:lnTo>
                  <a:pt x="2943823" y="667578"/>
                </a:lnTo>
                <a:lnTo>
                  <a:pt x="2950020" y="668694"/>
                </a:lnTo>
                <a:lnTo>
                  <a:pt x="2956218" y="669792"/>
                </a:lnTo>
                <a:lnTo>
                  <a:pt x="2962415" y="670888"/>
                </a:lnTo>
                <a:lnTo>
                  <a:pt x="2968613" y="671969"/>
                </a:lnTo>
                <a:lnTo>
                  <a:pt x="2974810" y="673046"/>
                </a:lnTo>
                <a:lnTo>
                  <a:pt x="2981008" y="674109"/>
                </a:lnTo>
                <a:lnTo>
                  <a:pt x="2987205" y="675168"/>
                </a:lnTo>
                <a:lnTo>
                  <a:pt x="2993403" y="676215"/>
                </a:lnTo>
                <a:lnTo>
                  <a:pt x="2999600" y="677255"/>
                </a:lnTo>
                <a:lnTo>
                  <a:pt x="3005798" y="678285"/>
                </a:lnTo>
                <a:lnTo>
                  <a:pt x="3011995" y="679308"/>
                </a:lnTo>
                <a:lnTo>
                  <a:pt x="3018193" y="680322"/>
                </a:lnTo>
                <a:lnTo>
                  <a:pt x="3024390" y="681328"/>
                </a:lnTo>
                <a:lnTo>
                  <a:pt x="3030588" y="682326"/>
                </a:lnTo>
                <a:lnTo>
                  <a:pt x="3036786" y="683315"/>
                </a:lnTo>
                <a:lnTo>
                  <a:pt x="3042983" y="684298"/>
                </a:lnTo>
                <a:lnTo>
                  <a:pt x="3049181" y="685269"/>
                </a:lnTo>
                <a:lnTo>
                  <a:pt x="3055378" y="686237"/>
                </a:lnTo>
                <a:lnTo>
                  <a:pt x="3061576" y="687192"/>
                </a:lnTo>
                <a:lnTo>
                  <a:pt x="3067773" y="688145"/>
                </a:lnTo>
                <a:lnTo>
                  <a:pt x="3073971" y="689083"/>
                </a:lnTo>
                <a:lnTo>
                  <a:pt x="3080168" y="690021"/>
                </a:lnTo>
                <a:lnTo>
                  <a:pt x="3086366" y="690944"/>
                </a:lnTo>
                <a:lnTo>
                  <a:pt x="3092563" y="691865"/>
                </a:lnTo>
                <a:lnTo>
                  <a:pt x="3098761" y="692773"/>
                </a:lnTo>
                <a:lnTo>
                  <a:pt x="3104958" y="693678"/>
                </a:lnTo>
                <a:lnTo>
                  <a:pt x="3111156" y="694571"/>
                </a:lnTo>
                <a:lnTo>
                  <a:pt x="3117353" y="695460"/>
                </a:lnTo>
                <a:lnTo>
                  <a:pt x="3123551" y="696339"/>
                </a:lnTo>
                <a:lnTo>
                  <a:pt x="3129748" y="697212"/>
                </a:lnTo>
                <a:lnTo>
                  <a:pt x="3135946" y="698077"/>
                </a:lnTo>
                <a:lnTo>
                  <a:pt x="3142143" y="698934"/>
                </a:lnTo>
                <a:lnTo>
                  <a:pt x="3148341" y="699783"/>
                </a:lnTo>
                <a:lnTo>
                  <a:pt x="3154538" y="700625"/>
                </a:lnTo>
                <a:lnTo>
                  <a:pt x="3160736" y="701460"/>
                </a:lnTo>
                <a:lnTo>
                  <a:pt x="3166933" y="702285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6" name="pg54">
            <a:extLst>
              <a:ext uri="{FF2B5EF4-FFF2-40B4-BE49-F238E27FC236}">
                <a16:creationId xmlns:a16="http://schemas.microsoft.com/office/drawing/2014/main" id="{F8437595-4E9A-EBC7-6F28-5FC4ED930DA4}"/>
              </a:ext>
            </a:extLst>
          </p:cNvPr>
          <p:cNvSpPr/>
          <p:nvPr/>
        </p:nvSpPr>
        <p:spPr>
          <a:xfrm>
            <a:off x="6505677" y="2535926"/>
            <a:ext cx="2412901" cy="578466"/>
          </a:xfrm>
          <a:custGeom>
            <a:avLst/>
            <a:gdLst/>
            <a:ahLst/>
            <a:cxnLst/>
            <a:rect l="0" t="0" r="0" b="0"/>
            <a:pathLst>
              <a:path w="3166933" h="759237">
                <a:moveTo>
                  <a:pt x="0" y="621032"/>
                </a:moveTo>
                <a:lnTo>
                  <a:pt x="6197" y="618058"/>
                </a:lnTo>
                <a:lnTo>
                  <a:pt x="12395" y="615028"/>
                </a:lnTo>
                <a:lnTo>
                  <a:pt x="18592" y="611975"/>
                </a:lnTo>
                <a:lnTo>
                  <a:pt x="24790" y="608858"/>
                </a:lnTo>
                <a:lnTo>
                  <a:pt x="30987" y="605726"/>
                </a:lnTo>
                <a:lnTo>
                  <a:pt x="37185" y="602520"/>
                </a:lnTo>
                <a:lnTo>
                  <a:pt x="43382" y="599306"/>
                </a:lnTo>
                <a:lnTo>
                  <a:pt x="49580" y="596016"/>
                </a:lnTo>
                <a:lnTo>
                  <a:pt x="55777" y="592715"/>
                </a:lnTo>
                <a:lnTo>
                  <a:pt x="61975" y="589347"/>
                </a:lnTo>
                <a:lnTo>
                  <a:pt x="68172" y="585958"/>
                </a:lnTo>
                <a:lnTo>
                  <a:pt x="74370" y="582511"/>
                </a:lnTo>
                <a:lnTo>
                  <a:pt x="80567" y="579036"/>
                </a:lnTo>
                <a:lnTo>
                  <a:pt x="86765" y="575512"/>
                </a:lnTo>
                <a:lnTo>
                  <a:pt x="92962" y="571951"/>
                </a:lnTo>
                <a:lnTo>
                  <a:pt x="99160" y="568350"/>
                </a:lnTo>
                <a:lnTo>
                  <a:pt x="105357" y="564704"/>
                </a:lnTo>
                <a:lnTo>
                  <a:pt x="111555" y="561026"/>
                </a:lnTo>
                <a:lnTo>
                  <a:pt x="117752" y="557296"/>
                </a:lnTo>
                <a:lnTo>
                  <a:pt x="123950" y="553544"/>
                </a:lnTo>
                <a:lnTo>
                  <a:pt x="130147" y="549731"/>
                </a:lnTo>
                <a:lnTo>
                  <a:pt x="136345" y="545904"/>
                </a:lnTo>
                <a:lnTo>
                  <a:pt x="142543" y="542010"/>
                </a:lnTo>
                <a:lnTo>
                  <a:pt x="148740" y="538108"/>
                </a:lnTo>
                <a:lnTo>
                  <a:pt x="154938" y="534137"/>
                </a:lnTo>
                <a:lnTo>
                  <a:pt x="161135" y="530155"/>
                </a:lnTo>
                <a:lnTo>
                  <a:pt x="167333" y="526113"/>
                </a:lnTo>
                <a:lnTo>
                  <a:pt x="173530" y="522055"/>
                </a:lnTo>
                <a:lnTo>
                  <a:pt x="179728" y="517944"/>
                </a:lnTo>
                <a:lnTo>
                  <a:pt x="185925" y="513810"/>
                </a:lnTo>
                <a:lnTo>
                  <a:pt x="192123" y="509633"/>
                </a:lnTo>
                <a:lnTo>
                  <a:pt x="198320" y="505425"/>
                </a:lnTo>
                <a:lnTo>
                  <a:pt x="204518" y="501184"/>
                </a:lnTo>
                <a:lnTo>
                  <a:pt x="210715" y="496905"/>
                </a:lnTo>
                <a:lnTo>
                  <a:pt x="216913" y="492601"/>
                </a:lnTo>
                <a:lnTo>
                  <a:pt x="223110" y="488254"/>
                </a:lnTo>
                <a:lnTo>
                  <a:pt x="229308" y="483889"/>
                </a:lnTo>
                <a:lnTo>
                  <a:pt x="235505" y="479478"/>
                </a:lnTo>
                <a:lnTo>
                  <a:pt x="241703" y="475054"/>
                </a:lnTo>
                <a:lnTo>
                  <a:pt x="247900" y="470581"/>
                </a:lnTo>
                <a:lnTo>
                  <a:pt x="254098" y="466101"/>
                </a:lnTo>
                <a:lnTo>
                  <a:pt x="260295" y="461569"/>
                </a:lnTo>
                <a:lnTo>
                  <a:pt x="266493" y="457031"/>
                </a:lnTo>
                <a:lnTo>
                  <a:pt x="272690" y="452449"/>
                </a:lnTo>
                <a:lnTo>
                  <a:pt x="278888" y="447856"/>
                </a:lnTo>
                <a:lnTo>
                  <a:pt x="285086" y="443227"/>
                </a:lnTo>
                <a:lnTo>
                  <a:pt x="291283" y="438582"/>
                </a:lnTo>
                <a:lnTo>
                  <a:pt x="297481" y="433910"/>
                </a:lnTo>
                <a:lnTo>
                  <a:pt x="303678" y="429218"/>
                </a:lnTo>
                <a:lnTo>
                  <a:pt x="309876" y="424505"/>
                </a:lnTo>
                <a:lnTo>
                  <a:pt x="316073" y="419770"/>
                </a:lnTo>
                <a:lnTo>
                  <a:pt x="322271" y="415019"/>
                </a:lnTo>
                <a:lnTo>
                  <a:pt x="328468" y="410245"/>
                </a:lnTo>
                <a:lnTo>
                  <a:pt x="334666" y="405460"/>
                </a:lnTo>
                <a:lnTo>
                  <a:pt x="340863" y="400652"/>
                </a:lnTo>
                <a:lnTo>
                  <a:pt x="347061" y="395837"/>
                </a:lnTo>
                <a:lnTo>
                  <a:pt x="353258" y="390998"/>
                </a:lnTo>
                <a:lnTo>
                  <a:pt x="359456" y="386157"/>
                </a:lnTo>
                <a:lnTo>
                  <a:pt x="365653" y="381293"/>
                </a:lnTo>
                <a:lnTo>
                  <a:pt x="371851" y="376427"/>
                </a:lnTo>
                <a:lnTo>
                  <a:pt x="378048" y="371545"/>
                </a:lnTo>
                <a:lnTo>
                  <a:pt x="384246" y="366659"/>
                </a:lnTo>
                <a:lnTo>
                  <a:pt x="390443" y="361763"/>
                </a:lnTo>
                <a:lnTo>
                  <a:pt x="396641" y="356862"/>
                </a:lnTo>
                <a:lnTo>
                  <a:pt x="402838" y="351955"/>
                </a:lnTo>
                <a:lnTo>
                  <a:pt x="409036" y="347046"/>
                </a:lnTo>
                <a:lnTo>
                  <a:pt x="415234" y="342132"/>
                </a:lnTo>
                <a:lnTo>
                  <a:pt x="421431" y="337218"/>
                </a:lnTo>
                <a:lnTo>
                  <a:pt x="427629" y="332304"/>
                </a:lnTo>
                <a:lnTo>
                  <a:pt x="433826" y="327390"/>
                </a:lnTo>
                <a:lnTo>
                  <a:pt x="440024" y="322478"/>
                </a:lnTo>
                <a:lnTo>
                  <a:pt x="446221" y="317571"/>
                </a:lnTo>
                <a:lnTo>
                  <a:pt x="452419" y="312666"/>
                </a:lnTo>
                <a:lnTo>
                  <a:pt x="458616" y="307771"/>
                </a:lnTo>
                <a:lnTo>
                  <a:pt x="464814" y="302877"/>
                </a:lnTo>
                <a:lnTo>
                  <a:pt x="471011" y="297999"/>
                </a:lnTo>
                <a:lnTo>
                  <a:pt x="477209" y="293124"/>
                </a:lnTo>
                <a:lnTo>
                  <a:pt x="483406" y="288266"/>
                </a:lnTo>
                <a:lnTo>
                  <a:pt x="489604" y="283414"/>
                </a:lnTo>
                <a:lnTo>
                  <a:pt x="495801" y="278582"/>
                </a:lnTo>
                <a:lnTo>
                  <a:pt x="501999" y="273759"/>
                </a:lnTo>
                <a:lnTo>
                  <a:pt x="508196" y="268956"/>
                </a:lnTo>
                <a:lnTo>
                  <a:pt x="514394" y="264168"/>
                </a:lnTo>
                <a:lnTo>
                  <a:pt x="520591" y="259399"/>
                </a:lnTo>
                <a:lnTo>
                  <a:pt x="526789" y="254650"/>
                </a:lnTo>
                <a:lnTo>
                  <a:pt x="532986" y="249919"/>
                </a:lnTo>
                <a:lnTo>
                  <a:pt x="539184" y="245217"/>
                </a:lnTo>
                <a:lnTo>
                  <a:pt x="545381" y="240528"/>
                </a:lnTo>
                <a:lnTo>
                  <a:pt x="551579" y="235876"/>
                </a:lnTo>
                <a:lnTo>
                  <a:pt x="557777" y="231235"/>
                </a:lnTo>
                <a:lnTo>
                  <a:pt x="563974" y="226638"/>
                </a:lnTo>
                <a:lnTo>
                  <a:pt x="570172" y="222048"/>
                </a:lnTo>
                <a:lnTo>
                  <a:pt x="576369" y="217513"/>
                </a:lnTo>
                <a:lnTo>
                  <a:pt x="582567" y="212984"/>
                </a:lnTo>
                <a:lnTo>
                  <a:pt x="588764" y="208509"/>
                </a:lnTo>
                <a:lnTo>
                  <a:pt x="594962" y="204047"/>
                </a:lnTo>
                <a:lnTo>
                  <a:pt x="601159" y="199635"/>
                </a:lnTo>
                <a:lnTo>
                  <a:pt x="607357" y="195244"/>
                </a:lnTo>
                <a:lnTo>
                  <a:pt x="613554" y="190900"/>
                </a:lnTo>
                <a:lnTo>
                  <a:pt x="619752" y="186585"/>
                </a:lnTo>
                <a:lnTo>
                  <a:pt x="625949" y="182311"/>
                </a:lnTo>
                <a:lnTo>
                  <a:pt x="632147" y="178078"/>
                </a:lnTo>
                <a:lnTo>
                  <a:pt x="638344" y="173878"/>
                </a:lnTo>
                <a:lnTo>
                  <a:pt x="644542" y="169730"/>
                </a:lnTo>
                <a:lnTo>
                  <a:pt x="650739" y="165608"/>
                </a:lnTo>
                <a:lnTo>
                  <a:pt x="656937" y="161548"/>
                </a:lnTo>
                <a:lnTo>
                  <a:pt x="663134" y="157508"/>
                </a:lnTo>
                <a:lnTo>
                  <a:pt x="669332" y="153541"/>
                </a:lnTo>
                <a:lnTo>
                  <a:pt x="675529" y="149585"/>
                </a:lnTo>
                <a:lnTo>
                  <a:pt x="681727" y="145714"/>
                </a:lnTo>
                <a:lnTo>
                  <a:pt x="687924" y="141853"/>
                </a:lnTo>
                <a:lnTo>
                  <a:pt x="694122" y="138074"/>
                </a:lnTo>
                <a:lnTo>
                  <a:pt x="700320" y="134313"/>
                </a:lnTo>
                <a:lnTo>
                  <a:pt x="706517" y="130626"/>
                </a:lnTo>
                <a:lnTo>
                  <a:pt x="712715" y="126968"/>
                </a:lnTo>
                <a:lnTo>
                  <a:pt x="718912" y="123376"/>
                </a:lnTo>
                <a:lnTo>
                  <a:pt x="725110" y="119824"/>
                </a:lnTo>
                <a:lnTo>
                  <a:pt x="731307" y="116328"/>
                </a:lnTo>
                <a:lnTo>
                  <a:pt x="737505" y="112885"/>
                </a:lnTo>
                <a:lnTo>
                  <a:pt x="743702" y="109488"/>
                </a:lnTo>
                <a:lnTo>
                  <a:pt x="749900" y="106155"/>
                </a:lnTo>
                <a:lnTo>
                  <a:pt x="756097" y="102858"/>
                </a:lnTo>
                <a:lnTo>
                  <a:pt x="762295" y="99638"/>
                </a:lnTo>
                <a:lnTo>
                  <a:pt x="768492" y="96443"/>
                </a:lnTo>
                <a:lnTo>
                  <a:pt x="774690" y="93336"/>
                </a:lnTo>
                <a:lnTo>
                  <a:pt x="780887" y="90244"/>
                </a:lnTo>
                <a:lnTo>
                  <a:pt x="787085" y="87253"/>
                </a:lnTo>
                <a:lnTo>
                  <a:pt x="793282" y="84273"/>
                </a:lnTo>
                <a:lnTo>
                  <a:pt x="799480" y="81390"/>
                </a:lnTo>
                <a:lnTo>
                  <a:pt x="805677" y="78526"/>
                </a:lnTo>
                <a:lnTo>
                  <a:pt x="811875" y="75748"/>
                </a:lnTo>
                <a:lnTo>
                  <a:pt x="818072" y="73002"/>
                </a:lnTo>
                <a:lnTo>
                  <a:pt x="824270" y="70330"/>
                </a:lnTo>
                <a:lnTo>
                  <a:pt x="830468" y="67701"/>
                </a:lnTo>
                <a:lnTo>
                  <a:pt x="836665" y="65134"/>
                </a:lnTo>
                <a:lnTo>
                  <a:pt x="842863" y="62623"/>
                </a:lnTo>
                <a:lnTo>
                  <a:pt x="849060" y="60162"/>
                </a:lnTo>
                <a:lnTo>
                  <a:pt x="855258" y="57768"/>
                </a:lnTo>
                <a:lnTo>
                  <a:pt x="861455" y="55413"/>
                </a:lnTo>
                <a:lnTo>
                  <a:pt x="867653" y="53135"/>
                </a:lnTo>
                <a:lnTo>
                  <a:pt x="873850" y="50885"/>
                </a:lnTo>
                <a:lnTo>
                  <a:pt x="880048" y="48724"/>
                </a:lnTo>
                <a:lnTo>
                  <a:pt x="886245" y="46578"/>
                </a:lnTo>
                <a:lnTo>
                  <a:pt x="892443" y="44532"/>
                </a:lnTo>
                <a:lnTo>
                  <a:pt x="898640" y="42497"/>
                </a:lnTo>
                <a:lnTo>
                  <a:pt x="904838" y="40557"/>
                </a:lnTo>
                <a:lnTo>
                  <a:pt x="911035" y="38635"/>
                </a:lnTo>
                <a:lnTo>
                  <a:pt x="917233" y="36797"/>
                </a:lnTo>
                <a:lnTo>
                  <a:pt x="923430" y="34987"/>
                </a:lnTo>
                <a:lnTo>
                  <a:pt x="929628" y="33249"/>
                </a:lnTo>
                <a:lnTo>
                  <a:pt x="935825" y="31549"/>
                </a:lnTo>
                <a:lnTo>
                  <a:pt x="942023" y="29909"/>
                </a:lnTo>
                <a:lnTo>
                  <a:pt x="948220" y="28318"/>
                </a:lnTo>
                <a:lnTo>
                  <a:pt x="954418" y="26775"/>
                </a:lnTo>
                <a:lnTo>
                  <a:pt x="960615" y="25290"/>
                </a:lnTo>
                <a:lnTo>
                  <a:pt x="966813" y="23841"/>
                </a:lnTo>
                <a:lnTo>
                  <a:pt x="973011" y="22460"/>
                </a:lnTo>
                <a:lnTo>
                  <a:pt x="979208" y="21105"/>
                </a:lnTo>
                <a:lnTo>
                  <a:pt x="985406" y="19826"/>
                </a:lnTo>
                <a:lnTo>
                  <a:pt x="991603" y="18561"/>
                </a:lnTo>
                <a:lnTo>
                  <a:pt x="997801" y="17381"/>
                </a:lnTo>
                <a:lnTo>
                  <a:pt x="1003998" y="16210"/>
                </a:lnTo>
                <a:lnTo>
                  <a:pt x="1010196" y="15121"/>
                </a:lnTo>
                <a:lnTo>
                  <a:pt x="1016393" y="14046"/>
                </a:lnTo>
                <a:lnTo>
                  <a:pt x="1022591" y="13042"/>
                </a:lnTo>
                <a:lnTo>
                  <a:pt x="1028788" y="12060"/>
                </a:lnTo>
                <a:lnTo>
                  <a:pt x="1034986" y="11138"/>
                </a:lnTo>
                <a:lnTo>
                  <a:pt x="1041183" y="10246"/>
                </a:lnTo>
                <a:lnTo>
                  <a:pt x="1047381" y="9403"/>
                </a:lnTo>
                <a:lnTo>
                  <a:pt x="1053578" y="8599"/>
                </a:lnTo>
                <a:lnTo>
                  <a:pt x="1059776" y="7834"/>
                </a:lnTo>
                <a:lnTo>
                  <a:pt x="1065973" y="7115"/>
                </a:lnTo>
                <a:lnTo>
                  <a:pt x="1072171" y="6424"/>
                </a:lnTo>
                <a:lnTo>
                  <a:pt x="1078368" y="5786"/>
                </a:lnTo>
                <a:lnTo>
                  <a:pt x="1084566" y="5169"/>
                </a:lnTo>
                <a:lnTo>
                  <a:pt x="1090763" y="4609"/>
                </a:lnTo>
                <a:lnTo>
                  <a:pt x="1096961" y="4062"/>
                </a:lnTo>
                <a:lnTo>
                  <a:pt x="1103159" y="3579"/>
                </a:lnTo>
                <a:lnTo>
                  <a:pt x="1109356" y="3102"/>
                </a:lnTo>
                <a:lnTo>
                  <a:pt x="1115554" y="2689"/>
                </a:lnTo>
                <a:lnTo>
                  <a:pt x="1121751" y="2285"/>
                </a:lnTo>
                <a:lnTo>
                  <a:pt x="1127949" y="1935"/>
                </a:lnTo>
                <a:lnTo>
                  <a:pt x="1134146" y="1601"/>
                </a:lnTo>
                <a:lnTo>
                  <a:pt x="1140344" y="1311"/>
                </a:lnTo>
                <a:lnTo>
                  <a:pt x="1146541" y="1045"/>
                </a:lnTo>
                <a:lnTo>
                  <a:pt x="1152739" y="814"/>
                </a:lnTo>
                <a:lnTo>
                  <a:pt x="1158936" y="612"/>
                </a:lnTo>
                <a:lnTo>
                  <a:pt x="1165134" y="439"/>
                </a:lnTo>
                <a:lnTo>
                  <a:pt x="1171331" y="299"/>
                </a:lnTo>
                <a:lnTo>
                  <a:pt x="1177529" y="181"/>
                </a:lnTo>
                <a:lnTo>
                  <a:pt x="1183726" y="100"/>
                </a:lnTo>
                <a:lnTo>
                  <a:pt x="1189924" y="36"/>
                </a:lnTo>
                <a:lnTo>
                  <a:pt x="1196121" y="13"/>
                </a:lnTo>
                <a:lnTo>
                  <a:pt x="1202319" y="0"/>
                </a:lnTo>
                <a:lnTo>
                  <a:pt x="1208516" y="32"/>
                </a:lnTo>
                <a:lnTo>
                  <a:pt x="1214714" y="71"/>
                </a:lnTo>
                <a:lnTo>
                  <a:pt x="1220911" y="156"/>
                </a:lnTo>
                <a:lnTo>
                  <a:pt x="1227109" y="248"/>
                </a:lnTo>
                <a:lnTo>
                  <a:pt x="1233306" y="380"/>
                </a:lnTo>
                <a:lnTo>
                  <a:pt x="1239504" y="524"/>
                </a:lnTo>
                <a:lnTo>
                  <a:pt x="1245702" y="702"/>
                </a:lnTo>
                <a:lnTo>
                  <a:pt x="1251899" y="896"/>
                </a:lnTo>
                <a:lnTo>
                  <a:pt x="1258097" y="1119"/>
                </a:lnTo>
                <a:lnTo>
                  <a:pt x="1264294" y="1362"/>
                </a:lnTo>
                <a:lnTo>
                  <a:pt x="1270492" y="1629"/>
                </a:lnTo>
                <a:lnTo>
                  <a:pt x="1276689" y="1921"/>
                </a:lnTo>
                <a:lnTo>
                  <a:pt x="1282887" y="2231"/>
                </a:lnTo>
                <a:lnTo>
                  <a:pt x="1289084" y="2570"/>
                </a:lnTo>
                <a:lnTo>
                  <a:pt x="1295282" y="2922"/>
                </a:lnTo>
                <a:lnTo>
                  <a:pt x="1301479" y="3308"/>
                </a:lnTo>
                <a:lnTo>
                  <a:pt x="1307677" y="3703"/>
                </a:lnTo>
                <a:lnTo>
                  <a:pt x="1313874" y="4135"/>
                </a:lnTo>
                <a:lnTo>
                  <a:pt x="1320072" y="4572"/>
                </a:lnTo>
                <a:lnTo>
                  <a:pt x="1326269" y="5049"/>
                </a:lnTo>
                <a:lnTo>
                  <a:pt x="1332467" y="5532"/>
                </a:lnTo>
                <a:lnTo>
                  <a:pt x="1338664" y="6051"/>
                </a:lnTo>
                <a:lnTo>
                  <a:pt x="1344862" y="6580"/>
                </a:lnTo>
                <a:lnTo>
                  <a:pt x="1351059" y="7141"/>
                </a:lnTo>
                <a:lnTo>
                  <a:pt x="1357257" y="7716"/>
                </a:lnTo>
                <a:lnTo>
                  <a:pt x="1363454" y="8318"/>
                </a:lnTo>
                <a:lnTo>
                  <a:pt x="1369652" y="8940"/>
                </a:lnTo>
                <a:lnTo>
                  <a:pt x="1375849" y="9585"/>
                </a:lnTo>
                <a:lnTo>
                  <a:pt x="1382047" y="10254"/>
                </a:lnTo>
                <a:lnTo>
                  <a:pt x="1388245" y="10941"/>
                </a:lnTo>
                <a:lnTo>
                  <a:pt x="1394442" y="11658"/>
                </a:lnTo>
                <a:lnTo>
                  <a:pt x="1400640" y="12388"/>
                </a:lnTo>
                <a:lnTo>
                  <a:pt x="1406837" y="13154"/>
                </a:lnTo>
                <a:lnTo>
                  <a:pt x="1413035" y="13929"/>
                </a:lnTo>
                <a:lnTo>
                  <a:pt x="1419232" y="14744"/>
                </a:lnTo>
                <a:lnTo>
                  <a:pt x="1425430" y="15564"/>
                </a:lnTo>
                <a:lnTo>
                  <a:pt x="1431627" y="16430"/>
                </a:lnTo>
                <a:lnTo>
                  <a:pt x="1437825" y="17301"/>
                </a:lnTo>
                <a:lnTo>
                  <a:pt x="1444022" y="18213"/>
                </a:lnTo>
                <a:lnTo>
                  <a:pt x="1450220" y="19137"/>
                </a:lnTo>
                <a:lnTo>
                  <a:pt x="1456417" y="20097"/>
                </a:lnTo>
                <a:lnTo>
                  <a:pt x="1462615" y="21074"/>
                </a:lnTo>
                <a:lnTo>
                  <a:pt x="1468812" y="22084"/>
                </a:lnTo>
                <a:lnTo>
                  <a:pt x="1475010" y="23116"/>
                </a:lnTo>
                <a:lnTo>
                  <a:pt x="1481207" y="24176"/>
                </a:lnTo>
                <a:lnTo>
                  <a:pt x="1487405" y="25265"/>
                </a:lnTo>
                <a:lnTo>
                  <a:pt x="1493602" y="26376"/>
                </a:lnTo>
                <a:lnTo>
                  <a:pt x="1499800" y="27524"/>
                </a:lnTo>
                <a:lnTo>
                  <a:pt x="1505997" y="28688"/>
                </a:lnTo>
                <a:lnTo>
                  <a:pt x="1512195" y="29895"/>
                </a:lnTo>
                <a:lnTo>
                  <a:pt x="1518393" y="31114"/>
                </a:lnTo>
                <a:lnTo>
                  <a:pt x="1524590" y="32382"/>
                </a:lnTo>
                <a:lnTo>
                  <a:pt x="1530788" y="33657"/>
                </a:lnTo>
                <a:lnTo>
                  <a:pt x="1536985" y="34988"/>
                </a:lnTo>
                <a:lnTo>
                  <a:pt x="1543183" y="36327"/>
                </a:lnTo>
                <a:lnTo>
                  <a:pt x="1549380" y="37716"/>
                </a:lnTo>
                <a:lnTo>
                  <a:pt x="1555578" y="39119"/>
                </a:lnTo>
                <a:lnTo>
                  <a:pt x="1561775" y="40568"/>
                </a:lnTo>
                <a:lnTo>
                  <a:pt x="1567973" y="42038"/>
                </a:lnTo>
                <a:lnTo>
                  <a:pt x="1574170" y="43548"/>
                </a:lnTo>
                <a:lnTo>
                  <a:pt x="1580368" y="45086"/>
                </a:lnTo>
                <a:lnTo>
                  <a:pt x="1586565" y="46658"/>
                </a:lnTo>
                <a:lnTo>
                  <a:pt x="1592763" y="48266"/>
                </a:lnTo>
                <a:lnTo>
                  <a:pt x="1598960" y="49901"/>
                </a:lnTo>
                <a:lnTo>
                  <a:pt x="1605158" y="51579"/>
                </a:lnTo>
                <a:lnTo>
                  <a:pt x="1611355" y="53279"/>
                </a:lnTo>
                <a:lnTo>
                  <a:pt x="1617553" y="55030"/>
                </a:lnTo>
                <a:lnTo>
                  <a:pt x="1623750" y="56795"/>
                </a:lnTo>
                <a:lnTo>
                  <a:pt x="1629948" y="58619"/>
                </a:lnTo>
                <a:lnTo>
                  <a:pt x="1636145" y="60451"/>
                </a:lnTo>
                <a:lnTo>
                  <a:pt x="1642343" y="62350"/>
                </a:lnTo>
                <a:lnTo>
                  <a:pt x="1648540" y="64256"/>
                </a:lnTo>
                <a:lnTo>
                  <a:pt x="1654738" y="66223"/>
                </a:lnTo>
                <a:lnTo>
                  <a:pt x="1660936" y="68205"/>
                </a:lnTo>
                <a:lnTo>
                  <a:pt x="1667133" y="70240"/>
                </a:lnTo>
                <a:lnTo>
                  <a:pt x="1673331" y="72299"/>
                </a:lnTo>
                <a:lnTo>
                  <a:pt x="1679528" y="74404"/>
                </a:lnTo>
                <a:lnTo>
                  <a:pt x="1685726" y="76539"/>
                </a:lnTo>
                <a:lnTo>
                  <a:pt x="1691923" y="78713"/>
                </a:lnTo>
                <a:lnTo>
                  <a:pt x="1698121" y="80926"/>
                </a:lnTo>
                <a:lnTo>
                  <a:pt x="1704318" y="83171"/>
                </a:lnTo>
                <a:lnTo>
                  <a:pt x="1710516" y="85461"/>
                </a:lnTo>
                <a:lnTo>
                  <a:pt x="1716713" y="87776"/>
                </a:lnTo>
                <a:lnTo>
                  <a:pt x="1722911" y="90144"/>
                </a:lnTo>
                <a:lnTo>
                  <a:pt x="1729108" y="92529"/>
                </a:lnTo>
                <a:lnTo>
                  <a:pt x="1735306" y="94975"/>
                </a:lnTo>
                <a:lnTo>
                  <a:pt x="1741503" y="97430"/>
                </a:lnTo>
                <a:lnTo>
                  <a:pt x="1747701" y="99954"/>
                </a:lnTo>
                <a:lnTo>
                  <a:pt x="1753898" y="102485"/>
                </a:lnTo>
                <a:lnTo>
                  <a:pt x="1760096" y="105080"/>
                </a:lnTo>
                <a:lnTo>
                  <a:pt x="1766293" y="107688"/>
                </a:lnTo>
                <a:lnTo>
                  <a:pt x="1772491" y="110351"/>
                </a:lnTo>
                <a:lnTo>
                  <a:pt x="1778688" y="113036"/>
                </a:lnTo>
                <a:lnTo>
                  <a:pt x="1784886" y="115768"/>
                </a:lnTo>
                <a:lnTo>
                  <a:pt x="1791084" y="118528"/>
                </a:lnTo>
                <a:lnTo>
                  <a:pt x="1797281" y="121327"/>
                </a:lnTo>
                <a:lnTo>
                  <a:pt x="1803479" y="124162"/>
                </a:lnTo>
                <a:lnTo>
                  <a:pt x="1809676" y="127027"/>
                </a:lnTo>
                <a:lnTo>
                  <a:pt x="1815874" y="129935"/>
                </a:lnTo>
                <a:lnTo>
                  <a:pt x="1822071" y="132866"/>
                </a:lnTo>
                <a:lnTo>
                  <a:pt x="1828269" y="135846"/>
                </a:lnTo>
                <a:lnTo>
                  <a:pt x="1834466" y="138841"/>
                </a:lnTo>
                <a:lnTo>
                  <a:pt x="1840664" y="141891"/>
                </a:lnTo>
                <a:lnTo>
                  <a:pt x="1846861" y="144949"/>
                </a:lnTo>
                <a:lnTo>
                  <a:pt x="1853059" y="148067"/>
                </a:lnTo>
                <a:lnTo>
                  <a:pt x="1859256" y="151192"/>
                </a:lnTo>
                <a:lnTo>
                  <a:pt x="1865454" y="154372"/>
                </a:lnTo>
                <a:lnTo>
                  <a:pt x="1871651" y="157563"/>
                </a:lnTo>
                <a:lnTo>
                  <a:pt x="1877849" y="160800"/>
                </a:lnTo>
                <a:lnTo>
                  <a:pt x="1884046" y="164055"/>
                </a:lnTo>
                <a:lnTo>
                  <a:pt x="1890244" y="167349"/>
                </a:lnTo>
                <a:lnTo>
                  <a:pt x="1896441" y="170665"/>
                </a:lnTo>
                <a:lnTo>
                  <a:pt x="1902639" y="174013"/>
                </a:lnTo>
                <a:lnTo>
                  <a:pt x="1908836" y="177389"/>
                </a:lnTo>
                <a:lnTo>
                  <a:pt x="1915034" y="180789"/>
                </a:lnTo>
                <a:lnTo>
                  <a:pt x="1921231" y="184221"/>
                </a:lnTo>
                <a:lnTo>
                  <a:pt x="1927429" y="187671"/>
                </a:lnTo>
                <a:lnTo>
                  <a:pt x="1933627" y="191157"/>
                </a:lnTo>
                <a:lnTo>
                  <a:pt x="1939824" y="194655"/>
                </a:lnTo>
                <a:lnTo>
                  <a:pt x="1946022" y="198191"/>
                </a:lnTo>
                <a:lnTo>
                  <a:pt x="1952219" y="201734"/>
                </a:lnTo>
                <a:lnTo>
                  <a:pt x="1958417" y="205319"/>
                </a:lnTo>
                <a:lnTo>
                  <a:pt x="1964614" y="208908"/>
                </a:lnTo>
                <a:lnTo>
                  <a:pt x="1970812" y="212534"/>
                </a:lnTo>
                <a:lnTo>
                  <a:pt x="1977009" y="216167"/>
                </a:lnTo>
                <a:lnTo>
                  <a:pt x="1983207" y="219831"/>
                </a:lnTo>
                <a:lnTo>
                  <a:pt x="1989404" y="223506"/>
                </a:lnTo>
                <a:lnTo>
                  <a:pt x="1995602" y="227205"/>
                </a:lnTo>
                <a:lnTo>
                  <a:pt x="2001799" y="230917"/>
                </a:lnTo>
                <a:lnTo>
                  <a:pt x="2007997" y="234648"/>
                </a:lnTo>
                <a:lnTo>
                  <a:pt x="2014194" y="238394"/>
                </a:lnTo>
                <a:lnTo>
                  <a:pt x="2020392" y="242155"/>
                </a:lnTo>
                <a:lnTo>
                  <a:pt x="2026589" y="245932"/>
                </a:lnTo>
                <a:lnTo>
                  <a:pt x="2032787" y="249720"/>
                </a:lnTo>
                <a:lnTo>
                  <a:pt x="2038984" y="253525"/>
                </a:lnTo>
                <a:lnTo>
                  <a:pt x="2045182" y="257336"/>
                </a:lnTo>
                <a:lnTo>
                  <a:pt x="2051379" y="261164"/>
                </a:lnTo>
                <a:lnTo>
                  <a:pt x="2057577" y="264996"/>
                </a:lnTo>
                <a:lnTo>
                  <a:pt x="2063774" y="268845"/>
                </a:lnTo>
                <a:lnTo>
                  <a:pt x="2069972" y="272696"/>
                </a:lnTo>
                <a:lnTo>
                  <a:pt x="2076170" y="276561"/>
                </a:lnTo>
                <a:lnTo>
                  <a:pt x="2082367" y="280428"/>
                </a:lnTo>
                <a:lnTo>
                  <a:pt x="2088565" y="284305"/>
                </a:lnTo>
                <a:lnTo>
                  <a:pt x="2094762" y="288185"/>
                </a:lnTo>
                <a:lnTo>
                  <a:pt x="2100960" y="292071"/>
                </a:lnTo>
                <a:lnTo>
                  <a:pt x="2107157" y="295959"/>
                </a:lnTo>
                <a:lnTo>
                  <a:pt x="2113355" y="299851"/>
                </a:lnTo>
                <a:lnTo>
                  <a:pt x="2119552" y="303745"/>
                </a:lnTo>
                <a:lnTo>
                  <a:pt x="2125750" y="307641"/>
                </a:lnTo>
                <a:lnTo>
                  <a:pt x="2131947" y="311536"/>
                </a:lnTo>
                <a:lnTo>
                  <a:pt x="2138145" y="315432"/>
                </a:lnTo>
                <a:lnTo>
                  <a:pt x="2144342" y="319326"/>
                </a:lnTo>
                <a:lnTo>
                  <a:pt x="2150540" y="323219"/>
                </a:lnTo>
                <a:lnTo>
                  <a:pt x="2156737" y="327108"/>
                </a:lnTo>
                <a:lnTo>
                  <a:pt x="2162935" y="330995"/>
                </a:lnTo>
                <a:lnTo>
                  <a:pt x="2169132" y="334875"/>
                </a:lnTo>
                <a:lnTo>
                  <a:pt x="2175330" y="338754"/>
                </a:lnTo>
                <a:lnTo>
                  <a:pt x="2181527" y="342623"/>
                </a:lnTo>
                <a:lnTo>
                  <a:pt x="2187725" y="346489"/>
                </a:lnTo>
                <a:lnTo>
                  <a:pt x="2193922" y="350344"/>
                </a:lnTo>
                <a:lnTo>
                  <a:pt x="2200120" y="354194"/>
                </a:lnTo>
                <a:lnTo>
                  <a:pt x="2206318" y="358032"/>
                </a:lnTo>
                <a:lnTo>
                  <a:pt x="2212515" y="361863"/>
                </a:lnTo>
                <a:lnTo>
                  <a:pt x="2218713" y="365683"/>
                </a:lnTo>
                <a:lnTo>
                  <a:pt x="2224910" y="369491"/>
                </a:lnTo>
                <a:lnTo>
                  <a:pt x="2231108" y="373289"/>
                </a:lnTo>
                <a:lnTo>
                  <a:pt x="2237305" y="377073"/>
                </a:lnTo>
                <a:lnTo>
                  <a:pt x="2243503" y="380847"/>
                </a:lnTo>
                <a:lnTo>
                  <a:pt x="2249700" y="384602"/>
                </a:lnTo>
                <a:lnTo>
                  <a:pt x="2255898" y="388349"/>
                </a:lnTo>
                <a:lnTo>
                  <a:pt x="2262095" y="392073"/>
                </a:lnTo>
                <a:lnTo>
                  <a:pt x="2268293" y="395792"/>
                </a:lnTo>
                <a:lnTo>
                  <a:pt x="2274490" y="399482"/>
                </a:lnTo>
                <a:lnTo>
                  <a:pt x="2280688" y="403169"/>
                </a:lnTo>
                <a:lnTo>
                  <a:pt x="2286885" y="406824"/>
                </a:lnTo>
                <a:lnTo>
                  <a:pt x="2293083" y="410473"/>
                </a:lnTo>
                <a:lnTo>
                  <a:pt x="2299280" y="414093"/>
                </a:lnTo>
                <a:lnTo>
                  <a:pt x="2305478" y="417703"/>
                </a:lnTo>
                <a:lnTo>
                  <a:pt x="2311675" y="421286"/>
                </a:lnTo>
                <a:lnTo>
                  <a:pt x="2317873" y="424855"/>
                </a:lnTo>
                <a:lnTo>
                  <a:pt x="2324070" y="428399"/>
                </a:lnTo>
                <a:lnTo>
                  <a:pt x="2330268" y="431924"/>
                </a:lnTo>
                <a:lnTo>
                  <a:pt x="2336465" y="435428"/>
                </a:lnTo>
                <a:lnTo>
                  <a:pt x="2342663" y="438907"/>
                </a:lnTo>
                <a:lnTo>
                  <a:pt x="2348861" y="442368"/>
                </a:lnTo>
                <a:lnTo>
                  <a:pt x="2355058" y="445799"/>
                </a:lnTo>
                <a:lnTo>
                  <a:pt x="2361256" y="449217"/>
                </a:lnTo>
                <a:lnTo>
                  <a:pt x="2367453" y="452599"/>
                </a:lnTo>
                <a:lnTo>
                  <a:pt x="2373651" y="455972"/>
                </a:lnTo>
                <a:lnTo>
                  <a:pt x="2379848" y="459302"/>
                </a:lnTo>
                <a:lnTo>
                  <a:pt x="2386046" y="462627"/>
                </a:lnTo>
                <a:lnTo>
                  <a:pt x="2392243" y="465906"/>
                </a:lnTo>
                <a:lnTo>
                  <a:pt x="2398441" y="469179"/>
                </a:lnTo>
                <a:lnTo>
                  <a:pt x="2404638" y="472409"/>
                </a:lnTo>
                <a:lnTo>
                  <a:pt x="2410836" y="475627"/>
                </a:lnTo>
                <a:lnTo>
                  <a:pt x="2417033" y="478809"/>
                </a:lnTo>
                <a:lnTo>
                  <a:pt x="2423231" y="481971"/>
                </a:lnTo>
                <a:lnTo>
                  <a:pt x="2429428" y="485102"/>
                </a:lnTo>
                <a:lnTo>
                  <a:pt x="2435626" y="488209"/>
                </a:lnTo>
                <a:lnTo>
                  <a:pt x="2441823" y="491289"/>
                </a:lnTo>
                <a:lnTo>
                  <a:pt x="2448021" y="494339"/>
                </a:lnTo>
                <a:lnTo>
                  <a:pt x="2454218" y="497367"/>
                </a:lnTo>
                <a:lnTo>
                  <a:pt x="2460416" y="500359"/>
                </a:lnTo>
                <a:lnTo>
                  <a:pt x="2466613" y="503335"/>
                </a:lnTo>
                <a:lnTo>
                  <a:pt x="2472811" y="506269"/>
                </a:lnTo>
                <a:lnTo>
                  <a:pt x="2479009" y="509192"/>
                </a:lnTo>
                <a:lnTo>
                  <a:pt x="2485206" y="512067"/>
                </a:lnTo>
                <a:lnTo>
                  <a:pt x="2491404" y="514937"/>
                </a:lnTo>
                <a:lnTo>
                  <a:pt x="2497601" y="517755"/>
                </a:lnTo>
                <a:lnTo>
                  <a:pt x="2503799" y="520565"/>
                </a:lnTo>
                <a:lnTo>
                  <a:pt x="2509996" y="523330"/>
                </a:lnTo>
                <a:lnTo>
                  <a:pt x="2516194" y="526082"/>
                </a:lnTo>
                <a:lnTo>
                  <a:pt x="2522391" y="528793"/>
                </a:lnTo>
                <a:lnTo>
                  <a:pt x="2528589" y="531487"/>
                </a:lnTo>
                <a:lnTo>
                  <a:pt x="2534786" y="534145"/>
                </a:lnTo>
                <a:lnTo>
                  <a:pt x="2540984" y="536780"/>
                </a:lnTo>
                <a:lnTo>
                  <a:pt x="2547181" y="539386"/>
                </a:lnTo>
                <a:lnTo>
                  <a:pt x="2553379" y="541962"/>
                </a:lnTo>
                <a:lnTo>
                  <a:pt x="2559576" y="544516"/>
                </a:lnTo>
                <a:lnTo>
                  <a:pt x="2565774" y="547035"/>
                </a:lnTo>
                <a:lnTo>
                  <a:pt x="2571971" y="549537"/>
                </a:lnTo>
                <a:lnTo>
                  <a:pt x="2578169" y="551998"/>
                </a:lnTo>
                <a:lnTo>
                  <a:pt x="2584366" y="554449"/>
                </a:lnTo>
                <a:lnTo>
                  <a:pt x="2590564" y="556853"/>
                </a:lnTo>
                <a:lnTo>
                  <a:pt x="2596761" y="559253"/>
                </a:lnTo>
                <a:lnTo>
                  <a:pt x="2602959" y="561602"/>
                </a:lnTo>
                <a:lnTo>
                  <a:pt x="2609156" y="563946"/>
                </a:lnTo>
                <a:lnTo>
                  <a:pt x="2615354" y="566246"/>
                </a:lnTo>
                <a:lnTo>
                  <a:pt x="2621552" y="568535"/>
                </a:lnTo>
                <a:lnTo>
                  <a:pt x="2627749" y="570786"/>
                </a:lnTo>
                <a:lnTo>
                  <a:pt x="2633947" y="573021"/>
                </a:lnTo>
                <a:lnTo>
                  <a:pt x="2640144" y="575225"/>
                </a:lnTo>
                <a:lnTo>
                  <a:pt x="2646342" y="577407"/>
                </a:lnTo>
                <a:lnTo>
                  <a:pt x="2652539" y="579564"/>
                </a:lnTo>
                <a:lnTo>
                  <a:pt x="2658737" y="581694"/>
                </a:lnTo>
                <a:lnTo>
                  <a:pt x="2664934" y="583805"/>
                </a:lnTo>
                <a:lnTo>
                  <a:pt x="2671132" y="585885"/>
                </a:lnTo>
                <a:lnTo>
                  <a:pt x="2677329" y="587951"/>
                </a:lnTo>
                <a:lnTo>
                  <a:pt x="2683527" y="589982"/>
                </a:lnTo>
                <a:lnTo>
                  <a:pt x="2689724" y="592004"/>
                </a:lnTo>
                <a:lnTo>
                  <a:pt x="2695922" y="593987"/>
                </a:lnTo>
                <a:lnTo>
                  <a:pt x="2702119" y="595965"/>
                </a:lnTo>
                <a:lnTo>
                  <a:pt x="2708317" y="597902"/>
                </a:lnTo>
                <a:lnTo>
                  <a:pt x="2714514" y="599834"/>
                </a:lnTo>
                <a:lnTo>
                  <a:pt x="2720712" y="601730"/>
                </a:lnTo>
                <a:lnTo>
                  <a:pt x="2726909" y="603618"/>
                </a:lnTo>
                <a:lnTo>
                  <a:pt x="2733107" y="605474"/>
                </a:lnTo>
                <a:lnTo>
                  <a:pt x="2739304" y="607318"/>
                </a:lnTo>
                <a:lnTo>
                  <a:pt x="2745502" y="609135"/>
                </a:lnTo>
                <a:lnTo>
                  <a:pt x="2751699" y="610937"/>
                </a:lnTo>
                <a:lnTo>
                  <a:pt x="2757897" y="612717"/>
                </a:lnTo>
                <a:lnTo>
                  <a:pt x="2764095" y="614478"/>
                </a:lnTo>
                <a:lnTo>
                  <a:pt x="2770292" y="616222"/>
                </a:lnTo>
                <a:lnTo>
                  <a:pt x="2776490" y="617943"/>
                </a:lnTo>
                <a:lnTo>
                  <a:pt x="2782687" y="619653"/>
                </a:lnTo>
                <a:lnTo>
                  <a:pt x="2788885" y="621336"/>
                </a:lnTo>
                <a:lnTo>
                  <a:pt x="2795082" y="623011"/>
                </a:lnTo>
                <a:lnTo>
                  <a:pt x="2801280" y="624658"/>
                </a:lnTo>
                <a:lnTo>
                  <a:pt x="2807477" y="626300"/>
                </a:lnTo>
                <a:lnTo>
                  <a:pt x="2813675" y="627912"/>
                </a:lnTo>
                <a:lnTo>
                  <a:pt x="2819872" y="629519"/>
                </a:lnTo>
                <a:lnTo>
                  <a:pt x="2826070" y="631100"/>
                </a:lnTo>
                <a:lnTo>
                  <a:pt x="2832267" y="632674"/>
                </a:lnTo>
                <a:lnTo>
                  <a:pt x="2838465" y="634225"/>
                </a:lnTo>
                <a:lnTo>
                  <a:pt x="2844662" y="635767"/>
                </a:lnTo>
                <a:lnTo>
                  <a:pt x="2850860" y="637289"/>
                </a:lnTo>
                <a:lnTo>
                  <a:pt x="2857057" y="638800"/>
                </a:lnTo>
                <a:lnTo>
                  <a:pt x="2863255" y="640294"/>
                </a:lnTo>
                <a:lnTo>
                  <a:pt x="2869452" y="641775"/>
                </a:lnTo>
                <a:lnTo>
                  <a:pt x="2875650" y="643244"/>
                </a:lnTo>
                <a:lnTo>
                  <a:pt x="2881847" y="644695"/>
                </a:lnTo>
                <a:lnTo>
                  <a:pt x="2888045" y="646138"/>
                </a:lnTo>
                <a:lnTo>
                  <a:pt x="2894243" y="647563"/>
                </a:lnTo>
                <a:lnTo>
                  <a:pt x="2900440" y="648981"/>
                </a:lnTo>
                <a:lnTo>
                  <a:pt x="2906638" y="650378"/>
                </a:lnTo>
                <a:lnTo>
                  <a:pt x="2912835" y="651773"/>
                </a:lnTo>
                <a:lnTo>
                  <a:pt x="2919033" y="653145"/>
                </a:lnTo>
                <a:lnTo>
                  <a:pt x="2925230" y="654515"/>
                </a:lnTo>
                <a:lnTo>
                  <a:pt x="2931428" y="655864"/>
                </a:lnTo>
                <a:lnTo>
                  <a:pt x="2937625" y="657209"/>
                </a:lnTo>
                <a:lnTo>
                  <a:pt x="2943823" y="658537"/>
                </a:lnTo>
                <a:lnTo>
                  <a:pt x="2950020" y="659859"/>
                </a:lnTo>
                <a:lnTo>
                  <a:pt x="2956218" y="661166"/>
                </a:lnTo>
                <a:lnTo>
                  <a:pt x="2962415" y="662465"/>
                </a:lnTo>
                <a:lnTo>
                  <a:pt x="2968613" y="663752"/>
                </a:lnTo>
                <a:lnTo>
                  <a:pt x="2974810" y="665029"/>
                </a:lnTo>
                <a:lnTo>
                  <a:pt x="2981008" y="666297"/>
                </a:lnTo>
                <a:lnTo>
                  <a:pt x="2987205" y="667552"/>
                </a:lnTo>
                <a:lnTo>
                  <a:pt x="2993403" y="668801"/>
                </a:lnTo>
                <a:lnTo>
                  <a:pt x="2999600" y="670036"/>
                </a:lnTo>
                <a:lnTo>
                  <a:pt x="3005798" y="671266"/>
                </a:lnTo>
                <a:lnTo>
                  <a:pt x="3011995" y="672481"/>
                </a:lnTo>
                <a:lnTo>
                  <a:pt x="3018193" y="673693"/>
                </a:lnTo>
                <a:lnTo>
                  <a:pt x="3024390" y="674889"/>
                </a:lnTo>
                <a:lnTo>
                  <a:pt x="3030588" y="676082"/>
                </a:lnTo>
                <a:lnTo>
                  <a:pt x="3036786" y="677259"/>
                </a:lnTo>
                <a:lnTo>
                  <a:pt x="3042983" y="678433"/>
                </a:lnTo>
                <a:lnTo>
                  <a:pt x="3049181" y="679594"/>
                </a:lnTo>
                <a:lnTo>
                  <a:pt x="3055378" y="680749"/>
                </a:lnTo>
                <a:lnTo>
                  <a:pt x="3061576" y="681893"/>
                </a:lnTo>
                <a:lnTo>
                  <a:pt x="3067773" y="683030"/>
                </a:lnTo>
                <a:lnTo>
                  <a:pt x="3073971" y="684157"/>
                </a:lnTo>
                <a:lnTo>
                  <a:pt x="3080168" y="685276"/>
                </a:lnTo>
                <a:lnTo>
                  <a:pt x="3086366" y="686387"/>
                </a:lnTo>
                <a:lnTo>
                  <a:pt x="3092563" y="687488"/>
                </a:lnTo>
                <a:lnTo>
                  <a:pt x="3098761" y="688583"/>
                </a:lnTo>
                <a:lnTo>
                  <a:pt x="3104958" y="689666"/>
                </a:lnTo>
                <a:lnTo>
                  <a:pt x="3111156" y="690745"/>
                </a:lnTo>
                <a:lnTo>
                  <a:pt x="3117353" y="691811"/>
                </a:lnTo>
                <a:lnTo>
                  <a:pt x="3123551" y="692874"/>
                </a:lnTo>
                <a:lnTo>
                  <a:pt x="3129748" y="693921"/>
                </a:lnTo>
                <a:lnTo>
                  <a:pt x="3135946" y="694968"/>
                </a:lnTo>
                <a:lnTo>
                  <a:pt x="3142143" y="695999"/>
                </a:lnTo>
                <a:lnTo>
                  <a:pt x="3148341" y="697027"/>
                </a:lnTo>
                <a:lnTo>
                  <a:pt x="3154538" y="698043"/>
                </a:lnTo>
                <a:lnTo>
                  <a:pt x="3160736" y="699053"/>
                </a:lnTo>
                <a:lnTo>
                  <a:pt x="3166933" y="700053"/>
                </a:lnTo>
                <a:lnTo>
                  <a:pt x="3166933" y="759237"/>
                </a:lnTo>
                <a:lnTo>
                  <a:pt x="3160736" y="759237"/>
                </a:lnTo>
                <a:lnTo>
                  <a:pt x="3154538" y="759237"/>
                </a:lnTo>
                <a:lnTo>
                  <a:pt x="3148341" y="759237"/>
                </a:lnTo>
                <a:lnTo>
                  <a:pt x="3142143" y="759237"/>
                </a:lnTo>
                <a:lnTo>
                  <a:pt x="3135946" y="759237"/>
                </a:lnTo>
                <a:lnTo>
                  <a:pt x="3129748" y="759237"/>
                </a:lnTo>
                <a:lnTo>
                  <a:pt x="3123551" y="759237"/>
                </a:lnTo>
                <a:lnTo>
                  <a:pt x="3117353" y="759237"/>
                </a:lnTo>
                <a:lnTo>
                  <a:pt x="3111156" y="759237"/>
                </a:lnTo>
                <a:lnTo>
                  <a:pt x="3104958" y="759237"/>
                </a:lnTo>
                <a:lnTo>
                  <a:pt x="3098761" y="759237"/>
                </a:lnTo>
                <a:lnTo>
                  <a:pt x="3092563" y="759237"/>
                </a:lnTo>
                <a:lnTo>
                  <a:pt x="3086366" y="759237"/>
                </a:lnTo>
                <a:lnTo>
                  <a:pt x="3080168" y="759237"/>
                </a:lnTo>
                <a:lnTo>
                  <a:pt x="3073971" y="759237"/>
                </a:lnTo>
                <a:lnTo>
                  <a:pt x="3067773" y="759237"/>
                </a:lnTo>
                <a:lnTo>
                  <a:pt x="3061576" y="759237"/>
                </a:lnTo>
                <a:lnTo>
                  <a:pt x="3055378" y="759237"/>
                </a:lnTo>
                <a:lnTo>
                  <a:pt x="3049181" y="759237"/>
                </a:lnTo>
                <a:lnTo>
                  <a:pt x="3042983" y="759237"/>
                </a:lnTo>
                <a:lnTo>
                  <a:pt x="3036786" y="759237"/>
                </a:lnTo>
                <a:lnTo>
                  <a:pt x="3030588" y="759237"/>
                </a:lnTo>
                <a:lnTo>
                  <a:pt x="3024390" y="759237"/>
                </a:lnTo>
                <a:lnTo>
                  <a:pt x="3018193" y="759237"/>
                </a:lnTo>
                <a:lnTo>
                  <a:pt x="3011995" y="759237"/>
                </a:lnTo>
                <a:lnTo>
                  <a:pt x="3005798" y="759237"/>
                </a:lnTo>
                <a:lnTo>
                  <a:pt x="2999600" y="759237"/>
                </a:lnTo>
                <a:lnTo>
                  <a:pt x="2993403" y="759237"/>
                </a:lnTo>
                <a:lnTo>
                  <a:pt x="2987205" y="759237"/>
                </a:lnTo>
                <a:lnTo>
                  <a:pt x="2981008" y="759237"/>
                </a:lnTo>
                <a:lnTo>
                  <a:pt x="2974810" y="759237"/>
                </a:lnTo>
                <a:lnTo>
                  <a:pt x="2968613" y="759237"/>
                </a:lnTo>
                <a:lnTo>
                  <a:pt x="2962415" y="759237"/>
                </a:lnTo>
                <a:lnTo>
                  <a:pt x="2956218" y="759237"/>
                </a:lnTo>
                <a:lnTo>
                  <a:pt x="2950020" y="759237"/>
                </a:lnTo>
                <a:lnTo>
                  <a:pt x="2943823" y="759237"/>
                </a:lnTo>
                <a:lnTo>
                  <a:pt x="2937625" y="759237"/>
                </a:lnTo>
                <a:lnTo>
                  <a:pt x="2931428" y="759237"/>
                </a:lnTo>
                <a:lnTo>
                  <a:pt x="2925230" y="759237"/>
                </a:lnTo>
                <a:lnTo>
                  <a:pt x="2919033" y="759237"/>
                </a:lnTo>
                <a:lnTo>
                  <a:pt x="2912835" y="759237"/>
                </a:lnTo>
                <a:lnTo>
                  <a:pt x="2906638" y="759237"/>
                </a:lnTo>
                <a:lnTo>
                  <a:pt x="2900440" y="759237"/>
                </a:lnTo>
                <a:lnTo>
                  <a:pt x="2894243" y="759237"/>
                </a:lnTo>
                <a:lnTo>
                  <a:pt x="2888045" y="759237"/>
                </a:lnTo>
                <a:lnTo>
                  <a:pt x="2881847" y="759237"/>
                </a:lnTo>
                <a:lnTo>
                  <a:pt x="2875650" y="759237"/>
                </a:lnTo>
                <a:lnTo>
                  <a:pt x="2869452" y="759237"/>
                </a:lnTo>
                <a:lnTo>
                  <a:pt x="2863255" y="759237"/>
                </a:lnTo>
                <a:lnTo>
                  <a:pt x="2857057" y="759237"/>
                </a:lnTo>
                <a:lnTo>
                  <a:pt x="2850860" y="759237"/>
                </a:lnTo>
                <a:lnTo>
                  <a:pt x="2844662" y="759237"/>
                </a:lnTo>
                <a:lnTo>
                  <a:pt x="2838465" y="759237"/>
                </a:lnTo>
                <a:lnTo>
                  <a:pt x="2832267" y="759237"/>
                </a:lnTo>
                <a:lnTo>
                  <a:pt x="2826070" y="759237"/>
                </a:lnTo>
                <a:lnTo>
                  <a:pt x="2819872" y="759237"/>
                </a:lnTo>
                <a:lnTo>
                  <a:pt x="2813675" y="759237"/>
                </a:lnTo>
                <a:lnTo>
                  <a:pt x="2807477" y="759237"/>
                </a:lnTo>
                <a:lnTo>
                  <a:pt x="2801280" y="759237"/>
                </a:lnTo>
                <a:lnTo>
                  <a:pt x="2795082" y="759237"/>
                </a:lnTo>
                <a:lnTo>
                  <a:pt x="2788885" y="759237"/>
                </a:lnTo>
                <a:lnTo>
                  <a:pt x="2782687" y="759237"/>
                </a:lnTo>
                <a:lnTo>
                  <a:pt x="2776490" y="759237"/>
                </a:lnTo>
                <a:lnTo>
                  <a:pt x="2770292" y="759237"/>
                </a:lnTo>
                <a:lnTo>
                  <a:pt x="2764095" y="759237"/>
                </a:lnTo>
                <a:lnTo>
                  <a:pt x="2757897" y="759237"/>
                </a:lnTo>
                <a:lnTo>
                  <a:pt x="2751699" y="759237"/>
                </a:lnTo>
                <a:lnTo>
                  <a:pt x="2745502" y="759237"/>
                </a:lnTo>
                <a:lnTo>
                  <a:pt x="2739304" y="759237"/>
                </a:lnTo>
                <a:lnTo>
                  <a:pt x="2733107" y="759237"/>
                </a:lnTo>
                <a:lnTo>
                  <a:pt x="2726909" y="759237"/>
                </a:lnTo>
                <a:lnTo>
                  <a:pt x="2720712" y="759237"/>
                </a:lnTo>
                <a:lnTo>
                  <a:pt x="2714514" y="759237"/>
                </a:lnTo>
                <a:lnTo>
                  <a:pt x="2708317" y="759237"/>
                </a:lnTo>
                <a:lnTo>
                  <a:pt x="2702119" y="759237"/>
                </a:lnTo>
                <a:lnTo>
                  <a:pt x="2695922" y="759237"/>
                </a:lnTo>
                <a:lnTo>
                  <a:pt x="2689724" y="759237"/>
                </a:lnTo>
                <a:lnTo>
                  <a:pt x="2683527" y="759237"/>
                </a:lnTo>
                <a:lnTo>
                  <a:pt x="2677329" y="759237"/>
                </a:lnTo>
                <a:lnTo>
                  <a:pt x="2671132" y="759237"/>
                </a:lnTo>
                <a:lnTo>
                  <a:pt x="2664934" y="759237"/>
                </a:lnTo>
                <a:lnTo>
                  <a:pt x="2658737" y="759237"/>
                </a:lnTo>
                <a:lnTo>
                  <a:pt x="2652539" y="759237"/>
                </a:lnTo>
                <a:lnTo>
                  <a:pt x="2646342" y="759237"/>
                </a:lnTo>
                <a:lnTo>
                  <a:pt x="2640144" y="759237"/>
                </a:lnTo>
                <a:lnTo>
                  <a:pt x="2633947" y="759237"/>
                </a:lnTo>
                <a:lnTo>
                  <a:pt x="2627749" y="759237"/>
                </a:lnTo>
                <a:lnTo>
                  <a:pt x="2621552" y="759237"/>
                </a:lnTo>
                <a:lnTo>
                  <a:pt x="2615354" y="759237"/>
                </a:lnTo>
                <a:lnTo>
                  <a:pt x="2609156" y="759237"/>
                </a:lnTo>
                <a:lnTo>
                  <a:pt x="2602959" y="759237"/>
                </a:lnTo>
                <a:lnTo>
                  <a:pt x="2596761" y="759237"/>
                </a:lnTo>
                <a:lnTo>
                  <a:pt x="2590564" y="759237"/>
                </a:lnTo>
                <a:lnTo>
                  <a:pt x="2584366" y="759237"/>
                </a:lnTo>
                <a:lnTo>
                  <a:pt x="2578169" y="759237"/>
                </a:lnTo>
                <a:lnTo>
                  <a:pt x="2571971" y="759237"/>
                </a:lnTo>
                <a:lnTo>
                  <a:pt x="2565774" y="759237"/>
                </a:lnTo>
                <a:lnTo>
                  <a:pt x="2559576" y="759237"/>
                </a:lnTo>
                <a:lnTo>
                  <a:pt x="2553379" y="759237"/>
                </a:lnTo>
                <a:lnTo>
                  <a:pt x="2547181" y="759237"/>
                </a:lnTo>
                <a:lnTo>
                  <a:pt x="2540984" y="759237"/>
                </a:lnTo>
                <a:lnTo>
                  <a:pt x="2534786" y="759237"/>
                </a:lnTo>
                <a:lnTo>
                  <a:pt x="2528589" y="759237"/>
                </a:lnTo>
                <a:lnTo>
                  <a:pt x="2522391" y="759237"/>
                </a:lnTo>
                <a:lnTo>
                  <a:pt x="2516194" y="759237"/>
                </a:lnTo>
                <a:lnTo>
                  <a:pt x="2509996" y="759237"/>
                </a:lnTo>
                <a:lnTo>
                  <a:pt x="2503799" y="759237"/>
                </a:lnTo>
                <a:lnTo>
                  <a:pt x="2497601" y="759237"/>
                </a:lnTo>
                <a:lnTo>
                  <a:pt x="2491404" y="759237"/>
                </a:lnTo>
                <a:lnTo>
                  <a:pt x="2485206" y="759237"/>
                </a:lnTo>
                <a:lnTo>
                  <a:pt x="2479009" y="759237"/>
                </a:lnTo>
                <a:lnTo>
                  <a:pt x="2472811" y="759237"/>
                </a:lnTo>
                <a:lnTo>
                  <a:pt x="2466613" y="759237"/>
                </a:lnTo>
                <a:lnTo>
                  <a:pt x="2460416" y="759237"/>
                </a:lnTo>
                <a:lnTo>
                  <a:pt x="2454218" y="759237"/>
                </a:lnTo>
                <a:lnTo>
                  <a:pt x="2448021" y="759237"/>
                </a:lnTo>
                <a:lnTo>
                  <a:pt x="2441823" y="759237"/>
                </a:lnTo>
                <a:lnTo>
                  <a:pt x="2435626" y="759237"/>
                </a:lnTo>
                <a:lnTo>
                  <a:pt x="2429428" y="759237"/>
                </a:lnTo>
                <a:lnTo>
                  <a:pt x="2423231" y="759237"/>
                </a:lnTo>
                <a:lnTo>
                  <a:pt x="2417033" y="759237"/>
                </a:lnTo>
                <a:lnTo>
                  <a:pt x="2410836" y="759237"/>
                </a:lnTo>
                <a:lnTo>
                  <a:pt x="2404638" y="759237"/>
                </a:lnTo>
                <a:lnTo>
                  <a:pt x="2398441" y="759237"/>
                </a:lnTo>
                <a:lnTo>
                  <a:pt x="2392243" y="759237"/>
                </a:lnTo>
                <a:lnTo>
                  <a:pt x="2386046" y="759237"/>
                </a:lnTo>
                <a:lnTo>
                  <a:pt x="2379848" y="759237"/>
                </a:lnTo>
                <a:lnTo>
                  <a:pt x="2373651" y="759237"/>
                </a:lnTo>
                <a:lnTo>
                  <a:pt x="2367453" y="759237"/>
                </a:lnTo>
                <a:lnTo>
                  <a:pt x="2361256" y="759237"/>
                </a:lnTo>
                <a:lnTo>
                  <a:pt x="2355058" y="759237"/>
                </a:lnTo>
                <a:lnTo>
                  <a:pt x="2348861" y="759237"/>
                </a:lnTo>
                <a:lnTo>
                  <a:pt x="2342663" y="759237"/>
                </a:lnTo>
                <a:lnTo>
                  <a:pt x="2336465" y="759237"/>
                </a:lnTo>
                <a:lnTo>
                  <a:pt x="2330268" y="759237"/>
                </a:lnTo>
                <a:lnTo>
                  <a:pt x="2324070" y="759237"/>
                </a:lnTo>
                <a:lnTo>
                  <a:pt x="2317873" y="759237"/>
                </a:lnTo>
                <a:lnTo>
                  <a:pt x="2311675" y="759237"/>
                </a:lnTo>
                <a:lnTo>
                  <a:pt x="2305478" y="759237"/>
                </a:lnTo>
                <a:lnTo>
                  <a:pt x="2299280" y="759237"/>
                </a:lnTo>
                <a:lnTo>
                  <a:pt x="2293083" y="759237"/>
                </a:lnTo>
                <a:lnTo>
                  <a:pt x="2286885" y="759237"/>
                </a:lnTo>
                <a:lnTo>
                  <a:pt x="2280688" y="759237"/>
                </a:lnTo>
                <a:lnTo>
                  <a:pt x="2274490" y="759237"/>
                </a:lnTo>
                <a:lnTo>
                  <a:pt x="2268293" y="759237"/>
                </a:lnTo>
                <a:lnTo>
                  <a:pt x="2262095" y="759237"/>
                </a:lnTo>
                <a:lnTo>
                  <a:pt x="2255898" y="759237"/>
                </a:lnTo>
                <a:lnTo>
                  <a:pt x="2249700" y="759237"/>
                </a:lnTo>
                <a:lnTo>
                  <a:pt x="2243503" y="759237"/>
                </a:lnTo>
                <a:lnTo>
                  <a:pt x="2237305" y="759237"/>
                </a:lnTo>
                <a:lnTo>
                  <a:pt x="2231108" y="759237"/>
                </a:lnTo>
                <a:lnTo>
                  <a:pt x="2224910" y="759237"/>
                </a:lnTo>
                <a:lnTo>
                  <a:pt x="2218713" y="759237"/>
                </a:lnTo>
                <a:lnTo>
                  <a:pt x="2212515" y="759237"/>
                </a:lnTo>
                <a:lnTo>
                  <a:pt x="2206318" y="759237"/>
                </a:lnTo>
                <a:lnTo>
                  <a:pt x="2200120" y="759237"/>
                </a:lnTo>
                <a:lnTo>
                  <a:pt x="2193922" y="759237"/>
                </a:lnTo>
                <a:lnTo>
                  <a:pt x="2187725" y="759237"/>
                </a:lnTo>
                <a:lnTo>
                  <a:pt x="2181527" y="759237"/>
                </a:lnTo>
                <a:lnTo>
                  <a:pt x="2175330" y="759237"/>
                </a:lnTo>
                <a:lnTo>
                  <a:pt x="2169132" y="759237"/>
                </a:lnTo>
                <a:lnTo>
                  <a:pt x="2162935" y="759237"/>
                </a:lnTo>
                <a:lnTo>
                  <a:pt x="2156737" y="759237"/>
                </a:lnTo>
                <a:lnTo>
                  <a:pt x="2150540" y="759237"/>
                </a:lnTo>
                <a:lnTo>
                  <a:pt x="2144342" y="759237"/>
                </a:lnTo>
                <a:lnTo>
                  <a:pt x="2138145" y="759237"/>
                </a:lnTo>
                <a:lnTo>
                  <a:pt x="2131947" y="759237"/>
                </a:lnTo>
                <a:lnTo>
                  <a:pt x="2125750" y="759237"/>
                </a:lnTo>
                <a:lnTo>
                  <a:pt x="2119552" y="759237"/>
                </a:lnTo>
                <a:lnTo>
                  <a:pt x="2113355" y="759237"/>
                </a:lnTo>
                <a:lnTo>
                  <a:pt x="2107157" y="759237"/>
                </a:lnTo>
                <a:lnTo>
                  <a:pt x="2100960" y="759237"/>
                </a:lnTo>
                <a:lnTo>
                  <a:pt x="2094762" y="759237"/>
                </a:lnTo>
                <a:lnTo>
                  <a:pt x="2088565" y="759237"/>
                </a:lnTo>
                <a:lnTo>
                  <a:pt x="2082367" y="759237"/>
                </a:lnTo>
                <a:lnTo>
                  <a:pt x="2076170" y="759237"/>
                </a:lnTo>
                <a:lnTo>
                  <a:pt x="2069972" y="759237"/>
                </a:lnTo>
                <a:lnTo>
                  <a:pt x="2063774" y="759237"/>
                </a:lnTo>
                <a:lnTo>
                  <a:pt x="2057577" y="759237"/>
                </a:lnTo>
                <a:lnTo>
                  <a:pt x="2051379" y="759237"/>
                </a:lnTo>
                <a:lnTo>
                  <a:pt x="2045182" y="759237"/>
                </a:lnTo>
                <a:lnTo>
                  <a:pt x="2038984" y="759237"/>
                </a:lnTo>
                <a:lnTo>
                  <a:pt x="2032787" y="759237"/>
                </a:lnTo>
                <a:lnTo>
                  <a:pt x="2026589" y="759237"/>
                </a:lnTo>
                <a:lnTo>
                  <a:pt x="2020392" y="759237"/>
                </a:lnTo>
                <a:lnTo>
                  <a:pt x="2014194" y="759237"/>
                </a:lnTo>
                <a:lnTo>
                  <a:pt x="2007997" y="759237"/>
                </a:lnTo>
                <a:lnTo>
                  <a:pt x="2001799" y="759237"/>
                </a:lnTo>
                <a:lnTo>
                  <a:pt x="1995602" y="759237"/>
                </a:lnTo>
                <a:lnTo>
                  <a:pt x="1989404" y="759237"/>
                </a:lnTo>
                <a:lnTo>
                  <a:pt x="1983207" y="759237"/>
                </a:lnTo>
                <a:lnTo>
                  <a:pt x="1977009" y="759237"/>
                </a:lnTo>
                <a:lnTo>
                  <a:pt x="1970812" y="759237"/>
                </a:lnTo>
                <a:lnTo>
                  <a:pt x="1964614" y="759237"/>
                </a:lnTo>
                <a:lnTo>
                  <a:pt x="1958417" y="759237"/>
                </a:lnTo>
                <a:lnTo>
                  <a:pt x="1952219" y="759237"/>
                </a:lnTo>
                <a:lnTo>
                  <a:pt x="1946022" y="759237"/>
                </a:lnTo>
                <a:lnTo>
                  <a:pt x="1939824" y="759237"/>
                </a:lnTo>
                <a:lnTo>
                  <a:pt x="1933627" y="759237"/>
                </a:lnTo>
                <a:lnTo>
                  <a:pt x="1927429" y="759237"/>
                </a:lnTo>
                <a:lnTo>
                  <a:pt x="1921231" y="759237"/>
                </a:lnTo>
                <a:lnTo>
                  <a:pt x="1915034" y="759237"/>
                </a:lnTo>
                <a:lnTo>
                  <a:pt x="1908836" y="759237"/>
                </a:lnTo>
                <a:lnTo>
                  <a:pt x="1902639" y="759237"/>
                </a:lnTo>
                <a:lnTo>
                  <a:pt x="1896441" y="759237"/>
                </a:lnTo>
                <a:lnTo>
                  <a:pt x="1890244" y="759237"/>
                </a:lnTo>
                <a:lnTo>
                  <a:pt x="1884046" y="759237"/>
                </a:lnTo>
                <a:lnTo>
                  <a:pt x="1877849" y="759237"/>
                </a:lnTo>
                <a:lnTo>
                  <a:pt x="1871651" y="759237"/>
                </a:lnTo>
                <a:lnTo>
                  <a:pt x="1865454" y="759237"/>
                </a:lnTo>
                <a:lnTo>
                  <a:pt x="1859256" y="759237"/>
                </a:lnTo>
                <a:lnTo>
                  <a:pt x="1853059" y="759237"/>
                </a:lnTo>
                <a:lnTo>
                  <a:pt x="1846861" y="759237"/>
                </a:lnTo>
                <a:lnTo>
                  <a:pt x="1840664" y="759237"/>
                </a:lnTo>
                <a:lnTo>
                  <a:pt x="1834466" y="759237"/>
                </a:lnTo>
                <a:lnTo>
                  <a:pt x="1828269" y="759237"/>
                </a:lnTo>
                <a:lnTo>
                  <a:pt x="1822071" y="759237"/>
                </a:lnTo>
                <a:lnTo>
                  <a:pt x="1815874" y="759237"/>
                </a:lnTo>
                <a:lnTo>
                  <a:pt x="1809676" y="759237"/>
                </a:lnTo>
                <a:lnTo>
                  <a:pt x="1803479" y="759237"/>
                </a:lnTo>
                <a:lnTo>
                  <a:pt x="1797281" y="759237"/>
                </a:lnTo>
                <a:lnTo>
                  <a:pt x="1791084" y="759237"/>
                </a:lnTo>
                <a:lnTo>
                  <a:pt x="1784886" y="759237"/>
                </a:lnTo>
                <a:lnTo>
                  <a:pt x="1778688" y="759237"/>
                </a:lnTo>
                <a:lnTo>
                  <a:pt x="1772491" y="759237"/>
                </a:lnTo>
                <a:lnTo>
                  <a:pt x="1766293" y="759237"/>
                </a:lnTo>
                <a:lnTo>
                  <a:pt x="1760096" y="759237"/>
                </a:lnTo>
                <a:lnTo>
                  <a:pt x="1753898" y="759237"/>
                </a:lnTo>
                <a:lnTo>
                  <a:pt x="1747701" y="759237"/>
                </a:lnTo>
                <a:lnTo>
                  <a:pt x="1741503" y="759237"/>
                </a:lnTo>
                <a:lnTo>
                  <a:pt x="1735306" y="759237"/>
                </a:lnTo>
                <a:lnTo>
                  <a:pt x="1729108" y="759237"/>
                </a:lnTo>
                <a:lnTo>
                  <a:pt x="1722911" y="759237"/>
                </a:lnTo>
                <a:lnTo>
                  <a:pt x="1716713" y="759237"/>
                </a:lnTo>
                <a:lnTo>
                  <a:pt x="1710516" y="759237"/>
                </a:lnTo>
                <a:lnTo>
                  <a:pt x="1704318" y="759237"/>
                </a:lnTo>
                <a:lnTo>
                  <a:pt x="1698121" y="759237"/>
                </a:lnTo>
                <a:lnTo>
                  <a:pt x="1691923" y="759237"/>
                </a:lnTo>
                <a:lnTo>
                  <a:pt x="1685726" y="759237"/>
                </a:lnTo>
                <a:lnTo>
                  <a:pt x="1679528" y="759237"/>
                </a:lnTo>
                <a:lnTo>
                  <a:pt x="1673331" y="759237"/>
                </a:lnTo>
                <a:lnTo>
                  <a:pt x="1667133" y="759237"/>
                </a:lnTo>
                <a:lnTo>
                  <a:pt x="1660936" y="759237"/>
                </a:lnTo>
                <a:lnTo>
                  <a:pt x="1654738" y="759237"/>
                </a:lnTo>
                <a:lnTo>
                  <a:pt x="1648540" y="759237"/>
                </a:lnTo>
                <a:lnTo>
                  <a:pt x="1642343" y="759237"/>
                </a:lnTo>
                <a:lnTo>
                  <a:pt x="1636145" y="759237"/>
                </a:lnTo>
                <a:lnTo>
                  <a:pt x="1629948" y="759237"/>
                </a:lnTo>
                <a:lnTo>
                  <a:pt x="1623750" y="759237"/>
                </a:lnTo>
                <a:lnTo>
                  <a:pt x="1617553" y="759237"/>
                </a:lnTo>
                <a:lnTo>
                  <a:pt x="1611355" y="759237"/>
                </a:lnTo>
                <a:lnTo>
                  <a:pt x="1605158" y="759237"/>
                </a:lnTo>
                <a:lnTo>
                  <a:pt x="1598960" y="759237"/>
                </a:lnTo>
                <a:lnTo>
                  <a:pt x="1592763" y="759237"/>
                </a:lnTo>
                <a:lnTo>
                  <a:pt x="1586565" y="759237"/>
                </a:lnTo>
                <a:lnTo>
                  <a:pt x="1580368" y="759237"/>
                </a:lnTo>
                <a:lnTo>
                  <a:pt x="1574170" y="759237"/>
                </a:lnTo>
                <a:lnTo>
                  <a:pt x="1567973" y="759237"/>
                </a:lnTo>
                <a:lnTo>
                  <a:pt x="1561775" y="759237"/>
                </a:lnTo>
                <a:lnTo>
                  <a:pt x="1555578" y="759237"/>
                </a:lnTo>
                <a:lnTo>
                  <a:pt x="1549380" y="759237"/>
                </a:lnTo>
                <a:lnTo>
                  <a:pt x="1543183" y="759237"/>
                </a:lnTo>
                <a:lnTo>
                  <a:pt x="1536985" y="759237"/>
                </a:lnTo>
                <a:lnTo>
                  <a:pt x="1530788" y="759237"/>
                </a:lnTo>
                <a:lnTo>
                  <a:pt x="1524590" y="759237"/>
                </a:lnTo>
                <a:lnTo>
                  <a:pt x="1518393" y="759237"/>
                </a:lnTo>
                <a:lnTo>
                  <a:pt x="1512195" y="759237"/>
                </a:lnTo>
                <a:lnTo>
                  <a:pt x="1505997" y="759237"/>
                </a:lnTo>
                <a:lnTo>
                  <a:pt x="1499800" y="759237"/>
                </a:lnTo>
                <a:lnTo>
                  <a:pt x="1493602" y="759237"/>
                </a:lnTo>
                <a:lnTo>
                  <a:pt x="1487405" y="759237"/>
                </a:lnTo>
                <a:lnTo>
                  <a:pt x="1481207" y="759237"/>
                </a:lnTo>
                <a:lnTo>
                  <a:pt x="1475010" y="759237"/>
                </a:lnTo>
                <a:lnTo>
                  <a:pt x="1468812" y="759237"/>
                </a:lnTo>
                <a:lnTo>
                  <a:pt x="1462615" y="759237"/>
                </a:lnTo>
                <a:lnTo>
                  <a:pt x="1456417" y="759237"/>
                </a:lnTo>
                <a:lnTo>
                  <a:pt x="1450220" y="759237"/>
                </a:lnTo>
                <a:lnTo>
                  <a:pt x="1444022" y="759237"/>
                </a:lnTo>
                <a:lnTo>
                  <a:pt x="1437825" y="759237"/>
                </a:lnTo>
                <a:lnTo>
                  <a:pt x="1431627" y="759237"/>
                </a:lnTo>
                <a:lnTo>
                  <a:pt x="1425430" y="759237"/>
                </a:lnTo>
                <a:lnTo>
                  <a:pt x="1419232" y="759237"/>
                </a:lnTo>
                <a:lnTo>
                  <a:pt x="1413035" y="759237"/>
                </a:lnTo>
                <a:lnTo>
                  <a:pt x="1406837" y="759237"/>
                </a:lnTo>
                <a:lnTo>
                  <a:pt x="1400640" y="759237"/>
                </a:lnTo>
                <a:lnTo>
                  <a:pt x="1394442" y="759237"/>
                </a:lnTo>
                <a:lnTo>
                  <a:pt x="1388245" y="759237"/>
                </a:lnTo>
                <a:lnTo>
                  <a:pt x="1382047" y="759237"/>
                </a:lnTo>
                <a:lnTo>
                  <a:pt x="1375849" y="759237"/>
                </a:lnTo>
                <a:lnTo>
                  <a:pt x="1369652" y="759237"/>
                </a:lnTo>
                <a:lnTo>
                  <a:pt x="1363454" y="759237"/>
                </a:lnTo>
                <a:lnTo>
                  <a:pt x="1357257" y="759237"/>
                </a:lnTo>
                <a:lnTo>
                  <a:pt x="1351059" y="759237"/>
                </a:lnTo>
                <a:lnTo>
                  <a:pt x="1344862" y="759237"/>
                </a:lnTo>
                <a:lnTo>
                  <a:pt x="1338664" y="759237"/>
                </a:lnTo>
                <a:lnTo>
                  <a:pt x="1332467" y="759237"/>
                </a:lnTo>
                <a:lnTo>
                  <a:pt x="1326269" y="759237"/>
                </a:lnTo>
                <a:lnTo>
                  <a:pt x="1320072" y="759237"/>
                </a:lnTo>
                <a:lnTo>
                  <a:pt x="1313874" y="759237"/>
                </a:lnTo>
                <a:lnTo>
                  <a:pt x="1307677" y="759237"/>
                </a:lnTo>
                <a:lnTo>
                  <a:pt x="1301479" y="759237"/>
                </a:lnTo>
                <a:lnTo>
                  <a:pt x="1295282" y="759237"/>
                </a:lnTo>
                <a:lnTo>
                  <a:pt x="1289084" y="759237"/>
                </a:lnTo>
                <a:lnTo>
                  <a:pt x="1282887" y="759237"/>
                </a:lnTo>
                <a:lnTo>
                  <a:pt x="1276689" y="759237"/>
                </a:lnTo>
                <a:lnTo>
                  <a:pt x="1270492" y="759237"/>
                </a:lnTo>
                <a:lnTo>
                  <a:pt x="1264294" y="759237"/>
                </a:lnTo>
                <a:lnTo>
                  <a:pt x="1258097" y="759237"/>
                </a:lnTo>
                <a:lnTo>
                  <a:pt x="1251899" y="759237"/>
                </a:lnTo>
                <a:lnTo>
                  <a:pt x="1245702" y="759237"/>
                </a:lnTo>
                <a:lnTo>
                  <a:pt x="1239504" y="759237"/>
                </a:lnTo>
                <a:lnTo>
                  <a:pt x="1233306" y="759237"/>
                </a:lnTo>
                <a:lnTo>
                  <a:pt x="1227109" y="759237"/>
                </a:lnTo>
                <a:lnTo>
                  <a:pt x="1220911" y="759237"/>
                </a:lnTo>
                <a:lnTo>
                  <a:pt x="1214714" y="759237"/>
                </a:lnTo>
                <a:lnTo>
                  <a:pt x="1208516" y="759237"/>
                </a:lnTo>
                <a:lnTo>
                  <a:pt x="1202319" y="759237"/>
                </a:lnTo>
                <a:lnTo>
                  <a:pt x="1196121" y="759237"/>
                </a:lnTo>
                <a:lnTo>
                  <a:pt x="1189924" y="759237"/>
                </a:lnTo>
                <a:lnTo>
                  <a:pt x="1183726" y="759237"/>
                </a:lnTo>
                <a:lnTo>
                  <a:pt x="1177529" y="759237"/>
                </a:lnTo>
                <a:lnTo>
                  <a:pt x="1171331" y="759237"/>
                </a:lnTo>
                <a:lnTo>
                  <a:pt x="1165134" y="759237"/>
                </a:lnTo>
                <a:lnTo>
                  <a:pt x="1158936" y="759237"/>
                </a:lnTo>
                <a:lnTo>
                  <a:pt x="1152739" y="759237"/>
                </a:lnTo>
                <a:lnTo>
                  <a:pt x="1146541" y="759237"/>
                </a:lnTo>
                <a:lnTo>
                  <a:pt x="1140344" y="759237"/>
                </a:lnTo>
                <a:lnTo>
                  <a:pt x="1134146" y="759237"/>
                </a:lnTo>
                <a:lnTo>
                  <a:pt x="1127949" y="759237"/>
                </a:lnTo>
                <a:lnTo>
                  <a:pt x="1121751" y="759237"/>
                </a:lnTo>
                <a:lnTo>
                  <a:pt x="1115554" y="759237"/>
                </a:lnTo>
                <a:lnTo>
                  <a:pt x="1109356" y="759237"/>
                </a:lnTo>
                <a:lnTo>
                  <a:pt x="1103159" y="759237"/>
                </a:lnTo>
                <a:lnTo>
                  <a:pt x="1096961" y="759237"/>
                </a:lnTo>
                <a:lnTo>
                  <a:pt x="1090763" y="759237"/>
                </a:lnTo>
                <a:lnTo>
                  <a:pt x="1084566" y="759237"/>
                </a:lnTo>
                <a:lnTo>
                  <a:pt x="1078368" y="759237"/>
                </a:lnTo>
                <a:lnTo>
                  <a:pt x="1072171" y="759237"/>
                </a:lnTo>
                <a:lnTo>
                  <a:pt x="1065973" y="759237"/>
                </a:lnTo>
                <a:lnTo>
                  <a:pt x="1059776" y="759237"/>
                </a:lnTo>
                <a:lnTo>
                  <a:pt x="1053578" y="759237"/>
                </a:lnTo>
                <a:lnTo>
                  <a:pt x="1047381" y="759237"/>
                </a:lnTo>
                <a:lnTo>
                  <a:pt x="1041183" y="759237"/>
                </a:lnTo>
                <a:lnTo>
                  <a:pt x="1034986" y="759237"/>
                </a:lnTo>
                <a:lnTo>
                  <a:pt x="1028788" y="759237"/>
                </a:lnTo>
                <a:lnTo>
                  <a:pt x="1022591" y="759237"/>
                </a:lnTo>
                <a:lnTo>
                  <a:pt x="1016393" y="759237"/>
                </a:lnTo>
                <a:lnTo>
                  <a:pt x="1010196" y="759237"/>
                </a:lnTo>
                <a:lnTo>
                  <a:pt x="1003998" y="759237"/>
                </a:lnTo>
                <a:lnTo>
                  <a:pt x="997801" y="759237"/>
                </a:lnTo>
                <a:lnTo>
                  <a:pt x="991603" y="759237"/>
                </a:lnTo>
                <a:lnTo>
                  <a:pt x="985406" y="759237"/>
                </a:lnTo>
                <a:lnTo>
                  <a:pt x="979208" y="759237"/>
                </a:lnTo>
                <a:lnTo>
                  <a:pt x="973011" y="759237"/>
                </a:lnTo>
                <a:lnTo>
                  <a:pt x="966813" y="759237"/>
                </a:lnTo>
                <a:lnTo>
                  <a:pt x="960615" y="759237"/>
                </a:lnTo>
                <a:lnTo>
                  <a:pt x="954418" y="759237"/>
                </a:lnTo>
                <a:lnTo>
                  <a:pt x="948220" y="759237"/>
                </a:lnTo>
                <a:lnTo>
                  <a:pt x="942023" y="759237"/>
                </a:lnTo>
                <a:lnTo>
                  <a:pt x="935825" y="759237"/>
                </a:lnTo>
                <a:lnTo>
                  <a:pt x="929628" y="759237"/>
                </a:lnTo>
                <a:lnTo>
                  <a:pt x="923430" y="759237"/>
                </a:lnTo>
                <a:lnTo>
                  <a:pt x="917233" y="759237"/>
                </a:lnTo>
                <a:lnTo>
                  <a:pt x="911035" y="759237"/>
                </a:lnTo>
                <a:lnTo>
                  <a:pt x="904838" y="759237"/>
                </a:lnTo>
                <a:lnTo>
                  <a:pt x="898640" y="759237"/>
                </a:lnTo>
                <a:lnTo>
                  <a:pt x="892443" y="759237"/>
                </a:lnTo>
                <a:lnTo>
                  <a:pt x="886245" y="759237"/>
                </a:lnTo>
                <a:lnTo>
                  <a:pt x="880048" y="759237"/>
                </a:lnTo>
                <a:lnTo>
                  <a:pt x="873850" y="759237"/>
                </a:lnTo>
                <a:lnTo>
                  <a:pt x="867653" y="759237"/>
                </a:lnTo>
                <a:lnTo>
                  <a:pt x="861455" y="759237"/>
                </a:lnTo>
                <a:lnTo>
                  <a:pt x="855258" y="759237"/>
                </a:lnTo>
                <a:lnTo>
                  <a:pt x="849060" y="759237"/>
                </a:lnTo>
                <a:lnTo>
                  <a:pt x="842863" y="759237"/>
                </a:lnTo>
                <a:lnTo>
                  <a:pt x="836665" y="759237"/>
                </a:lnTo>
                <a:lnTo>
                  <a:pt x="830468" y="759237"/>
                </a:lnTo>
                <a:lnTo>
                  <a:pt x="824270" y="759237"/>
                </a:lnTo>
                <a:lnTo>
                  <a:pt x="818072" y="759237"/>
                </a:lnTo>
                <a:lnTo>
                  <a:pt x="811875" y="759237"/>
                </a:lnTo>
                <a:lnTo>
                  <a:pt x="805677" y="759237"/>
                </a:lnTo>
                <a:lnTo>
                  <a:pt x="799480" y="759237"/>
                </a:lnTo>
                <a:lnTo>
                  <a:pt x="793282" y="759237"/>
                </a:lnTo>
                <a:lnTo>
                  <a:pt x="787085" y="759237"/>
                </a:lnTo>
                <a:lnTo>
                  <a:pt x="780887" y="759237"/>
                </a:lnTo>
                <a:lnTo>
                  <a:pt x="774690" y="759237"/>
                </a:lnTo>
                <a:lnTo>
                  <a:pt x="768492" y="759237"/>
                </a:lnTo>
                <a:lnTo>
                  <a:pt x="762295" y="759237"/>
                </a:lnTo>
                <a:lnTo>
                  <a:pt x="756097" y="759237"/>
                </a:lnTo>
                <a:lnTo>
                  <a:pt x="749900" y="759237"/>
                </a:lnTo>
                <a:lnTo>
                  <a:pt x="743702" y="759237"/>
                </a:lnTo>
                <a:lnTo>
                  <a:pt x="737505" y="759237"/>
                </a:lnTo>
                <a:lnTo>
                  <a:pt x="731307" y="759237"/>
                </a:lnTo>
                <a:lnTo>
                  <a:pt x="725110" y="759237"/>
                </a:lnTo>
                <a:lnTo>
                  <a:pt x="718912" y="759237"/>
                </a:lnTo>
                <a:lnTo>
                  <a:pt x="712715" y="759237"/>
                </a:lnTo>
                <a:lnTo>
                  <a:pt x="706517" y="759237"/>
                </a:lnTo>
                <a:lnTo>
                  <a:pt x="700320" y="759237"/>
                </a:lnTo>
                <a:lnTo>
                  <a:pt x="694122" y="759237"/>
                </a:lnTo>
                <a:lnTo>
                  <a:pt x="687924" y="759237"/>
                </a:lnTo>
                <a:lnTo>
                  <a:pt x="681727" y="759237"/>
                </a:lnTo>
                <a:lnTo>
                  <a:pt x="675529" y="759237"/>
                </a:lnTo>
                <a:lnTo>
                  <a:pt x="669332" y="759237"/>
                </a:lnTo>
                <a:lnTo>
                  <a:pt x="663134" y="759237"/>
                </a:lnTo>
                <a:lnTo>
                  <a:pt x="656937" y="759237"/>
                </a:lnTo>
                <a:lnTo>
                  <a:pt x="650739" y="759237"/>
                </a:lnTo>
                <a:lnTo>
                  <a:pt x="644542" y="759237"/>
                </a:lnTo>
                <a:lnTo>
                  <a:pt x="638344" y="759237"/>
                </a:lnTo>
                <a:lnTo>
                  <a:pt x="632147" y="759237"/>
                </a:lnTo>
                <a:lnTo>
                  <a:pt x="625949" y="759237"/>
                </a:lnTo>
                <a:lnTo>
                  <a:pt x="619752" y="759237"/>
                </a:lnTo>
                <a:lnTo>
                  <a:pt x="613554" y="759237"/>
                </a:lnTo>
                <a:lnTo>
                  <a:pt x="607357" y="759237"/>
                </a:lnTo>
                <a:lnTo>
                  <a:pt x="601159" y="759237"/>
                </a:lnTo>
                <a:lnTo>
                  <a:pt x="594962" y="759237"/>
                </a:lnTo>
                <a:lnTo>
                  <a:pt x="588764" y="759237"/>
                </a:lnTo>
                <a:lnTo>
                  <a:pt x="582567" y="759237"/>
                </a:lnTo>
                <a:lnTo>
                  <a:pt x="576369" y="759237"/>
                </a:lnTo>
                <a:lnTo>
                  <a:pt x="570172" y="759237"/>
                </a:lnTo>
                <a:lnTo>
                  <a:pt x="563974" y="759237"/>
                </a:lnTo>
                <a:lnTo>
                  <a:pt x="557777" y="759237"/>
                </a:lnTo>
                <a:lnTo>
                  <a:pt x="551579" y="759237"/>
                </a:lnTo>
                <a:lnTo>
                  <a:pt x="545381" y="759237"/>
                </a:lnTo>
                <a:lnTo>
                  <a:pt x="539184" y="759237"/>
                </a:lnTo>
                <a:lnTo>
                  <a:pt x="532986" y="759237"/>
                </a:lnTo>
                <a:lnTo>
                  <a:pt x="526789" y="759237"/>
                </a:lnTo>
                <a:lnTo>
                  <a:pt x="520591" y="759237"/>
                </a:lnTo>
                <a:lnTo>
                  <a:pt x="514394" y="759237"/>
                </a:lnTo>
                <a:lnTo>
                  <a:pt x="508196" y="759237"/>
                </a:lnTo>
                <a:lnTo>
                  <a:pt x="501999" y="759237"/>
                </a:lnTo>
                <a:lnTo>
                  <a:pt x="495801" y="759237"/>
                </a:lnTo>
                <a:lnTo>
                  <a:pt x="489604" y="759237"/>
                </a:lnTo>
                <a:lnTo>
                  <a:pt x="483406" y="759237"/>
                </a:lnTo>
                <a:lnTo>
                  <a:pt x="477209" y="759237"/>
                </a:lnTo>
                <a:lnTo>
                  <a:pt x="471011" y="759237"/>
                </a:lnTo>
                <a:lnTo>
                  <a:pt x="464814" y="759237"/>
                </a:lnTo>
                <a:lnTo>
                  <a:pt x="458616" y="759237"/>
                </a:lnTo>
                <a:lnTo>
                  <a:pt x="452419" y="759237"/>
                </a:lnTo>
                <a:lnTo>
                  <a:pt x="446221" y="759237"/>
                </a:lnTo>
                <a:lnTo>
                  <a:pt x="440024" y="759237"/>
                </a:lnTo>
                <a:lnTo>
                  <a:pt x="433826" y="759237"/>
                </a:lnTo>
                <a:lnTo>
                  <a:pt x="427629" y="759237"/>
                </a:lnTo>
                <a:lnTo>
                  <a:pt x="421431" y="759237"/>
                </a:lnTo>
                <a:lnTo>
                  <a:pt x="415234" y="759237"/>
                </a:lnTo>
                <a:lnTo>
                  <a:pt x="409036" y="759237"/>
                </a:lnTo>
                <a:lnTo>
                  <a:pt x="402838" y="759237"/>
                </a:lnTo>
                <a:lnTo>
                  <a:pt x="396641" y="759237"/>
                </a:lnTo>
                <a:lnTo>
                  <a:pt x="390443" y="759237"/>
                </a:lnTo>
                <a:lnTo>
                  <a:pt x="384246" y="759237"/>
                </a:lnTo>
                <a:lnTo>
                  <a:pt x="378048" y="759237"/>
                </a:lnTo>
                <a:lnTo>
                  <a:pt x="371851" y="759237"/>
                </a:lnTo>
                <a:lnTo>
                  <a:pt x="365653" y="759237"/>
                </a:lnTo>
                <a:lnTo>
                  <a:pt x="359456" y="759237"/>
                </a:lnTo>
                <a:lnTo>
                  <a:pt x="353258" y="759237"/>
                </a:lnTo>
                <a:lnTo>
                  <a:pt x="347061" y="759237"/>
                </a:lnTo>
                <a:lnTo>
                  <a:pt x="340863" y="759237"/>
                </a:lnTo>
                <a:lnTo>
                  <a:pt x="334666" y="759237"/>
                </a:lnTo>
                <a:lnTo>
                  <a:pt x="328468" y="759237"/>
                </a:lnTo>
                <a:lnTo>
                  <a:pt x="322271" y="759237"/>
                </a:lnTo>
                <a:lnTo>
                  <a:pt x="316073" y="759237"/>
                </a:lnTo>
                <a:lnTo>
                  <a:pt x="309876" y="759237"/>
                </a:lnTo>
                <a:lnTo>
                  <a:pt x="303678" y="759237"/>
                </a:lnTo>
                <a:lnTo>
                  <a:pt x="297481" y="759237"/>
                </a:lnTo>
                <a:lnTo>
                  <a:pt x="291283" y="759237"/>
                </a:lnTo>
                <a:lnTo>
                  <a:pt x="285086" y="759237"/>
                </a:lnTo>
                <a:lnTo>
                  <a:pt x="278888" y="759237"/>
                </a:lnTo>
                <a:lnTo>
                  <a:pt x="272690" y="759237"/>
                </a:lnTo>
                <a:lnTo>
                  <a:pt x="266493" y="759237"/>
                </a:lnTo>
                <a:lnTo>
                  <a:pt x="260295" y="759237"/>
                </a:lnTo>
                <a:lnTo>
                  <a:pt x="254098" y="759237"/>
                </a:lnTo>
                <a:lnTo>
                  <a:pt x="247900" y="759237"/>
                </a:lnTo>
                <a:lnTo>
                  <a:pt x="241703" y="759237"/>
                </a:lnTo>
                <a:lnTo>
                  <a:pt x="235505" y="759237"/>
                </a:lnTo>
                <a:lnTo>
                  <a:pt x="229308" y="759237"/>
                </a:lnTo>
                <a:lnTo>
                  <a:pt x="223110" y="759237"/>
                </a:lnTo>
                <a:lnTo>
                  <a:pt x="216913" y="759237"/>
                </a:lnTo>
                <a:lnTo>
                  <a:pt x="210715" y="759237"/>
                </a:lnTo>
                <a:lnTo>
                  <a:pt x="204518" y="759237"/>
                </a:lnTo>
                <a:lnTo>
                  <a:pt x="198320" y="759237"/>
                </a:lnTo>
                <a:lnTo>
                  <a:pt x="192123" y="759237"/>
                </a:lnTo>
                <a:lnTo>
                  <a:pt x="185925" y="759237"/>
                </a:lnTo>
                <a:lnTo>
                  <a:pt x="179728" y="759237"/>
                </a:lnTo>
                <a:lnTo>
                  <a:pt x="173530" y="759237"/>
                </a:lnTo>
                <a:lnTo>
                  <a:pt x="167333" y="759237"/>
                </a:lnTo>
                <a:lnTo>
                  <a:pt x="161135" y="759237"/>
                </a:lnTo>
                <a:lnTo>
                  <a:pt x="154938" y="759237"/>
                </a:lnTo>
                <a:lnTo>
                  <a:pt x="148740" y="759237"/>
                </a:lnTo>
                <a:lnTo>
                  <a:pt x="142543" y="759237"/>
                </a:lnTo>
                <a:lnTo>
                  <a:pt x="136345" y="759237"/>
                </a:lnTo>
                <a:lnTo>
                  <a:pt x="130147" y="759237"/>
                </a:lnTo>
                <a:lnTo>
                  <a:pt x="123950" y="759237"/>
                </a:lnTo>
                <a:lnTo>
                  <a:pt x="117752" y="759237"/>
                </a:lnTo>
                <a:lnTo>
                  <a:pt x="111555" y="759237"/>
                </a:lnTo>
                <a:lnTo>
                  <a:pt x="105357" y="759237"/>
                </a:lnTo>
                <a:lnTo>
                  <a:pt x="99160" y="759237"/>
                </a:lnTo>
                <a:lnTo>
                  <a:pt x="92962" y="759237"/>
                </a:lnTo>
                <a:lnTo>
                  <a:pt x="86765" y="759237"/>
                </a:lnTo>
                <a:lnTo>
                  <a:pt x="80567" y="759237"/>
                </a:lnTo>
                <a:lnTo>
                  <a:pt x="74370" y="759237"/>
                </a:lnTo>
                <a:lnTo>
                  <a:pt x="68172" y="759237"/>
                </a:lnTo>
                <a:lnTo>
                  <a:pt x="61975" y="759237"/>
                </a:lnTo>
                <a:lnTo>
                  <a:pt x="55777" y="759237"/>
                </a:lnTo>
                <a:lnTo>
                  <a:pt x="49580" y="759237"/>
                </a:lnTo>
                <a:lnTo>
                  <a:pt x="43382" y="759237"/>
                </a:lnTo>
                <a:lnTo>
                  <a:pt x="37185" y="759237"/>
                </a:lnTo>
                <a:lnTo>
                  <a:pt x="30987" y="759237"/>
                </a:lnTo>
                <a:lnTo>
                  <a:pt x="24790" y="759237"/>
                </a:lnTo>
                <a:lnTo>
                  <a:pt x="18592" y="759237"/>
                </a:lnTo>
                <a:lnTo>
                  <a:pt x="12395" y="759237"/>
                </a:lnTo>
                <a:lnTo>
                  <a:pt x="6197" y="759237"/>
                </a:lnTo>
                <a:lnTo>
                  <a:pt x="0" y="75923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17" name="pl55">
            <a:extLst>
              <a:ext uri="{FF2B5EF4-FFF2-40B4-BE49-F238E27FC236}">
                <a16:creationId xmlns:a16="http://schemas.microsoft.com/office/drawing/2014/main" id="{BA6EFF7C-B6ED-A00D-03F1-230F7269BB53}"/>
              </a:ext>
            </a:extLst>
          </p:cNvPr>
          <p:cNvSpPr/>
          <p:nvPr/>
        </p:nvSpPr>
        <p:spPr>
          <a:xfrm>
            <a:off x="6505677" y="2535926"/>
            <a:ext cx="2412901" cy="533374"/>
          </a:xfrm>
          <a:custGeom>
            <a:avLst/>
            <a:gdLst/>
            <a:ahLst/>
            <a:cxnLst/>
            <a:rect l="0" t="0" r="0" b="0"/>
            <a:pathLst>
              <a:path w="3166933" h="700053">
                <a:moveTo>
                  <a:pt x="0" y="621032"/>
                </a:moveTo>
                <a:lnTo>
                  <a:pt x="6197" y="618058"/>
                </a:lnTo>
                <a:lnTo>
                  <a:pt x="12395" y="615028"/>
                </a:lnTo>
                <a:lnTo>
                  <a:pt x="18592" y="611975"/>
                </a:lnTo>
                <a:lnTo>
                  <a:pt x="24790" y="608858"/>
                </a:lnTo>
                <a:lnTo>
                  <a:pt x="30987" y="605726"/>
                </a:lnTo>
                <a:lnTo>
                  <a:pt x="37185" y="602520"/>
                </a:lnTo>
                <a:lnTo>
                  <a:pt x="43382" y="599306"/>
                </a:lnTo>
                <a:lnTo>
                  <a:pt x="49580" y="596016"/>
                </a:lnTo>
                <a:lnTo>
                  <a:pt x="55777" y="592715"/>
                </a:lnTo>
                <a:lnTo>
                  <a:pt x="61975" y="589347"/>
                </a:lnTo>
                <a:lnTo>
                  <a:pt x="68172" y="585958"/>
                </a:lnTo>
                <a:lnTo>
                  <a:pt x="74370" y="582511"/>
                </a:lnTo>
                <a:lnTo>
                  <a:pt x="80567" y="579036"/>
                </a:lnTo>
                <a:lnTo>
                  <a:pt x="86765" y="575512"/>
                </a:lnTo>
                <a:lnTo>
                  <a:pt x="92962" y="571951"/>
                </a:lnTo>
                <a:lnTo>
                  <a:pt x="99160" y="568350"/>
                </a:lnTo>
                <a:lnTo>
                  <a:pt x="105357" y="564704"/>
                </a:lnTo>
                <a:lnTo>
                  <a:pt x="111555" y="561026"/>
                </a:lnTo>
                <a:lnTo>
                  <a:pt x="117752" y="557296"/>
                </a:lnTo>
                <a:lnTo>
                  <a:pt x="123950" y="553544"/>
                </a:lnTo>
                <a:lnTo>
                  <a:pt x="130147" y="549731"/>
                </a:lnTo>
                <a:lnTo>
                  <a:pt x="136345" y="545904"/>
                </a:lnTo>
                <a:lnTo>
                  <a:pt x="142543" y="542010"/>
                </a:lnTo>
                <a:lnTo>
                  <a:pt x="148740" y="538108"/>
                </a:lnTo>
                <a:lnTo>
                  <a:pt x="154938" y="534137"/>
                </a:lnTo>
                <a:lnTo>
                  <a:pt x="161135" y="530155"/>
                </a:lnTo>
                <a:lnTo>
                  <a:pt x="167333" y="526113"/>
                </a:lnTo>
                <a:lnTo>
                  <a:pt x="173530" y="522055"/>
                </a:lnTo>
                <a:lnTo>
                  <a:pt x="179728" y="517944"/>
                </a:lnTo>
                <a:lnTo>
                  <a:pt x="185925" y="513810"/>
                </a:lnTo>
                <a:lnTo>
                  <a:pt x="192123" y="509633"/>
                </a:lnTo>
                <a:lnTo>
                  <a:pt x="198320" y="505425"/>
                </a:lnTo>
                <a:lnTo>
                  <a:pt x="204518" y="501184"/>
                </a:lnTo>
                <a:lnTo>
                  <a:pt x="210715" y="496905"/>
                </a:lnTo>
                <a:lnTo>
                  <a:pt x="216913" y="492601"/>
                </a:lnTo>
                <a:lnTo>
                  <a:pt x="223110" y="488254"/>
                </a:lnTo>
                <a:lnTo>
                  <a:pt x="229308" y="483889"/>
                </a:lnTo>
                <a:lnTo>
                  <a:pt x="235505" y="479478"/>
                </a:lnTo>
                <a:lnTo>
                  <a:pt x="241703" y="475054"/>
                </a:lnTo>
                <a:lnTo>
                  <a:pt x="247900" y="470581"/>
                </a:lnTo>
                <a:lnTo>
                  <a:pt x="254098" y="466101"/>
                </a:lnTo>
                <a:lnTo>
                  <a:pt x="260295" y="461569"/>
                </a:lnTo>
                <a:lnTo>
                  <a:pt x="266493" y="457031"/>
                </a:lnTo>
                <a:lnTo>
                  <a:pt x="272690" y="452449"/>
                </a:lnTo>
                <a:lnTo>
                  <a:pt x="278888" y="447856"/>
                </a:lnTo>
                <a:lnTo>
                  <a:pt x="285086" y="443227"/>
                </a:lnTo>
                <a:lnTo>
                  <a:pt x="291283" y="438582"/>
                </a:lnTo>
                <a:lnTo>
                  <a:pt x="297481" y="433910"/>
                </a:lnTo>
                <a:lnTo>
                  <a:pt x="303678" y="429218"/>
                </a:lnTo>
                <a:lnTo>
                  <a:pt x="309876" y="424505"/>
                </a:lnTo>
                <a:lnTo>
                  <a:pt x="316073" y="419770"/>
                </a:lnTo>
                <a:lnTo>
                  <a:pt x="322271" y="415019"/>
                </a:lnTo>
                <a:lnTo>
                  <a:pt x="328468" y="410245"/>
                </a:lnTo>
                <a:lnTo>
                  <a:pt x="334666" y="405460"/>
                </a:lnTo>
                <a:lnTo>
                  <a:pt x="340863" y="400652"/>
                </a:lnTo>
                <a:lnTo>
                  <a:pt x="347061" y="395837"/>
                </a:lnTo>
                <a:lnTo>
                  <a:pt x="353258" y="390998"/>
                </a:lnTo>
                <a:lnTo>
                  <a:pt x="359456" y="386157"/>
                </a:lnTo>
                <a:lnTo>
                  <a:pt x="365653" y="381293"/>
                </a:lnTo>
                <a:lnTo>
                  <a:pt x="371851" y="376427"/>
                </a:lnTo>
                <a:lnTo>
                  <a:pt x="378048" y="371545"/>
                </a:lnTo>
                <a:lnTo>
                  <a:pt x="384246" y="366659"/>
                </a:lnTo>
                <a:lnTo>
                  <a:pt x="390443" y="361763"/>
                </a:lnTo>
                <a:lnTo>
                  <a:pt x="396641" y="356862"/>
                </a:lnTo>
                <a:lnTo>
                  <a:pt x="402838" y="351955"/>
                </a:lnTo>
                <a:lnTo>
                  <a:pt x="409036" y="347046"/>
                </a:lnTo>
                <a:lnTo>
                  <a:pt x="415234" y="342132"/>
                </a:lnTo>
                <a:lnTo>
                  <a:pt x="421431" y="337218"/>
                </a:lnTo>
                <a:lnTo>
                  <a:pt x="427629" y="332304"/>
                </a:lnTo>
                <a:lnTo>
                  <a:pt x="433826" y="327390"/>
                </a:lnTo>
                <a:lnTo>
                  <a:pt x="440024" y="322478"/>
                </a:lnTo>
                <a:lnTo>
                  <a:pt x="446221" y="317571"/>
                </a:lnTo>
                <a:lnTo>
                  <a:pt x="452419" y="312666"/>
                </a:lnTo>
                <a:lnTo>
                  <a:pt x="458616" y="307771"/>
                </a:lnTo>
                <a:lnTo>
                  <a:pt x="464814" y="302877"/>
                </a:lnTo>
                <a:lnTo>
                  <a:pt x="471011" y="297999"/>
                </a:lnTo>
                <a:lnTo>
                  <a:pt x="477209" y="293124"/>
                </a:lnTo>
                <a:lnTo>
                  <a:pt x="483406" y="288266"/>
                </a:lnTo>
                <a:lnTo>
                  <a:pt x="489604" y="283414"/>
                </a:lnTo>
                <a:lnTo>
                  <a:pt x="495801" y="278582"/>
                </a:lnTo>
                <a:lnTo>
                  <a:pt x="501999" y="273759"/>
                </a:lnTo>
                <a:lnTo>
                  <a:pt x="508196" y="268956"/>
                </a:lnTo>
                <a:lnTo>
                  <a:pt x="514394" y="264168"/>
                </a:lnTo>
                <a:lnTo>
                  <a:pt x="520591" y="259399"/>
                </a:lnTo>
                <a:lnTo>
                  <a:pt x="526789" y="254650"/>
                </a:lnTo>
                <a:lnTo>
                  <a:pt x="532986" y="249919"/>
                </a:lnTo>
                <a:lnTo>
                  <a:pt x="539184" y="245217"/>
                </a:lnTo>
                <a:lnTo>
                  <a:pt x="545381" y="240528"/>
                </a:lnTo>
                <a:lnTo>
                  <a:pt x="551579" y="235876"/>
                </a:lnTo>
                <a:lnTo>
                  <a:pt x="557777" y="231235"/>
                </a:lnTo>
                <a:lnTo>
                  <a:pt x="563974" y="226638"/>
                </a:lnTo>
                <a:lnTo>
                  <a:pt x="570172" y="222048"/>
                </a:lnTo>
                <a:lnTo>
                  <a:pt x="576369" y="217513"/>
                </a:lnTo>
                <a:lnTo>
                  <a:pt x="582567" y="212984"/>
                </a:lnTo>
                <a:lnTo>
                  <a:pt x="588764" y="208509"/>
                </a:lnTo>
                <a:lnTo>
                  <a:pt x="594962" y="204047"/>
                </a:lnTo>
                <a:lnTo>
                  <a:pt x="601159" y="199635"/>
                </a:lnTo>
                <a:lnTo>
                  <a:pt x="607357" y="195244"/>
                </a:lnTo>
                <a:lnTo>
                  <a:pt x="613554" y="190900"/>
                </a:lnTo>
                <a:lnTo>
                  <a:pt x="619752" y="186585"/>
                </a:lnTo>
                <a:lnTo>
                  <a:pt x="625949" y="182311"/>
                </a:lnTo>
                <a:lnTo>
                  <a:pt x="632147" y="178078"/>
                </a:lnTo>
                <a:lnTo>
                  <a:pt x="638344" y="173878"/>
                </a:lnTo>
                <a:lnTo>
                  <a:pt x="644542" y="169730"/>
                </a:lnTo>
                <a:lnTo>
                  <a:pt x="650739" y="165608"/>
                </a:lnTo>
                <a:lnTo>
                  <a:pt x="656937" y="161548"/>
                </a:lnTo>
                <a:lnTo>
                  <a:pt x="663134" y="157508"/>
                </a:lnTo>
                <a:lnTo>
                  <a:pt x="669332" y="153541"/>
                </a:lnTo>
                <a:lnTo>
                  <a:pt x="675529" y="149585"/>
                </a:lnTo>
                <a:lnTo>
                  <a:pt x="681727" y="145714"/>
                </a:lnTo>
                <a:lnTo>
                  <a:pt x="687924" y="141853"/>
                </a:lnTo>
                <a:lnTo>
                  <a:pt x="694122" y="138074"/>
                </a:lnTo>
                <a:lnTo>
                  <a:pt x="700320" y="134313"/>
                </a:lnTo>
                <a:lnTo>
                  <a:pt x="706517" y="130626"/>
                </a:lnTo>
                <a:lnTo>
                  <a:pt x="712715" y="126968"/>
                </a:lnTo>
                <a:lnTo>
                  <a:pt x="718912" y="123376"/>
                </a:lnTo>
                <a:lnTo>
                  <a:pt x="725110" y="119824"/>
                </a:lnTo>
                <a:lnTo>
                  <a:pt x="731307" y="116328"/>
                </a:lnTo>
                <a:lnTo>
                  <a:pt x="737505" y="112885"/>
                </a:lnTo>
                <a:lnTo>
                  <a:pt x="743702" y="109488"/>
                </a:lnTo>
                <a:lnTo>
                  <a:pt x="749900" y="106155"/>
                </a:lnTo>
                <a:lnTo>
                  <a:pt x="756097" y="102858"/>
                </a:lnTo>
                <a:lnTo>
                  <a:pt x="762295" y="99638"/>
                </a:lnTo>
                <a:lnTo>
                  <a:pt x="768492" y="96443"/>
                </a:lnTo>
                <a:lnTo>
                  <a:pt x="774690" y="93336"/>
                </a:lnTo>
                <a:lnTo>
                  <a:pt x="780887" y="90244"/>
                </a:lnTo>
                <a:lnTo>
                  <a:pt x="787085" y="87253"/>
                </a:lnTo>
                <a:lnTo>
                  <a:pt x="793282" y="84273"/>
                </a:lnTo>
                <a:lnTo>
                  <a:pt x="799480" y="81390"/>
                </a:lnTo>
                <a:lnTo>
                  <a:pt x="805677" y="78526"/>
                </a:lnTo>
                <a:lnTo>
                  <a:pt x="811875" y="75748"/>
                </a:lnTo>
                <a:lnTo>
                  <a:pt x="818072" y="73002"/>
                </a:lnTo>
                <a:lnTo>
                  <a:pt x="824270" y="70330"/>
                </a:lnTo>
                <a:lnTo>
                  <a:pt x="830468" y="67701"/>
                </a:lnTo>
                <a:lnTo>
                  <a:pt x="836665" y="65134"/>
                </a:lnTo>
                <a:lnTo>
                  <a:pt x="842863" y="62623"/>
                </a:lnTo>
                <a:lnTo>
                  <a:pt x="849060" y="60162"/>
                </a:lnTo>
                <a:lnTo>
                  <a:pt x="855258" y="57768"/>
                </a:lnTo>
                <a:lnTo>
                  <a:pt x="861455" y="55413"/>
                </a:lnTo>
                <a:lnTo>
                  <a:pt x="867653" y="53135"/>
                </a:lnTo>
                <a:lnTo>
                  <a:pt x="873850" y="50885"/>
                </a:lnTo>
                <a:lnTo>
                  <a:pt x="880048" y="48724"/>
                </a:lnTo>
                <a:lnTo>
                  <a:pt x="886245" y="46578"/>
                </a:lnTo>
                <a:lnTo>
                  <a:pt x="892443" y="44532"/>
                </a:lnTo>
                <a:lnTo>
                  <a:pt x="898640" y="42497"/>
                </a:lnTo>
                <a:lnTo>
                  <a:pt x="904838" y="40557"/>
                </a:lnTo>
                <a:lnTo>
                  <a:pt x="911035" y="38635"/>
                </a:lnTo>
                <a:lnTo>
                  <a:pt x="917233" y="36797"/>
                </a:lnTo>
                <a:lnTo>
                  <a:pt x="923430" y="34987"/>
                </a:lnTo>
                <a:lnTo>
                  <a:pt x="929628" y="33249"/>
                </a:lnTo>
                <a:lnTo>
                  <a:pt x="935825" y="31549"/>
                </a:lnTo>
                <a:lnTo>
                  <a:pt x="942023" y="29909"/>
                </a:lnTo>
                <a:lnTo>
                  <a:pt x="948220" y="28318"/>
                </a:lnTo>
                <a:lnTo>
                  <a:pt x="954418" y="26775"/>
                </a:lnTo>
                <a:lnTo>
                  <a:pt x="960615" y="25290"/>
                </a:lnTo>
                <a:lnTo>
                  <a:pt x="966813" y="23841"/>
                </a:lnTo>
                <a:lnTo>
                  <a:pt x="973011" y="22460"/>
                </a:lnTo>
                <a:lnTo>
                  <a:pt x="979208" y="21105"/>
                </a:lnTo>
                <a:lnTo>
                  <a:pt x="985406" y="19826"/>
                </a:lnTo>
                <a:lnTo>
                  <a:pt x="991603" y="18561"/>
                </a:lnTo>
                <a:lnTo>
                  <a:pt x="997801" y="17381"/>
                </a:lnTo>
                <a:lnTo>
                  <a:pt x="1003998" y="16210"/>
                </a:lnTo>
                <a:lnTo>
                  <a:pt x="1010196" y="15121"/>
                </a:lnTo>
                <a:lnTo>
                  <a:pt x="1016393" y="14046"/>
                </a:lnTo>
                <a:lnTo>
                  <a:pt x="1022591" y="13042"/>
                </a:lnTo>
                <a:lnTo>
                  <a:pt x="1028788" y="12060"/>
                </a:lnTo>
                <a:lnTo>
                  <a:pt x="1034986" y="11138"/>
                </a:lnTo>
                <a:lnTo>
                  <a:pt x="1041183" y="10246"/>
                </a:lnTo>
                <a:lnTo>
                  <a:pt x="1047381" y="9403"/>
                </a:lnTo>
                <a:lnTo>
                  <a:pt x="1053578" y="8599"/>
                </a:lnTo>
                <a:lnTo>
                  <a:pt x="1059776" y="7834"/>
                </a:lnTo>
                <a:lnTo>
                  <a:pt x="1065973" y="7115"/>
                </a:lnTo>
                <a:lnTo>
                  <a:pt x="1072171" y="6424"/>
                </a:lnTo>
                <a:lnTo>
                  <a:pt x="1078368" y="5786"/>
                </a:lnTo>
                <a:lnTo>
                  <a:pt x="1084566" y="5169"/>
                </a:lnTo>
                <a:lnTo>
                  <a:pt x="1090763" y="4609"/>
                </a:lnTo>
                <a:lnTo>
                  <a:pt x="1096961" y="4062"/>
                </a:lnTo>
                <a:lnTo>
                  <a:pt x="1103159" y="3579"/>
                </a:lnTo>
                <a:lnTo>
                  <a:pt x="1109356" y="3102"/>
                </a:lnTo>
                <a:lnTo>
                  <a:pt x="1115554" y="2689"/>
                </a:lnTo>
                <a:lnTo>
                  <a:pt x="1121751" y="2285"/>
                </a:lnTo>
                <a:lnTo>
                  <a:pt x="1127949" y="1935"/>
                </a:lnTo>
                <a:lnTo>
                  <a:pt x="1134146" y="1601"/>
                </a:lnTo>
                <a:lnTo>
                  <a:pt x="1140344" y="1311"/>
                </a:lnTo>
                <a:lnTo>
                  <a:pt x="1146541" y="1045"/>
                </a:lnTo>
                <a:lnTo>
                  <a:pt x="1152739" y="814"/>
                </a:lnTo>
                <a:lnTo>
                  <a:pt x="1158936" y="612"/>
                </a:lnTo>
                <a:lnTo>
                  <a:pt x="1165134" y="439"/>
                </a:lnTo>
                <a:lnTo>
                  <a:pt x="1171331" y="299"/>
                </a:lnTo>
                <a:lnTo>
                  <a:pt x="1177529" y="181"/>
                </a:lnTo>
                <a:lnTo>
                  <a:pt x="1183726" y="100"/>
                </a:lnTo>
                <a:lnTo>
                  <a:pt x="1189924" y="36"/>
                </a:lnTo>
                <a:lnTo>
                  <a:pt x="1196121" y="13"/>
                </a:lnTo>
                <a:lnTo>
                  <a:pt x="1202319" y="0"/>
                </a:lnTo>
                <a:lnTo>
                  <a:pt x="1208516" y="32"/>
                </a:lnTo>
                <a:lnTo>
                  <a:pt x="1214714" y="71"/>
                </a:lnTo>
                <a:lnTo>
                  <a:pt x="1220911" y="156"/>
                </a:lnTo>
                <a:lnTo>
                  <a:pt x="1227109" y="248"/>
                </a:lnTo>
                <a:lnTo>
                  <a:pt x="1233306" y="380"/>
                </a:lnTo>
                <a:lnTo>
                  <a:pt x="1239504" y="524"/>
                </a:lnTo>
                <a:lnTo>
                  <a:pt x="1245702" y="702"/>
                </a:lnTo>
                <a:lnTo>
                  <a:pt x="1251899" y="896"/>
                </a:lnTo>
                <a:lnTo>
                  <a:pt x="1258097" y="1119"/>
                </a:lnTo>
                <a:lnTo>
                  <a:pt x="1264294" y="1362"/>
                </a:lnTo>
                <a:lnTo>
                  <a:pt x="1270492" y="1629"/>
                </a:lnTo>
                <a:lnTo>
                  <a:pt x="1276689" y="1921"/>
                </a:lnTo>
                <a:lnTo>
                  <a:pt x="1282887" y="2231"/>
                </a:lnTo>
                <a:lnTo>
                  <a:pt x="1289084" y="2570"/>
                </a:lnTo>
                <a:lnTo>
                  <a:pt x="1295282" y="2922"/>
                </a:lnTo>
                <a:lnTo>
                  <a:pt x="1301479" y="3308"/>
                </a:lnTo>
                <a:lnTo>
                  <a:pt x="1307677" y="3703"/>
                </a:lnTo>
                <a:lnTo>
                  <a:pt x="1313874" y="4135"/>
                </a:lnTo>
                <a:lnTo>
                  <a:pt x="1320072" y="4572"/>
                </a:lnTo>
                <a:lnTo>
                  <a:pt x="1326269" y="5049"/>
                </a:lnTo>
                <a:lnTo>
                  <a:pt x="1332467" y="5532"/>
                </a:lnTo>
                <a:lnTo>
                  <a:pt x="1338664" y="6051"/>
                </a:lnTo>
                <a:lnTo>
                  <a:pt x="1344862" y="6580"/>
                </a:lnTo>
                <a:lnTo>
                  <a:pt x="1351059" y="7141"/>
                </a:lnTo>
                <a:lnTo>
                  <a:pt x="1357257" y="7716"/>
                </a:lnTo>
                <a:lnTo>
                  <a:pt x="1363454" y="8318"/>
                </a:lnTo>
                <a:lnTo>
                  <a:pt x="1369652" y="8940"/>
                </a:lnTo>
                <a:lnTo>
                  <a:pt x="1375849" y="9585"/>
                </a:lnTo>
                <a:lnTo>
                  <a:pt x="1382047" y="10254"/>
                </a:lnTo>
                <a:lnTo>
                  <a:pt x="1388245" y="10941"/>
                </a:lnTo>
                <a:lnTo>
                  <a:pt x="1394442" y="11658"/>
                </a:lnTo>
                <a:lnTo>
                  <a:pt x="1400640" y="12388"/>
                </a:lnTo>
                <a:lnTo>
                  <a:pt x="1406837" y="13154"/>
                </a:lnTo>
                <a:lnTo>
                  <a:pt x="1413035" y="13929"/>
                </a:lnTo>
                <a:lnTo>
                  <a:pt x="1419232" y="14744"/>
                </a:lnTo>
                <a:lnTo>
                  <a:pt x="1425430" y="15564"/>
                </a:lnTo>
                <a:lnTo>
                  <a:pt x="1431627" y="16430"/>
                </a:lnTo>
                <a:lnTo>
                  <a:pt x="1437825" y="17301"/>
                </a:lnTo>
                <a:lnTo>
                  <a:pt x="1444022" y="18213"/>
                </a:lnTo>
                <a:lnTo>
                  <a:pt x="1450220" y="19137"/>
                </a:lnTo>
                <a:lnTo>
                  <a:pt x="1456417" y="20097"/>
                </a:lnTo>
                <a:lnTo>
                  <a:pt x="1462615" y="21074"/>
                </a:lnTo>
                <a:lnTo>
                  <a:pt x="1468812" y="22084"/>
                </a:lnTo>
                <a:lnTo>
                  <a:pt x="1475010" y="23116"/>
                </a:lnTo>
                <a:lnTo>
                  <a:pt x="1481207" y="24176"/>
                </a:lnTo>
                <a:lnTo>
                  <a:pt x="1487405" y="25265"/>
                </a:lnTo>
                <a:lnTo>
                  <a:pt x="1493602" y="26376"/>
                </a:lnTo>
                <a:lnTo>
                  <a:pt x="1499800" y="27524"/>
                </a:lnTo>
                <a:lnTo>
                  <a:pt x="1505997" y="28688"/>
                </a:lnTo>
                <a:lnTo>
                  <a:pt x="1512195" y="29895"/>
                </a:lnTo>
                <a:lnTo>
                  <a:pt x="1518393" y="31114"/>
                </a:lnTo>
                <a:lnTo>
                  <a:pt x="1524590" y="32382"/>
                </a:lnTo>
                <a:lnTo>
                  <a:pt x="1530788" y="33657"/>
                </a:lnTo>
                <a:lnTo>
                  <a:pt x="1536985" y="34988"/>
                </a:lnTo>
                <a:lnTo>
                  <a:pt x="1543183" y="36327"/>
                </a:lnTo>
                <a:lnTo>
                  <a:pt x="1549380" y="37716"/>
                </a:lnTo>
                <a:lnTo>
                  <a:pt x="1555578" y="39119"/>
                </a:lnTo>
                <a:lnTo>
                  <a:pt x="1561775" y="40568"/>
                </a:lnTo>
                <a:lnTo>
                  <a:pt x="1567973" y="42038"/>
                </a:lnTo>
                <a:lnTo>
                  <a:pt x="1574170" y="43548"/>
                </a:lnTo>
                <a:lnTo>
                  <a:pt x="1580368" y="45086"/>
                </a:lnTo>
                <a:lnTo>
                  <a:pt x="1586565" y="46658"/>
                </a:lnTo>
                <a:lnTo>
                  <a:pt x="1592763" y="48266"/>
                </a:lnTo>
                <a:lnTo>
                  <a:pt x="1598960" y="49901"/>
                </a:lnTo>
                <a:lnTo>
                  <a:pt x="1605158" y="51579"/>
                </a:lnTo>
                <a:lnTo>
                  <a:pt x="1611355" y="53279"/>
                </a:lnTo>
                <a:lnTo>
                  <a:pt x="1617553" y="55030"/>
                </a:lnTo>
                <a:lnTo>
                  <a:pt x="1623750" y="56795"/>
                </a:lnTo>
                <a:lnTo>
                  <a:pt x="1629948" y="58619"/>
                </a:lnTo>
                <a:lnTo>
                  <a:pt x="1636145" y="60451"/>
                </a:lnTo>
                <a:lnTo>
                  <a:pt x="1642343" y="62350"/>
                </a:lnTo>
                <a:lnTo>
                  <a:pt x="1648540" y="64256"/>
                </a:lnTo>
                <a:lnTo>
                  <a:pt x="1654738" y="66223"/>
                </a:lnTo>
                <a:lnTo>
                  <a:pt x="1660936" y="68205"/>
                </a:lnTo>
                <a:lnTo>
                  <a:pt x="1667133" y="70240"/>
                </a:lnTo>
                <a:lnTo>
                  <a:pt x="1673331" y="72299"/>
                </a:lnTo>
                <a:lnTo>
                  <a:pt x="1679528" y="74404"/>
                </a:lnTo>
                <a:lnTo>
                  <a:pt x="1685726" y="76539"/>
                </a:lnTo>
                <a:lnTo>
                  <a:pt x="1691923" y="78713"/>
                </a:lnTo>
                <a:lnTo>
                  <a:pt x="1698121" y="80926"/>
                </a:lnTo>
                <a:lnTo>
                  <a:pt x="1704318" y="83171"/>
                </a:lnTo>
                <a:lnTo>
                  <a:pt x="1710516" y="85461"/>
                </a:lnTo>
                <a:lnTo>
                  <a:pt x="1716713" y="87776"/>
                </a:lnTo>
                <a:lnTo>
                  <a:pt x="1722911" y="90144"/>
                </a:lnTo>
                <a:lnTo>
                  <a:pt x="1729108" y="92529"/>
                </a:lnTo>
                <a:lnTo>
                  <a:pt x="1735306" y="94975"/>
                </a:lnTo>
                <a:lnTo>
                  <a:pt x="1741503" y="97430"/>
                </a:lnTo>
                <a:lnTo>
                  <a:pt x="1747701" y="99954"/>
                </a:lnTo>
                <a:lnTo>
                  <a:pt x="1753898" y="102485"/>
                </a:lnTo>
                <a:lnTo>
                  <a:pt x="1760096" y="105080"/>
                </a:lnTo>
                <a:lnTo>
                  <a:pt x="1766293" y="107688"/>
                </a:lnTo>
                <a:lnTo>
                  <a:pt x="1772491" y="110351"/>
                </a:lnTo>
                <a:lnTo>
                  <a:pt x="1778688" y="113036"/>
                </a:lnTo>
                <a:lnTo>
                  <a:pt x="1784886" y="115768"/>
                </a:lnTo>
                <a:lnTo>
                  <a:pt x="1791084" y="118528"/>
                </a:lnTo>
                <a:lnTo>
                  <a:pt x="1797281" y="121327"/>
                </a:lnTo>
                <a:lnTo>
                  <a:pt x="1803479" y="124162"/>
                </a:lnTo>
                <a:lnTo>
                  <a:pt x="1809676" y="127027"/>
                </a:lnTo>
                <a:lnTo>
                  <a:pt x="1815874" y="129935"/>
                </a:lnTo>
                <a:lnTo>
                  <a:pt x="1822071" y="132866"/>
                </a:lnTo>
                <a:lnTo>
                  <a:pt x="1828269" y="135846"/>
                </a:lnTo>
                <a:lnTo>
                  <a:pt x="1834466" y="138841"/>
                </a:lnTo>
                <a:lnTo>
                  <a:pt x="1840664" y="141891"/>
                </a:lnTo>
                <a:lnTo>
                  <a:pt x="1846861" y="144949"/>
                </a:lnTo>
                <a:lnTo>
                  <a:pt x="1853059" y="148067"/>
                </a:lnTo>
                <a:lnTo>
                  <a:pt x="1859256" y="151192"/>
                </a:lnTo>
                <a:lnTo>
                  <a:pt x="1865454" y="154372"/>
                </a:lnTo>
                <a:lnTo>
                  <a:pt x="1871651" y="157563"/>
                </a:lnTo>
                <a:lnTo>
                  <a:pt x="1877849" y="160800"/>
                </a:lnTo>
                <a:lnTo>
                  <a:pt x="1884046" y="164055"/>
                </a:lnTo>
                <a:lnTo>
                  <a:pt x="1890244" y="167349"/>
                </a:lnTo>
                <a:lnTo>
                  <a:pt x="1896441" y="170665"/>
                </a:lnTo>
                <a:lnTo>
                  <a:pt x="1902639" y="174013"/>
                </a:lnTo>
                <a:lnTo>
                  <a:pt x="1908836" y="177389"/>
                </a:lnTo>
                <a:lnTo>
                  <a:pt x="1915034" y="180789"/>
                </a:lnTo>
                <a:lnTo>
                  <a:pt x="1921231" y="184221"/>
                </a:lnTo>
                <a:lnTo>
                  <a:pt x="1927429" y="187671"/>
                </a:lnTo>
                <a:lnTo>
                  <a:pt x="1933627" y="191157"/>
                </a:lnTo>
                <a:lnTo>
                  <a:pt x="1939824" y="194655"/>
                </a:lnTo>
                <a:lnTo>
                  <a:pt x="1946022" y="198191"/>
                </a:lnTo>
                <a:lnTo>
                  <a:pt x="1952219" y="201734"/>
                </a:lnTo>
                <a:lnTo>
                  <a:pt x="1958417" y="205319"/>
                </a:lnTo>
                <a:lnTo>
                  <a:pt x="1964614" y="208908"/>
                </a:lnTo>
                <a:lnTo>
                  <a:pt x="1970812" y="212534"/>
                </a:lnTo>
                <a:lnTo>
                  <a:pt x="1977009" y="216167"/>
                </a:lnTo>
                <a:lnTo>
                  <a:pt x="1983207" y="219831"/>
                </a:lnTo>
                <a:lnTo>
                  <a:pt x="1989404" y="223506"/>
                </a:lnTo>
                <a:lnTo>
                  <a:pt x="1995602" y="227205"/>
                </a:lnTo>
                <a:lnTo>
                  <a:pt x="2001799" y="230917"/>
                </a:lnTo>
                <a:lnTo>
                  <a:pt x="2007997" y="234648"/>
                </a:lnTo>
                <a:lnTo>
                  <a:pt x="2014194" y="238394"/>
                </a:lnTo>
                <a:lnTo>
                  <a:pt x="2020392" y="242155"/>
                </a:lnTo>
                <a:lnTo>
                  <a:pt x="2026589" y="245932"/>
                </a:lnTo>
                <a:lnTo>
                  <a:pt x="2032787" y="249720"/>
                </a:lnTo>
                <a:lnTo>
                  <a:pt x="2038984" y="253525"/>
                </a:lnTo>
                <a:lnTo>
                  <a:pt x="2045182" y="257336"/>
                </a:lnTo>
                <a:lnTo>
                  <a:pt x="2051379" y="261164"/>
                </a:lnTo>
                <a:lnTo>
                  <a:pt x="2057577" y="264996"/>
                </a:lnTo>
                <a:lnTo>
                  <a:pt x="2063774" y="268845"/>
                </a:lnTo>
                <a:lnTo>
                  <a:pt x="2069972" y="272696"/>
                </a:lnTo>
                <a:lnTo>
                  <a:pt x="2076170" y="276561"/>
                </a:lnTo>
                <a:lnTo>
                  <a:pt x="2082367" y="280428"/>
                </a:lnTo>
                <a:lnTo>
                  <a:pt x="2088565" y="284305"/>
                </a:lnTo>
                <a:lnTo>
                  <a:pt x="2094762" y="288185"/>
                </a:lnTo>
                <a:lnTo>
                  <a:pt x="2100960" y="292071"/>
                </a:lnTo>
                <a:lnTo>
                  <a:pt x="2107157" y="295959"/>
                </a:lnTo>
                <a:lnTo>
                  <a:pt x="2113355" y="299851"/>
                </a:lnTo>
                <a:lnTo>
                  <a:pt x="2119552" y="303745"/>
                </a:lnTo>
                <a:lnTo>
                  <a:pt x="2125750" y="307641"/>
                </a:lnTo>
                <a:lnTo>
                  <a:pt x="2131947" y="311536"/>
                </a:lnTo>
                <a:lnTo>
                  <a:pt x="2138145" y="315432"/>
                </a:lnTo>
                <a:lnTo>
                  <a:pt x="2144342" y="319326"/>
                </a:lnTo>
                <a:lnTo>
                  <a:pt x="2150540" y="323219"/>
                </a:lnTo>
                <a:lnTo>
                  <a:pt x="2156737" y="327108"/>
                </a:lnTo>
                <a:lnTo>
                  <a:pt x="2162935" y="330995"/>
                </a:lnTo>
                <a:lnTo>
                  <a:pt x="2169132" y="334875"/>
                </a:lnTo>
                <a:lnTo>
                  <a:pt x="2175330" y="338754"/>
                </a:lnTo>
                <a:lnTo>
                  <a:pt x="2181527" y="342623"/>
                </a:lnTo>
                <a:lnTo>
                  <a:pt x="2187725" y="346489"/>
                </a:lnTo>
                <a:lnTo>
                  <a:pt x="2193922" y="350344"/>
                </a:lnTo>
                <a:lnTo>
                  <a:pt x="2200120" y="354194"/>
                </a:lnTo>
                <a:lnTo>
                  <a:pt x="2206318" y="358032"/>
                </a:lnTo>
                <a:lnTo>
                  <a:pt x="2212515" y="361863"/>
                </a:lnTo>
                <a:lnTo>
                  <a:pt x="2218713" y="365683"/>
                </a:lnTo>
                <a:lnTo>
                  <a:pt x="2224910" y="369491"/>
                </a:lnTo>
                <a:lnTo>
                  <a:pt x="2231108" y="373289"/>
                </a:lnTo>
                <a:lnTo>
                  <a:pt x="2237305" y="377073"/>
                </a:lnTo>
                <a:lnTo>
                  <a:pt x="2243503" y="380847"/>
                </a:lnTo>
                <a:lnTo>
                  <a:pt x="2249700" y="384602"/>
                </a:lnTo>
                <a:lnTo>
                  <a:pt x="2255898" y="388349"/>
                </a:lnTo>
                <a:lnTo>
                  <a:pt x="2262095" y="392073"/>
                </a:lnTo>
                <a:lnTo>
                  <a:pt x="2268293" y="395792"/>
                </a:lnTo>
                <a:lnTo>
                  <a:pt x="2274490" y="399482"/>
                </a:lnTo>
                <a:lnTo>
                  <a:pt x="2280688" y="403169"/>
                </a:lnTo>
                <a:lnTo>
                  <a:pt x="2286885" y="406824"/>
                </a:lnTo>
                <a:lnTo>
                  <a:pt x="2293083" y="410473"/>
                </a:lnTo>
                <a:lnTo>
                  <a:pt x="2299280" y="414093"/>
                </a:lnTo>
                <a:lnTo>
                  <a:pt x="2305478" y="417703"/>
                </a:lnTo>
                <a:lnTo>
                  <a:pt x="2311675" y="421286"/>
                </a:lnTo>
                <a:lnTo>
                  <a:pt x="2317873" y="424855"/>
                </a:lnTo>
                <a:lnTo>
                  <a:pt x="2324070" y="428399"/>
                </a:lnTo>
                <a:lnTo>
                  <a:pt x="2330268" y="431924"/>
                </a:lnTo>
                <a:lnTo>
                  <a:pt x="2336465" y="435428"/>
                </a:lnTo>
                <a:lnTo>
                  <a:pt x="2342663" y="438907"/>
                </a:lnTo>
                <a:lnTo>
                  <a:pt x="2348861" y="442368"/>
                </a:lnTo>
                <a:lnTo>
                  <a:pt x="2355058" y="445799"/>
                </a:lnTo>
                <a:lnTo>
                  <a:pt x="2361256" y="449217"/>
                </a:lnTo>
                <a:lnTo>
                  <a:pt x="2367453" y="452599"/>
                </a:lnTo>
                <a:lnTo>
                  <a:pt x="2373651" y="455972"/>
                </a:lnTo>
                <a:lnTo>
                  <a:pt x="2379848" y="459302"/>
                </a:lnTo>
                <a:lnTo>
                  <a:pt x="2386046" y="462627"/>
                </a:lnTo>
                <a:lnTo>
                  <a:pt x="2392243" y="465906"/>
                </a:lnTo>
                <a:lnTo>
                  <a:pt x="2398441" y="469179"/>
                </a:lnTo>
                <a:lnTo>
                  <a:pt x="2404638" y="472409"/>
                </a:lnTo>
                <a:lnTo>
                  <a:pt x="2410836" y="475627"/>
                </a:lnTo>
                <a:lnTo>
                  <a:pt x="2417033" y="478809"/>
                </a:lnTo>
                <a:lnTo>
                  <a:pt x="2423231" y="481971"/>
                </a:lnTo>
                <a:lnTo>
                  <a:pt x="2429428" y="485102"/>
                </a:lnTo>
                <a:lnTo>
                  <a:pt x="2435626" y="488209"/>
                </a:lnTo>
                <a:lnTo>
                  <a:pt x="2441823" y="491289"/>
                </a:lnTo>
                <a:lnTo>
                  <a:pt x="2448021" y="494339"/>
                </a:lnTo>
                <a:lnTo>
                  <a:pt x="2454218" y="497367"/>
                </a:lnTo>
                <a:lnTo>
                  <a:pt x="2460416" y="500359"/>
                </a:lnTo>
                <a:lnTo>
                  <a:pt x="2466613" y="503335"/>
                </a:lnTo>
                <a:lnTo>
                  <a:pt x="2472811" y="506269"/>
                </a:lnTo>
                <a:lnTo>
                  <a:pt x="2479009" y="509192"/>
                </a:lnTo>
                <a:lnTo>
                  <a:pt x="2485206" y="512067"/>
                </a:lnTo>
                <a:lnTo>
                  <a:pt x="2491404" y="514937"/>
                </a:lnTo>
                <a:lnTo>
                  <a:pt x="2497601" y="517755"/>
                </a:lnTo>
                <a:lnTo>
                  <a:pt x="2503799" y="520565"/>
                </a:lnTo>
                <a:lnTo>
                  <a:pt x="2509996" y="523330"/>
                </a:lnTo>
                <a:lnTo>
                  <a:pt x="2516194" y="526082"/>
                </a:lnTo>
                <a:lnTo>
                  <a:pt x="2522391" y="528793"/>
                </a:lnTo>
                <a:lnTo>
                  <a:pt x="2528589" y="531487"/>
                </a:lnTo>
                <a:lnTo>
                  <a:pt x="2534786" y="534145"/>
                </a:lnTo>
                <a:lnTo>
                  <a:pt x="2540984" y="536780"/>
                </a:lnTo>
                <a:lnTo>
                  <a:pt x="2547181" y="539386"/>
                </a:lnTo>
                <a:lnTo>
                  <a:pt x="2553379" y="541962"/>
                </a:lnTo>
                <a:lnTo>
                  <a:pt x="2559576" y="544516"/>
                </a:lnTo>
                <a:lnTo>
                  <a:pt x="2565774" y="547035"/>
                </a:lnTo>
                <a:lnTo>
                  <a:pt x="2571971" y="549537"/>
                </a:lnTo>
                <a:lnTo>
                  <a:pt x="2578169" y="551998"/>
                </a:lnTo>
                <a:lnTo>
                  <a:pt x="2584366" y="554449"/>
                </a:lnTo>
                <a:lnTo>
                  <a:pt x="2590564" y="556853"/>
                </a:lnTo>
                <a:lnTo>
                  <a:pt x="2596761" y="559253"/>
                </a:lnTo>
                <a:lnTo>
                  <a:pt x="2602959" y="561602"/>
                </a:lnTo>
                <a:lnTo>
                  <a:pt x="2609156" y="563946"/>
                </a:lnTo>
                <a:lnTo>
                  <a:pt x="2615354" y="566246"/>
                </a:lnTo>
                <a:lnTo>
                  <a:pt x="2621552" y="568535"/>
                </a:lnTo>
                <a:lnTo>
                  <a:pt x="2627749" y="570786"/>
                </a:lnTo>
                <a:lnTo>
                  <a:pt x="2633947" y="573021"/>
                </a:lnTo>
                <a:lnTo>
                  <a:pt x="2640144" y="575225"/>
                </a:lnTo>
                <a:lnTo>
                  <a:pt x="2646342" y="577407"/>
                </a:lnTo>
                <a:lnTo>
                  <a:pt x="2652539" y="579564"/>
                </a:lnTo>
                <a:lnTo>
                  <a:pt x="2658737" y="581694"/>
                </a:lnTo>
                <a:lnTo>
                  <a:pt x="2664934" y="583805"/>
                </a:lnTo>
                <a:lnTo>
                  <a:pt x="2671132" y="585885"/>
                </a:lnTo>
                <a:lnTo>
                  <a:pt x="2677329" y="587951"/>
                </a:lnTo>
                <a:lnTo>
                  <a:pt x="2683527" y="589982"/>
                </a:lnTo>
                <a:lnTo>
                  <a:pt x="2689724" y="592004"/>
                </a:lnTo>
                <a:lnTo>
                  <a:pt x="2695922" y="593987"/>
                </a:lnTo>
                <a:lnTo>
                  <a:pt x="2702119" y="595965"/>
                </a:lnTo>
                <a:lnTo>
                  <a:pt x="2708317" y="597902"/>
                </a:lnTo>
                <a:lnTo>
                  <a:pt x="2714514" y="599834"/>
                </a:lnTo>
                <a:lnTo>
                  <a:pt x="2720712" y="601730"/>
                </a:lnTo>
                <a:lnTo>
                  <a:pt x="2726909" y="603618"/>
                </a:lnTo>
                <a:lnTo>
                  <a:pt x="2733107" y="605474"/>
                </a:lnTo>
                <a:lnTo>
                  <a:pt x="2739304" y="607318"/>
                </a:lnTo>
                <a:lnTo>
                  <a:pt x="2745502" y="609135"/>
                </a:lnTo>
                <a:lnTo>
                  <a:pt x="2751699" y="610937"/>
                </a:lnTo>
                <a:lnTo>
                  <a:pt x="2757897" y="612717"/>
                </a:lnTo>
                <a:lnTo>
                  <a:pt x="2764095" y="614478"/>
                </a:lnTo>
                <a:lnTo>
                  <a:pt x="2770292" y="616222"/>
                </a:lnTo>
                <a:lnTo>
                  <a:pt x="2776490" y="617943"/>
                </a:lnTo>
                <a:lnTo>
                  <a:pt x="2782687" y="619653"/>
                </a:lnTo>
                <a:lnTo>
                  <a:pt x="2788885" y="621336"/>
                </a:lnTo>
                <a:lnTo>
                  <a:pt x="2795082" y="623011"/>
                </a:lnTo>
                <a:lnTo>
                  <a:pt x="2801280" y="624658"/>
                </a:lnTo>
                <a:lnTo>
                  <a:pt x="2807477" y="626300"/>
                </a:lnTo>
                <a:lnTo>
                  <a:pt x="2813675" y="627912"/>
                </a:lnTo>
                <a:lnTo>
                  <a:pt x="2819872" y="629519"/>
                </a:lnTo>
                <a:lnTo>
                  <a:pt x="2826070" y="631100"/>
                </a:lnTo>
                <a:lnTo>
                  <a:pt x="2832267" y="632674"/>
                </a:lnTo>
                <a:lnTo>
                  <a:pt x="2838465" y="634225"/>
                </a:lnTo>
                <a:lnTo>
                  <a:pt x="2844662" y="635767"/>
                </a:lnTo>
                <a:lnTo>
                  <a:pt x="2850860" y="637289"/>
                </a:lnTo>
                <a:lnTo>
                  <a:pt x="2857057" y="638800"/>
                </a:lnTo>
                <a:lnTo>
                  <a:pt x="2863255" y="640294"/>
                </a:lnTo>
                <a:lnTo>
                  <a:pt x="2869452" y="641775"/>
                </a:lnTo>
                <a:lnTo>
                  <a:pt x="2875650" y="643244"/>
                </a:lnTo>
                <a:lnTo>
                  <a:pt x="2881847" y="644695"/>
                </a:lnTo>
                <a:lnTo>
                  <a:pt x="2888045" y="646138"/>
                </a:lnTo>
                <a:lnTo>
                  <a:pt x="2894243" y="647563"/>
                </a:lnTo>
                <a:lnTo>
                  <a:pt x="2900440" y="648981"/>
                </a:lnTo>
                <a:lnTo>
                  <a:pt x="2906638" y="650378"/>
                </a:lnTo>
                <a:lnTo>
                  <a:pt x="2912835" y="651773"/>
                </a:lnTo>
                <a:lnTo>
                  <a:pt x="2919033" y="653145"/>
                </a:lnTo>
                <a:lnTo>
                  <a:pt x="2925230" y="654515"/>
                </a:lnTo>
                <a:lnTo>
                  <a:pt x="2931428" y="655864"/>
                </a:lnTo>
                <a:lnTo>
                  <a:pt x="2937625" y="657209"/>
                </a:lnTo>
                <a:lnTo>
                  <a:pt x="2943823" y="658537"/>
                </a:lnTo>
                <a:lnTo>
                  <a:pt x="2950020" y="659859"/>
                </a:lnTo>
                <a:lnTo>
                  <a:pt x="2956218" y="661166"/>
                </a:lnTo>
                <a:lnTo>
                  <a:pt x="2962415" y="662465"/>
                </a:lnTo>
                <a:lnTo>
                  <a:pt x="2968613" y="663752"/>
                </a:lnTo>
                <a:lnTo>
                  <a:pt x="2974810" y="665029"/>
                </a:lnTo>
                <a:lnTo>
                  <a:pt x="2981008" y="666297"/>
                </a:lnTo>
                <a:lnTo>
                  <a:pt x="2987205" y="667552"/>
                </a:lnTo>
                <a:lnTo>
                  <a:pt x="2993403" y="668801"/>
                </a:lnTo>
                <a:lnTo>
                  <a:pt x="2999600" y="670036"/>
                </a:lnTo>
                <a:lnTo>
                  <a:pt x="3005798" y="671266"/>
                </a:lnTo>
                <a:lnTo>
                  <a:pt x="3011995" y="672481"/>
                </a:lnTo>
                <a:lnTo>
                  <a:pt x="3018193" y="673693"/>
                </a:lnTo>
                <a:lnTo>
                  <a:pt x="3024390" y="674889"/>
                </a:lnTo>
                <a:lnTo>
                  <a:pt x="3030588" y="676082"/>
                </a:lnTo>
                <a:lnTo>
                  <a:pt x="3036786" y="677259"/>
                </a:lnTo>
                <a:lnTo>
                  <a:pt x="3042983" y="678433"/>
                </a:lnTo>
                <a:lnTo>
                  <a:pt x="3049181" y="679594"/>
                </a:lnTo>
                <a:lnTo>
                  <a:pt x="3055378" y="680749"/>
                </a:lnTo>
                <a:lnTo>
                  <a:pt x="3061576" y="681893"/>
                </a:lnTo>
                <a:lnTo>
                  <a:pt x="3067773" y="683030"/>
                </a:lnTo>
                <a:lnTo>
                  <a:pt x="3073971" y="684157"/>
                </a:lnTo>
                <a:lnTo>
                  <a:pt x="3080168" y="685276"/>
                </a:lnTo>
                <a:lnTo>
                  <a:pt x="3086366" y="686387"/>
                </a:lnTo>
                <a:lnTo>
                  <a:pt x="3092563" y="687488"/>
                </a:lnTo>
                <a:lnTo>
                  <a:pt x="3098761" y="688583"/>
                </a:lnTo>
                <a:lnTo>
                  <a:pt x="3104958" y="689666"/>
                </a:lnTo>
                <a:lnTo>
                  <a:pt x="3111156" y="690745"/>
                </a:lnTo>
                <a:lnTo>
                  <a:pt x="3117353" y="691811"/>
                </a:lnTo>
                <a:lnTo>
                  <a:pt x="3123551" y="692874"/>
                </a:lnTo>
                <a:lnTo>
                  <a:pt x="3129748" y="693921"/>
                </a:lnTo>
                <a:lnTo>
                  <a:pt x="3135946" y="694968"/>
                </a:lnTo>
                <a:lnTo>
                  <a:pt x="3142143" y="695999"/>
                </a:lnTo>
                <a:lnTo>
                  <a:pt x="3148341" y="697027"/>
                </a:lnTo>
                <a:lnTo>
                  <a:pt x="3154538" y="698043"/>
                </a:lnTo>
                <a:lnTo>
                  <a:pt x="3160736" y="699053"/>
                </a:lnTo>
                <a:lnTo>
                  <a:pt x="3166933" y="700053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8" name="pl56">
            <a:extLst>
              <a:ext uri="{FF2B5EF4-FFF2-40B4-BE49-F238E27FC236}">
                <a16:creationId xmlns:a16="http://schemas.microsoft.com/office/drawing/2014/main" id="{83F4593B-73EE-FE7E-644D-9CC264B2B831}"/>
              </a:ext>
            </a:extLst>
          </p:cNvPr>
          <p:cNvSpPr/>
          <p:nvPr/>
        </p:nvSpPr>
        <p:spPr>
          <a:xfrm>
            <a:off x="6385033" y="3146553"/>
            <a:ext cx="2654192" cy="0"/>
          </a:xfrm>
          <a:custGeom>
            <a:avLst/>
            <a:gdLst/>
            <a:ahLst/>
            <a:cxnLst/>
            <a:rect l="0" t="0" r="0" b="0"/>
            <a:pathLst>
              <a:path w="3483627">
                <a:moveTo>
                  <a:pt x="0" y="0"/>
                </a:moveTo>
                <a:lnTo>
                  <a:pt x="34836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9" name="pl57">
            <a:extLst>
              <a:ext uri="{FF2B5EF4-FFF2-40B4-BE49-F238E27FC236}">
                <a16:creationId xmlns:a16="http://schemas.microsoft.com/office/drawing/2014/main" id="{4A494D73-F4D4-1CB3-AB6D-0114E5EEAE81}"/>
              </a:ext>
            </a:extLst>
          </p:cNvPr>
          <p:cNvSpPr/>
          <p:nvPr/>
        </p:nvSpPr>
        <p:spPr>
          <a:xfrm>
            <a:off x="6443278" y="3146553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0" name="pl58">
            <a:extLst>
              <a:ext uri="{FF2B5EF4-FFF2-40B4-BE49-F238E27FC236}">
                <a16:creationId xmlns:a16="http://schemas.microsoft.com/office/drawing/2014/main" id="{F94E499E-FE94-D07A-9CD0-C626EF9BBBD9}"/>
              </a:ext>
            </a:extLst>
          </p:cNvPr>
          <p:cNvSpPr/>
          <p:nvPr/>
        </p:nvSpPr>
        <p:spPr>
          <a:xfrm>
            <a:off x="6988787" y="3146553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1" name="pl59">
            <a:extLst>
              <a:ext uri="{FF2B5EF4-FFF2-40B4-BE49-F238E27FC236}">
                <a16:creationId xmlns:a16="http://schemas.microsoft.com/office/drawing/2014/main" id="{03994B8E-E6A8-76CC-6797-47C84240B3C7}"/>
              </a:ext>
            </a:extLst>
          </p:cNvPr>
          <p:cNvSpPr/>
          <p:nvPr/>
        </p:nvSpPr>
        <p:spPr>
          <a:xfrm>
            <a:off x="7534294" y="3146553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2" name="pl60">
            <a:extLst>
              <a:ext uri="{FF2B5EF4-FFF2-40B4-BE49-F238E27FC236}">
                <a16:creationId xmlns:a16="http://schemas.microsoft.com/office/drawing/2014/main" id="{134E97E9-BB65-EDC1-C762-53B6285601DD}"/>
              </a:ext>
            </a:extLst>
          </p:cNvPr>
          <p:cNvSpPr/>
          <p:nvPr/>
        </p:nvSpPr>
        <p:spPr>
          <a:xfrm>
            <a:off x="8079803" y="3146553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3" name="pl61">
            <a:extLst>
              <a:ext uri="{FF2B5EF4-FFF2-40B4-BE49-F238E27FC236}">
                <a16:creationId xmlns:a16="http://schemas.microsoft.com/office/drawing/2014/main" id="{DB746927-7B5F-35CF-5B0D-F032945735B5}"/>
              </a:ext>
            </a:extLst>
          </p:cNvPr>
          <p:cNvSpPr/>
          <p:nvPr/>
        </p:nvSpPr>
        <p:spPr>
          <a:xfrm>
            <a:off x="8625312" y="3146553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4" name="tx62">
            <a:extLst>
              <a:ext uri="{FF2B5EF4-FFF2-40B4-BE49-F238E27FC236}">
                <a16:creationId xmlns:a16="http://schemas.microsoft.com/office/drawing/2014/main" id="{BB8D9B73-4A5A-BF7A-7A89-0D89652A70F9}"/>
              </a:ext>
            </a:extLst>
          </p:cNvPr>
          <p:cNvSpPr/>
          <p:nvPr/>
        </p:nvSpPr>
        <p:spPr>
          <a:xfrm>
            <a:off x="6419600" y="3192982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25" name="tx63">
            <a:extLst>
              <a:ext uri="{FF2B5EF4-FFF2-40B4-BE49-F238E27FC236}">
                <a16:creationId xmlns:a16="http://schemas.microsoft.com/office/drawing/2014/main" id="{261E6E60-592A-7C21-7ECB-363AB14593A6}"/>
              </a:ext>
            </a:extLst>
          </p:cNvPr>
          <p:cNvSpPr/>
          <p:nvPr/>
        </p:nvSpPr>
        <p:spPr>
          <a:xfrm>
            <a:off x="6965108" y="3194063"/>
            <a:ext cx="47356" cy="6116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526" name="tx64">
            <a:extLst>
              <a:ext uri="{FF2B5EF4-FFF2-40B4-BE49-F238E27FC236}">
                <a16:creationId xmlns:a16="http://schemas.microsoft.com/office/drawing/2014/main" id="{E7CA64E0-474B-B3D1-EB03-A7B981914AF2}"/>
              </a:ext>
            </a:extLst>
          </p:cNvPr>
          <p:cNvSpPr/>
          <p:nvPr/>
        </p:nvSpPr>
        <p:spPr>
          <a:xfrm>
            <a:off x="7486938" y="3192982"/>
            <a:ext cx="94713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527" name="tx65">
            <a:extLst>
              <a:ext uri="{FF2B5EF4-FFF2-40B4-BE49-F238E27FC236}">
                <a16:creationId xmlns:a16="http://schemas.microsoft.com/office/drawing/2014/main" id="{6F8166DB-1F07-2A3F-416A-087F5CFC4D8D}"/>
              </a:ext>
            </a:extLst>
          </p:cNvPr>
          <p:cNvSpPr/>
          <p:nvPr/>
        </p:nvSpPr>
        <p:spPr>
          <a:xfrm>
            <a:off x="8032446" y="3192982"/>
            <a:ext cx="94713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528" name="tx66">
            <a:extLst>
              <a:ext uri="{FF2B5EF4-FFF2-40B4-BE49-F238E27FC236}">
                <a16:creationId xmlns:a16="http://schemas.microsoft.com/office/drawing/2014/main" id="{89B9124F-CD26-3395-AA7F-6699736A0024}"/>
              </a:ext>
            </a:extLst>
          </p:cNvPr>
          <p:cNvSpPr/>
          <p:nvPr/>
        </p:nvSpPr>
        <p:spPr>
          <a:xfrm>
            <a:off x="8577955" y="3192982"/>
            <a:ext cx="94713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529" name="tx67">
            <a:extLst>
              <a:ext uri="{FF2B5EF4-FFF2-40B4-BE49-F238E27FC236}">
                <a16:creationId xmlns:a16="http://schemas.microsoft.com/office/drawing/2014/main" id="{90E10844-0A19-D456-83F7-26F1500AD2C0}"/>
              </a:ext>
            </a:extLst>
          </p:cNvPr>
          <p:cNvSpPr/>
          <p:nvPr/>
        </p:nvSpPr>
        <p:spPr>
          <a:xfrm>
            <a:off x="7679620" y="3307867"/>
            <a:ext cx="65016" cy="761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530" name="rc68">
            <a:extLst>
              <a:ext uri="{FF2B5EF4-FFF2-40B4-BE49-F238E27FC236}">
                <a16:creationId xmlns:a16="http://schemas.microsoft.com/office/drawing/2014/main" id="{ACAAC331-73D1-8CA5-0B9D-A2716C0BE5D1}"/>
              </a:ext>
            </a:extLst>
          </p:cNvPr>
          <p:cNvSpPr/>
          <p:nvPr/>
        </p:nvSpPr>
        <p:spPr>
          <a:xfrm>
            <a:off x="6507910" y="3382767"/>
            <a:ext cx="2408437" cy="27324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1" name="tx69">
            <a:extLst>
              <a:ext uri="{FF2B5EF4-FFF2-40B4-BE49-F238E27FC236}">
                <a16:creationId xmlns:a16="http://schemas.microsoft.com/office/drawing/2014/main" id="{FC34477C-DB81-64A9-A62A-3E7933A138E7}"/>
              </a:ext>
            </a:extLst>
          </p:cNvPr>
          <p:cNvSpPr/>
          <p:nvPr/>
        </p:nvSpPr>
        <p:spPr>
          <a:xfrm>
            <a:off x="6405880" y="3504595"/>
            <a:ext cx="644657" cy="774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Time Window</a:t>
            </a:r>
          </a:p>
        </p:txBody>
      </p:sp>
      <p:sp>
        <p:nvSpPr>
          <p:cNvPr id="532" name="rc70">
            <a:extLst>
              <a:ext uri="{FF2B5EF4-FFF2-40B4-BE49-F238E27FC236}">
                <a16:creationId xmlns:a16="http://schemas.microsoft.com/office/drawing/2014/main" id="{1C0B5E27-EAF3-3944-2B97-97D72CAAA498}"/>
              </a:ext>
            </a:extLst>
          </p:cNvPr>
          <p:cNvSpPr/>
          <p:nvPr/>
        </p:nvSpPr>
        <p:spPr>
          <a:xfrm>
            <a:off x="7267094" y="3435787"/>
            <a:ext cx="167205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3" name="rc71">
            <a:extLst>
              <a:ext uri="{FF2B5EF4-FFF2-40B4-BE49-F238E27FC236}">
                <a16:creationId xmlns:a16="http://schemas.microsoft.com/office/drawing/2014/main" id="{6C6C866F-64EF-694F-5ECE-B37A7FC133F8}"/>
              </a:ext>
            </a:extLst>
          </p:cNvPr>
          <p:cNvSpPr/>
          <p:nvPr/>
        </p:nvSpPr>
        <p:spPr>
          <a:xfrm>
            <a:off x="7280808" y="3449502"/>
            <a:ext cx="139775" cy="139775"/>
          </a:xfrm>
          <a:prstGeom prst="rect">
            <a:avLst/>
          </a:prstGeom>
          <a:ln w="27101" cap="flat">
            <a:solidFill>
              <a:srgbClr val="8E4CC7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4" name="rc72">
            <a:extLst>
              <a:ext uri="{FF2B5EF4-FFF2-40B4-BE49-F238E27FC236}">
                <a16:creationId xmlns:a16="http://schemas.microsoft.com/office/drawing/2014/main" id="{AD1A28E4-702D-335D-DD39-CBC8D9C366D2}"/>
              </a:ext>
            </a:extLst>
          </p:cNvPr>
          <p:cNvSpPr/>
          <p:nvPr/>
        </p:nvSpPr>
        <p:spPr>
          <a:xfrm>
            <a:off x="7620167" y="3435787"/>
            <a:ext cx="167204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5" name="rc73">
            <a:extLst>
              <a:ext uri="{FF2B5EF4-FFF2-40B4-BE49-F238E27FC236}">
                <a16:creationId xmlns:a16="http://schemas.microsoft.com/office/drawing/2014/main" id="{9D7EDE92-A757-BFB5-4D12-A79DA66B8D1E}"/>
              </a:ext>
            </a:extLst>
          </p:cNvPr>
          <p:cNvSpPr/>
          <p:nvPr/>
        </p:nvSpPr>
        <p:spPr>
          <a:xfrm>
            <a:off x="7633881" y="3449502"/>
            <a:ext cx="139775" cy="139775"/>
          </a:xfrm>
          <a:prstGeom prst="rect">
            <a:avLst/>
          </a:prstGeom>
          <a:ln w="27101" cap="flat">
            <a:solidFill>
              <a:srgbClr val="C77C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6" name="rc74">
            <a:extLst>
              <a:ext uri="{FF2B5EF4-FFF2-40B4-BE49-F238E27FC236}">
                <a16:creationId xmlns:a16="http://schemas.microsoft.com/office/drawing/2014/main" id="{3E4C9D9A-A67A-CB07-1D0C-2FF490630D6F}"/>
              </a:ext>
            </a:extLst>
          </p:cNvPr>
          <p:cNvSpPr/>
          <p:nvPr/>
        </p:nvSpPr>
        <p:spPr>
          <a:xfrm>
            <a:off x="7944212" y="3435787"/>
            <a:ext cx="167205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7" name="rc75">
            <a:extLst>
              <a:ext uri="{FF2B5EF4-FFF2-40B4-BE49-F238E27FC236}">
                <a16:creationId xmlns:a16="http://schemas.microsoft.com/office/drawing/2014/main" id="{8B95ACA9-DE5E-92AF-D19B-C713D786E92D}"/>
              </a:ext>
            </a:extLst>
          </p:cNvPr>
          <p:cNvSpPr/>
          <p:nvPr/>
        </p:nvSpPr>
        <p:spPr>
          <a:xfrm>
            <a:off x="7957926" y="3449502"/>
            <a:ext cx="139775" cy="139775"/>
          </a:xfrm>
          <a:prstGeom prst="rect">
            <a:avLst/>
          </a:prstGeom>
          <a:ln w="27101" cap="flat">
            <a:solidFill>
              <a:srgbClr val="D79B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8" name="rc76">
            <a:extLst>
              <a:ext uri="{FF2B5EF4-FFF2-40B4-BE49-F238E27FC236}">
                <a16:creationId xmlns:a16="http://schemas.microsoft.com/office/drawing/2014/main" id="{CC32E2B8-F781-F377-05E3-DF6D60896514}"/>
              </a:ext>
            </a:extLst>
          </p:cNvPr>
          <p:cNvSpPr/>
          <p:nvPr/>
        </p:nvSpPr>
        <p:spPr>
          <a:xfrm>
            <a:off x="8268257" y="3435787"/>
            <a:ext cx="167204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9" name="rc77">
            <a:extLst>
              <a:ext uri="{FF2B5EF4-FFF2-40B4-BE49-F238E27FC236}">
                <a16:creationId xmlns:a16="http://schemas.microsoft.com/office/drawing/2014/main" id="{E98EA2A5-EEF2-A8D6-E74E-2E38883A0CDE}"/>
              </a:ext>
            </a:extLst>
          </p:cNvPr>
          <p:cNvSpPr/>
          <p:nvPr/>
        </p:nvSpPr>
        <p:spPr>
          <a:xfrm>
            <a:off x="8281971" y="3449502"/>
            <a:ext cx="139775" cy="139775"/>
          </a:xfrm>
          <a:prstGeom prst="rect">
            <a:avLst/>
          </a:prstGeom>
          <a:ln w="27101" cap="flat">
            <a:solidFill>
              <a:srgbClr val="E8C2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0" name="rc78">
            <a:extLst>
              <a:ext uri="{FF2B5EF4-FFF2-40B4-BE49-F238E27FC236}">
                <a16:creationId xmlns:a16="http://schemas.microsoft.com/office/drawing/2014/main" id="{EF9830C0-8AAE-C15C-8C2C-528725667B3D}"/>
              </a:ext>
            </a:extLst>
          </p:cNvPr>
          <p:cNvSpPr/>
          <p:nvPr/>
        </p:nvSpPr>
        <p:spPr>
          <a:xfrm>
            <a:off x="8592302" y="3435787"/>
            <a:ext cx="167204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1" name="rc79">
            <a:extLst>
              <a:ext uri="{FF2B5EF4-FFF2-40B4-BE49-F238E27FC236}">
                <a16:creationId xmlns:a16="http://schemas.microsoft.com/office/drawing/2014/main" id="{4634F709-D51D-A699-49A7-BE80CEC7B765}"/>
              </a:ext>
            </a:extLst>
          </p:cNvPr>
          <p:cNvSpPr/>
          <p:nvPr/>
        </p:nvSpPr>
        <p:spPr>
          <a:xfrm>
            <a:off x="8606016" y="3449502"/>
            <a:ext cx="139775" cy="139775"/>
          </a:xfrm>
          <a:prstGeom prst="rect">
            <a:avLst/>
          </a:prstGeom>
          <a:ln w="27101" cap="flat">
            <a:solidFill>
              <a:srgbClr val="F5E6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2" name="tx80">
            <a:extLst>
              <a:ext uri="{FF2B5EF4-FFF2-40B4-BE49-F238E27FC236}">
                <a16:creationId xmlns:a16="http://schemas.microsoft.com/office/drawing/2014/main" id="{3BC8FDF4-D5E6-3872-B2DE-609FBAA1003F}"/>
              </a:ext>
            </a:extLst>
          </p:cNvPr>
          <p:cNvSpPr/>
          <p:nvPr/>
        </p:nvSpPr>
        <p:spPr>
          <a:xfrm>
            <a:off x="7487318" y="3513212"/>
            <a:ext cx="75712" cy="6120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543" name="tx81">
            <a:extLst>
              <a:ext uri="{FF2B5EF4-FFF2-40B4-BE49-F238E27FC236}">
                <a16:creationId xmlns:a16="http://schemas.microsoft.com/office/drawing/2014/main" id="{D184860A-42F9-A4CB-497D-DD6939B68407}"/>
              </a:ext>
            </a:extLst>
          </p:cNvPr>
          <p:cNvSpPr/>
          <p:nvPr/>
        </p:nvSpPr>
        <p:spPr>
          <a:xfrm>
            <a:off x="7840392" y="3512173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44" name="tx82">
            <a:extLst>
              <a:ext uri="{FF2B5EF4-FFF2-40B4-BE49-F238E27FC236}">
                <a16:creationId xmlns:a16="http://schemas.microsoft.com/office/drawing/2014/main" id="{FE449332-A437-3768-5991-1F14991ED975}"/>
              </a:ext>
            </a:extLst>
          </p:cNvPr>
          <p:cNvSpPr/>
          <p:nvPr/>
        </p:nvSpPr>
        <p:spPr>
          <a:xfrm>
            <a:off x="8164437" y="3513212"/>
            <a:ext cx="47356" cy="6120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45" name="tx83">
            <a:extLst>
              <a:ext uri="{FF2B5EF4-FFF2-40B4-BE49-F238E27FC236}">
                <a16:creationId xmlns:a16="http://schemas.microsoft.com/office/drawing/2014/main" id="{F296E984-6AAC-3DE7-442D-0B71C3C23C5B}"/>
              </a:ext>
            </a:extLst>
          </p:cNvPr>
          <p:cNvSpPr/>
          <p:nvPr/>
        </p:nvSpPr>
        <p:spPr>
          <a:xfrm>
            <a:off x="8488482" y="3513461"/>
            <a:ext cx="47356" cy="609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546" name="tx84">
            <a:extLst>
              <a:ext uri="{FF2B5EF4-FFF2-40B4-BE49-F238E27FC236}">
                <a16:creationId xmlns:a16="http://schemas.microsoft.com/office/drawing/2014/main" id="{F0B5648F-5A48-5545-38A1-584F470C6173}"/>
              </a:ext>
            </a:extLst>
          </p:cNvPr>
          <p:cNvSpPr/>
          <p:nvPr/>
        </p:nvSpPr>
        <p:spPr>
          <a:xfrm>
            <a:off x="8812527" y="3512173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549" name="rc87">
            <a:extLst>
              <a:ext uri="{FF2B5EF4-FFF2-40B4-BE49-F238E27FC236}">
                <a16:creationId xmlns:a16="http://schemas.microsoft.com/office/drawing/2014/main" id="{4E707534-CF9C-AFEA-9F5B-4C60CFD6228C}"/>
              </a:ext>
            </a:extLst>
          </p:cNvPr>
          <p:cNvSpPr/>
          <p:nvPr/>
        </p:nvSpPr>
        <p:spPr>
          <a:xfrm>
            <a:off x="6372225" y="4082588"/>
            <a:ext cx="2654192" cy="7075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0" name="pg88">
            <a:extLst>
              <a:ext uri="{FF2B5EF4-FFF2-40B4-BE49-F238E27FC236}">
                <a16:creationId xmlns:a16="http://schemas.microsoft.com/office/drawing/2014/main" id="{0F570BA7-36CA-3A00-92DE-192114BA998B}"/>
              </a:ext>
            </a:extLst>
          </p:cNvPr>
          <p:cNvSpPr/>
          <p:nvPr/>
        </p:nvSpPr>
        <p:spPr>
          <a:xfrm>
            <a:off x="6492869" y="4177250"/>
            <a:ext cx="2412901" cy="580697"/>
          </a:xfrm>
          <a:custGeom>
            <a:avLst/>
            <a:gdLst/>
            <a:ahLst/>
            <a:cxnLst/>
            <a:rect l="0" t="0" r="0" b="0"/>
            <a:pathLst>
              <a:path w="3166933" h="762165">
                <a:moveTo>
                  <a:pt x="0" y="103305"/>
                </a:moveTo>
                <a:lnTo>
                  <a:pt x="6197" y="97542"/>
                </a:lnTo>
                <a:lnTo>
                  <a:pt x="12395" y="91904"/>
                </a:lnTo>
                <a:lnTo>
                  <a:pt x="18592" y="86397"/>
                </a:lnTo>
                <a:lnTo>
                  <a:pt x="24790" y="81064"/>
                </a:lnTo>
                <a:lnTo>
                  <a:pt x="30987" y="75824"/>
                </a:lnTo>
                <a:lnTo>
                  <a:pt x="37185" y="70813"/>
                </a:lnTo>
                <a:lnTo>
                  <a:pt x="43382" y="65852"/>
                </a:lnTo>
                <a:lnTo>
                  <a:pt x="49580" y="61177"/>
                </a:lnTo>
                <a:lnTo>
                  <a:pt x="55777" y="56551"/>
                </a:lnTo>
                <a:lnTo>
                  <a:pt x="61975" y="52179"/>
                </a:lnTo>
                <a:lnTo>
                  <a:pt x="68172" y="47905"/>
                </a:lnTo>
                <a:lnTo>
                  <a:pt x="74370" y="43841"/>
                </a:lnTo>
                <a:lnTo>
                  <a:pt x="80567" y="39931"/>
                </a:lnTo>
                <a:lnTo>
                  <a:pt x="86765" y="36183"/>
                </a:lnTo>
                <a:lnTo>
                  <a:pt x="92962" y="32646"/>
                </a:lnTo>
                <a:lnTo>
                  <a:pt x="99160" y="29222"/>
                </a:lnTo>
                <a:lnTo>
                  <a:pt x="105357" y="26067"/>
                </a:lnTo>
                <a:lnTo>
                  <a:pt x="111555" y="22973"/>
                </a:lnTo>
                <a:lnTo>
                  <a:pt x="117752" y="20207"/>
                </a:lnTo>
                <a:lnTo>
                  <a:pt x="123950" y="17498"/>
                </a:lnTo>
                <a:lnTo>
                  <a:pt x="130147" y="15077"/>
                </a:lnTo>
                <a:lnTo>
                  <a:pt x="136345" y="12764"/>
                </a:lnTo>
                <a:lnTo>
                  <a:pt x="142543" y="10685"/>
                </a:lnTo>
                <a:lnTo>
                  <a:pt x="148740" y="8772"/>
                </a:lnTo>
                <a:lnTo>
                  <a:pt x="154938" y="7037"/>
                </a:lnTo>
                <a:lnTo>
                  <a:pt x="161135" y="5526"/>
                </a:lnTo>
                <a:lnTo>
                  <a:pt x="167333" y="4137"/>
                </a:lnTo>
                <a:lnTo>
                  <a:pt x="173530" y="3028"/>
                </a:lnTo>
                <a:lnTo>
                  <a:pt x="179728" y="1984"/>
                </a:lnTo>
                <a:lnTo>
                  <a:pt x="185925" y="1277"/>
                </a:lnTo>
                <a:lnTo>
                  <a:pt x="192123" y="627"/>
                </a:lnTo>
                <a:lnTo>
                  <a:pt x="198320" y="269"/>
                </a:lnTo>
                <a:lnTo>
                  <a:pt x="204518" y="18"/>
                </a:lnTo>
                <a:lnTo>
                  <a:pt x="210715" y="0"/>
                </a:lnTo>
                <a:lnTo>
                  <a:pt x="216913" y="142"/>
                </a:lnTo>
                <a:lnTo>
                  <a:pt x="223110" y="459"/>
                </a:lnTo>
                <a:lnTo>
                  <a:pt x="229308" y="990"/>
                </a:lnTo>
                <a:lnTo>
                  <a:pt x="235505" y="1638"/>
                </a:lnTo>
                <a:lnTo>
                  <a:pt x="241703" y="2550"/>
                </a:lnTo>
                <a:lnTo>
                  <a:pt x="247900" y="3523"/>
                </a:lnTo>
                <a:lnTo>
                  <a:pt x="254098" y="4808"/>
                </a:lnTo>
                <a:lnTo>
                  <a:pt x="260295" y="6144"/>
                </a:lnTo>
                <a:lnTo>
                  <a:pt x="266493" y="7747"/>
                </a:lnTo>
                <a:lnTo>
                  <a:pt x="272690" y="9444"/>
                </a:lnTo>
                <a:lnTo>
                  <a:pt x="278888" y="11349"/>
                </a:lnTo>
                <a:lnTo>
                  <a:pt x="285086" y="13395"/>
                </a:lnTo>
                <a:lnTo>
                  <a:pt x="291283" y="15595"/>
                </a:lnTo>
                <a:lnTo>
                  <a:pt x="297481" y="17977"/>
                </a:lnTo>
                <a:lnTo>
                  <a:pt x="303678" y="20462"/>
                </a:lnTo>
                <a:lnTo>
                  <a:pt x="309876" y="23168"/>
                </a:lnTo>
                <a:lnTo>
                  <a:pt x="316073" y="25926"/>
                </a:lnTo>
                <a:lnTo>
                  <a:pt x="322271" y="28941"/>
                </a:lnTo>
                <a:lnTo>
                  <a:pt x="328468" y="31998"/>
                </a:lnTo>
                <a:lnTo>
                  <a:pt x="334666" y="35273"/>
                </a:lnTo>
                <a:lnTo>
                  <a:pt x="340863" y="38620"/>
                </a:lnTo>
                <a:lnTo>
                  <a:pt x="347061" y="42135"/>
                </a:lnTo>
                <a:lnTo>
                  <a:pt x="353258" y="45756"/>
                </a:lnTo>
                <a:lnTo>
                  <a:pt x="359456" y="49499"/>
                </a:lnTo>
                <a:lnTo>
                  <a:pt x="365653" y="53379"/>
                </a:lnTo>
                <a:lnTo>
                  <a:pt x="371851" y="57337"/>
                </a:lnTo>
                <a:lnTo>
                  <a:pt x="378048" y="61457"/>
                </a:lnTo>
                <a:lnTo>
                  <a:pt x="384246" y="65618"/>
                </a:lnTo>
                <a:lnTo>
                  <a:pt x="390443" y="69962"/>
                </a:lnTo>
                <a:lnTo>
                  <a:pt x="396641" y="74336"/>
                </a:lnTo>
                <a:lnTo>
                  <a:pt x="402838" y="78861"/>
                </a:lnTo>
                <a:lnTo>
                  <a:pt x="409036" y="83436"/>
                </a:lnTo>
                <a:lnTo>
                  <a:pt x="415234" y="88125"/>
                </a:lnTo>
                <a:lnTo>
                  <a:pt x="421431" y="92883"/>
                </a:lnTo>
                <a:lnTo>
                  <a:pt x="427629" y="97721"/>
                </a:lnTo>
                <a:lnTo>
                  <a:pt x="433826" y="102645"/>
                </a:lnTo>
                <a:lnTo>
                  <a:pt x="440024" y="107618"/>
                </a:lnTo>
                <a:lnTo>
                  <a:pt x="446221" y="112689"/>
                </a:lnTo>
                <a:lnTo>
                  <a:pt x="452419" y="117784"/>
                </a:lnTo>
                <a:lnTo>
                  <a:pt x="458616" y="122984"/>
                </a:lnTo>
                <a:lnTo>
                  <a:pt x="464814" y="128201"/>
                </a:lnTo>
                <a:lnTo>
                  <a:pt x="471011" y="133500"/>
                </a:lnTo>
                <a:lnTo>
                  <a:pt x="477209" y="138823"/>
                </a:lnTo>
                <a:lnTo>
                  <a:pt x="483406" y="144204"/>
                </a:lnTo>
                <a:lnTo>
                  <a:pt x="489604" y="149618"/>
                </a:lnTo>
                <a:lnTo>
                  <a:pt x="495801" y="155068"/>
                </a:lnTo>
                <a:lnTo>
                  <a:pt x="501999" y="160555"/>
                </a:lnTo>
                <a:lnTo>
                  <a:pt x="508196" y="166062"/>
                </a:lnTo>
                <a:lnTo>
                  <a:pt x="514394" y="171604"/>
                </a:lnTo>
                <a:lnTo>
                  <a:pt x="520591" y="177155"/>
                </a:lnTo>
                <a:lnTo>
                  <a:pt x="526789" y="182738"/>
                </a:lnTo>
                <a:lnTo>
                  <a:pt x="532986" y="188324"/>
                </a:lnTo>
                <a:lnTo>
                  <a:pt x="539184" y="193928"/>
                </a:lnTo>
                <a:lnTo>
                  <a:pt x="545381" y="199535"/>
                </a:lnTo>
                <a:lnTo>
                  <a:pt x="551579" y="205149"/>
                </a:lnTo>
                <a:lnTo>
                  <a:pt x="557777" y="210762"/>
                </a:lnTo>
                <a:lnTo>
                  <a:pt x="563974" y="216374"/>
                </a:lnTo>
                <a:lnTo>
                  <a:pt x="570172" y="221979"/>
                </a:lnTo>
                <a:lnTo>
                  <a:pt x="576369" y="227579"/>
                </a:lnTo>
                <a:lnTo>
                  <a:pt x="582567" y="233163"/>
                </a:lnTo>
                <a:lnTo>
                  <a:pt x="588764" y="238741"/>
                </a:lnTo>
                <a:lnTo>
                  <a:pt x="594962" y="244290"/>
                </a:lnTo>
                <a:lnTo>
                  <a:pt x="601159" y="249833"/>
                </a:lnTo>
                <a:lnTo>
                  <a:pt x="607357" y="255341"/>
                </a:lnTo>
                <a:lnTo>
                  <a:pt x="613554" y="260835"/>
                </a:lnTo>
                <a:lnTo>
                  <a:pt x="619752" y="266294"/>
                </a:lnTo>
                <a:lnTo>
                  <a:pt x="625949" y="271728"/>
                </a:lnTo>
                <a:lnTo>
                  <a:pt x="632147" y="277132"/>
                </a:lnTo>
                <a:lnTo>
                  <a:pt x="638344" y="282496"/>
                </a:lnTo>
                <a:lnTo>
                  <a:pt x="644542" y="287836"/>
                </a:lnTo>
                <a:lnTo>
                  <a:pt x="650739" y="293121"/>
                </a:lnTo>
                <a:lnTo>
                  <a:pt x="656937" y="298391"/>
                </a:lnTo>
                <a:lnTo>
                  <a:pt x="663134" y="303588"/>
                </a:lnTo>
                <a:lnTo>
                  <a:pt x="669332" y="308771"/>
                </a:lnTo>
                <a:lnTo>
                  <a:pt x="675529" y="313883"/>
                </a:lnTo>
                <a:lnTo>
                  <a:pt x="681727" y="318970"/>
                </a:lnTo>
                <a:lnTo>
                  <a:pt x="687924" y="323995"/>
                </a:lnTo>
                <a:lnTo>
                  <a:pt x="694122" y="328978"/>
                </a:lnTo>
                <a:lnTo>
                  <a:pt x="700320" y="333911"/>
                </a:lnTo>
                <a:lnTo>
                  <a:pt x="706517" y="338784"/>
                </a:lnTo>
                <a:lnTo>
                  <a:pt x="712715" y="343622"/>
                </a:lnTo>
                <a:lnTo>
                  <a:pt x="718912" y="348381"/>
                </a:lnTo>
                <a:lnTo>
                  <a:pt x="725110" y="353119"/>
                </a:lnTo>
                <a:lnTo>
                  <a:pt x="731307" y="357759"/>
                </a:lnTo>
                <a:lnTo>
                  <a:pt x="737505" y="362382"/>
                </a:lnTo>
                <a:lnTo>
                  <a:pt x="743702" y="366913"/>
                </a:lnTo>
                <a:lnTo>
                  <a:pt x="749900" y="371413"/>
                </a:lnTo>
                <a:lnTo>
                  <a:pt x="756097" y="375836"/>
                </a:lnTo>
                <a:lnTo>
                  <a:pt x="762295" y="380211"/>
                </a:lnTo>
                <a:lnTo>
                  <a:pt x="768492" y="384526"/>
                </a:lnTo>
                <a:lnTo>
                  <a:pt x="774690" y="388773"/>
                </a:lnTo>
                <a:lnTo>
                  <a:pt x="780887" y="392978"/>
                </a:lnTo>
                <a:lnTo>
                  <a:pt x="787085" y="397096"/>
                </a:lnTo>
                <a:lnTo>
                  <a:pt x="793282" y="401191"/>
                </a:lnTo>
                <a:lnTo>
                  <a:pt x="799480" y="405179"/>
                </a:lnTo>
                <a:lnTo>
                  <a:pt x="805677" y="409150"/>
                </a:lnTo>
                <a:lnTo>
                  <a:pt x="811875" y="413022"/>
                </a:lnTo>
                <a:lnTo>
                  <a:pt x="818072" y="416863"/>
                </a:lnTo>
                <a:lnTo>
                  <a:pt x="824270" y="420625"/>
                </a:lnTo>
                <a:lnTo>
                  <a:pt x="830468" y="424337"/>
                </a:lnTo>
                <a:lnTo>
                  <a:pt x="836665" y="427988"/>
                </a:lnTo>
                <a:lnTo>
                  <a:pt x="842863" y="431573"/>
                </a:lnTo>
                <a:lnTo>
                  <a:pt x="849060" y="435115"/>
                </a:lnTo>
                <a:lnTo>
                  <a:pt x="855258" y="438573"/>
                </a:lnTo>
                <a:lnTo>
                  <a:pt x="861455" y="442008"/>
                </a:lnTo>
                <a:lnTo>
                  <a:pt x="867653" y="445342"/>
                </a:lnTo>
                <a:lnTo>
                  <a:pt x="873850" y="448658"/>
                </a:lnTo>
                <a:lnTo>
                  <a:pt x="880048" y="451882"/>
                </a:lnTo>
                <a:lnTo>
                  <a:pt x="886245" y="455078"/>
                </a:lnTo>
                <a:lnTo>
                  <a:pt x="892443" y="458199"/>
                </a:lnTo>
                <a:lnTo>
                  <a:pt x="898640" y="461276"/>
                </a:lnTo>
                <a:lnTo>
                  <a:pt x="904838" y="464297"/>
                </a:lnTo>
                <a:lnTo>
                  <a:pt x="911035" y="467259"/>
                </a:lnTo>
                <a:lnTo>
                  <a:pt x="917233" y="470182"/>
                </a:lnTo>
                <a:lnTo>
                  <a:pt x="923430" y="473031"/>
                </a:lnTo>
                <a:lnTo>
                  <a:pt x="929628" y="475859"/>
                </a:lnTo>
                <a:lnTo>
                  <a:pt x="935825" y="478600"/>
                </a:lnTo>
                <a:lnTo>
                  <a:pt x="942023" y="481325"/>
                </a:lnTo>
                <a:lnTo>
                  <a:pt x="948220" y="483971"/>
                </a:lnTo>
                <a:lnTo>
                  <a:pt x="954418" y="486592"/>
                </a:lnTo>
                <a:lnTo>
                  <a:pt x="960615" y="489150"/>
                </a:lnTo>
                <a:lnTo>
                  <a:pt x="966813" y="491672"/>
                </a:lnTo>
                <a:lnTo>
                  <a:pt x="973011" y="494146"/>
                </a:lnTo>
                <a:lnTo>
                  <a:pt x="979208" y="496571"/>
                </a:lnTo>
                <a:lnTo>
                  <a:pt x="985406" y="498964"/>
                </a:lnTo>
                <a:lnTo>
                  <a:pt x="991603" y="501297"/>
                </a:lnTo>
                <a:lnTo>
                  <a:pt x="997801" y="503612"/>
                </a:lnTo>
                <a:lnTo>
                  <a:pt x="1003998" y="505856"/>
                </a:lnTo>
                <a:lnTo>
                  <a:pt x="1010196" y="508088"/>
                </a:lnTo>
                <a:lnTo>
                  <a:pt x="1016393" y="510257"/>
                </a:lnTo>
                <a:lnTo>
                  <a:pt x="1022591" y="512406"/>
                </a:lnTo>
                <a:lnTo>
                  <a:pt x="1028788" y="514505"/>
                </a:lnTo>
                <a:lnTo>
                  <a:pt x="1034986" y="516575"/>
                </a:lnTo>
                <a:lnTo>
                  <a:pt x="1041183" y="518608"/>
                </a:lnTo>
                <a:lnTo>
                  <a:pt x="1047381" y="520603"/>
                </a:lnTo>
                <a:lnTo>
                  <a:pt x="1053578" y="522573"/>
                </a:lnTo>
                <a:lnTo>
                  <a:pt x="1059776" y="524497"/>
                </a:lnTo>
                <a:lnTo>
                  <a:pt x="1065973" y="526407"/>
                </a:lnTo>
                <a:lnTo>
                  <a:pt x="1072171" y="528263"/>
                </a:lnTo>
                <a:lnTo>
                  <a:pt x="1078368" y="530111"/>
                </a:lnTo>
                <a:lnTo>
                  <a:pt x="1084566" y="531909"/>
                </a:lnTo>
                <a:lnTo>
                  <a:pt x="1090763" y="533694"/>
                </a:lnTo>
                <a:lnTo>
                  <a:pt x="1096961" y="535440"/>
                </a:lnTo>
                <a:lnTo>
                  <a:pt x="1103159" y="537166"/>
                </a:lnTo>
                <a:lnTo>
                  <a:pt x="1109356" y="538863"/>
                </a:lnTo>
                <a:lnTo>
                  <a:pt x="1115554" y="540533"/>
                </a:lnTo>
                <a:lnTo>
                  <a:pt x="1121751" y="542184"/>
                </a:lnTo>
                <a:lnTo>
                  <a:pt x="1127949" y="543801"/>
                </a:lnTo>
                <a:lnTo>
                  <a:pt x="1134146" y="545408"/>
                </a:lnTo>
                <a:lnTo>
                  <a:pt x="1140344" y="546976"/>
                </a:lnTo>
                <a:lnTo>
                  <a:pt x="1146541" y="548537"/>
                </a:lnTo>
                <a:lnTo>
                  <a:pt x="1152739" y="550062"/>
                </a:lnTo>
                <a:lnTo>
                  <a:pt x="1158936" y="551577"/>
                </a:lnTo>
                <a:lnTo>
                  <a:pt x="1165134" y="553065"/>
                </a:lnTo>
                <a:lnTo>
                  <a:pt x="1171331" y="554538"/>
                </a:lnTo>
                <a:lnTo>
                  <a:pt x="1177529" y="555990"/>
                </a:lnTo>
                <a:lnTo>
                  <a:pt x="1183726" y="557422"/>
                </a:lnTo>
                <a:lnTo>
                  <a:pt x="1189924" y="558841"/>
                </a:lnTo>
                <a:lnTo>
                  <a:pt x="1196121" y="560235"/>
                </a:lnTo>
                <a:lnTo>
                  <a:pt x="1202319" y="561622"/>
                </a:lnTo>
                <a:lnTo>
                  <a:pt x="1208516" y="562981"/>
                </a:lnTo>
                <a:lnTo>
                  <a:pt x="1214714" y="564334"/>
                </a:lnTo>
                <a:lnTo>
                  <a:pt x="1220911" y="565662"/>
                </a:lnTo>
                <a:lnTo>
                  <a:pt x="1227109" y="566983"/>
                </a:lnTo>
                <a:lnTo>
                  <a:pt x="1233306" y="568283"/>
                </a:lnTo>
                <a:lnTo>
                  <a:pt x="1239504" y="569572"/>
                </a:lnTo>
                <a:lnTo>
                  <a:pt x="1245702" y="570847"/>
                </a:lnTo>
                <a:lnTo>
                  <a:pt x="1251899" y="572106"/>
                </a:lnTo>
                <a:lnTo>
                  <a:pt x="1258097" y="573356"/>
                </a:lnTo>
                <a:lnTo>
                  <a:pt x="1264294" y="574587"/>
                </a:lnTo>
                <a:lnTo>
                  <a:pt x="1270492" y="575813"/>
                </a:lnTo>
                <a:lnTo>
                  <a:pt x="1276689" y="577017"/>
                </a:lnTo>
                <a:lnTo>
                  <a:pt x="1282887" y="578218"/>
                </a:lnTo>
                <a:lnTo>
                  <a:pt x="1289084" y="579399"/>
                </a:lnTo>
                <a:lnTo>
                  <a:pt x="1295282" y="580574"/>
                </a:lnTo>
                <a:lnTo>
                  <a:pt x="1301479" y="581734"/>
                </a:lnTo>
                <a:lnTo>
                  <a:pt x="1307677" y="582885"/>
                </a:lnTo>
                <a:lnTo>
                  <a:pt x="1313874" y="584024"/>
                </a:lnTo>
                <a:lnTo>
                  <a:pt x="1320072" y="585151"/>
                </a:lnTo>
                <a:lnTo>
                  <a:pt x="1326269" y="586271"/>
                </a:lnTo>
                <a:lnTo>
                  <a:pt x="1332467" y="587375"/>
                </a:lnTo>
                <a:lnTo>
                  <a:pt x="1338664" y="588475"/>
                </a:lnTo>
                <a:lnTo>
                  <a:pt x="1344862" y="589558"/>
                </a:lnTo>
                <a:lnTo>
                  <a:pt x="1351059" y="590637"/>
                </a:lnTo>
                <a:lnTo>
                  <a:pt x="1357257" y="591700"/>
                </a:lnTo>
                <a:lnTo>
                  <a:pt x="1363454" y="592757"/>
                </a:lnTo>
                <a:lnTo>
                  <a:pt x="1369652" y="593802"/>
                </a:lnTo>
                <a:lnTo>
                  <a:pt x="1375849" y="594838"/>
                </a:lnTo>
                <a:lnTo>
                  <a:pt x="1382047" y="595864"/>
                </a:lnTo>
                <a:lnTo>
                  <a:pt x="1388245" y="596880"/>
                </a:lnTo>
                <a:lnTo>
                  <a:pt x="1394442" y="597888"/>
                </a:lnTo>
                <a:lnTo>
                  <a:pt x="1400640" y="598883"/>
                </a:lnTo>
                <a:lnTo>
                  <a:pt x="1406837" y="599874"/>
                </a:lnTo>
                <a:lnTo>
                  <a:pt x="1413035" y="600848"/>
                </a:lnTo>
                <a:lnTo>
                  <a:pt x="1419232" y="601819"/>
                </a:lnTo>
                <a:lnTo>
                  <a:pt x="1425430" y="602775"/>
                </a:lnTo>
                <a:lnTo>
                  <a:pt x="1431627" y="603726"/>
                </a:lnTo>
                <a:lnTo>
                  <a:pt x="1437825" y="604663"/>
                </a:lnTo>
                <a:lnTo>
                  <a:pt x="1444022" y="605594"/>
                </a:lnTo>
                <a:lnTo>
                  <a:pt x="1450220" y="606514"/>
                </a:lnTo>
                <a:lnTo>
                  <a:pt x="1456417" y="607424"/>
                </a:lnTo>
                <a:lnTo>
                  <a:pt x="1462615" y="608326"/>
                </a:lnTo>
                <a:lnTo>
                  <a:pt x="1468812" y="609215"/>
                </a:lnTo>
                <a:lnTo>
                  <a:pt x="1475010" y="610100"/>
                </a:lnTo>
                <a:lnTo>
                  <a:pt x="1481207" y="610968"/>
                </a:lnTo>
                <a:lnTo>
                  <a:pt x="1487405" y="611834"/>
                </a:lnTo>
                <a:lnTo>
                  <a:pt x="1493602" y="612683"/>
                </a:lnTo>
                <a:lnTo>
                  <a:pt x="1499800" y="613527"/>
                </a:lnTo>
                <a:lnTo>
                  <a:pt x="1505997" y="614358"/>
                </a:lnTo>
                <a:lnTo>
                  <a:pt x="1512195" y="615182"/>
                </a:lnTo>
                <a:lnTo>
                  <a:pt x="1518393" y="615995"/>
                </a:lnTo>
                <a:lnTo>
                  <a:pt x="1524590" y="616797"/>
                </a:lnTo>
                <a:lnTo>
                  <a:pt x="1530788" y="617591"/>
                </a:lnTo>
                <a:lnTo>
                  <a:pt x="1536985" y="618372"/>
                </a:lnTo>
                <a:lnTo>
                  <a:pt x="1543183" y="619148"/>
                </a:lnTo>
                <a:lnTo>
                  <a:pt x="1549380" y="619908"/>
                </a:lnTo>
                <a:lnTo>
                  <a:pt x="1555578" y="620664"/>
                </a:lnTo>
                <a:lnTo>
                  <a:pt x="1561775" y="621403"/>
                </a:lnTo>
                <a:lnTo>
                  <a:pt x="1567973" y="622138"/>
                </a:lnTo>
                <a:lnTo>
                  <a:pt x="1574170" y="622859"/>
                </a:lnTo>
                <a:lnTo>
                  <a:pt x="1580368" y="623572"/>
                </a:lnTo>
                <a:lnTo>
                  <a:pt x="1586565" y="624274"/>
                </a:lnTo>
                <a:lnTo>
                  <a:pt x="1592763" y="624965"/>
                </a:lnTo>
                <a:lnTo>
                  <a:pt x="1598960" y="625649"/>
                </a:lnTo>
                <a:lnTo>
                  <a:pt x="1605158" y="626319"/>
                </a:lnTo>
                <a:lnTo>
                  <a:pt x="1611355" y="626984"/>
                </a:lnTo>
                <a:lnTo>
                  <a:pt x="1617553" y="627632"/>
                </a:lnTo>
                <a:lnTo>
                  <a:pt x="1623750" y="628277"/>
                </a:lnTo>
                <a:lnTo>
                  <a:pt x="1629948" y="628905"/>
                </a:lnTo>
                <a:lnTo>
                  <a:pt x="1636145" y="629528"/>
                </a:lnTo>
                <a:lnTo>
                  <a:pt x="1642343" y="630138"/>
                </a:lnTo>
                <a:lnTo>
                  <a:pt x="1648540" y="630740"/>
                </a:lnTo>
                <a:lnTo>
                  <a:pt x="1654738" y="631331"/>
                </a:lnTo>
                <a:lnTo>
                  <a:pt x="1660936" y="631912"/>
                </a:lnTo>
                <a:lnTo>
                  <a:pt x="1667133" y="632485"/>
                </a:lnTo>
                <a:lnTo>
                  <a:pt x="1673331" y="633045"/>
                </a:lnTo>
                <a:lnTo>
                  <a:pt x="1679528" y="633601"/>
                </a:lnTo>
                <a:lnTo>
                  <a:pt x="1685726" y="634140"/>
                </a:lnTo>
                <a:lnTo>
                  <a:pt x="1691923" y="634677"/>
                </a:lnTo>
                <a:lnTo>
                  <a:pt x="1698121" y="635198"/>
                </a:lnTo>
                <a:lnTo>
                  <a:pt x="1704318" y="635715"/>
                </a:lnTo>
                <a:lnTo>
                  <a:pt x="1710516" y="636219"/>
                </a:lnTo>
                <a:lnTo>
                  <a:pt x="1716713" y="636716"/>
                </a:lnTo>
                <a:lnTo>
                  <a:pt x="1722911" y="637203"/>
                </a:lnTo>
                <a:lnTo>
                  <a:pt x="1729108" y="637681"/>
                </a:lnTo>
                <a:lnTo>
                  <a:pt x="1735306" y="638153"/>
                </a:lnTo>
                <a:lnTo>
                  <a:pt x="1741503" y="638613"/>
                </a:lnTo>
                <a:lnTo>
                  <a:pt x="1747701" y="639068"/>
                </a:lnTo>
                <a:lnTo>
                  <a:pt x="1753898" y="639511"/>
                </a:lnTo>
                <a:lnTo>
                  <a:pt x="1760096" y="639950"/>
                </a:lnTo>
                <a:lnTo>
                  <a:pt x="1766293" y="640377"/>
                </a:lnTo>
                <a:lnTo>
                  <a:pt x="1772491" y="640800"/>
                </a:lnTo>
                <a:lnTo>
                  <a:pt x="1778688" y="641213"/>
                </a:lnTo>
                <a:lnTo>
                  <a:pt x="1784886" y="641620"/>
                </a:lnTo>
                <a:lnTo>
                  <a:pt x="1791084" y="642019"/>
                </a:lnTo>
                <a:lnTo>
                  <a:pt x="1797281" y="642411"/>
                </a:lnTo>
                <a:lnTo>
                  <a:pt x="1803479" y="642798"/>
                </a:lnTo>
                <a:lnTo>
                  <a:pt x="1809676" y="643177"/>
                </a:lnTo>
                <a:lnTo>
                  <a:pt x="1815874" y="643552"/>
                </a:lnTo>
                <a:lnTo>
                  <a:pt x="1822071" y="643917"/>
                </a:lnTo>
                <a:lnTo>
                  <a:pt x="1828269" y="644281"/>
                </a:lnTo>
                <a:lnTo>
                  <a:pt x="1834466" y="644635"/>
                </a:lnTo>
                <a:lnTo>
                  <a:pt x="1840664" y="644987"/>
                </a:lnTo>
                <a:lnTo>
                  <a:pt x="1846861" y="645331"/>
                </a:lnTo>
                <a:lnTo>
                  <a:pt x="1853059" y="645673"/>
                </a:lnTo>
                <a:lnTo>
                  <a:pt x="1859256" y="646009"/>
                </a:lnTo>
                <a:lnTo>
                  <a:pt x="1865454" y="646341"/>
                </a:lnTo>
                <a:lnTo>
                  <a:pt x="1871651" y="646670"/>
                </a:lnTo>
                <a:lnTo>
                  <a:pt x="1877849" y="646994"/>
                </a:lnTo>
                <a:lnTo>
                  <a:pt x="1884046" y="647316"/>
                </a:lnTo>
                <a:lnTo>
                  <a:pt x="1890244" y="647633"/>
                </a:lnTo>
                <a:lnTo>
                  <a:pt x="1896441" y="647949"/>
                </a:lnTo>
                <a:lnTo>
                  <a:pt x="1902639" y="648260"/>
                </a:lnTo>
                <a:lnTo>
                  <a:pt x="1908836" y="648571"/>
                </a:lnTo>
                <a:lnTo>
                  <a:pt x="1915034" y="648878"/>
                </a:lnTo>
                <a:lnTo>
                  <a:pt x="1921231" y="649185"/>
                </a:lnTo>
                <a:lnTo>
                  <a:pt x="1927429" y="649490"/>
                </a:lnTo>
                <a:lnTo>
                  <a:pt x="1933627" y="649794"/>
                </a:lnTo>
                <a:lnTo>
                  <a:pt x="1939824" y="650097"/>
                </a:lnTo>
                <a:lnTo>
                  <a:pt x="1946022" y="650399"/>
                </a:lnTo>
                <a:lnTo>
                  <a:pt x="1952219" y="650701"/>
                </a:lnTo>
                <a:lnTo>
                  <a:pt x="1958417" y="651003"/>
                </a:lnTo>
                <a:lnTo>
                  <a:pt x="1964614" y="651305"/>
                </a:lnTo>
                <a:lnTo>
                  <a:pt x="1970812" y="651608"/>
                </a:lnTo>
                <a:lnTo>
                  <a:pt x="1977009" y="651911"/>
                </a:lnTo>
                <a:lnTo>
                  <a:pt x="1983207" y="652216"/>
                </a:lnTo>
                <a:lnTo>
                  <a:pt x="1989404" y="652522"/>
                </a:lnTo>
                <a:lnTo>
                  <a:pt x="1995602" y="652830"/>
                </a:lnTo>
                <a:lnTo>
                  <a:pt x="2001799" y="653139"/>
                </a:lnTo>
                <a:lnTo>
                  <a:pt x="2007997" y="653451"/>
                </a:lnTo>
                <a:lnTo>
                  <a:pt x="2014194" y="653766"/>
                </a:lnTo>
                <a:lnTo>
                  <a:pt x="2020392" y="654082"/>
                </a:lnTo>
                <a:lnTo>
                  <a:pt x="2026589" y="654402"/>
                </a:lnTo>
                <a:lnTo>
                  <a:pt x="2032787" y="654724"/>
                </a:lnTo>
                <a:lnTo>
                  <a:pt x="2038984" y="655052"/>
                </a:lnTo>
                <a:lnTo>
                  <a:pt x="2045182" y="655381"/>
                </a:lnTo>
                <a:lnTo>
                  <a:pt x="2051379" y="655715"/>
                </a:lnTo>
                <a:lnTo>
                  <a:pt x="2057577" y="656053"/>
                </a:lnTo>
                <a:lnTo>
                  <a:pt x="2063774" y="656395"/>
                </a:lnTo>
                <a:lnTo>
                  <a:pt x="2069972" y="656742"/>
                </a:lnTo>
                <a:lnTo>
                  <a:pt x="2076170" y="657092"/>
                </a:lnTo>
                <a:lnTo>
                  <a:pt x="2082367" y="657450"/>
                </a:lnTo>
                <a:lnTo>
                  <a:pt x="2088565" y="657809"/>
                </a:lnTo>
                <a:lnTo>
                  <a:pt x="2094762" y="658177"/>
                </a:lnTo>
                <a:lnTo>
                  <a:pt x="2100960" y="658547"/>
                </a:lnTo>
                <a:lnTo>
                  <a:pt x="2107157" y="658926"/>
                </a:lnTo>
                <a:lnTo>
                  <a:pt x="2113355" y="659308"/>
                </a:lnTo>
                <a:lnTo>
                  <a:pt x="2119552" y="659697"/>
                </a:lnTo>
                <a:lnTo>
                  <a:pt x="2125750" y="660091"/>
                </a:lnTo>
                <a:lnTo>
                  <a:pt x="2131947" y="660492"/>
                </a:lnTo>
                <a:lnTo>
                  <a:pt x="2138145" y="660899"/>
                </a:lnTo>
                <a:lnTo>
                  <a:pt x="2144342" y="661311"/>
                </a:lnTo>
                <a:lnTo>
                  <a:pt x="2150540" y="661731"/>
                </a:lnTo>
                <a:lnTo>
                  <a:pt x="2156737" y="662155"/>
                </a:lnTo>
                <a:lnTo>
                  <a:pt x="2162935" y="662589"/>
                </a:lnTo>
                <a:lnTo>
                  <a:pt x="2169132" y="663025"/>
                </a:lnTo>
                <a:lnTo>
                  <a:pt x="2175330" y="663473"/>
                </a:lnTo>
                <a:lnTo>
                  <a:pt x="2181527" y="663923"/>
                </a:lnTo>
                <a:lnTo>
                  <a:pt x="2187725" y="664382"/>
                </a:lnTo>
                <a:lnTo>
                  <a:pt x="2193922" y="664847"/>
                </a:lnTo>
                <a:lnTo>
                  <a:pt x="2200120" y="665318"/>
                </a:lnTo>
                <a:lnTo>
                  <a:pt x="2206318" y="665797"/>
                </a:lnTo>
                <a:lnTo>
                  <a:pt x="2212515" y="666280"/>
                </a:lnTo>
                <a:lnTo>
                  <a:pt x="2218713" y="666773"/>
                </a:lnTo>
                <a:lnTo>
                  <a:pt x="2224910" y="667269"/>
                </a:lnTo>
                <a:lnTo>
                  <a:pt x="2231108" y="667775"/>
                </a:lnTo>
                <a:lnTo>
                  <a:pt x="2237305" y="668283"/>
                </a:lnTo>
                <a:lnTo>
                  <a:pt x="2243503" y="668803"/>
                </a:lnTo>
                <a:lnTo>
                  <a:pt x="2249700" y="669325"/>
                </a:lnTo>
                <a:lnTo>
                  <a:pt x="2255898" y="669856"/>
                </a:lnTo>
                <a:lnTo>
                  <a:pt x="2262095" y="670391"/>
                </a:lnTo>
                <a:lnTo>
                  <a:pt x="2268293" y="670933"/>
                </a:lnTo>
                <a:lnTo>
                  <a:pt x="2274490" y="671481"/>
                </a:lnTo>
                <a:lnTo>
                  <a:pt x="2280688" y="672034"/>
                </a:lnTo>
                <a:lnTo>
                  <a:pt x="2286885" y="672594"/>
                </a:lnTo>
                <a:lnTo>
                  <a:pt x="2293083" y="673157"/>
                </a:lnTo>
                <a:lnTo>
                  <a:pt x="2299280" y="673729"/>
                </a:lnTo>
                <a:lnTo>
                  <a:pt x="2305478" y="674303"/>
                </a:lnTo>
                <a:lnTo>
                  <a:pt x="2311675" y="674886"/>
                </a:lnTo>
                <a:lnTo>
                  <a:pt x="2317873" y="675470"/>
                </a:lnTo>
                <a:lnTo>
                  <a:pt x="2324070" y="676062"/>
                </a:lnTo>
                <a:lnTo>
                  <a:pt x="2330268" y="676656"/>
                </a:lnTo>
                <a:lnTo>
                  <a:pt x="2336465" y="677256"/>
                </a:lnTo>
                <a:lnTo>
                  <a:pt x="2342663" y="677861"/>
                </a:lnTo>
                <a:lnTo>
                  <a:pt x="2348861" y="678468"/>
                </a:lnTo>
                <a:lnTo>
                  <a:pt x="2355058" y="679081"/>
                </a:lnTo>
                <a:lnTo>
                  <a:pt x="2361256" y="679696"/>
                </a:lnTo>
                <a:lnTo>
                  <a:pt x="2367453" y="680317"/>
                </a:lnTo>
                <a:lnTo>
                  <a:pt x="2373651" y="680938"/>
                </a:lnTo>
                <a:lnTo>
                  <a:pt x="2379848" y="681565"/>
                </a:lnTo>
                <a:lnTo>
                  <a:pt x="2386046" y="682194"/>
                </a:lnTo>
                <a:lnTo>
                  <a:pt x="2392243" y="682826"/>
                </a:lnTo>
                <a:lnTo>
                  <a:pt x="2398441" y="683460"/>
                </a:lnTo>
                <a:lnTo>
                  <a:pt x="2404638" y="684096"/>
                </a:lnTo>
                <a:lnTo>
                  <a:pt x="2410836" y="684735"/>
                </a:lnTo>
                <a:lnTo>
                  <a:pt x="2417033" y="685376"/>
                </a:lnTo>
                <a:lnTo>
                  <a:pt x="2423231" y="686018"/>
                </a:lnTo>
                <a:lnTo>
                  <a:pt x="2429428" y="686662"/>
                </a:lnTo>
                <a:lnTo>
                  <a:pt x="2435626" y="687307"/>
                </a:lnTo>
                <a:lnTo>
                  <a:pt x="2441823" y="687953"/>
                </a:lnTo>
                <a:lnTo>
                  <a:pt x="2448021" y="688600"/>
                </a:lnTo>
                <a:lnTo>
                  <a:pt x="2454218" y="689248"/>
                </a:lnTo>
                <a:lnTo>
                  <a:pt x="2460416" y="689896"/>
                </a:lnTo>
                <a:lnTo>
                  <a:pt x="2466613" y="690544"/>
                </a:lnTo>
                <a:lnTo>
                  <a:pt x="2472811" y="691192"/>
                </a:lnTo>
                <a:lnTo>
                  <a:pt x="2479009" y="691840"/>
                </a:lnTo>
                <a:lnTo>
                  <a:pt x="2485206" y="692488"/>
                </a:lnTo>
                <a:lnTo>
                  <a:pt x="2491404" y="693135"/>
                </a:lnTo>
                <a:lnTo>
                  <a:pt x="2497601" y="693782"/>
                </a:lnTo>
                <a:lnTo>
                  <a:pt x="2503799" y="694427"/>
                </a:lnTo>
                <a:lnTo>
                  <a:pt x="2509996" y="695071"/>
                </a:lnTo>
                <a:lnTo>
                  <a:pt x="2516194" y="695713"/>
                </a:lnTo>
                <a:lnTo>
                  <a:pt x="2522391" y="696355"/>
                </a:lnTo>
                <a:lnTo>
                  <a:pt x="2528589" y="696994"/>
                </a:lnTo>
                <a:lnTo>
                  <a:pt x="2534786" y="697632"/>
                </a:lnTo>
                <a:lnTo>
                  <a:pt x="2540984" y="698267"/>
                </a:lnTo>
                <a:lnTo>
                  <a:pt x="2547181" y="698900"/>
                </a:lnTo>
                <a:lnTo>
                  <a:pt x="2553379" y="699531"/>
                </a:lnTo>
                <a:lnTo>
                  <a:pt x="2559576" y="700159"/>
                </a:lnTo>
                <a:lnTo>
                  <a:pt x="2565774" y="700785"/>
                </a:lnTo>
                <a:lnTo>
                  <a:pt x="2571971" y="701407"/>
                </a:lnTo>
                <a:lnTo>
                  <a:pt x="2578169" y="702028"/>
                </a:lnTo>
                <a:lnTo>
                  <a:pt x="2584366" y="702643"/>
                </a:lnTo>
                <a:lnTo>
                  <a:pt x="2590564" y="703257"/>
                </a:lnTo>
                <a:lnTo>
                  <a:pt x="2596761" y="703866"/>
                </a:lnTo>
                <a:lnTo>
                  <a:pt x="2602959" y="704473"/>
                </a:lnTo>
                <a:lnTo>
                  <a:pt x="2609156" y="705075"/>
                </a:lnTo>
                <a:lnTo>
                  <a:pt x="2615354" y="705674"/>
                </a:lnTo>
                <a:lnTo>
                  <a:pt x="2621552" y="706270"/>
                </a:lnTo>
                <a:lnTo>
                  <a:pt x="2627749" y="706860"/>
                </a:lnTo>
                <a:lnTo>
                  <a:pt x="2633947" y="707448"/>
                </a:lnTo>
                <a:lnTo>
                  <a:pt x="2640144" y="708030"/>
                </a:lnTo>
                <a:lnTo>
                  <a:pt x="2646342" y="708610"/>
                </a:lnTo>
                <a:lnTo>
                  <a:pt x="2652539" y="709183"/>
                </a:lnTo>
                <a:lnTo>
                  <a:pt x="2658737" y="709754"/>
                </a:lnTo>
                <a:lnTo>
                  <a:pt x="2664934" y="710319"/>
                </a:lnTo>
                <a:lnTo>
                  <a:pt x="2671132" y="710880"/>
                </a:lnTo>
                <a:lnTo>
                  <a:pt x="2677329" y="711436"/>
                </a:lnTo>
                <a:lnTo>
                  <a:pt x="2683527" y="711988"/>
                </a:lnTo>
                <a:lnTo>
                  <a:pt x="2689724" y="712536"/>
                </a:lnTo>
                <a:lnTo>
                  <a:pt x="2695922" y="713078"/>
                </a:lnTo>
                <a:lnTo>
                  <a:pt x="2702119" y="713618"/>
                </a:lnTo>
                <a:lnTo>
                  <a:pt x="2708317" y="714149"/>
                </a:lnTo>
                <a:lnTo>
                  <a:pt x="2714514" y="714680"/>
                </a:lnTo>
                <a:lnTo>
                  <a:pt x="2720712" y="715202"/>
                </a:lnTo>
                <a:lnTo>
                  <a:pt x="2726909" y="715722"/>
                </a:lnTo>
                <a:lnTo>
                  <a:pt x="2733107" y="716235"/>
                </a:lnTo>
                <a:lnTo>
                  <a:pt x="2739304" y="716745"/>
                </a:lnTo>
                <a:lnTo>
                  <a:pt x="2745502" y="717250"/>
                </a:lnTo>
                <a:lnTo>
                  <a:pt x="2751699" y="717750"/>
                </a:lnTo>
                <a:lnTo>
                  <a:pt x="2757897" y="718246"/>
                </a:lnTo>
                <a:lnTo>
                  <a:pt x="2764095" y="718735"/>
                </a:lnTo>
                <a:lnTo>
                  <a:pt x="2770292" y="719223"/>
                </a:lnTo>
                <a:lnTo>
                  <a:pt x="2776490" y="719702"/>
                </a:lnTo>
                <a:lnTo>
                  <a:pt x="2782687" y="720181"/>
                </a:lnTo>
                <a:lnTo>
                  <a:pt x="2788885" y="720651"/>
                </a:lnTo>
                <a:lnTo>
                  <a:pt x="2795082" y="721119"/>
                </a:lnTo>
                <a:lnTo>
                  <a:pt x="2801280" y="721581"/>
                </a:lnTo>
                <a:lnTo>
                  <a:pt x="2807477" y="722040"/>
                </a:lnTo>
                <a:lnTo>
                  <a:pt x="2813675" y="722493"/>
                </a:lnTo>
                <a:lnTo>
                  <a:pt x="2819872" y="722943"/>
                </a:lnTo>
                <a:lnTo>
                  <a:pt x="2826070" y="723388"/>
                </a:lnTo>
                <a:lnTo>
                  <a:pt x="2832267" y="723828"/>
                </a:lnTo>
                <a:lnTo>
                  <a:pt x="2838465" y="724266"/>
                </a:lnTo>
                <a:lnTo>
                  <a:pt x="2844662" y="724697"/>
                </a:lnTo>
                <a:lnTo>
                  <a:pt x="2850860" y="725127"/>
                </a:lnTo>
                <a:lnTo>
                  <a:pt x="2857057" y="725549"/>
                </a:lnTo>
                <a:lnTo>
                  <a:pt x="2863255" y="725970"/>
                </a:lnTo>
                <a:lnTo>
                  <a:pt x="2869452" y="726385"/>
                </a:lnTo>
                <a:lnTo>
                  <a:pt x="2875650" y="726798"/>
                </a:lnTo>
                <a:lnTo>
                  <a:pt x="2881847" y="727206"/>
                </a:lnTo>
                <a:lnTo>
                  <a:pt x="2888045" y="727611"/>
                </a:lnTo>
                <a:lnTo>
                  <a:pt x="2894243" y="728012"/>
                </a:lnTo>
                <a:lnTo>
                  <a:pt x="2900440" y="728409"/>
                </a:lnTo>
                <a:lnTo>
                  <a:pt x="2906638" y="728804"/>
                </a:lnTo>
                <a:lnTo>
                  <a:pt x="2912835" y="729193"/>
                </a:lnTo>
                <a:lnTo>
                  <a:pt x="2919033" y="729581"/>
                </a:lnTo>
                <a:lnTo>
                  <a:pt x="2925230" y="729963"/>
                </a:lnTo>
                <a:lnTo>
                  <a:pt x="2931428" y="730344"/>
                </a:lnTo>
                <a:lnTo>
                  <a:pt x="2937625" y="730721"/>
                </a:lnTo>
                <a:lnTo>
                  <a:pt x="2943823" y="731095"/>
                </a:lnTo>
                <a:lnTo>
                  <a:pt x="2950020" y="731466"/>
                </a:lnTo>
                <a:lnTo>
                  <a:pt x="2956218" y="731834"/>
                </a:lnTo>
                <a:lnTo>
                  <a:pt x="2962415" y="732199"/>
                </a:lnTo>
                <a:lnTo>
                  <a:pt x="2968613" y="732561"/>
                </a:lnTo>
                <a:lnTo>
                  <a:pt x="2974810" y="732921"/>
                </a:lnTo>
                <a:lnTo>
                  <a:pt x="2981008" y="733276"/>
                </a:lnTo>
                <a:lnTo>
                  <a:pt x="2987205" y="733631"/>
                </a:lnTo>
                <a:lnTo>
                  <a:pt x="2993403" y="733982"/>
                </a:lnTo>
                <a:lnTo>
                  <a:pt x="2999600" y="734331"/>
                </a:lnTo>
                <a:lnTo>
                  <a:pt x="3005798" y="734677"/>
                </a:lnTo>
                <a:lnTo>
                  <a:pt x="3011995" y="735021"/>
                </a:lnTo>
                <a:lnTo>
                  <a:pt x="3018193" y="735362"/>
                </a:lnTo>
                <a:lnTo>
                  <a:pt x="3024390" y="735701"/>
                </a:lnTo>
                <a:lnTo>
                  <a:pt x="3030588" y="736038"/>
                </a:lnTo>
                <a:lnTo>
                  <a:pt x="3036786" y="736372"/>
                </a:lnTo>
                <a:lnTo>
                  <a:pt x="3042983" y="736705"/>
                </a:lnTo>
                <a:lnTo>
                  <a:pt x="3049181" y="737034"/>
                </a:lnTo>
                <a:lnTo>
                  <a:pt x="3055378" y="737363"/>
                </a:lnTo>
                <a:lnTo>
                  <a:pt x="3061576" y="737688"/>
                </a:lnTo>
                <a:lnTo>
                  <a:pt x="3067773" y="738013"/>
                </a:lnTo>
                <a:lnTo>
                  <a:pt x="3073971" y="738334"/>
                </a:lnTo>
                <a:lnTo>
                  <a:pt x="3080168" y="738655"/>
                </a:lnTo>
                <a:lnTo>
                  <a:pt x="3086366" y="738972"/>
                </a:lnTo>
                <a:lnTo>
                  <a:pt x="3092563" y="739289"/>
                </a:lnTo>
                <a:lnTo>
                  <a:pt x="3098761" y="739603"/>
                </a:lnTo>
                <a:lnTo>
                  <a:pt x="3104958" y="739915"/>
                </a:lnTo>
                <a:lnTo>
                  <a:pt x="3111156" y="740226"/>
                </a:lnTo>
                <a:lnTo>
                  <a:pt x="3117353" y="740534"/>
                </a:lnTo>
                <a:lnTo>
                  <a:pt x="3123551" y="740842"/>
                </a:lnTo>
                <a:lnTo>
                  <a:pt x="3129748" y="741147"/>
                </a:lnTo>
                <a:lnTo>
                  <a:pt x="3135946" y="741451"/>
                </a:lnTo>
                <a:lnTo>
                  <a:pt x="3142143" y="741752"/>
                </a:lnTo>
                <a:lnTo>
                  <a:pt x="3148341" y="742052"/>
                </a:lnTo>
                <a:lnTo>
                  <a:pt x="3154538" y="742350"/>
                </a:lnTo>
                <a:lnTo>
                  <a:pt x="3160736" y="742646"/>
                </a:lnTo>
                <a:lnTo>
                  <a:pt x="3166933" y="742941"/>
                </a:lnTo>
                <a:lnTo>
                  <a:pt x="3166933" y="762165"/>
                </a:lnTo>
                <a:lnTo>
                  <a:pt x="3160736" y="762165"/>
                </a:lnTo>
                <a:lnTo>
                  <a:pt x="3154538" y="762165"/>
                </a:lnTo>
                <a:lnTo>
                  <a:pt x="3148341" y="762165"/>
                </a:lnTo>
                <a:lnTo>
                  <a:pt x="3142143" y="762165"/>
                </a:lnTo>
                <a:lnTo>
                  <a:pt x="3135946" y="762165"/>
                </a:lnTo>
                <a:lnTo>
                  <a:pt x="3129748" y="762165"/>
                </a:lnTo>
                <a:lnTo>
                  <a:pt x="3123551" y="762165"/>
                </a:lnTo>
                <a:lnTo>
                  <a:pt x="3117353" y="762165"/>
                </a:lnTo>
                <a:lnTo>
                  <a:pt x="3111156" y="762165"/>
                </a:lnTo>
                <a:lnTo>
                  <a:pt x="3104958" y="762165"/>
                </a:lnTo>
                <a:lnTo>
                  <a:pt x="3098761" y="762165"/>
                </a:lnTo>
                <a:lnTo>
                  <a:pt x="3092563" y="762165"/>
                </a:lnTo>
                <a:lnTo>
                  <a:pt x="3086366" y="762165"/>
                </a:lnTo>
                <a:lnTo>
                  <a:pt x="3080168" y="762165"/>
                </a:lnTo>
                <a:lnTo>
                  <a:pt x="3073971" y="762165"/>
                </a:lnTo>
                <a:lnTo>
                  <a:pt x="3067773" y="762165"/>
                </a:lnTo>
                <a:lnTo>
                  <a:pt x="3061576" y="762165"/>
                </a:lnTo>
                <a:lnTo>
                  <a:pt x="3055378" y="762165"/>
                </a:lnTo>
                <a:lnTo>
                  <a:pt x="3049181" y="762165"/>
                </a:lnTo>
                <a:lnTo>
                  <a:pt x="3042983" y="762165"/>
                </a:lnTo>
                <a:lnTo>
                  <a:pt x="3036786" y="762165"/>
                </a:lnTo>
                <a:lnTo>
                  <a:pt x="3030588" y="762165"/>
                </a:lnTo>
                <a:lnTo>
                  <a:pt x="3024390" y="762165"/>
                </a:lnTo>
                <a:lnTo>
                  <a:pt x="3018193" y="762165"/>
                </a:lnTo>
                <a:lnTo>
                  <a:pt x="3011995" y="762165"/>
                </a:lnTo>
                <a:lnTo>
                  <a:pt x="3005798" y="762165"/>
                </a:lnTo>
                <a:lnTo>
                  <a:pt x="2999600" y="762165"/>
                </a:lnTo>
                <a:lnTo>
                  <a:pt x="2993403" y="762165"/>
                </a:lnTo>
                <a:lnTo>
                  <a:pt x="2987205" y="762165"/>
                </a:lnTo>
                <a:lnTo>
                  <a:pt x="2981008" y="762165"/>
                </a:lnTo>
                <a:lnTo>
                  <a:pt x="2974810" y="762165"/>
                </a:lnTo>
                <a:lnTo>
                  <a:pt x="2968613" y="762165"/>
                </a:lnTo>
                <a:lnTo>
                  <a:pt x="2962415" y="762165"/>
                </a:lnTo>
                <a:lnTo>
                  <a:pt x="2956218" y="762165"/>
                </a:lnTo>
                <a:lnTo>
                  <a:pt x="2950020" y="762165"/>
                </a:lnTo>
                <a:lnTo>
                  <a:pt x="2943823" y="762165"/>
                </a:lnTo>
                <a:lnTo>
                  <a:pt x="2937625" y="762165"/>
                </a:lnTo>
                <a:lnTo>
                  <a:pt x="2931428" y="762165"/>
                </a:lnTo>
                <a:lnTo>
                  <a:pt x="2925230" y="762165"/>
                </a:lnTo>
                <a:lnTo>
                  <a:pt x="2919033" y="762165"/>
                </a:lnTo>
                <a:lnTo>
                  <a:pt x="2912835" y="762165"/>
                </a:lnTo>
                <a:lnTo>
                  <a:pt x="2906638" y="762165"/>
                </a:lnTo>
                <a:lnTo>
                  <a:pt x="2900440" y="762165"/>
                </a:lnTo>
                <a:lnTo>
                  <a:pt x="2894243" y="762165"/>
                </a:lnTo>
                <a:lnTo>
                  <a:pt x="2888045" y="762165"/>
                </a:lnTo>
                <a:lnTo>
                  <a:pt x="2881847" y="762165"/>
                </a:lnTo>
                <a:lnTo>
                  <a:pt x="2875650" y="762165"/>
                </a:lnTo>
                <a:lnTo>
                  <a:pt x="2869452" y="762165"/>
                </a:lnTo>
                <a:lnTo>
                  <a:pt x="2863255" y="762165"/>
                </a:lnTo>
                <a:lnTo>
                  <a:pt x="2857057" y="762165"/>
                </a:lnTo>
                <a:lnTo>
                  <a:pt x="2850860" y="762165"/>
                </a:lnTo>
                <a:lnTo>
                  <a:pt x="2844662" y="762165"/>
                </a:lnTo>
                <a:lnTo>
                  <a:pt x="2838465" y="762165"/>
                </a:lnTo>
                <a:lnTo>
                  <a:pt x="2832267" y="762165"/>
                </a:lnTo>
                <a:lnTo>
                  <a:pt x="2826070" y="762165"/>
                </a:lnTo>
                <a:lnTo>
                  <a:pt x="2819872" y="762165"/>
                </a:lnTo>
                <a:lnTo>
                  <a:pt x="2813675" y="762165"/>
                </a:lnTo>
                <a:lnTo>
                  <a:pt x="2807477" y="762165"/>
                </a:lnTo>
                <a:lnTo>
                  <a:pt x="2801280" y="762165"/>
                </a:lnTo>
                <a:lnTo>
                  <a:pt x="2795082" y="762165"/>
                </a:lnTo>
                <a:lnTo>
                  <a:pt x="2788885" y="762165"/>
                </a:lnTo>
                <a:lnTo>
                  <a:pt x="2782687" y="762165"/>
                </a:lnTo>
                <a:lnTo>
                  <a:pt x="2776490" y="762165"/>
                </a:lnTo>
                <a:lnTo>
                  <a:pt x="2770292" y="762165"/>
                </a:lnTo>
                <a:lnTo>
                  <a:pt x="2764095" y="762165"/>
                </a:lnTo>
                <a:lnTo>
                  <a:pt x="2757897" y="762165"/>
                </a:lnTo>
                <a:lnTo>
                  <a:pt x="2751699" y="762165"/>
                </a:lnTo>
                <a:lnTo>
                  <a:pt x="2745502" y="762165"/>
                </a:lnTo>
                <a:lnTo>
                  <a:pt x="2739304" y="762165"/>
                </a:lnTo>
                <a:lnTo>
                  <a:pt x="2733107" y="762165"/>
                </a:lnTo>
                <a:lnTo>
                  <a:pt x="2726909" y="762165"/>
                </a:lnTo>
                <a:lnTo>
                  <a:pt x="2720712" y="762165"/>
                </a:lnTo>
                <a:lnTo>
                  <a:pt x="2714514" y="762165"/>
                </a:lnTo>
                <a:lnTo>
                  <a:pt x="2708317" y="762165"/>
                </a:lnTo>
                <a:lnTo>
                  <a:pt x="2702119" y="762165"/>
                </a:lnTo>
                <a:lnTo>
                  <a:pt x="2695922" y="762165"/>
                </a:lnTo>
                <a:lnTo>
                  <a:pt x="2689724" y="762165"/>
                </a:lnTo>
                <a:lnTo>
                  <a:pt x="2683527" y="762165"/>
                </a:lnTo>
                <a:lnTo>
                  <a:pt x="2677329" y="762165"/>
                </a:lnTo>
                <a:lnTo>
                  <a:pt x="2671132" y="762165"/>
                </a:lnTo>
                <a:lnTo>
                  <a:pt x="2664934" y="762165"/>
                </a:lnTo>
                <a:lnTo>
                  <a:pt x="2658737" y="762165"/>
                </a:lnTo>
                <a:lnTo>
                  <a:pt x="2652539" y="762165"/>
                </a:lnTo>
                <a:lnTo>
                  <a:pt x="2646342" y="762165"/>
                </a:lnTo>
                <a:lnTo>
                  <a:pt x="2640144" y="762165"/>
                </a:lnTo>
                <a:lnTo>
                  <a:pt x="2633947" y="762165"/>
                </a:lnTo>
                <a:lnTo>
                  <a:pt x="2627749" y="762165"/>
                </a:lnTo>
                <a:lnTo>
                  <a:pt x="2621552" y="762165"/>
                </a:lnTo>
                <a:lnTo>
                  <a:pt x="2615354" y="762165"/>
                </a:lnTo>
                <a:lnTo>
                  <a:pt x="2609156" y="762165"/>
                </a:lnTo>
                <a:lnTo>
                  <a:pt x="2602959" y="762165"/>
                </a:lnTo>
                <a:lnTo>
                  <a:pt x="2596761" y="762165"/>
                </a:lnTo>
                <a:lnTo>
                  <a:pt x="2590564" y="762165"/>
                </a:lnTo>
                <a:lnTo>
                  <a:pt x="2584366" y="762165"/>
                </a:lnTo>
                <a:lnTo>
                  <a:pt x="2578169" y="762165"/>
                </a:lnTo>
                <a:lnTo>
                  <a:pt x="2571971" y="762165"/>
                </a:lnTo>
                <a:lnTo>
                  <a:pt x="2565774" y="762165"/>
                </a:lnTo>
                <a:lnTo>
                  <a:pt x="2559576" y="762165"/>
                </a:lnTo>
                <a:lnTo>
                  <a:pt x="2553379" y="762165"/>
                </a:lnTo>
                <a:lnTo>
                  <a:pt x="2547181" y="762165"/>
                </a:lnTo>
                <a:lnTo>
                  <a:pt x="2540984" y="762165"/>
                </a:lnTo>
                <a:lnTo>
                  <a:pt x="2534786" y="762165"/>
                </a:lnTo>
                <a:lnTo>
                  <a:pt x="2528589" y="762165"/>
                </a:lnTo>
                <a:lnTo>
                  <a:pt x="2522391" y="762165"/>
                </a:lnTo>
                <a:lnTo>
                  <a:pt x="2516194" y="762165"/>
                </a:lnTo>
                <a:lnTo>
                  <a:pt x="2509996" y="762165"/>
                </a:lnTo>
                <a:lnTo>
                  <a:pt x="2503799" y="762165"/>
                </a:lnTo>
                <a:lnTo>
                  <a:pt x="2497601" y="762165"/>
                </a:lnTo>
                <a:lnTo>
                  <a:pt x="2491404" y="762165"/>
                </a:lnTo>
                <a:lnTo>
                  <a:pt x="2485206" y="762165"/>
                </a:lnTo>
                <a:lnTo>
                  <a:pt x="2479009" y="762165"/>
                </a:lnTo>
                <a:lnTo>
                  <a:pt x="2472811" y="762165"/>
                </a:lnTo>
                <a:lnTo>
                  <a:pt x="2466613" y="762165"/>
                </a:lnTo>
                <a:lnTo>
                  <a:pt x="2460416" y="762165"/>
                </a:lnTo>
                <a:lnTo>
                  <a:pt x="2454218" y="762165"/>
                </a:lnTo>
                <a:lnTo>
                  <a:pt x="2448021" y="762165"/>
                </a:lnTo>
                <a:lnTo>
                  <a:pt x="2441823" y="762165"/>
                </a:lnTo>
                <a:lnTo>
                  <a:pt x="2435626" y="762165"/>
                </a:lnTo>
                <a:lnTo>
                  <a:pt x="2429428" y="762165"/>
                </a:lnTo>
                <a:lnTo>
                  <a:pt x="2423231" y="762165"/>
                </a:lnTo>
                <a:lnTo>
                  <a:pt x="2417033" y="762165"/>
                </a:lnTo>
                <a:lnTo>
                  <a:pt x="2410836" y="762165"/>
                </a:lnTo>
                <a:lnTo>
                  <a:pt x="2404638" y="762165"/>
                </a:lnTo>
                <a:lnTo>
                  <a:pt x="2398441" y="762165"/>
                </a:lnTo>
                <a:lnTo>
                  <a:pt x="2392243" y="762165"/>
                </a:lnTo>
                <a:lnTo>
                  <a:pt x="2386046" y="762165"/>
                </a:lnTo>
                <a:lnTo>
                  <a:pt x="2379848" y="762165"/>
                </a:lnTo>
                <a:lnTo>
                  <a:pt x="2373651" y="762165"/>
                </a:lnTo>
                <a:lnTo>
                  <a:pt x="2367453" y="762165"/>
                </a:lnTo>
                <a:lnTo>
                  <a:pt x="2361256" y="762165"/>
                </a:lnTo>
                <a:lnTo>
                  <a:pt x="2355058" y="762165"/>
                </a:lnTo>
                <a:lnTo>
                  <a:pt x="2348861" y="762165"/>
                </a:lnTo>
                <a:lnTo>
                  <a:pt x="2342663" y="762165"/>
                </a:lnTo>
                <a:lnTo>
                  <a:pt x="2336465" y="762165"/>
                </a:lnTo>
                <a:lnTo>
                  <a:pt x="2330268" y="762165"/>
                </a:lnTo>
                <a:lnTo>
                  <a:pt x="2324070" y="762165"/>
                </a:lnTo>
                <a:lnTo>
                  <a:pt x="2317873" y="762165"/>
                </a:lnTo>
                <a:lnTo>
                  <a:pt x="2311675" y="762165"/>
                </a:lnTo>
                <a:lnTo>
                  <a:pt x="2305478" y="762165"/>
                </a:lnTo>
                <a:lnTo>
                  <a:pt x="2299280" y="762165"/>
                </a:lnTo>
                <a:lnTo>
                  <a:pt x="2293083" y="762165"/>
                </a:lnTo>
                <a:lnTo>
                  <a:pt x="2286885" y="762165"/>
                </a:lnTo>
                <a:lnTo>
                  <a:pt x="2280688" y="762165"/>
                </a:lnTo>
                <a:lnTo>
                  <a:pt x="2274490" y="762165"/>
                </a:lnTo>
                <a:lnTo>
                  <a:pt x="2268293" y="762165"/>
                </a:lnTo>
                <a:lnTo>
                  <a:pt x="2262095" y="762165"/>
                </a:lnTo>
                <a:lnTo>
                  <a:pt x="2255898" y="762165"/>
                </a:lnTo>
                <a:lnTo>
                  <a:pt x="2249700" y="762165"/>
                </a:lnTo>
                <a:lnTo>
                  <a:pt x="2243503" y="762165"/>
                </a:lnTo>
                <a:lnTo>
                  <a:pt x="2237305" y="762165"/>
                </a:lnTo>
                <a:lnTo>
                  <a:pt x="2231108" y="762165"/>
                </a:lnTo>
                <a:lnTo>
                  <a:pt x="2224910" y="762165"/>
                </a:lnTo>
                <a:lnTo>
                  <a:pt x="2218713" y="762165"/>
                </a:lnTo>
                <a:lnTo>
                  <a:pt x="2212515" y="762165"/>
                </a:lnTo>
                <a:lnTo>
                  <a:pt x="2206318" y="762165"/>
                </a:lnTo>
                <a:lnTo>
                  <a:pt x="2200120" y="762165"/>
                </a:lnTo>
                <a:lnTo>
                  <a:pt x="2193922" y="762165"/>
                </a:lnTo>
                <a:lnTo>
                  <a:pt x="2187725" y="762165"/>
                </a:lnTo>
                <a:lnTo>
                  <a:pt x="2181527" y="762165"/>
                </a:lnTo>
                <a:lnTo>
                  <a:pt x="2175330" y="762165"/>
                </a:lnTo>
                <a:lnTo>
                  <a:pt x="2169132" y="762165"/>
                </a:lnTo>
                <a:lnTo>
                  <a:pt x="2162935" y="762165"/>
                </a:lnTo>
                <a:lnTo>
                  <a:pt x="2156737" y="762165"/>
                </a:lnTo>
                <a:lnTo>
                  <a:pt x="2150540" y="762165"/>
                </a:lnTo>
                <a:lnTo>
                  <a:pt x="2144342" y="762165"/>
                </a:lnTo>
                <a:lnTo>
                  <a:pt x="2138145" y="762165"/>
                </a:lnTo>
                <a:lnTo>
                  <a:pt x="2131947" y="762165"/>
                </a:lnTo>
                <a:lnTo>
                  <a:pt x="2125750" y="762165"/>
                </a:lnTo>
                <a:lnTo>
                  <a:pt x="2119552" y="762165"/>
                </a:lnTo>
                <a:lnTo>
                  <a:pt x="2113355" y="762165"/>
                </a:lnTo>
                <a:lnTo>
                  <a:pt x="2107157" y="762165"/>
                </a:lnTo>
                <a:lnTo>
                  <a:pt x="2100960" y="762165"/>
                </a:lnTo>
                <a:lnTo>
                  <a:pt x="2094762" y="762165"/>
                </a:lnTo>
                <a:lnTo>
                  <a:pt x="2088565" y="762165"/>
                </a:lnTo>
                <a:lnTo>
                  <a:pt x="2082367" y="762165"/>
                </a:lnTo>
                <a:lnTo>
                  <a:pt x="2076170" y="762165"/>
                </a:lnTo>
                <a:lnTo>
                  <a:pt x="2069972" y="762165"/>
                </a:lnTo>
                <a:lnTo>
                  <a:pt x="2063774" y="762165"/>
                </a:lnTo>
                <a:lnTo>
                  <a:pt x="2057577" y="762165"/>
                </a:lnTo>
                <a:lnTo>
                  <a:pt x="2051379" y="762165"/>
                </a:lnTo>
                <a:lnTo>
                  <a:pt x="2045182" y="762165"/>
                </a:lnTo>
                <a:lnTo>
                  <a:pt x="2038984" y="762165"/>
                </a:lnTo>
                <a:lnTo>
                  <a:pt x="2032787" y="762165"/>
                </a:lnTo>
                <a:lnTo>
                  <a:pt x="2026589" y="762165"/>
                </a:lnTo>
                <a:lnTo>
                  <a:pt x="2020392" y="762165"/>
                </a:lnTo>
                <a:lnTo>
                  <a:pt x="2014194" y="762165"/>
                </a:lnTo>
                <a:lnTo>
                  <a:pt x="2007997" y="762165"/>
                </a:lnTo>
                <a:lnTo>
                  <a:pt x="2001799" y="762165"/>
                </a:lnTo>
                <a:lnTo>
                  <a:pt x="1995602" y="762165"/>
                </a:lnTo>
                <a:lnTo>
                  <a:pt x="1989404" y="762165"/>
                </a:lnTo>
                <a:lnTo>
                  <a:pt x="1983207" y="762165"/>
                </a:lnTo>
                <a:lnTo>
                  <a:pt x="1977009" y="762165"/>
                </a:lnTo>
                <a:lnTo>
                  <a:pt x="1970812" y="762165"/>
                </a:lnTo>
                <a:lnTo>
                  <a:pt x="1964614" y="762165"/>
                </a:lnTo>
                <a:lnTo>
                  <a:pt x="1958417" y="762165"/>
                </a:lnTo>
                <a:lnTo>
                  <a:pt x="1952219" y="762165"/>
                </a:lnTo>
                <a:lnTo>
                  <a:pt x="1946022" y="762165"/>
                </a:lnTo>
                <a:lnTo>
                  <a:pt x="1939824" y="762165"/>
                </a:lnTo>
                <a:lnTo>
                  <a:pt x="1933627" y="762165"/>
                </a:lnTo>
                <a:lnTo>
                  <a:pt x="1927429" y="762165"/>
                </a:lnTo>
                <a:lnTo>
                  <a:pt x="1921231" y="762165"/>
                </a:lnTo>
                <a:lnTo>
                  <a:pt x="1915034" y="762165"/>
                </a:lnTo>
                <a:lnTo>
                  <a:pt x="1908836" y="762165"/>
                </a:lnTo>
                <a:lnTo>
                  <a:pt x="1902639" y="762165"/>
                </a:lnTo>
                <a:lnTo>
                  <a:pt x="1896441" y="762165"/>
                </a:lnTo>
                <a:lnTo>
                  <a:pt x="1890244" y="762165"/>
                </a:lnTo>
                <a:lnTo>
                  <a:pt x="1884046" y="762165"/>
                </a:lnTo>
                <a:lnTo>
                  <a:pt x="1877849" y="762165"/>
                </a:lnTo>
                <a:lnTo>
                  <a:pt x="1871651" y="762165"/>
                </a:lnTo>
                <a:lnTo>
                  <a:pt x="1865454" y="762165"/>
                </a:lnTo>
                <a:lnTo>
                  <a:pt x="1859256" y="762165"/>
                </a:lnTo>
                <a:lnTo>
                  <a:pt x="1853059" y="762165"/>
                </a:lnTo>
                <a:lnTo>
                  <a:pt x="1846861" y="762165"/>
                </a:lnTo>
                <a:lnTo>
                  <a:pt x="1840664" y="762165"/>
                </a:lnTo>
                <a:lnTo>
                  <a:pt x="1834466" y="762165"/>
                </a:lnTo>
                <a:lnTo>
                  <a:pt x="1828269" y="762165"/>
                </a:lnTo>
                <a:lnTo>
                  <a:pt x="1822071" y="762165"/>
                </a:lnTo>
                <a:lnTo>
                  <a:pt x="1815874" y="762165"/>
                </a:lnTo>
                <a:lnTo>
                  <a:pt x="1809676" y="762165"/>
                </a:lnTo>
                <a:lnTo>
                  <a:pt x="1803479" y="762165"/>
                </a:lnTo>
                <a:lnTo>
                  <a:pt x="1797281" y="762165"/>
                </a:lnTo>
                <a:lnTo>
                  <a:pt x="1791084" y="762165"/>
                </a:lnTo>
                <a:lnTo>
                  <a:pt x="1784886" y="762165"/>
                </a:lnTo>
                <a:lnTo>
                  <a:pt x="1778688" y="762165"/>
                </a:lnTo>
                <a:lnTo>
                  <a:pt x="1772491" y="762165"/>
                </a:lnTo>
                <a:lnTo>
                  <a:pt x="1766293" y="762165"/>
                </a:lnTo>
                <a:lnTo>
                  <a:pt x="1760096" y="762165"/>
                </a:lnTo>
                <a:lnTo>
                  <a:pt x="1753898" y="762165"/>
                </a:lnTo>
                <a:lnTo>
                  <a:pt x="1747701" y="762165"/>
                </a:lnTo>
                <a:lnTo>
                  <a:pt x="1741503" y="762165"/>
                </a:lnTo>
                <a:lnTo>
                  <a:pt x="1735306" y="762165"/>
                </a:lnTo>
                <a:lnTo>
                  <a:pt x="1729108" y="762165"/>
                </a:lnTo>
                <a:lnTo>
                  <a:pt x="1722911" y="762165"/>
                </a:lnTo>
                <a:lnTo>
                  <a:pt x="1716713" y="762165"/>
                </a:lnTo>
                <a:lnTo>
                  <a:pt x="1710516" y="762165"/>
                </a:lnTo>
                <a:lnTo>
                  <a:pt x="1704318" y="762165"/>
                </a:lnTo>
                <a:lnTo>
                  <a:pt x="1698121" y="762165"/>
                </a:lnTo>
                <a:lnTo>
                  <a:pt x="1691923" y="762165"/>
                </a:lnTo>
                <a:lnTo>
                  <a:pt x="1685726" y="762165"/>
                </a:lnTo>
                <a:lnTo>
                  <a:pt x="1679528" y="762165"/>
                </a:lnTo>
                <a:lnTo>
                  <a:pt x="1673331" y="762165"/>
                </a:lnTo>
                <a:lnTo>
                  <a:pt x="1667133" y="762165"/>
                </a:lnTo>
                <a:lnTo>
                  <a:pt x="1660936" y="762165"/>
                </a:lnTo>
                <a:lnTo>
                  <a:pt x="1654738" y="762165"/>
                </a:lnTo>
                <a:lnTo>
                  <a:pt x="1648540" y="762165"/>
                </a:lnTo>
                <a:lnTo>
                  <a:pt x="1642343" y="762165"/>
                </a:lnTo>
                <a:lnTo>
                  <a:pt x="1636145" y="762165"/>
                </a:lnTo>
                <a:lnTo>
                  <a:pt x="1629948" y="762165"/>
                </a:lnTo>
                <a:lnTo>
                  <a:pt x="1623750" y="762165"/>
                </a:lnTo>
                <a:lnTo>
                  <a:pt x="1617553" y="762165"/>
                </a:lnTo>
                <a:lnTo>
                  <a:pt x="1611355" y="762165"/>
                </a:lnTo>
                <a:lnTo>
                  <a:pt x="1605158" y="762165"/>
                </a:lnTo>
                <a:lnTo>
                  <a:pt x="1598960" y="762165"/>
                </a:lnTo>
                <a:lnTo>
                  <a:pt x="1592763" y="762165"/>
                </a:lnTo>
                <a:lnTo>
                  <a:pt x="1586565" y="762165"/>
                </a:lnTo>
                <a:lnTo>
                  <a:pt x="1580368" y="762165"/>
                </a:lnTo>
                <a:lnTo>
                  <a:pt x="1574170" y="762165"/>
                </a:lnTo>
                <a:lnTo>
                  <a:pt x="1567973" y="762165"/>
                </a:lnTo>
                <a:lnTo>
                  <a:pt x="1561775" y="762165"/>
                </a:lnTo>
                <a:lnTo>
                  <a:pt x="1555578" y="762165"/>
                </a:lnTo>
                <a:lnTo>
                  <a:pt x="1549380" y="762165"/>
                </a:lnTo>
                <a:lnTo>
                  <a:pt x="1543183" y="762165"/>
                </a:lnTo>
                <a:lnTo>
                  <a:pt x="1536985" y="762165"/>
                </a:lnTo>
                <a:lnTo>
                  <a:pt x="1530788" y="762165"/>
                </a:lnTo>
                <a:lnTo>
                  <a:pt x="1524590" y="762165"/>
                </a:lnTo>
                <a:lnTo>
                  <a:pt x="1518393" y="762165"/>
                </a:lnTo>
                <a:lnTo>
                  <a:pt x="1512195" y="762165"/>
                </a:lnTo>
                <a:lnTo>
                  <a:pt x="1505997" y="762165"/>
                </a:lnTo>
                <a:lnTo>
                  <a:pt x="1499800" y="762165"/>
                </a:lnTo>
                <a:lnTo>
                  <a:pt x="1493602" y="762165"/>
                </a:lnTo>
                <a:lnTo>
                  <a:pt x="1487405" y="762165"/>
                </a:lnTo>
                <a:lnTo>
                  <a:pt x="1481207" y="762165"/>
                </a:lnTo>
                <a:lnTo>
                  <a:pt x="1475010" y="762165"/>
                </a:lnTo>
                <a:lnTo>
                  <a:pt x="1468812" y="762165"/>
                </a:lnTo>
                <a:lnTo>
                  <a:pt x="1462615" y="762165"/>
                </a:lnTo>
                <a:lnTo>
                  <a:pt x="1456417" y="762165"/>
                </a:lnTo>
                <a:lnTo>
                  <a:pt x="1450220" y="762165"/>
                </a:lnTo>
                <a:lnTo>
                  <a:pt x="1444022" y="762165"/>
                </a:lnTo>
                <a:lnTo>
                  <a:pt x="1437825" y="762165"/>
                </a:lnTo>
                <a:lnTo>
                  <a:pt x="1431627" y="762165"/>
                </a:lnTo>
                <a:lnTo>
                  <a:pt x="1425430" y="762165"/>
                </a:lnTo>
                <a:lnTo>
                  <a:pt x="1419232" y="762165"/>
                </a:lnTo>
                <a:lnTo>
                  <a:pt x="1413035" y="762165"/>
                </a:lnTo>
                <a:lnTo>
                  <a:pt x="1406837" y="762165"/>
                </a:lnTo>
                <a:lnTo>
                  <a:pt x="1400640" y="762165"/>
                </a:lnTo>
                <a:lnTo>
                  <a:pt x="1394442" y="762165"/>
                </a:lnTo>
                <a:lnTo>
                  <a:pt x="1388245" y="762165"/>
                </a:lnTo>
                <a:lnTo>
                  <a:pt x="1382047" y="762165"/>
                </a:lnTo>
                <a:lnTo>
                  <a:pt x="1375849" y="762165"/>
                </a:lnTo>
                <a:lnTo>
                  <a:pt x="1369652" y="762165"/>
                </a:lnTo>
                <a:lnTo>
                  <a:pt x="1363454" y="762165"/>
                </a:lnTo>
                <a:lnTo>
                  <a:pt x="1357257" y="762165"/>
                </a:lnTo>
                <a:lnTo>
                  <a:pt x="1351059" y="762165"/>
                </a:lnTo>
                <a:lnTo>
                  <a:pt x="1344862" y="762165"/>
                </a:lnTo>
                <a:lnTo>
                  <a:pt x="1338664" y="762165"/>
                </a:lnTo>
                <a:lnTo>
                  <a:pt x="1332467" y="762165"/>
                </a:lnTo>
                <a:lnTo>
                  <a:pt x="1326269" y="762165"/>
                </a:lnTo>
                <a:lnTo>
                  <a:pt x="1320072" y="762165"/>
                </a:lnTo>
                <a:lnTo>
                  <a:pt x="1313874" y="762165"/>
                </a:lnTo>
                <a:lnTo>
                  <a:pt x="1307677" y="762165"/>
                </a:lnTo>
                <a:lnTo>
                  <a:pt x="1301479" y="762165"/>
                </a:lnTo>
                <a:lnTo>
                  <a:pt x="1295282" y="762165"/>
                </a:lnTo>
                <a:lnTo>
                  <a:pt x="1289084" y="762165"/>
                </a:lnTo>
                <a:lnTo>
                  <a:pt x="1282887" y="762165"/>
                </a:lnTo>
                <a:lnTo>
                  <a:pt x="1276689" y="762165"/>
                </a:lnTo>
                <a:lnTo>
                  <a:pt x="1270492" y="762165"/>
                </a:lnTo>
                <a:lnTo>
                  <a:pt x="1264294" y="762165"/>
                </a:lnTo>
                <a:lnTo>
                  <a:pt x="1258097" y="762165"/>
                </a:lnTo>
                <a:lnTo>
                  <a:pt x="1251899" y="762165"/>
                </a:lnTo>
                <a:lnTo>
                  <a:pt x="1245702" y="762165"/>
                </a:lnTo>
                <a:lnTo>
                  <a:pt x="1239504" y="762165"/>
                </a:lnTo>
                <a:lnTo>
                  <a:pt x="1233306" y="762165"/>
                </a:lnTo>
                <a:lnTo>
                  <a:pt x="1227109" y="762165"/>
                </a:lnTo>
                <a:lnTo>
                  <a:pt x="1220911" y="762165"/>
                </a:lnTo>
                <a:lnTo>
                  <a:pt x="1214714" y="762165"/>
                </a:lnTo>
                <a:lnTo>
                  <a:pt x="1208516" y="762165"/>
                </a:lnTo>
                <a:lnTo>
                  <a:pt x="1202319" y="762165"/>
                </a:lnTo>
                <a:lnTo>
                  <a:pt x="1196121" y="762165"/>
                </a:lnTo>
                <a:lnTo>
                  <a:pt x="1189924" y="762165"/>
                </a:lnTo>
                <a:lnTo>
                  <a:pt x="1183726" y="762165"/>
                </a:lnTo>
                <a:lnTo>
                  <a:pt x="1177529" y="762165"/>
                </a:lnTo>
                <a:lnTo>
                  <a:pt x="1171331" y="762165"/>
                </a:lnTo>
                <a:lnTo>
                  <a:pt x="1165134" y="762165"/>
                </a:lnTo>
                <a:lnTo>
                  <a:pt x="1158936" y="762165"/>
                </a:lnTo>
                <a:lnTo>
                  <a:pt x="1152739" y="762165"/>
                </a:lnTo>
                <a:lnTo>
                  <a:pt x="1146541" y="762165"/>
                </a:lnTo>
                <a:lnTo>
                  <a:pt x="1140344" y="762165"/>
                </a:lnTo>
                <a:lnTo>
                  <a:pt x="1134146" y="762165"/>
                </a:lnTo>
                <a:lnTo>
                  <a:pt x="1127949" y="762165"/>
                </a:lnTo>
                <a:lnTo>
                  <a:pt x="1121751" y="762165"/>
                </a:lnTo>
                <a:lnTo>
                  <a:pt x="1115554" y="762165"/>
                </a:lnTo>
                <a:lnTo>
                  <a:pt x="1109356" y="762165"/>
                </a:lnTo>
                <a:lnTo>
                  <a:pt x="1103159" y="762165"/>
                </a:lnTo>
                <a:lnTo>
                  <a:pt x="1096961" y="762165"/>
                </a:lnTo>
                <a:lnTo>
                  <a:pt x="1090763" y="762165"/>
                </a:lnTo>
                <a:lnTo>
                  <a:pt x="1084566" y="762165"/>
                </a:lnTo>
                <a:lnTo>
                  <a:pt x="1078368" y="762165"/>
                </a:lnTo>
                <a:lnTo>
                  <a:pt x="1072171" y="762165"/>
                </a:lnTo>
                <a:lnTo>
                  <a:pt x="1065973" y="762165"/>
                </a:lnTo>
                <a:lnTo>
                  <a:pt x="1059776" y="762165"/>
                </a:lnTo>
                <a:lnTo>
                  <a:pt x="1053578" y="762165"/>
                </a:lnTo>
                <a:lnTo>
                  <a:pt x="1047381" y="762165"/>
                </a:lnTo>
                <a:lnTo>
                  <a:pt x="1041183" y="762165"/>
                </a:lnTo>
                <a:lnTo>
                  <a:pt x="1034986" y="762165"/>
                </a:lnTo>
                <a:lnTo>
                  <a:pt x="1028788" y="762165"/>
                </a:lnTo>
                <a:lnTo>
                  <a:pt x="1022591" y="762165"/>
                </a:lnTo>
                <a:lnTo>
                  <a:pt x="1016393" y="762165"/>
                </a:lnTo>
                <a:lnTo>
                  <a:pt x="1010196" y="762165"/>
                </a:lnTo>
                <a:lnTo>
                  <a:pt x="1003998" y="762165"/>
                </a:lnTo>
                <a:lnTo>
                  <a:pt x="997801" y="762165"/>
                </a:lnTo>
                <a:lnTo>
                  <a:pt x="991603" y="762165"/>
                </a:lnTo>
                <a:lnTo>
                  <a:pt x="985406" y="762165"/>
                </a:lnTo>
                <a:lnTo>
                  <a:pt x="979208" y="762165"/>
                </a:lnTo>
                <a:lnTo>
                  <a:pt x="973011" y="762165"/>
                </a:lnTo>
                <a:lnTo>
                  <a:pt x="966813" y="762165"/>
                </a:lnTo>
                <a:lnTo>
                  <a:pt x="960615" y="762165"/>
                </a:lnTo>
                <a:lnTo>
                  <a:pt x="954418" y="762165"/>
                </a:lnTo>
                <a:lnTo>
                  <a:pt x="948220" y="762165"/>
                </a:lnTo>
                <a:lnTo>
                  <a:pt x="942023" y="762165"/>
                </a:lnTo>
                <a:lnTo>
                  <a:pt x="935825" y="762165"/>
                </a:lnTo>
                <a:lnTo>
                  <a:pt x="929628" y="762165"/>
                </a:lnTo>
                <a:lnTo>
                  <a:pt x="923430" y="762165"/>
                </a:lnTo>
                <a:lnTo>
                  <a:pt x="917233" y="762165"/>
                </a:lnTo>
                <a:lnTo>
                  <a:pt x="911035" y="762165"/>
                </a:lnTo>
                <a:lnTo>
                  <a:pt x="904838" y="762165"/>
                </a:lnTo>
                <a:lnTo>
                  <a:pt x="898640" y="762165"/>
                </a:lnTo>
                <a:lnTo>
                  <a:pt x="892443" y="762165"/>
                </a:lnTo>
                <a:lnTo>
                  <a:pt x="886245" y="762165"/>
                </a:lnTo>
                <a:lnTo>
                  <a:pt x="880048" y="762165"/>
                </a:lnTo>
                <a:lnTo>
                  <a:pt x="873850" y="762165"/>
                </a:lnTo>
                <a:lnTo>
                  <a:pt x="867653" y="762165"/>
                </a:lnTo>
                <a:lnTo>
                  <a:pt x="861455" y="762165"/>
                </a:lnTo>
                <a:lnTo>
                  <a:pt x="855258" y="762165"/>
                </a:lnTo>
                <a:lnTo>
                  <a:pt x="849060" y="762165"/>
                </a:lnTo>
                <a:lnTo>
                  <a:pt x="842863" y="762165"/>
                </a:lnTo>
                <a:lnTo>
                  <a:pt x="836665" y="762165"/>
                </a:lnTo>
                <a:lnTo>
                  <a:pt x="830468" y="762165"/>
                </a:lnTo>
                <a:lnTo>
                  <a:pt x="824270" y="762165"/>
                </a:lnTo>
                <a:lnTo>
                  <a:pt x="818072" y="762165"/>
                </a:lnTo>
                <a:lnTo>
                  <a:pt x="811875" y="762165"/>
                </a:lnTo>
                <a:lnTo>
                  <a:pt x="805677" y="762165"/>
                </a:lnTo>
                <a:lnTo>
                  <a:pt x="799480" y="762165"/>
                </a:lnTo>
                <a:lnTo>
                  <a:pt x="793282" y="762165"/>
                </a:lnTo>
                <a:lnTo>
                  <a:pt x="787085" y="762165"/>
                </a:lnTo>
                <a:lnTo>
                  <a:pt x="780887" y="762165"/>
                </a:lnTo>
                <a:lnTo>
                  <a:pt x="774690" y="762165"/>
                </a:lnTo>
                <a:lnTo>
                  <a:pt x="768492" y="762165"/>
                </a:lnTo>
                <a:lnTo>
                  <a:pt x="762295" y="762165"/>
                </a:lnTo>
                <a:lnTo>
                  <a:pt x="756097" y="762165"/>
                </a:lnTo>
                <a:lnTo>
                  <a:pt x="749900" y="762165"/>
                </a:lnTo>
                <a:lnTo>
                  <a:pt x="743702" y="762165"/>
                </a:lnTo>
                <a:lnTo>
                  <a:pt x="737505" y="762165"/>
                </a:lnTo>
                <a:lnTo>
                  <a:pt x="731307" y="762165"/>
                </a:lnTo>
                <a:lnTo>
                  <a:pt x="725110" y="762165"/>
                </a:lnTo>
                <a:lnTo>
                  <a:pt x="718912" y="762165"/>
                </a:lnTo>
                <a:lnTo>
                  <a:pt x="712715" y="762165"/>
                </a:lnTo>
                <a:lnTo>
                  <a:pt x="706517" y="762165"/>
                </a:lnTo>
                <a:lnTo>
                  <a:pt x="700320" y="762165"/>
                </a:lnTo>
                <a:lnTo>
                  <a:pt x="694122" y="762165"/>
                </a:lnTo>
                <a:lnTo>
                  <a:pt x="687924" y="762165"/>
                </a:lnTo>
                <a:lnTo>
                  <a:pt x="681727" y="762165"/>
                </a:lnTo>
                <a:lnTo>
                  <a:pt x="675529" y="762165"/>
                </a:lnTo>
                <a:lnTo>
                  <a:pt x="669332" y="762165"/>
                </a:lnTo>
                <a:lnTo>
                  <a:pt x="663134" y="762165"/>
                </a:lnTo>
                <a:lnTo>
                  <a:pt x="656937" y="762165"/>
                </a:lnTo>
                <a:lnTo>
                  <a:pt x="650739" y="762165"/>
                </a:lnTo>
                <a:lnTo>
                  <a:pt x="644542" y="762165"/>
                </a:lnTo>
                <a:lnTo>
                  <a:pt x="638344" y="762165"/>
                </a:lnTo>
                <a:lnTo>
                  <a:pt x="632147" y="762165"/>
                </a:lnTo>
                <a:lnTo>
                  <a:pt x="625949" y="762165"/>
                </a:lnTo>
                <a:lnTo>
                  <a:pt x="619752" y="762165"/>
                </a:lnTo>
                <a:lnTo>
                  <a:pt x="613554" y="762165"/>
                </a:lnTo>
                <a:lnTo>
                  <a:pt x="607357" y="762165"/>
                </a:lnTo>
                <a:lnTo>
                  <a:pt x="601159" y="762165"/>
                </a:lnTo>
                <a:lnTo>
                  <a:pt x="594962" y="762165"/>
                </a:lnTo>
                <a:lnTo>
                  <a:pt x="588764" y="762165"/>
                </a:lnTo>
                <a:lnTo>
                  <a:pt x="582567" y="762165"/>
                </a:lnTo>
                <a:lnTo>
                  <a:pt x="576369" y="762165"/>
                </a:lnTo>
                <a:lnTo>
                  <a:pt x="570172" y="762165"/>
                </a:lnTo>
                <a:lnTo>
                  <a:pt x="563974" y="762165"/>
                </a:lnTo>
                <a:lnTo>
                  <a:pt x="557777" y="762165"/>
                </a:lnTo>
                <a:lnTo>
                  <a:pt x="551579" y="762165"/>
                </a:lnTo>
                <a:lnTo>
                  <a:pt x="545381" y="762165"/>
                </a:lnTo>
                <a:lnTo>
                  <a:pt x="539184" y="762165"/>
                </a:lnTo>
                <a:lnTo>
                  <a:pt x="532986" y="762165"/>
                </a:lnTo>
                <a:lnTo>
                  <a:pt x="526789" y="762165"/>
                </a:lnTo>
                <a:lnTo>
                  <a:pt x="520591" y="762165"/>
                </a:lnTo>
                <a:lnTo>
                  <a:pt x="514394" y="762165"/>
                </a:lnTo>
                <a:lnTo>
                  <a:pt x="508196" y="762165"/>
                </a:lnTo>
                <a:lnTo>
                  <a:pt x="501999" y="762165"/>
                </a:lnTo>
                <a:lnTo>
                  <a:pt x="495801" y="762165"/>
                </a:lnTo>
                <a:lnTo>
                  <a:pt x="489604" y="762165"/>
                </a:lnTo>
                <a:lnTo>
                  <a:pt x="483406" y="762165"/>
                </a:lnTo>
                <a:lnTo>
                  <a:pt x="477209" y="762165"/>
                </a:lnTo>
                <a:lnTo>
                  <a:pt x="471011" y="762165"/>
                </a:lnTo>
                <a:lnTo>
                  <a:pt x="464814" y="762165"/>
                </a:lnTo>
                <a:lnTo>
                  <a:pt x="458616" y="762165"/>
                </a:lnTo>
                <a:lnTo>
                  <a:pt x="452419" y="762165"/>
                </a:lnTo>
                <a:lnTo>
                  <a:pt x="446221" y="762165"/>
                </a:lnTo>
                <a:lnTo>
                  <a:pt x="440024" y="762165"/>
                </a:lnTo>
                <a:lnTo>
                  <a:pt x="433826" y="762165"/>
                </a:lnTo>
                <a:lnTo>
                  <a:pt x="427629" y="762165"/>
                </a:lnTo>
                <a:lnTo>
                  <a:pt x="421431" y="762165"/>
                </a:lnTo>
                <a:lnTo>
                  <a:pt x="415234" y="762165"/>
                </a:lnTo>
                <a:lnTo>
                  <a:pt x="409036" y="762165"/>
                </a:lnTo>
                <a:lnTo>
                  <a:pt x="402838" y="762165"/>
                </a:lnTo>
                <a:lnTo>
                  <a:pt x="396641" y="762165"/>
                </a:lnTo>
                <a:lnTo>
                  <a:pt x="390443" y="762165"/>
                </a:lnTo>
                <a:lnTo>
                  <a:pt x="384246" y="762165"/>
                </a:lnTo>
                <a:lnTo>
                  <a:pt x="378048" y="762165"/>
                </a:lnTo>
                <a:lnTo>
                  <a:pt x="371851" y="762165"/>
                </a:lnTo>
                <a:lnTo>
                  <a:pt x="365653" y="762165"/>
                </a:lnTo>
                <a:lnTo>
                  <a:pt x="359456" y="762165"/>
                </a:lnTo>
                <a:lnTo>
                  <a:pt x="353258" y="762165"/>
                </a:lnTo>
                <a:lnTo>
                  <a:pt x="347061" y="762165"/>
                </a:lnTo>
                <a:lnTo>
                  <a:pt x="340863" y="762165"/>
                </a:lnTo>
                <a:lnTo>
                  <a:pt x="334666" y="762165"/>
                </a:lnTo>
                <a:lnTo>
                  <a:pt x="328468" y="762165"/>
                </a:lnTo>
                <a:lnTo>
                  <a:pt x="322271" y="762165"/>
                </a:lnTo>
                <a:lnTo>
                  <a:pt x="316073" y="762165"/>
                </a:lnTo>
                <a:lnTo>
                  <a:pt x="309876" y="762165"/>
                </a:lnTo>
                <a:lnTo>
                  <a:pt x="303678" y="762165"/>
                </a:lnTo>
                <a:lnTo>
                  <a:pt x="297481" y="762165"/>
                </a:lnTo>
                <a:lnTo>
                  <a:pt x="291283" y="762165"/>
                </a:lnTo>
                <a:lnTo>
                  <a:pt x="285086" y="762165"/>
                </a:lnTo>
                <a:lnTo>
                  <a:pt x="278888" y="762165"/>
                </a:lnTo>
                <a:lnTo>
                  <a:pt x="272690" y="762165"/>
                </a:lnTo>
                <a:lnTo>
                  <a:pt x="266493" y="762165"/>
                </a:lnTo>
                <a:lnTo>
                  <a:pt x="260295" y="762165"/>
                </a:lnTo>
                <a:lnTo>
                  <a:pt x="254098" y="762165"/>
                </a:lnTo>
                <a:lnTo>
                  <a:pt x="247900" y="762165"/>
                </a:lnTo>
                <a:lnTo>
                  <a:pt x="241703" y="762165"/>
                </a:lnTo>
                <a:lnTo>
                  <a:pt x="235505" y="762165"/>
                </a:lnTo>
                <a:lnTo>
                  <a:pt x="229308" y="762165"/>
                </a:lnTo>
                <a:lnTo>
                  <a:pt x="223110" y="762165"/>
                </a:lnTo>
                <a:lnTo>
                  <a:pt x="216913" y="762165"/>
                </a:lnTo>
                <a:lnTo>
                  <a:pt x="210715" y="762165"/>
                </a:lnTo>
                <a:lnTo>
                  <a:pt x="204518" y="762165"/>
                </a:lnTo>
                <a:lnTo>
                  <a:pt x="198320" y="762165"/>
                </a:lnTo>
                <a:lnTo>
                  <a:pt x="192123" y="762165"/>
                </a:lnTo>
                <a:lnTo>
                  <a:pt x="185925" y="762165"/>
                </a:lnTo>
                <a:lnTo>
                  <a:pt x="179728" y="762165"/>
                </a:lnTo>
                <a:lnTo>
                  <a:pt x="173530" y="762165"/>
                </a:lnTo>
                <a:lnTo>
                  <a:pt x="167333" y="762165"/>
                </a:lnTo>
                <a:lnTo>
                  <a:pt x="161135" y="762165"/>
                </a:lnTo>
                <a:lnTo>
                  <a:pt x="154938" y="762165"/>
                </a:lnTo>
                <a:lnTo>
                  <a:pt x="148740" y="762165"/>
                </a:lnTo>
                <a:lnTo>
                  <a:pt x="142543" y="762165"/>
                </a:lnTo>
                <a:lnTo>
                  <a:pt x="136345" y="762165"/>
                </a:lnTo>
                <a:lnTo>
                  <a:pt x="130147" y="762165"/>
                </a:lnTo>
                <a:lnTo>
                  <a:pt x="123950" y="762165"/>
                </a:lnTo>
                <a:lnTo>
                  <a:pt x="117752" y="762165"/>
                </a:lnTo>
                <a:lnTo>
                  <a:pt x="111555" y="762165"/>
                </a:lnTo>
                <a:lnTo>
                  <a:pt x="105357" y="762165"/>
                </a:lnTo>
                <a:lnTo>
                  <a:pt x="99160" y="762165"/>
                </a:lnTo>
                <a:lnTo>
                  <a:pt x="92962" y="762165"/>
                </a:lnTo>
                <a:lnTo>
                  <a:pt x="86765" y="762165"/>
                </a:lnTo>
                <a:lnTo>
                  <a:pt x="80567" y="762165"/>
                </a:lnTo>
                <a:lnTo>
                  <a:pt x="74370" y="762165"/>
                </a:lnTo>
                <a:lnTo>
                  <a:pt x="68172" y="762165"/>
                </a:lnTo>
                <a:lnTo>
                  <a:pt x="61975" y="762165"/>
                </a:lnTo>
                <a:lnTo>
                  <a:pt x="55777" y="762165"/>
                </a:lnTo>
                <a:lnTo>
                  <a:pt x="49580" y="762165"/>
                </a:lnTo>
                <a:lnTo>
                  <a:pt x="43382" y="762165"/>
                </a:lnTo>
                <a:lnTo>
                  <a:pt x="37185" y="762165"/>
                </a:lnTo>
                <a:lnTo>
                  <a:pt x="30987" y="762165"/>
                </a:lnTo>
                <a:lnTo>
                  <a:pt x="24790" y="762165"/>
                </a:lnTo>
                <a:lnTo>
                  <a:pt x="18592" y="762165"/>
                </a:lnTo>
                <a:lnTo>
                  <a:pt x="12395" y="762165"/>
                </a:lnTo>
                <a:lnTo>
                  <a:pt x="6197" y="762165"/>
                </a:lnTo>
                <a:lnTo>
                  <a:pt x="0" y="76216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2" name="pg90">
            <a:extLst>
              <a:ext uri="{FF2B5EF4-FFF2-40B4-BE49-F238E27FC236}">
                <a16:creationId xmlns:a16="http://schemas.microsoft.com/office/drawing/2014/main" id="{552A6412-B28F-21D0-610F-255A2BC47A87}"/>
              </a:ext>
            </a:extLst>
          </p:cNvPr>
          <p:cNvSpPr/>
          <p:nvPr/>
        </p:nvSpPr>
        <p:spPr>
          <a:xfrm>
            <a:off x="6492869" y="4114748"/>
            <a:ext cx="2412901" cy="643200"/>
          </a:xfrm>
          <a:custGeom>
            <a:avLst/>
            <a:gdLst/>
            <a:ahLst/>
            <a:cxnLst/>
            <a:rect l="0" t="0" r="0" b="0"/>
            <a:pathLst>
              <a:path w="3166933" h="844200">
                <a:moveTo>
                  <a:pt x="0" y="157699"/>
                </a:moveTo>
                <a:lnTo>
                  <a:pt x="6197" y="149433"/>
                </a:lnTo>
                <a:lnTo>
                  <a:pt x="12395" y="141257"/>
                </a:lnTo>
                <a:lnTo>
                  <a:pt x="18592" y="133285"/>
                </a:lnTo>
                <a:lnTo>
                  <a:pt x="24790" y="125502"/>
                </a:lnTo>
                <a:lnTo>
                  <a:pt x="30987" y="117845"/>
                </a:lnTo>
                <a:lnTo>
                  <a:pt x="37185" y="110485"/>
                </a:lnTo>
                <a:lnTo>
                  <a:pt x="43382" y="103226"/>
                </a:lnTo>
                <a:lnTo>
                  <a:pt x="49580" y="96255"/>
                </a:lnTo>
                <a:lnTo>
                  <a:pt x="55777" y="89458"/>
                </a:lnTo>
                <a:lnTo>
                  <a:pt x="61975" y="82856"/>
                </a:lnTo>
                <a:lnTo>
                  <a:pt x="68172" y="76548"/>
                </a:lnTo>
                <a:lnTo>
                  <a:pt x="74370" y="70352"/>
                </a:lnTo>
                <a:lnTo>
                  <a:pt x="80567" y="64534"/>
                </a:lnTo>
                <a:lnTo>
                  <a:pt x="86765" y="58858"/>
                </a:lnTo>
                <a:lnTo>
                  <a:pt x="92962" y="53451"/>
                </a:lnTo>
                <a:lnTo>
                  <a:pt x="99160" y="48314"/>
                </a:lnTo>
                <a:lnTo>
                  <a:pt x="105357" y="43331"/>
                </a:lnTo>
                <a:lnTo>
                  <a:pt x="111555" y="38749"/>
                </a:lnTo>
                <a:lnTo>
                  <a:pt x="117752" y="34296"/>
                </a:lnTo>
                <a:lnTo>
                  <a:pt x="123950" y="30188"/>
                </a:lnTo>
                <a:lnTo>
                  <a:pt x="130147" y="26308"/>
                </a:lnTo>
                <a:lnTo>
                  <a:pt x="136345" y="22649"/>
                </a:lnTo>
                <a:lnTo>
                  <a:pt x="142543" y="19352"/>
                </a:lnTo>
                <a:lnTo>
                  <a:pt x="148740" y="16188"/>
                </a:lnTo>
                <a:lnTo>
                  <a:pt x="154938" y="13440"/>
                </a:lnTo>
                <a:lnTo>
                  <a:pt x="161135" y="10867"/>
                </a:lnTo>
                <a:lnTo>
                  <a:pt x="167333" y="8578"/>
                </a:lnTo>
                <a:lnTo>
                  <a:pt x="173530" y="6599"/>
                </a:lnTo>
                <a:lnTo>
                  <a:pt x="179728" y="4770"/>
                </a:lnTo>
                <a:lnTo>
                  <a:pt x="185925" y="3384"/>
                </a:lnTo>
                <a:lnTo>
                  <a:pt x="192123" y="2130"/>
                </a:lnTo>
                <a:lnTo>
                  <a:pt x="198320" y="1216"/>
                </a:lnTo>
                <a:lnTo>
                  <a:pt x="204518" y="549"/>
                </a:lnTo>
                <a:lnTo>
                  <a:pt x="210715" y="88"/>
                </a:lnTo>
                <a:lnTo>
                  <a:pt x="216913" y="0"/>
                </a:lnTo>
                <a:lnTo>
                  <a:pt x="223110" y="40"/>
                </a:lnTo>
                <a:lnTo>
                  <a:pt x="229308" y="465"/>
                </a:lnTo>
                <a:lnTo>
                  <a:pt x="235505" y="1069"/>
                </a:lnTo>
                <a:lnTo>
                  <a:pt x="241703" y="1925"/>
                </a:lnTo>
                <a:lnTo>
                  <a:pt x="247900" y="3079"/>
                </a:lnTo>
                <a:lnTo>
                  <a:pt x="254098" y="4356"/>
                </a:lnTo>
                <a:lnTo>
                  <a:pt x="260295" y="6044"/>
                </a:lnTo>
                <a:lnTo>
                  <a:pt x="266493" y="7848"/>
                </a:lnTo>
                <a:lnTo>
                  <a:pt x="272690" y="9935"/>
                </a:lnTo>
                <a:lnTo>
                  <a:pt x="278888" y="12246"/>
                </a:lnTo>
                <a:lnTo>
                  <a:pt x="285086" y="14719"/>
                </a:lnTo>
                <a:lnTo>
                  <a:pt x="291283" y="17516"/>
                </a:lnTo>
                <a:lnTo>
                  <a:pt x="297481" y="20420"/>
                </a:lnTo>
                <a:lnTo>
                  <a:pt x="303678" y="23622"/>
                </a:lnTo>
                <a:lnTo>
                  <a:pt x="309876" y="26980"/>
                </a:lnTo>
                <a:lnTo>
                  <a:pt x="316073" y="30525"/>
                </a:lnTo>
                <a:lnTo>
                  <a:pt x="322271" y="34313"/>
                </a:lnTo>
                <a:lnTo>
                  <a:pt x="328468" y="38195"/>
                </a:lnTo>
                <a:lnTo>
                  <a:pt x="334666" y="42376"/>
                </a:lnTo>
                <a:lnTo>
                  <a:pt x="340863" y="46652"/>
                </a:lnTo>
                <a:lnTo>
                  <a:pt x="347061" y="51125"/>
                </a:lnTo>
                <a:lnTo>
                  <a:pt x="353258" y="55768"/>
                </a:lnTo>
                <a:lnTo>
                  <a:pt x="359456" y="60516"/>
                </a:lnTo>
                <a:lnTo>
                  <a:pt x="365653" y="65499"/>
                </a:lnTo>
                <a:lnTo>
                  <a:pt x="371851" y="70552"/>
                </a:lnTo>
                <a:lnTo>
                  <a:pt x="378048" y="75798"/>
                </a:lnTo>
                <a:lnTo>
                  <a:pt x="384246" y="81153"/>
                </a:lnTo>
                <a:lnTo>
                  <a:pt x="390443" y="86621"/>
                </a:lnTo>
                <a:lnTo>
                  <a:pt x="396641" y="92248"/>
                </a:lnTo>
                <a:lnTo>
                  <a:pt x="402838" y="97934"/>
                </a:lnTo>
                <a:lnTo>
                  <a:pt x="409036" y="103792"/>
                </a:lnTo>
                <a:lnTo>
                  <a:pt x="415234" y="109712"/>
                </a:lnTo>
                <a:lnTo>
                  <a:pt x="421431" y="115739"/>
                </a:lnTo>
                <a:lnTo>
                  <a:pt x="427629" y="121865"/>
                </a:lnTo>
                <a:lnTo>
                  <a:pt x="433826" y="128044"/>
                </a:lnTo>
                <a:lnTo>
                  <a:pt x="440024" y="134350"/>
                </a:lnTo>
                <a:lnTo>
                  <a:pt x="446221" y="140690"/>
                </a:lnTo>
                <a:lnTo>
                  <a:pt x="452419" y="147121"/>
                </a:lnTo>
                <a:lnTo>
                  <a:pt x="458616" y="153606"/>
                </a:lnTo>
                <a:lnTo>
                  <a:pt x="464814" y="160138"/>
                </a:lnTo>
                <a:lnTo>
                  <a:pt x="471011" y="166741"/>
                </a:lnTo>
                <a:lnTo>
                  <a:pt x="477209" y="173366"/>
                </a:lnTo>
                <a:lnTo>
                  <a:pt x="483406" y="180055"/>
                </a:lnTo>
                <a:lnTo>
                  <a:pt x="489604" y="186766"/>
                </a:lnTo>
                <a:lnTo>
                  <a:pt x="495801" y="193510"/>
                </a:lnTo>
                <a:lnTo>
                  <a:pt x="501999" y="200283"/>
                </a:lnTo>
                <a:lnTo>
                  <a:pt x="508196" y="207069"/>
                </a:lnTo>
                <a:lnTo>
                  <a:pt x="514394" y="213883"/>
                </a:lnTo>
                <a:lnTo>
                  <a:pt x="520591" y="220701"/>
                </a:lnTo>
                <a:lnTo>
                  <a:pt x="526789" y="227530"/>
                </a:lnTo>
                <a:lnTo>
                  <a:pt x="532986" y="234361"/>
                </a:lnTo>
                <a:lnTo>
                  <a:pt x="539184" y="241193"/>
                </a:lnTo>
                <a:lnTo>
                  <a:pt x="545381" y="248017"/>
                </a:lnTo>
                <a:lnTo>
                  <a:pt x="551579" y="254838"/>
                </a:lnTo>
                <a:lnTo>
                  <a:pt x="557777" y="261641"/>
                </a:lnTo>
                <a:lnTo>
                  <a:pt x="563974" y="268432"/>
                </a:lnTo>
                <a:lnTo>
                  <a:pt x="570172" y="275205"/>
                </a:lnTo>
                <a:lnTo>
                  <a:pt x="576369" y="281950"/>
                </a:lnTo>
                <a:lnTo>
                  <a:pt x="582567" y="288683"/>
                </a:lnTo>
                <a:lnTo>
                  <a:pt x="588764" y="295368"/>
                </a:lnTo>
                <a:lnTo>
                  <a:pt x="594962" y="302036"/>
                </a:lnTo>
                <a:lnTo>
                  <a:pt x="601159" y="308664"/>
                </a:lnTo>
                <a:lnTo>
                  <a:pt x="607357" y="315253"/>
                </a:lnTo>
                <a:lnTo>
                  <a:pt x="613554" y="321816"/>
                </a:lnTo>
                <a:lnTo>
                  <a:pt x="619752" y="328316"/>
                </a:lnTo>
                <a:lnTo>
                  <a:pt x="625949" y="334793"/>
                </a:lnTo>
                <a:lnTo>
                  <a:pt x="632147" y="341205"/>
                </a:lnTo>
                <a:lnTo>
                  <a:pt x="638344" y="347578"/>
                </a:lnTo>
                <a:lnTo>
                  <a:pt x="644542" y="353906"/>
                </a:lnTo>
                <a:lnTo>
                  <a:pt x="650739" y="360165"/>
                </a:lnTo>
                <a:lnTo>
                  <a:pt x="656937" y="366398"/>
                </a:lnTo>
                <a:lnTo>
                  <a:pt x="663134" y="372540"/>
                </a:lnTo>
                <a:lnTo>
                  <a:pt x="669332" y="378649"/>
                </a:lnTo>
                <a:lnTo>
                  <a:pt x="675529" y="384692"/>
                </a:lnTo>
                <a:lnTo>
                  <a:pt x="681727" y="390669"/>
                </a:lnTo>
                <a:lnTo>
                  <a:pt x="687924" y="396609"/>
                </a:lnTo>
                <a:lnTo>
                  <a:pt x="694122" y="402449"/>
                </a:lnTo>
                <a:lnTo>
                  <a:pt x="700320" y="408258"/>
                </a:lnTo>
                <a:lnTo>
                  <a:pt x="706517" y="413979"/>
                </a:lnTo>
                <a:lnTo>
                  <a:pt x="712715" y="419644"/>
                </a:lnTo>
                <a:lnTo>
                  <a:pt x="718912" y="425253"/>
                </a:lnTo>
                <a:lnTo>
                  <a:pt x="725110" y="430770"/>
                </a:lnTo>
                <a:lnTo>
                  <a:pt x="731307" y="436253"/>
                </a:lnTo>
                <a:lnTo>
                  <a:pt x="737505" y="441628"/>
                </a:lnTo>
                <a:lnTo>
                  <a:pt x="743702" y="446959"/>
                </a:lnTo>
                <a:lnTo>
                  <a:pt x="749900" y="452215"/>
                </a:lnTo>
                <a:lnTo>
                  <a:pt x="756097" y="457390"/>
                </a:lnTo>
                <a:lnTo>
                  <a:pt x="762295" y="462526"/>
                </a:lnTo>
                <a:lnTo>
                  <a:pt x="768492" y="467544"/>
                </a:lnTo>
                <a:lnTo>
                  <a:pt x="774690" y="472527"/>
                </a:lnTo>
                <a:lnTo>
                  <a:pt x="780887" y="477418"/>
                </a:lnTo>
                <a:lnTo>
                  <a:pt x="787085" y="482242"/>
                </a:lnTo>
                <a:lnTo>
                  <a:pt x="793282" y="487009"/>
                </a:lnTo>
                <a:lnTo>
                  <a:pt x="799480" y="491673"/>
                </a:lnTo>
                <a:lnTo>
                  <a:pt x="805677" y="496301"/>
                </a:lnTo>
                <a:lnTo>
                  <a:pt x="811875" y="500820"/>
                </a:lnTo>
                <a:lnTo>
                  <a:pt x="818072" y="505288"/>
                </a:lnTo>
                <a:lnTo>
                  <a:pt x="824270" y="509683"/>
                </a:lnTo>
                <a:lnTo>
                  <a:pt x="830468" y="513991"/>
                </a:lnTo>
                <a:lnTo>
                  <a:pt x="836665" y="518262"/>
                </a:lnTo>
                <a:lnTo>
                  <a:pt x="842863" y="522410"/>
                </a:lnTo>
                <a:lnTo>
                  <a:pt x="849060" y="526522"/>
                </a:lnTo>
                <a:lnTo>
                  <a:pt x="855258" y="530547"/>
                </a:lnTo>
                <a:lnTo>
                  <a:pt x="861455" y="534500"/>
                </a:lnTo>
                <a:lnTo>
                  <a:pt x="867653" y="538402"/>
                </a:lnTo>
                <a:lnTo>
                  <a:pt x="873850" y="542199"/>
                </a:lnTo>
                <a:lnTo>
                  <a:pt x="880048" y="545960"/>
                </a:lnTo>
                <a:lnTo>
                  <a:pt x="886245" y="549620"/>
                </a:lnTo>
                <a:lnTo>
                  <a:pt x="892443" y="553226"/>
                </a:lnTo>
                <a:lnTo>
                  <a:pt x="898640" y="556766"/>
                </a:lnTo>
                <a:lnTo>
                  <a:pt x="904838" y="560219"/>
                </a:lnTo>
                <a:lnTo>
                  <a:pt x="911035" y="563637"/>
                </a:lnTo>
                <a:lnTo>
                  <a:pt x="917233" y="566943"/>
                </a:lnTo>
                <a:lnTo>
                  <a:pt x="923430" y="570211"/>
                </a:lnTo>
                <a:lnTo>
                  <a:pt x="929628" y="573401"/>
                </a:lnTo>
                <a:lnTo>
                  <a:pt x="935825" y="576521"/>
                </a:lnTo>
                <a:lnTo>
                  <a:pt x="942023" y="579597"/>
                </a:lnTo>
                <a:lnTo>
                  <a:pt x="948220" y="582573"/>
                </a:lnTo>
                <a:lnTo>
                  <a:pt x="954418" y="585516"/>
                </a:lnTo>
                <a:lnTo>
                  <a:pt x="960615" y="588370"/>
                </a:lnTo>
                <a:lnTo>
                  <a:pt x="966813" y="591172"/>
                </a:lnTo>
                <a:lnTo>
                  <a:pt x="973011" y="593919"/>
                </a:lnTo>
                <a:lnTo>
                  <a:pt x="979208" y="596583"/>
                </a:lnTo>
                <a:lnTo>
                  <a:pt x="985406" y="599217"/>
                </a:lnTo>
                <a:lnTo>
                  <a:pt x="991603" y="601754"/>
                </a:lnTo>
                <a:lnTo>
                  <a:pt x="997801" y="604255"/>
                </a:lnTo>
                <a:lnTo>
                  <a:pt x="1003998" y="606690"/>
                </a:lnTo>
                <a:lnTo>
                  <a:pt x="1010196" y="609062"/>
                </a:lnTo>
                <a:lnTo>
                  <a:pt x="1016393" y="611399"/>
                </a:lnTo>
                <a:lnTo>
                  <a:pt x="1022591" y="613645"/>
                </a:lnTo>
                <a:lnTo>
                  <a:pt x="1028788" y="615864"/>
                </a:lnTo>
                <a:lnTo>
                  <a:pt x="1034986" y="618011"/>
                </a:lnTo>
                <a:lnTo>
                  <a:pt x="1041183" y="620110"/>
                </a:lnTo>
                <a:lnTo>
                  <a:pt x="1047381" y="622166"/>
                </a:lnTo>
                <a:lnTo>
                  <a:pt x="1053578" y="624151"/>
                </a:lnTo>
                <a:lnTo>
                  <a:pt x="1059776" y="626110"/>
                </a:lnTo>
                <a:lnTo>
                  <a:pt x="1065973" y="627992"/>
                </a:lnTo>
                <a:lnTo>
                  <a:pt x="1072171" y="629842"/>
                </a:lnTo>
                <a:lnTo>
                  <a:pt x="1078368" y="631642"/>
                </a:lnTo>
                <a:lnTo>
                  <a:pt x="1084566" y="633388"/>
                </a:lnTo>
                <a:lnTo>
                  <a:pt x="1090763" y="635109"/>
                </a:lnTo>
                <a:lnTo>
                  <a:pt x="1096961" y="636755"/>
                </a:lnTo>
                <a:lnTo>
                  <a:pt x="1103159" y="638380"/>
                </a:lnTo>
                <a:lnTo>
                  <a:pt x="1109356" y="639951"/>
                </a:lnTo>
                <a:lnTo>
                  <a:pt x="1115554" y="641484"/>
                </a:lnTo>
                <a:lnTo>
                  <a:pt x="1121751" y="642985"/>
                </a:lnTo>
                <a:lnTo>
                  <a:pt x="1127949" y="644430"/>
                </a:lnTo>
                <a:lnTo>
                  <a:pt x="1134146" y="645855"/>
                </a:lnTo>
                <a:lnTo>
                  <a:pt x="1140344" y="647226"/>
                </a:lnTo>
                <a:lnTo>
                  <a:pt x="1146541" y="648572"/>
                </a:lnTo>
                <a:lnTo>
                  <a:pt x="1152739" y="649882"/>
                </a:lnTo>
                <a:lnTo>
                  <a:pt x="1158936" y="651152"/>
                </a:lnTo>
                <a:lnTo>
                  <a:pt x="1165134" y="652404"/>
                </a:lnTo>
                <a:lnTo>
                  <a:pt x="1171331" y="653604"/>
                </a:lnTo>
                <a:lnTo>
                  <a:pt x="1177529" y="654788"/>
                </a:lnTo>
                <a:lnTo>
                  <a:pt x="1183726" y="655937"/>
                </a:lnTo>
                <a:lnTo>
                  <a:pt x="1189924" y="657058"/>
                </a:lnTo>
                <a:lnTo>
                  <a:pt x="1196121" y="658159"/>
                </a:lnTo>
                <a:lnTo>
                  <a:pt x="1202319" y="659221"/>
                </a:lnTo>
                <a:lnTo>
                  <a:pt x="1208516" y="660271"/>
                </a:lnTo>
                <a:lnTo>
                  <a:pt x="1214714" y="661286"/>
                </a:lnTo>
                <a:lnTo>
                  <a:pt x="1220911" y="662284"/>
                </a:lnTo>
                <a:lnTo>
                  <a:pt x="1227109" y="663261"/>
                </a:lnTo>
                <a:lnTo>
                  <a:pt x="1233306" y="664212"/>
                </a:lnTo>
                <a:lnTo>
                  <a:pt x="1239504" y="665152"/>
                </a:lnTo>
                <a:lnTo>
                  <a:pt x="1245702" y="666061"/>
                </a:lnTo>
                <a:lnTo>
                  <a:pt x="1251899" y="666961"/>
                </a:lnTo>
                <a:lnTo>
                  <a:pt x="1258097" y="667841"/>
                </a:lnTo>
                <a:lnTo>
                  <a:pt x="1264294" y="668703"/>
                </a:lnTo>
                <a:lnTo>
                  <a:pt x="1270492" y="669556"/>
                </a:lnTo>
                <a:lnTo>
                  <a:pt x="1276689" y="670387"/>
                </a:lnTo>
                <a:lnTo>
                  <a:pt x="1282887" y="671211"/>
                </a:lnTo>
                <a:lnTo>
                  <a:pt x="1289084" y="672018"/>
                </a:lnTo>
                <a:lnTo>
                  <a:pt x="1295282" y="672815"/>
                </a:lnTo>
                <a:lnTo>
                  <a:pt x="1301479" y="673602"/>
                </a:lnTo>
                <a:lnTo>
                  <a:pt x="1307677" y="674376"/>
                </a:lnTo>
                <a:lnTo>
                  <a:pt x="1313874" y="675145"/>
                </a:lnTo>
                <a:lnTo>
                  <a:pt x="1320072" y="675901"/>
                </a:lnTo>
                <a:lnTo>
                  <a:pt x="1326269" y="676652"/>
                </a:lnTo>
                <a:lnTo>
                  <a:pt x="1332467" y="677394"/>
                </a:lnTo>
                <a:lnTo>
                  <a:pt x="1338664" y="678129"/>
                </a:lnTo>
                <a:lnTo>
                  <a:pt x="1344862" y="678861"/>
                </a:lnTo>
                <a:lnTo>
                  <a:pt x="1351059" y="679584"/>
                </a:lnTo>
                <a:lnTo>
                  <a:pt x="1357257" y="680305"/>
                </a:lnTo>
                <a:lnTo>
                  <a:pt x="1363454" y="681020"/>
                </a:lnTo>
                <a:lnTo>
                  <a:pt x="1369652" y="681732"/>
                </a:lnTo>
                <a:lnTo>
                  <a:pt x="1375849" y="682441"/>
                </a:lnTo>
                <a:lnTo>
                  <a:pt x="1382047" y="683146"/>
                </a:lnTo>
                <a:lnTo>
                  <a:pt x="1388245" y="683850"/>
                </a:lnTo>
                <a:lnTo>
                  <a:pt x="1394442" y="684551"/>
                </a:lnTo>
                <a:lnTo>
                  <a:pt x="1400640" y="685251"/>
                </a:lnTo>
                <a:lnTo>
                  <a:pt x="1406837" y="685950"/>
                </a:lnTo>
                <a:lnTo>
                  <a:pt x="1413035" y="686648"/>
                </a:lnTo>
                <a:lnTo>
                  <a:pt x="1419232" y="687346"/>
                </a:lnTo>
                <a:lnTo>
                  <a:pt x="1425430" y="688043"/>
                </a:lnTo>
                <a:lnTo>
                  <a:pt x="1431627" y="688741"/>
                </a:lnTo>
                <a:lnTo>
                  <a:pt x="1437825" y="689438"/>
                </a:lnTo>
                <a:lnTo>
                  <a:pt x="1444022" y="690137"/>
                </a:lnTo>
                <a:lnTo>
                  <a:pt x="1450220" y="690836"/>
                </a:lnTo>
                <a:lnTo>
                  <a:pt x="1456417" y="691536"/>
                </a:lnTo>
                <a:lnTo>
                  <a:pt x="1462615" y="692236"/>
                </a:lnTo>
                <a:lnTo>
                  <a:pt x="1468812" y="692938"/>
                </a:lnTo>
                <a:lnTo>
                  <a:pt x="1475010" y="693642"/>
                </a:lnTo>
                <a:lnTo>
                  <a:pt x="1481207" y="694346"/>
                </a:lnTo>
                <a:lnTo>
                  <a:pt x="1487405" y="695052"/>
                </a:lnTo>
                <a:lnTo>
                  <a:pt x="1493602" y="695759"/>
                </a:lnTo>
                <a:lnTo>
                  <a:pt x="1499800" y="696468"/>
                </a:lnTo>
                <a:lnTo>
                  <a:pt x="1505997" y="697179"/>
                </a:lnTo>
                <a:lnTo>
                  <a:pt x="1512195" y="697890"/>
                </a:lnTo>
                <a:lnTo>
                  <a:pt x="1518393" y="698604"/>
                </a:lnTo>
                <a:lnTo>
                  <a:pt x="1524590" y="699318"/>
                </a:lnTo>
                <a:lnTo>
                  <a:pt x="1530788" y="700034"/>
                </a:lnTo>
                <a:lnTo>
                  <a:pt x="1536985" y="700751"/>
                </a:lnTo>
                <a:lnTo>
                  <a:pt x="1543183" y="701470"/>
                </a:lnTo>
                <a:lnTo>
                  <a:pt x="1549380" y="702189"/>
                </a:lnTo>
                <a:lnTo>
                  <a:pt x="1555578" y="702910"/>
                </a:lnTo>
                <a:lnTo>
                  <a:pt x="1561775" y="703631"/>
                </a:lnTo>
                <a:lnTo>
                  <a:pt x="1567973" y="704353"/>
                </a:lnTo>
                <a:lnTo>
                  <a:pt x="1574170" y="705076"/>
                </a:lnTo>
                <a:lnTo>
                  <a:pt x="1580368" y="705798"/>
                </a:lnTo>
                <a:lnTo>
                  <a:pt x="1586565" y="706522"/>
                </a:lnTo>
                <a:lnTo>
                  <a:pt x="1592763" y="707245"/>
                </a:lnTo>
                <a:lnTo>
                  <a:pt x="1598960" y="707969"/>
                </a:lnTo>
                <a:lnTo>
                  <a:pt x="1605158" y="708692"/>
                </a:lnTo>
                <a:lnTo>
                  <a:pt x="1611355" y="709414"/>
                </a:lnTo>
                <a:lnTo>
                  <a:pt x="1617553" y="710136"/>
                </a:lnTo>
                <a:lnTo>
                  <a:pt x="1623750" y="710858"/>
                </a:lnTo>
                <a:lnTo>
                  <a:pt x="1629948" y="711578"/>
                </a:lnTo>
                <a:lnTo>
                  <a:pt x="1636145" y="712297"/>
                </a:lnTo>
                <a:lnTo>
                  <a:pt x="1642343" y="713015"/>
                </a:lnTo>
                <a:lnTo>
                  <a:pt x="1648540" y="713731"/>
                </a:lnTo>
                <a:lnTo>
                  <a:pt x="1654738" y="714445"/>
                </a:lnTo>
                <a:lnTo>
                  <a:pt x="1660936" y="715157"/>
                </a:lnTo>
                <a:lnTo>
                  <a:pt x="1667133" y="715867"/>
                </a:lnTo>
                <a:lnTo>
                  <a:pt x="1673331" y="716575"/>
                </a:lnTo>
                <a:lnTo>
                  <a:pt x="1679528" y="717279"/>
                </a:lnTo>
                <a:lnTo>
                  <a:pt x="1685726" y="717982"/>
                </a:lnTo>
                <a:lnTo>
                  <a:pt x="1691923" y="718681"/>
                </a:lnTo>
                <a:lnTo>
                  <a:pt x="1698121" y="719377"/>
                </a:lnTo>
                <a:lnTo>
                  <a:pt x="1704318" y="720070"/>
                </a:lnTo>
                <a:lnTo>
                  <a:pt x="1710516" y="720757"/>
                </a:lnTo>
                <a:lnTo>
                  <a:pt x="1716713" y="721443"/>
                </a:lnTo>
                <a:lnTo>
                  <a:pt x="1722911" y="722123"/>
                </a:lnTo>
                <a:lnTo>
                  <a:pt x="1729108" y="722800"/>
                </a:lnTo>
                <a:lnTo>
                  <a:pt x="1735306" y="723473"/>
                </a:lnTo>
                <a:lnTo>
                  <a:pt x="1741503" y="724140"/>
                </a:lnTo>
                <a:lnTo>
                  <a:pt x="1747701" y="724805"/>
                </a:lnTo>
                <a:lnTo>
                  <a:pt x="1753898" y="725461"/>
                </a:lnTo>
                <a:lnTo>
                  <a:pt x="1760096" y="726115"/>
                </a:lnTo>
                <a:lnTo>
                  <a:pt x="1766293" y="726762"/>
                </a:lnTo>
                <a:lnTo>
                  <a:pt x="1772491" y="727404"/>
                </a:lnTo>
                <a:lnTo>
                  <a:pt x="1778688" y="728042"/>
                </a:lnTo>
                <a:lnTo>
                  <a:pt x="1784886" y="728671"/>
                </a:lnTo>
                <a:lnTo>
                  <a:pt x="1791084" y="729298"/>
                </a:lnTo>
                <a:lnTo>
                  <a:pt x="1797281" y="729916"/>
                </a:lnTo>
                <a:lnTo>
                  <a:pt x="1803479" y="730529"/>
                </a:lnTo>
                <a:lnTo>
                  <a:pt x="1809676" y="731136"/>
                </a:lnTo>
                <a:lnTo>
                  <a:pt x="1815874" y="731736"/>
                </a:lnTo>
                <a:lnTo>
                  <a:pt x="1822071" y="732331"/>
                </a:lnTo>
                <a:lnTo>
                  <a:pt x="1828269" y="732917"/>
                </a:lnTo>
                <a:lnTo>
                  <a:pt x="1834466" y="733498"/>
                </a:lnTo>
                <a:lnTo>
                  <a:pt x="1840664" y="734071"/>
                </a:lnTo>
                <a:lnTo>
                  <a:pt x="1846861" y="734638"/>
                </a:lnTo>
                <a:lnTo>
                  <a:pt x="1853059" y="735199"/>
                </a:lnTo>
                <a:lnTo>
                  <a:pt x="1859256" y="735750"/>
                </a:lnTo>
                <a:lnTo>
                  <a:pt x="1865454" y="736297"/>
                </a:lnTo>
                <a:lnTo>
                  <a:pt x="1871651" y="736834"/>
                </a:lnTo>
                <a:lnTo>
                  <a:pt x="1877849" y="737365"/>
                </a:lnTo>
                <a:lnTo>
                  <a:pt x="1884046" y="737889"/>
                </a:lnTo>
                <a:lnTo>
                  <a:pt x="1890244" y="738404"/>
                </a:lnTo>
                <a:lnTo>
                  <a:pt x="1896441" y="738915"/>
                </a:lnTo>
                <a:lnTo>
                  <a:pt x="1902639" y="739414"/>
                </a:lnTo>
                <a:lnTo>
                  <a:pt x="1908836" y="739908"/>
                </a:lnTo>
                <a:lnTo>
                  <a:pt x="1915034" y="740394"/>
                </a:lnTo>
                <a:lnTo>
                  <a:pt x="1921231" y="740872"/>
                </a:lnTo>
                <a:lnTo>
                  <a:pt x="1927429" y="741345"/>
                </a:lnTo>
                <a:lnTo>
                  <a:pt x="1933627" y="741805"/>
                </a:lnTo>
                <a:lnTo>
                  <a:pt x="1939824" y="742262"/>
                </a:lnTo>
                <a:lnTo>
                  <a:pt x="1946022" y="742708"/>
                </a:lnTo>
                <a:lnTo>
                  <a:pt x="1952219" y="743148"/>
                </a:lnTo>
                <a:lnTo>
                  <a:pt x="1958417" y="743582"/>
                </a:lnTo>
                <a:lnTo>
                  <a:pt x="1964614" y="744004"/>
                </a:lnTo>
                <a:lnTo>
                  <a:pt x="1970812" y="744423"/>
                </a:lnTo>
                <a:lnTo>
                  <a:pt x="1977009" y="744830"/>
                </a:lnTo>
                <a:lnTo>
                  <a:pt x="1983207" y="745232"/>
                </a:lnTo>
                <a:lnTo>
                  <a:pt x="1989404" y="745627"/>
                </a:lnTo>
                <a:lnTo>
                  <a:pt x="1995602" y="746012"/>
                </a:lnTo>
                <a:lnTo>
                  <a:pt x="2001799" y="746393"/>
                </a:lnTo>
                <a:lnTo>
                  <a:pt x="2007997" y="746762"/>
                </a:lnTo>
                <a:lnTo>
                  <a:pt x="2014194" y="747126"/>
                </a:lnTo>
                <a:lnTo>
                  <a:pt x="2020392" y="747482"/>
                </a:lnTo>
                <a:lnTo>
                  <a:pt x="2026589" y="747831"/>
                </a:lnTo>
                <a:lnTo>
                  <a:pt x="2032787" y="748174"/>
                </a:lnTo>
                <a:lnTo>
                  <a:pt x="2038984" y="748506"/>
                </a:lnTo>
                <a:lnTo>
                  <a:pt x="2045182" y="748835"/>
                </a:lnTo>
                <a:lnTo>
                  <a:pt x="2051379" y="749154"/>
                </a:lnTo>
                <a:lnTo>
                  <a:pt x="2057577" y="749467"/>
                </a:lnTo>
                <a:lnTo>
                  <a:pt x="2063774" y="749774"/>
                </a:lnTo>
                <a:lnTo>
                  <a:pt x="2069972" y="750072"/>
                </a:lnTo>
                <a:lnTo>
                  <a:pt x="2076170" y="750367"/>
                </a:lnTo>
                <a:lnTo>
                  <a:pt x="2082367" y="750650"/>
                </a:lnTo>
                <a:lnTo>
                  <a:pt x="2088565" y="750931"/>
                </a:lnTo>
                <a:lnTo>
                  <a:pt x="2094762" y="751203"/>
                </a:lnTo>
                <a:lnTo>
                  <a:pt x="2100960" y="751469"/>
                </a:lnTo>
                <a:lnTo>
                  <a:pt x="2107157" y="751731"/>
                </a:lnTo>
                <a:lnTo>
                  <a:pt x="2113355" y="751984"/>
                </a:lnTo>
                <a:lnTo>
                  <a:pt x="2119552" y="752234"/>
                </a:lnTo>
                <a:lnTo>
                  <a:pt x="2125750" y="752475"/>
                </a:lnTo>
                <a:lnTo>
                  <a:pt x="2131947" y="752712"/>
                </a:lnTo>
                <a:lnTo>
                  <a:pt x="2138145" y="752944"/>
                </a:lnTo>
                <a:lnTo>
                  <a:pt x="2144342" y="753169"/>
                </a:lnTo>
                <a:lnTo>
                  <a:pt x="2150540" y="753391"/>
                </a:lnTo>
                <a:lnTo>
                  <a:pt x="2156737" y="753606"/>
                </a:lnTo>
                <a:lnTo>
                  <a:pt x="2162935" y="753817"/>
                </a:lnTo>
                <a:lnTo>
                  <a:pt x="2169132" y="754023"/>
                </a:lnTo>
                <a:lnTo>
                  <a:pt x="2175330" y="754224"/>
                </a:lnTo>
                <a:lnTo>
                  <a:pt x="2181527" y="754422"/>
                </a:lnTo>
                <a:lnTo>
                  <a:pt x="2187725" y="754613"/>
                </a:lnTo>
                <a:lnTo>
                  <a:pt x="2193922" y="754803"/>
                </a:lnTo>
                <a:lnTo>
                  <a:pt x="2200120" y="754987"/>
                </a:lnTo>
                <a:lnTo>
                  <a:pt x="2206318" y="755169"/>
                </a:lnTo>
                <a:lnTo>
                  <a:pt x="2212515" y="755347"/>
                </a:lnTo>
                <a:lnTo>
                  <a:pt x="2218713" y="755521"/>
                </a:lnTo>
                <a:lnTo>
                  <a:pt x="2224910" y="755693"/>
                </a:lnTo>
                <a:lnTo>
                  <a:pt x="2231108" y="755861"/>
                </a:lnTo>
                <a:lnTo>
                  <a:pt x="2237305" y="756027"/>
                </a:lnTo>
                <a:lnTo>
                  <a:pt x="2243503" y="756191"/>
                </a:lnTo>
                <a:lnTo>
                  <a:pt x="2249700" y="756352"/>
                </a:lnTo>
                <a:lnTo>
                  <a:pt x="2255898" y="756512"/>
                </a:lnTo>
                <a:lnTo>
                  <a:pt x="2262095" y="756669"/>
                </a:lnTo>
                <a:lnTo>
                  <a:pt x="2268293" y="756825"/>
                </a:lnTo>
                <a:lnTo>
                  <a:pt x="2274490" y="756980"/>
                </a:lnTo>
                <a:lnTo>
                  <a:pt x="2280688" y="757133"/>
                </a:lnTo>
                <a:lnTo>
                  <a:pt x="2286885" y="757287"/>
                </a:lnTo>
                <a:lnTo>
                  <a:pt x="2293083" y="757439"/>
                </a:lnTo>
                <a:lnTo>
                  <a:pt x="2299280" y="757591"/>
                </a:lnTo>
                <a:lnTo>
                  <a:pt x="2305478" y="757743"/>
                </a:lnTo>
                <a:lnTo>
                  <a:pt x="2311675" y="757895"/>
                </a:lnTo>
                <a:lnTo>
                  <a:pt x="2317873" y="758047"/>
                </a:lnTo>
                <a:lnTo>
                  <a:pt x="2324070" y="758201"/>
                </a:lnTo>
                <a:lnTo>
                  <a:pt x="2330268" y="758354"/>
                </a:lnTo>
                <a:lnTo>
                  <a:pt x="2336465" y="758510"/>
                </a:lnTo>
                <a:lnTo>
                  <a:pt x="2342663" y="758666"/>
                </a:lnTo>
                <a:lnTo>
                  <a:pt x="2348861" y="758824"/>
                </a:lnTo>
                <a:lnTo>
                  <a:pt x="2355058" y="758985"/>
                </a:lnTo>
                <a:lnTo>
                  <a:pt x="2361256" y="759146"/>
                </a:lnTo>
                <a:lnTo>
                  <a:pt x="2367453" y="759311"/>
                </a:lnTo>
                <a:lnTo>
                  <a:pt x="2373651" y="759478"/>
                </a:lnTo>
                <a:lnTo>
                  <a:pt x="2379848" y="759649"/>
                </a:lnTo>
                <a:lnTo>
                  <a:pt x="2386046" y="759822"/>
                </a:lnTo>
                <a:lnTo>
                  <a:pt x="2392243" y="759998"/>
                </a:lnTo>
                <a:lnTo>
                  <a:pt x="2398441" y="760179"/>
                </a:lnTo>
                <a:lnTo>
                  <a:pt x="2404638" y="760362"/>
                </a:lnTo>
                <a:lnTo>
                  <a:pt x="2410836" y="760551"/>
                </a:lnTo>
                <a:lnTo>
                  <a:pt x="2417033" y="760743"/>
                </a:lnTo>
                <a:lnTo>
                  <a:pt x="2423231" y="760940"/>
                </a:lnTo>
                <a:lnTo>
                  <a:pt x="2429428" y="761142"/>
                </a:lnTo>
                <a:lnTo>
                  <a:pt x="2435626" y="761347"/>
                </a:lnTo>
                <a:lnTo>
                  <a:pt x="2441823" y="761561"/>
                </a:lnTo>
                <a:lnTo>
                  <a:pt x="2448021" y="761777"/>
                </a:lnTo>
                <a:lnTo>
                  <a:pt x="2454218" y="762000"/>
                </a:lnTo>
                <a:lnTo>
                  <a:pt x="2460416" y="762229"/>
                </a:lnTo>
                <a:lnTo>
                  <a:pt x="2466613" y="762463"/>
                </a:lnTo>
                <a:lnTo>
                  <a:pt x="2472811" y="762705"/>
                </a:lnTo>
                <a:lnTo>
                  <a:pt x="2479009" y="762951"/>
                </a:lnTo>
                <a:lnTo>
                  <a:pt x="2485206" y="763206"/>
                </a:lnTo>
                <a:lnTo>
                  <a:pt x="2491404" y="763466"/>
                </a:lnTo>
                <a:lnTo>
                  <a:pt x="2497601" y="763734"/>
                </a:lnTo>
                <a:lnTo>
                  <a:pt x="2503799" y="764009"/>
                </a:lnTo>
                <a:lnTo>
                  <a:pt x="2509996" y="764289"/>
                </a:lnTo>
                <a:lnTo>
                  <a:pt x="2516194" y="764580"/>
                </a:lnTo>
                <a:lnTo>
                  <a:pt x="2522391" y="764875"/>
                </a:lnTo>
                <a:lnTo>
                  <a:pt x="2528589" y="765181"/>
                </a:lnTo>
                <a:lnTo>
                  <a:pt x="2534786" y="765493"/>
                </a:lnTo>
                <a:lnTo>
                  <a:pt x="2540984" y="765811"/>
                </a:lnTo>
                <a:lnTo>
                  <a:pt x="2547181" y="766141"/>
                </a:lnTo>
                <a:lnTo>
                  <a:pt x="2553379" y="766475"/>
                </a:lnTo>
                <a:lnTo>
                  <a:pt x="2559576" y="766821"/>
                </a:lnTo>
                <a:lnTo>
                  <a:pt x="2565774" y="767172"/>
                </a:lnTo>
                <a:lnTo>
                  <a:pt x="2571971" y="767532"/>
                </a:lnTo>
                <a:lnTo>
                  <a:pt x="2578169" y="767903"/>
                </a:lnTo>
                <a:lnTo>
                  <a:pt x="2584366" y="768277"/>
                </a:lnTo>
                <a:lnTo>
                  <a:pt x="2590564" y="768666"/>
                </a:lnTo>
                <a:lnTo>
                  <a:pt x="2596761" y="769059"/>
                </a:lnTo>
                <a:lnTo>
                  <a:pt x="2602959" y="769462"/>
                </a:lnTo>
                <a:lnTo>
                  <a:pt x="2609156" y="769874"/>
                </a:lnTo>
                <a:lnTo>
                  <a:pt x="2615354" y="770292"/>
                </a:lnTo>
                <a:lnTo>
                  <a:pt x="2621552" y="770722"/>
                </a:lnTo>
                <a:lnTo>
                  <a:pt x="2627749" y="771157"/>
                </a:lnTo>
                <a:lnTo>
                  <a:pt x="2633947" y="771604"/>
                </a:lnTo>
                <a:lnTo>
                  <a:pt x="2640144" y="772057"/>
                </a:lnTo>
                <a:lnTo>
                  <a:pt x="2646342" y="772519"/>
                </a:lnTo>
                <a:lnTo>
                  <a:pt x="2652539" y="772991"/>
                </a:lnTo>
                <a:lnTo>
                  <a:pt x="2658737" y="773467"/>
                </a:lnTo>
                <a:lnTo>
                  <a:pt x="2664934" y="773957"/>
                </a:lnTo>
                <a:lnTo>
                  <a:pt x="2671132" y="774451"/>
                </a:lnTo>
                <a:lnTo>
                  <a:pt x="2677329" y="774955"/>
                </a:lnTo>
                <a:lnTo>
                  <a:pt x="2683527" y="775466"/>
                </a:lnTo>
                <a:lnTo>
                  <a:pt x="2689724" y="775984"/>
                </a:lnTo>
                <a:lnTo>
                  <a:pt x="2695922" y="776513"/>
                </a:lnTo>
                <a:lnTo>
                  <a:pt x="2702119" y="777046"/>
                </a:lnTo>
                <a:lnTo>
                  <a:pt x="2708317" y="777589"/>
                </a:lnTo>
                <a:lnTo>
                  <a:pt x="2714514" y="778138"/>
                </a:lnTo>
                <a:lnTo>
                  <a:pt x="2720712" y="778694"/>
                </a:lnTo>
                <a:lnTo>
                  <a:pt x="2726909" y="779259"/>
                </a:lnTo>
                <a:lnTo>
                  <a:pt x="2733107" y="779828"/>
                </a:lnTo>
                <a:lnTo>
                  <a:pt x="2739304" y="780407"/>
                </a:lnTo>
                <a:lnTo>
                  <a:pt x="2745502" y="780990"/>
                </a:lnTo>
                <a:lnTo>
                  <a:pt x="2751699" y="781581"/>
                </a:lnTo>
                <a:lnTo>
                  <a:pt x="2757897" y="782178"/>
                </a:lnTo>
                <a:lnTo>
                  <a:pt x="2764095" y="782779"/>
                </a:lnTo>
                <a:lnTo>
                  <a:pt x="2770292" y="783389"/>
                </a:lnTo>
                <a:lnTo>
                  <a:pt x="2776490" y="784002"/>
                </a:lnTo>
                <a:lnTo>
                  <a:pt x="2782687" y="784622"/>
                </a:lnTo>
                <a:lnTo>
                  <a:pt x="2788885" y="785247"/>
                </a:lnTo>
                <a:lnTo>
                  <a:pt x="2795082" y="785876"/>
                </a:lnTo>
                <a:lnTo>
                  <a:pt x="2801280" y="786511"/>
                </a:lnTo>
                <a:lnTo>
                  <a:pt x="2807477" y="787149"/>
                </a:lnTo>
                <a:lnTo>
                  <a:pt x="2813675" y="787793"/>
                </a:lnTo>
                <a:lnTo>
                  <a:pt x="2819872" y="788440"/>
                </a:lnTo>
                <a:lnTo>
                  <a:pt x="2826070" y="789091"/>
                </a:lnTo>
                <a:lnTo>
                  <a:pt x="2832267" y="789746"/>
                </a:lnTo>
                <a:lnTo>
                  <a:pt x="2838465" y="790403"/>
                </a:lnTo>
                <a:lnTo>
                  <a:pt x="2844662" y="791065"/>
                </a:lnTo>
                <a:lnTo>
                  <a:pt x="2850860" y="791728"/>
                </a:lnTo>
                <a:lnTo>
                  <a:pt x="2857057" y="792395"/>
                </a:lnTo>
                <a:lnTo>
                  <a:pt x="2863255" y="793064"/>
                </a:lnTo>
                <a:lnTo>
                  <a:pt x="2869452" y="793734"/>
                </a:lnTo>
                <a:lnTo>
                  <a:pt x="2875650" y="794407"/>
                </a:lnTo>
                <a:lnTo>
                  <a:pt x="2881847" y="795081"/>
                </a:lnTo>
                <a:lnTo>
                  <a:pt x="2888045" y="795756"/>
                </a:lnTo>
                <a:lnTo>
                  <a:pt x="2894243" y="796433"/>
                </a:lnTo>
                <a:lnTo>
                  <a:pt x="2900440" y="797110"/>
                </a:lnTo>
                <a:lnTo>
                  <a:pt x="2906638" y="797787"/>
                </a:lnTo>
                <a:lnTo>
                  <a:pt x="2912835" y="798465"/>
                </a:lnTo>
                <a:lnTo>
                  <a:pt x="2919033" y="799143"/>
                </a:lnTo>
                <a:lnTo>
                  <a:pt x="2925230" y="799821"/>
                </a:lnTo>
                <a:lnTo>
                  <a:pt x="2931428" y="800498"/>
                </a:lnTo>
                <a:lnTo>
                  <a:pt x="2937625" y="801174"/>
                </a:lnTo>
                <a:lnTo>
                  <a:pt x="2943823" y="801850"/>
                </a:lnTo>
                <a:lnTo>
                  <a:pt x="2950020" y="802523"/>
                </a:lnTo>
                <a:lnTo>
                  <a:pt x="2956218" y="803196"/>
                </a:lnTo>
                <a:lnTo>
                  <a:pt x="2962415" y="803867"/>
                </a:lnTo>
                <a:lnTo>
                  <a:pt x="2968613" y="804535"/>
                </a:lnTo>
                <a:lnTo>
                  <a:pt x="2974810" y="805202"/>
                </a:lnTo>
                <a:lnTo>
                  <a:pt x="2981008" y="805866"/>
                </a:lnTo>
                <a:lnTo>
                  <a:pt x="2987205" y="806528"/>
                </a:lnTo>
                <a:lnTo>
                  <a:pt x="2993403" y="807186"/>
                </a:lnTo>
                <a:lnTo>
                  <a:pt x="2999600" y="807841"/>
                </a:lnTo>
                <a:lnTo>
                  <a:pt x="3005798" y="808493"/>
                </a:lnTo>
                <a:lnTo>
                  <a:pt x="3011995" y="809141"/>
                </a:lnTo>
                <a:lnTo>
                  <a:pt x="3018193" y="809787"/>
                </a:lnTo>
                <a:lnTo>
                  <a:pt x="3024390" y="810427"/>
                </a:lnTo>
                <a:lnTo>
                  <a:pt x="3030588" y="811064"/>
                </a:lnTo>
                <a:lnTo>
                  <a:pt x="3036786" y="811696"/>
                </a:lnTo>
                <a:lnTo>
                  <a:pt x="3042983" y="812323"/>
                </a:lnTo>
                <a:lnTo>
                  <a:pt x="3049181" y="812947"/>
                </a:lnTo>
                <a:lnTo>
                  <a:pt x="3055378" y="813564"/>
                </a:lnTo>
                <a:lnTo>
                  <a:pt x="3061576" y="814178"/>
                </a:lnTo>
                <a:lnTo>
                  <a:pt x="3067773" y="814784"/>
                </a:lnTo>
                <a:lnTo>
                  <a:pt x="3073971" y="815387"/>
                </a:lnTo>
                <a:lnTo>
                  <a:pt x="3080168" y="815984"/>
                </a:lnTo>
                <a:lnTo>
                  <a:pt x="3086366" y="816574"/>
                </a:lnTo>
                <a:lnTo>
                  <a:pt x="3092563" y="817161"/>
                </a:lnTo>
                <a:lnTo>
                  <a:pt x="3098761" y="817739"/>
                </a:lnTo>
                <a:lnTo>
                  <a:pt x="3104958" y="818313"/>
                </a:lnTo>
                <a:lnTo>
                  <a:pt x="3111156" y="818879"/>
                </a:lnTo>
                <a:lnTo>
                  <a:pt x="3117353" y="819439"/>
                </a:lnTo>
                <a:lnTo>
                  <a:pt x="3123551" y="819995"/>
                </a:lnTo>
                <a:lnTo>
                  <a:pt x="3129748" y="820540"/>
                </a:lnTo>
                <a:lnTo>
                  <a:pt x="3135946" y="821083"/>
                </a:lnTo>
                <a:lnTo>
                  <a:pt x="3142143" y="821616"/>
                </a:lnTo>
                <a:lnTo>
                  <a:pt x="3148341" y="822143"/>
                </a:lnTo>
                <a:lnTo>
                  <a:pt x="3154538" y="822664"/>
                </a:lnTo>
                <a:lnTo>
                  <a:pt x="3160736" y="823176"/>
                </a:lnTo>
                <a:lnTo>
                  <a:pt x="3166933" y="823685"/>
                </a:lnTo>
                <a:lnTo>
                  <a:pt x="3166933" y="844200"/>
                </a:lnTo>
                <a:lnTo>
                  <a:pt x="3160736" y="844200"/>
                </a:lnTo>
                <a:lnTo>
                  <a:pt x="3154538" y="844200"/>
                </a:lnTo>
                <a:lnTo>
                  <a:pt x="3148341" y="844200"/>
                </a:lnTo>
                <a:lnTo>
                  <a:pt x="3142143" y="844200"/>
                </a:lnTo>
                <a:lnTo>
                  <a:pt x="3135946" y="844200"/>
                </a:lnTo>
                <a:lnTo>
                  <a:pt x="3129748" y="844200"/>
                </a:lnTo>
                <a:lnTo>
                  <a:pt x="3123551" y="844200"/>
                </a:lnTo>
                <a:lnTo>
                  <a:pt x="3117353" y="844200"/>
                </a:lnTo>
                <a:lnTo>
                  <a:pt x="3111156" y="844200"/>
                </a:lnTo>
                <a:lnTo>
                  <a:pt x="3104958" y="844200"/>
                </a:lnTo>
                <a:lnTo>
                  <a:pt x="3098761" y="844200"/>
                </a:lnTo>
                <a:lnTo>
                  <a:pt x="3092563" y="844200"/>
                </a:lnTo>
                <a:lnTo>
                  <a:pt x="3086366" y="844200"/>
                </a:lnTo>
                <a:lnTo>
                  <a:pt x="3080168" y="844200"/>
                </a:lnTo>
                <a:lnTo>
                  <a:pt x="3073971" y="844200"/>
                </a:lnTo>
                <a:lnTo>
                  <a:pt x="3067773" y="844200"/>
                </a:lnTo>
                <a:lnTo>
                  <a:pt x="3061576" y="844200"/>
                </a:lnTo>
                <a:lnTo>
                  <a:pt x="3055378" y="844200"/>
                </a:lnTo>
                <a:lnTo>
                  <a:pt x="3049181" y="844200"/>
                </a:lnTo>
                <a:lnTo>
                  <a:pt x="3042983" y="844200"/>
                </a:lnTo>
                <a:lnTo>
                  <a:pt x="3036786" y="844200"/>
                </a:lnTo>
                <a:lnTo>
                  <a:pt x="3030588" y="844200"/>
                </a:lnTo>
                <a:lnTo>
                  <a:pt x="3024390" y="844200"/>
                </a:lnTo>
                <a:lnTo>
                  <a:pt x="3018193" y="844200"/>
                </a:lnTo>
                <a:lnTo>
                  <a:pt x="3011995" y="844200"/>
                </a:lnTo>
                <a:lnTo>
                  <a:pt x="3005798" y="844200"/>
                </a:lnTo>
                <a:lnTo>
                  <a:pt x="2999600" y="844200"/>
                </a:lnTo>
                <a:lnTo>
                  <a:pt x="2993403" y="844200"/>
                </a:lnTo>
                <a:lnTo>
                  <a:pt x="2987205" y="844200"/>
                </a:lnTo>
                <a:lnTo>
                  <a:pt x="2981008" y="844200"/>
                </a:lnTo>
                <a:lnTo>
                  <a:pt x="2974810" y="844200"/>
                </a:lnTo>
                <a:lnTo>
                  <a:pt x="2968613" y="844200"/>
                </a:lnTo>
                <a:lnTo>
                  <a:pt x="2962415" y="844200"/>
                </a:lnTo>
                <a:lnTo>
                  <a:pt x="2956218" y="844200"/>
                </a:lnTo>
                <a:lnTo>
                  <a:pt x="2950020" y="844200"/>
                </a:lnTo>
                <a:lnTo>
                  <a:pt x="2943823" y="844200"/>
                </a:lnTo>
                <a:lnTo>
                  <a:pt x="2937625" y="844200"/>
                </a:lnTo>
                <a:lnTo>
                  <a:pt x="2931428" y="844200"/>
                </a:lnTo>
                <a:lnTo>
                  <a:pt x="2925230" y="844200"/>
                </a:lnTo>
                <a:lnTo>
                  <a:pt x="2919033" y="844200"/>
                </a:lnTo>
                <a:lnTo>
                  <a:pt x="2912835" y="844200"/>
                </a:lnTo>
                <a:lnTo>
                  <a:pt x="2906638" y="844200"/>
                </a:lnTo>
                <a:lnTo>
                  <a:pt x="2900440" y="844200"/>
                </a:lnTo>
                <a:lnTo>
                  <a:pt x="2894243" y="844200"/>
                </a:lnTo>
                <a:lnTo>
                  <a:pt x="2888045" y="844200"/>
                </a:lnTo>
                <a:lnTo>
                  <a:pt x="2881847" y="844200"/>
                </a:lnTo>
                <a:lnTo>
                  <a:pt x="2875650" y="844200"/>
                </a:lnTo>
                <a:lnTo>
                  <a:pt x="2869452" y="844200"/>
                </a:lnTo>
                <a:lnTo>
                  <a:pt x="2863255" y="844200"/>
                </a:lnTo>
                <a:lnTo>
                  <a:pt x="2857057" y="844200"/>
                </a:lnTo>
                <a:lnTo>
                  <a:pt x="2850860" y="844200"/>
                </a:lnTo>
                <a:lnTo>
                  <a:pt x="2844662" y="844200"/>
                </a:lnTo>
                <a:lnTo>
                  <a:pt x="2838465" y="844200"/>
                </a:lnTo>
                <a:lnTo>
                  <a:pt x="2832267" y="844200"/>
                </a:lnTo>
                <a:lnTo>
                  <a:pt x="2826070" y="844200"/>
                </a:lnTo>
                <a:lnTo>
                  <a:pt x="2819872" y="844200"/>
                </a:lnTo>
                <a:lnTo>
                  <a:pt x="2813675" y="844200"/>
                </a:lnTo>
                <a:lnTo>
                  <a:pt x="2807477" y="844200"/>
                </a:lnTo>
                <a:lnTo>
                  <a:pt x="2801280" y="844200"/>
                </a:lnTo>
                <a:lnTo>
                  <a:pt x="2795082" y="844200"/>
                </a:lnTo>
                <a:lnTo>
                  <a:pt x="2788885" y="844200"/>
                </a:lnTo>
                <a:lnTo>
                  <a:pt x="2782687" y="844200"/>
                </a:lnTo>
                <a:lnTo>
                  <a:pt x="2776490" y="844200"/>
                </a:lnTo>
                <a:lnTo>
                  <a:pt x="2770292" y="844200"/>
                </a:lnTo>
                <a:lnTo>
                  <a:pt x="2764095" y="844200"/>
                </a:lnTo>
                <a:lnTo>
                  <a:pt x="2757897" y="844200"/>
                </a:lnTo>
                <a:lnTo>
                  <a:pt x="2751699" y="844200"/>
                </a:lnTo>
                <a:lnTo>
                  <a:pt x="2745502" y="844200"/>
                </a:lnTo>
                <a:lnTo>
                  <a:pt x="2739304" y="844200"/>
                </a:lnTo>
                <a:lnTo>
                  <a:pt x="2733107" y="844200"/>
                </a:lnTo>
                <a:lnTo>
                  <a:pt x="2726909" y="844200"/>
                </a:lnTo>
                <a:lnTo>
                  <a:pt x="2720712" y="844200"/>
                </a:lnTo>
                <a:lnTo>
                  <a:pt x="2714514" y="844200"/>
                </a:lnTo>
                <a:lnTo>
                  <a:pt x="2708317" y="844200"/>
                </a:lnTo>
                <a:lnTo>
                  <a:pt x="2702119" y="844200"/>
                </a:lnTo>
                <a:lnTo>
                  <a:pt x="2695922" y="844200"/>
                </a:lnTo>
                <a:lnTo>
                  <a:pt x="2689724" y="844200"/>
                </a:lnTo>
                <a:lnTo>
                  <a:pt x="2683527" y="844200"/>
                </a:lnTo>
                <a:lnTo>
                  <a:pt x="2677329" y="844200"/>
                </a:lnTo>
                <a:lnTo>
                  <a:pt x="2671132" y="844200"/>
                </a:lnTo>
                <a:lnTo>
                  <a:pt x="2664934" y="844200"/>
                </a:lnTo>
                <a:lnTo>
                  <a:pt x="2658737" y="844200"/>
                </a:lnTo>
                <a:lnTo>
                  <a:pt x="2652539" y="844200"/>
                </a:lnTo>
                <a:lnTo>
                  <a:pt x="2646342" y="844200"/>
                </a:lnTo>
                <a:lnTo>
                  <a:pt x="2640144" y="844200"/>
                </a:lnTo>
                <a:lnTo>
                  <a:pt x="2633947" y="844200"/>
                </a:lnTo>
                <a:lnTo>
                  <a:pt x="2627749" y="844200"/>
                </a:lnTo>
                <a:lnTo>
                  <a:pt x="2621552" y="844200"/>
                </a:lnTo>
                <a:lnTo>
                  <a:pt x="2615354" y="844200"/>
                </a:lnTo>
                <a:lnTo>
                  <a:pt x="2609156" y="844200"/>
                </a:lnTo>
                <a:lnTo>
                  <a:pt x="2602959" y="844200"/>
                </a:lnTo>
                <a:lnTo>
                  <a:pt x="2596761" y="844200"/>
                </a:lnTo>
                <a:lnTo>
                  <a:pt x="2590564" y="844200"/>
                </a:lnTo>
                <a:lnTo>
                  <a:pt x="2584366" y="844200"/>
                </a:lnTo>
                <a:lnTo>
                  <a:pt x="2578169" y="844200"/>
                </a:lnTo>
                <a:lnTo>
                  <a:pt x="2571971" y="844200"/>
                </a:lnTo>
                <a:lnTo>
                  <a:pt x="2565774" y="844200"/>
                </a:lnTo>
                <a:lnTo>
                  <a:pt x="2559576" y="844200"/>
                </a:lnTo>
                <a:lnTo>
                  <a:pt x="2553379" y="844200"/>
                </a:lnTo>
                <a:lnTo>
                  <a:pt x="2547181" y="844200"/>
                </a:lnTo>
                <a:lnTo>
                  <a:pt x="2540984" y="844200"/>
                </a:lnTo>
                <a:lnTo>
                  <a:pt x="2534786" y="844200"/>
                </a:lnTo>
                <a:lnTo>
                  <a:pt x="2528589" y="844200"/>
                </a:lnTo>
                <a:lnTo>
                  <a:pt x="2522391" y="844200"/>
                </a:lnTo>
                <a:lnTo>
                  <a:pt x="2516194" y="844200"/>
                </a:lnTo>
                <a:lnTo>
                  <a:pt x="2509996" y="844200"/>
                </a:lnTo>
                <a:lnTo>
                  <a:pt x="2503799" y="844200"/>
                </a:lnTo>
                <a:lnTo>
                  <a:pt x="2497601" y="844200"/>
                </a:lnTo>
                <a:lnTo>
                  <a:pt x="2491404" y="844200"/>
                </a:lnTo>
                <a:lnTo>
                  <a:pt x="2485206" y="844200"/>
                </a:lnTo>
                <a:lnTo>
                  <a:pt x="2479009" y="844200"/>
                </a:lnTo>
                <a:lnTo>
                  <a:pt x="2472811" y="844200"/>
                </a:lnTo>
                <a:lnTo>
                  <a:pt x="2466613" y="844200"/>
                </a:lnTo>
                <a:lnTo>
                  <a:pt x="2460416" y="844200"/>
                </a:lnTo>
                <a:lnTo>
                  <a:pt x="2454218" y="844200"/>
                </a:lnTo>
                <a:lnTo>
                  <a:pt x="2448021" y="844200"/>
                </a:lnTo>
                <a:lnTo>
                  <a:pt x="2441823" y="844200"/>
                </a:lnTo>
                <a:lnTo>
                  <a:pt x="2435626" y="844200"/>
                </a:lnTo>
                <a:lnTo>
                  <a:pt x="2429428" y="844200"/>
                </a:lnTo>
                <a:lnTo>
                  <a:pt x="2423231" y="844200"/>
                </a:lnTo>
                <a:lnTo>
                  <a:pt x="2417033" y="844200"/>
                </a:lnTo>
                <a:lnTo>
                  <a:pt x="2410836" y="844200"/>
                </a:lnTo>
                <a:lnTo>
                  <a:pt x="2404638" y="844200"/>
                </a:lnTo>
                <a:lnTo>
                  <a:pt x="2398441" y="844200"/>
                </a:lnTo>
                <a:lnTo>
                  <a:pt x="2392243" y="844200"/>
                </a:lnTo>
                <a:lnTo>
                  <a:pt x="2386046" y="844200"/>
                </a:lnTo>
                <a:lnTo>
                  <a:pt x="2379848" y="844200"/>
                </a:lnTo>
                <a:lnTo>
                  <a:pt x="2373651" y="844200"/>
                </a:lnTo>
                <a:lnTo>
                  <a:pt x="2367453" y="844200"/>
                </a:lnTo>
                <a:lnTo>
                  <a:pt x="2361256" y="844200"/>
                </a:lnTo>
                <a:lnTo>
                  <a:pt x="2355058" y="844200"/>
                </a:lnTo>
                <a:lnTo>
                  <a:pt x="2348861" y="844200"/>
                </a:lnTo>
                <a:lnTo>
                  <a:pt x="2342663" y="844200"/>
                </a:lnTo>
                <a:lnTo>
                  <a:pt x="2336465" y="844200"/>
                </a:lnTo>
                <a:lnTo>
                  <a:pt x="2330268" y="844200"/>
                </a:lnTo>
                <a:lnTo>
                  <a:pt x="2324070" y="844200"/>
                </a:lnTo>
                <a:lnTo>
                  <a:pt x="2317873" y="844200"/>
                </a:lnTo>
                <a:lnTo>
                  <a:pt x="2311675" y="844200"/>
                </a:lnTo>
                <a:lnTo>
                  <a:pt x="2305478" y="844200"/>
                </a:lnTo>
                <a:lnTo>
                  <a:pt x="2299280" y="844200"/>
                </a:lnTo>
                <a:lnTo>
                  <a:pt x="2293083" y="844200"/>
                </a:lnTo>
                <a:lnTo>
                  <a:pt x="2286885" y="844200"/>
                </a:lnTo>
                <a:lnTo>
                  <a:pt x="2280688" y="844200"/>
                </a:lnTo>
                <a:lnTo>
                  <a:pt x="2274490" y="844200"/>
                </a:lnTo>
                <a:lnTo>
                  <a:pt x="2268293" y="844200"/>
                </a:lnTo>
                <a:lnTo>
                  <a:pt x="2262095" y="844200"/>
                </a:lnTo>
                <a:lnTo>
                  <a:pt x="2255898" y="844200"/>
                </a:lnTo>
                <a:lnTo>
                  <a:pt x="2249700" y="844200"/>
                </a:lnTo>
                <a:lnTo>
                  <a:pt x="2243503" y="844200"/>
                </a:lnTo>
                <a:lnTo>
                  <a:pt x="2237305" y="844200"/>
                </a:lnTo>
                <a:lnTo>
                  <a:pt x="2231108" y="844200"/>
                </a:lnTo>
                <a:lnTo>
                  <a:pt x="2224910" y="844200"/>
                </a:lnTo>
                <a:lnTo>
                  <a:pt x="2218713" y="844200"/>
                </a:lnTo>
                <a:lnTo>
                  <a:pt x="2212515" y="844200"/>
                </a:lnTo>
                <a:lnTo>
                  <a:pt x="2206318" y="844200"/>
                </a:lnTo>
                <a:lnTo>
                  <a:pt x="2200120" y="844200"/>
                </a:lnTo>
                <a:lnTo>
                  <a:pt x="2193922" y="844200"/>
                </a:lnTo>
                <a:lnTo>
                  <a:pt x="2187725" y="844200"/>
                </a:lnTo>
                <a:lnTo>
                  <a:pt x="2181527" y="844200"/>
                </a:lnTo>
                <a:lnTo>
                  <a:pt x="2175330" y="844200"/>
                </a:lnTo>
                <a:lnTo>
                  <a:pt x="2169132" y="844200"/>
                </a:lnTo>
                <a:lnTo>
                  <a:pt x="2162935" y="844200"/>
                </a:lnTo>
                <a:lnTo>
                  <a:pt x="2156737" y="844200"/>
                </a:lnTo>
                <a:lnTo>
                  <a:pt x="2150540" y="844200"/>
                </a:lnTo>
                <a:lnTo>
                  <a:pt x="2144342" y="844200"/>
                </a:lnTo>
                <a:lnTo>
                  <a:pt x="2138145" y="844200"/>
                </a:lnTo>
                <a:lnTo>
                  <a:pt x="2131947" y="844200"/>
                </a:lnTo>
                <a:lnTo>
                  <a:pt x="2125750" y="844200"/>
                </a:lnTo>
                <a:lnTo>
                  <a:pt x="2119552" y="844200"/>
                </a:lnTo>
                <a:lnTo>
                  <a:pt x="2113355" y="844200"/>
                </a:lnTo>
                <a:lnTo>
                  <a:pt x="2107157" y="844200"/>
                </a:lnTo>
                <a:lnTo>
                  <a:pt x="2100960" y="844200"/>
                </a:lnTo>
                <a:lnTo>
                  <a:pt x="2094762" y="844200"/>
                </a:lnTo>
                <a:lnTo>
                  <a:pt x="2088565" y="844200"/>
                </a:lnTo>
                <a:lnTo>
                  <a:pt x="2082367" y="844200"/>
                </a:lnTo>
                <a:lnTo>
                  <a:pt x="2076170" y="844200"/>
                </a:lnTo>
                <a:lnTo>
                  <a:pt x="2069972" y="844200"/>
                </a:lnTo>
                <a:lnTo>
                  <a:pt x="2063774" y="844200"/>
                </a:lnTo>
                <a:lnTo>
                  <a:pt x="2057577" y="844200"/>
                </a:lnTo>
                <a:lnTo>
                  <a:pt x="2051379" y="844200"/>
                </a:lnTo>
                <a:lnTo>
                  <a:pt x="2045182" y="844200"/>
                </a:lnTo>
                <a:lnTo>
                  <a:pt x="2038984" y="844200"/>
                </a:lnTo>
                <a:lnTo>
                  <a:pt x="2032787" y="844200"/>
                </a:lnTo>
                <a:lnTo>
                  <a:pt x="2026589" y="844200"/>
                </a:lnTo>
                <a:lnTo>
                  <a:pt x="2020392" y="844200"/>
                </a:lnTo>
                <a:lnTo>
                  <a:pt x="2014194" y="844200"/>
                </a:lnTo>
                <a:lnTo>
                  <a:pt x="2007997" y="844200"/>
                </a:lnTo>
                <a:lnTo>
                  <a:pt x="2001799" y="844200"/>
                </a:lnTo>
                <a:lnTo>
                  <a:pt x="1995602" y="844200"/>
                </a:lnTo>
                <a:lnTo>
                  <a:pt x="1989404" y="844200"/>
                </a:lnTo>
                <a:lnTo>
                  <a:pt x="1983207" y="844200"/>
                </a:lnTo>
                <a:lnTo>
                  <a:pt x="1977009" y="844200"/>
                </a:lnTo>
                <a:lnTo>
                  <a:pt x="1970812" y="844200"/>
                </a:lnTo>
                <a:lnTo>
                  <a:pt x="1964614" y="844200"/>
                </a:lnTo>
                <a:lnTo>
                  <a:pt x="1958417" y="844200"/>
                </a:lnTo>
                <a:lnTo>
                  <a:pt x="1952219" y="844200"/>
                </a:lnTo>
                <a:lnTo>
                  <a:pt x="1946022" y="844200"/>
                </a:lnTo>
                <a:lnTo>
                  <a:pt x="1939824" y="844200"/>
                </a:lnTo>
                <a:lnTo>
                  <a:pt x="1933627" y="844200"/>
                </a:lnTo>
                <a:lnTo>
                  <a:pt x="1927429" y="844200"/>
                </a:lnTo>
                <a:lnTo>
                  <a:pt x="1921231" y="844200"/>
                </a:lnTo>
                <a:lnTo>
                  <a:pt x="1915034" y="844200"/>
                </a:lnTo>
                <a:lnTo>
                  <a:pt x="1908836" y="844200"/>
                </a:lnTo>
                <a:lnTo>
                  <a:pt x="1902639" y="844200"/>
                </a:lnTo>
                <a:lnTo>
                  <a:pt x="1896441" y="844200"/>
                </a:lnTo>
                <a:lnTo>
                  <a:pt x="1890244" y="844200"/>
                </a:lnTo>
                <a:lnTo>
                  <a:pt x="1884046" y="844200"/>
                </a:lnTo>
                <a:lnTo>
                  <a:pt x="1877849" y="844200"/>
                </a:lnTo>
                <a:lnTo>
                  <a:pt x="1871651" y="844200"/>
                </a:lnTo>
                <a:lnTo>
                  <a:pt x="1865454" y="844200"/>
                </a:lnTo>
                <a:lnTo>
                  <a:pt x="1859256" y="844200"/>
                </a:lnTo>
                <a:lnTo>
                  <a:pt x="1853059" y="844200"/>
                </a:lnTo>
                <a:lnTo>
                  <a:pt x="1846861" y="844200"/>
                </a:lnTo>
                <a:lnTo>
                  <a:pt x="1840664" y="844200"/>
                </a:lnTo>
                <a:lnTo>
                  <a:pt x="1834466" y="844200"/>
                </a:lnTo>
                <a:lnTo>
                  <a:pt x="1828269" y="844200"/>
                </a:lnTo>
                <a:lnTo>
                  <a:pt x="1822071" y="844200"/>
                </a:lnTo>
                <a:lnTo>
                  <a:pt x="1815874" y="844200"/>
                </a:lnTo>
                <a:lnTo>
                  <a:pt x="1809676" y="844200"/>
                </a:lnTo>
                <a:lnTo>
                  <a:pt x="1803479" y="844200"/>
                </a:lnTo>
                <a:lnTo>
                  <a:pt x="1797281" y="844200"/>
                </a:lnTo>
                <a:lnTo>
                  <a:pt x="1791084" y="844200"/>
                </a:lnTo>
                <a:lnTo>
                  <a:pt x="1784886" y="844200"/>
                </a:lnTo>
                <a:lnTo>
                  <a:pt x="1778688" y="844200"/>
                </a:lnTo>
                <a:lnTo>
                  <a:pt x="1772491" y="844200"/>
                </a:lnTo>
                <a:lnTo>
                  <a:pt x="1766293" y="844200"/>
                </a:lnTo>
                <a:lnTo>
                  <a:pt x="1760096" y="844200"/>
                </a:lnTo>
                <a:lnTo>
                  <a:pt x="1753898" y="844200"/>
                </a:lnTo>
                <a:lnTo>
                  <a:pt x="1747701" y="844200"/>
                </a:lnTo>
                <a:lnTo>
                  <a:pt x="1741503" y="844200"/>
                </a:lnTo>
                <a:lnTo>
                  <a:pt x="1735306" y="844200"/>
                </a:lnTo>
                <a:lnTo>
                  <a:pt x="1729108" y="844200"/>
                </a:lnTo>
                <a:lnTo>
                  <a:pt x="1722911" y="844200"/>
                </a:lnTo>
                <a:lnTo>
                  <a:pt x="1716713" y="844200"/>
                </a:lnTo>
                <a:lnTo>
                  <a:pt x="1710516" y="844200"/>
                </a:lnTo>
                <a:lnTo>
                  <a:pt x="1704318" y="844200"/>
                </a:lnTo>
                <a:lnTo>
                  <a:pt x="1698121" y="844200"/>
                </a:lnTo>
                <a:lnTo>
                  <a:pt x="1691923" y="844200"/>
                </a:lnTo>
                <a:lnTo>
                  <a:pt x="1685726" y="844200"/>
                </a:lnTo>
                <a:lnTo>
                  <a:pt x="1679528" y="844200"/>
                </a:lnTo>
                <a:lnTo>
                  <a:pt x="1673331" y="844200"/>
                </a:lnTo>
                <a:lnTo>
                  <a:pt x="1667133" y="844200"/>
                </a:lnTo>
                <a:lnTo>
                  <a:pt x="1660936" y="844200"/>
                </a:lnTo>
                <a:lnTo>
                  <a:pt x="1654738" y="844200"/>
                </a:lnTo>
                <a:lnTo>
                  <a:pt x="1648540" y="844200"/>
                </a:lnTo>
                <a:lnTo>
                  <a:pt x="1642343" y="844200"/>
                </a:lnTo>
                <a:lnTo>
                  <a:pt x="1636145" y="844200"/>
                </a:lnTo>
                <a:lnTo>
                  <a:pt x="1629948" y="844200"/>
                </a:lnTo>
                <a:lnTo>
                  <a:pt x="1623750" y="844200"/>
                </a:lnTo>
                <a:lnTo>
                  <a:pt x="1617553" y="844200"/>
                </a:lnTo>
                <a:lnTo>
                  <a:pt x="1611355" y="844200"/>
                </a:lnTo>
                <a:lnTo>
                  <a:pt x="1605158" y="844200"/>
                </a:lnTo>
                <a:lnTo>
                  <a:pt x="1598960" y="844200"/>
                </a:lnTo>
                <a:lnTo>
                  <a:pt x="1592763" y="844200"/>
                </a:lnTo>
                <a:lnTo>
                  <a:pt x="1586565" y="844200"/>
                </a:lnTo>
                <a:lnTo>
                  <a:pt x="1580368" y="844200"/>
                </a:lnTo>
                <a:lnTo>
                  <a:pt x="1574170" y="844200"/>
                </a:lnTo>
                <a:lnTo>
                  <a:pt x="1567973" y="844200"/>
                </a:lnTo>
                <a:lnTo>
                  <a:pt x="1561775" y="844200"/>
                </a:lnTo>
                <a:lnTo>
                  <a:pt x="1555578" y="844200"/>
                </a:lnTo>
                <a:lnTo>
                  <a:pt x="1549380" y="844200"/>
                </a:lnTo>
                <a:lnTo>
                  <a:pt x="1543183" y="844200"/>
                </a:lnTo>
                <a:lnTo>
                  <a:pt x="1536985" y="844200"/>
                </a:lnTo>
                <a:lnTo>
                  <a:pt x="1530788" y="844200"/>
                </a:lnTo>
                <a:lnTo>
                  <a:pt x="1524590" y="844200"/>
                </a:lnTo>
                <a:lnTo>
                  <a:pt x="1518393" y="844200"/>
                </a:lnTo>
                <a:lnTo>
                  <a:pt x="1512195" y="844200"/>
                </a:lnTo>
                <a:lnTo>
                  <a:pt x="1505997" y="844200"/>
                </a:lnTo>
                <a:lnTo>
                  <a:pt x="1499800" y="844200"/>
                </a:lnTo>
                <a:lnTo>
                  <a:pt x="1493602" y="844200"/>
                </a:lnTo>
                <a:lnTo>
                  <a:pt x="1487405" y="844200"/>
                </a:lnTo>
                <a:lnTo>
                  <a:pt x="1481207" y="844200"/>
                </a:lnTo>
                <a:lnTo>
                  <a:pt x="1475010" y="844200"/>
                </a:lnTo>
                <a:lnTo>
                  <a:pt x="1468812" y="844200"/>
                </a:lnTo>
                <a:lnTo>
                  <a:pt x="1462615" y="844200"/>
                </a:lnTo>
                <a:lnTo>
                  <a:pt x="1456417" y="844200"/>
                </a:lnTo>
                <a:lnTo>
                  <a:pt x="1450220" y="844200"/>
                </a:lnTo>
                <a:lnTo>
                  <a:pt x="1444022" y="844200"/>
                </a:lnTo>
                <a:lnTo>
                  <a:pt x="1437825" y="844200"/>
                </a:lnTo>
                <a:lnTo>
                  <a:pt x="1431627" y="844200"/>
                </a:lnTo>
                <a:lnTo>
                  <a:pt x="1425430" y="844200"/>
                </a:lnTo>
                <a:lnTo>
                  <a:pt x="1419232" y="844200"/>
                </a:lnTo>
                <a:lnTo>
                  <a:pt x="1413035" y="844200"/>
                </a:lnTo>
                <a:lnTo>
                  <a:pt x="1406837" y="844200"/>
                </a:lnTo>
                <a:lnTo>
                  <a:pt x="1400640" y="844200"/>
                </a:lnTo>
                <a:lnTo>
                  <a:pt x="1394442" y="844200"/>
                </a:lnTo>
                <a:lnTo>
                  <a:pt x="1388245" y="844200"/>
                </a:lnTo>
                <a:lnTo>
                  <a:pt x="1382047" y="844200"/>
                </a:lnTo>
                <a:lnTo>
                  <a:pt x="1375849" y="844200"/>
                </a:lnTo>
                <a:lnTo>
                  <a:pt x="1369652" y="844200"/>
                </a:lnTo>
                <a:lnTo>
                  <a:pt x="1363454" y="844200"/>
                </a:lnTo>
                <a:lnTo>
                  <a:pt x="1357257" y="844200"/>
                </a:lnTo>
                <a:lnTo>
                  <a:pt x="1351059" y="844200"/>
                </a:lnTo>
                <a:lnTo>
                  <a:pt x="1344862" y="844200"/>
                </a:lnTo>
                <a:lnTo>
                  <a:pt x="1338664" y="844200"/>
                </a:lnTo>
                <a:lnTo>
                  <a:pt x="1332467" y="844200"/>
                </a:lnTo>
                <a:lnTo>
                  <a:pt x="1326269" y="844200"/>
                </a:lnTo>
                <a:lnTo>
                  <a:pt x="1320072" y="844200"/>
                </a:lnTo>
                <a:lnTo>
                  <a:pt x="1313874" y="844200"/>
                </a:lnTo>
                <a:lnTo>
                  <a:pt x="1307677" y="844200"/>
                </a:lnTo>
                <a:lnTo>
                  <a:pt x="1301479" y="844200"/>
                </a:lnTo>
                <a:lnTo>
                  <a:pt x="1295282" y="844200"/>
                </a:lnTo>
                <a:lnTo>
                  <a:pt x="1289084" y="844200"/>
                </a:lnTo>
                <a:lnTo>
                  <a:pt x="1282887" y="844200"/>
                </a:lnTo>
                <a:lnTo>
                  <a:pt x="1276689" y="844200"/>
                </a:lnTo>
                <a:lnTo>
                  <a:pt x="1270492" y="844200"/>
                </a:lnTo>
                <a:lnTo>
                  <a:pt x="1264294" y="844200"/>
                </a:lnTo>
                <a:lnTo>
                  <a:pt x="1258097" y="844200"/>
                </a:lnTo>
                <a:lnTo>
                  <a:pt x="1251899" y="844200"/>
                </a:lnTo>
                <a:lnTo>
                  <a:pt x="1245702" y="844200"/>
                </a:lnTo>
                <a:lnTo>
                  <a:pt x="1239504" y="844200"/>
                </a:lnTo>
                <a:lnTo>
                  <a:pt x="1233306" y="844200"/>
                </a:lnTo>
                <a:lnTo>
                  <a:pt x="1227109" y="844200"/>
                </a:lnTo>
                <a:lnTo>
                  <a:pt x="1220911" y="844200"/>
                </a:lnTo>
                <a:lnTo>
                  <a:pt x="1214714" y="844200"/>
                </a:lnTo>
                <a:lnTo>
                  <a:pt x="1208516" y="844200"/>
                </a:lnTo>
                <a:lnTo>
                  <a:pt x="1202319" y="844200"/>
                </a:lnTo>
                <a:lnTo>
                  <a:pt x="1196121" y="844200"/>
                </a:lnTo>
                <a:lnTo>
                  <a:pt x="1189924" y="844200"/>
                </a:lnTo>
                <a:lnTo>
                  <a:pt x="1183726" y="844200"/>
                </a:lnTo>
                <a:lnTo>
                  <a:pt x="1177529" y="844200"/>
                </a:lnTo>
                <a:lnTo>
                  <a:pt x="1171331" y="844200"/>
                </a:lnTo>
                <a:lnTo>
                  <a:pt x="1165134" y="844200"/>
                </a:lnTo>
                <a:lnTo>
                  <a:pt x="1158936" y="844200"/>
                </a:lnTo>
                <a:lnTo>
                  <a:pt x="1152739" y="844200"/>
                </a:lnTo>
                <a:lnTo>
                  <a:pt x="1146541" y="844200"/>
                </a:lnTo>
                <a:lnTo>
                  <a:pt x="1140344" y="844200"/>
                </a:lnTo>
                <a:lnTo>
                  <a:pt x="1134146" y="844200"/>
                </a:lnTo>
                <a:lnTo>
                  <a:pt x="1127949" y="844200"/>
                </a:lnTo>
                <a:lnTo>
                  <a:pt x="1121751" y="844200"/>
                </a:lnTo>
                <a:lnTo>
                  <a:pt x="1115554" y="844200"/>
                </a:lnTo>
                <a:lnTo>
                  <a:pt x="1109356" y="844200"/>
                </a:lnTo>
                <a:lnTo>
                  <a:pt x="1103159" y="844200"/>
                </a:lnTo>
                <a:lnTo>
                  <a:pt x="1096961" y="844200"/>
                </a:lnTo>
                <a:lnTo>
                  <a:pt x="1090763" y="844200"/>
                </a:lnTo>
                <a:lnTo>
                  <a:pt x="1084566" y="844200"/>
                </a:lnTo>
                <a:lnTo>
                  <a:pt x="1078368" y="844200"/>
                </a:lnTo>
                <a:lnTo>
                  <a:pt x="1072171" y="844200"/>
                </a:lnTo>
                <a:lnTo>
                  <a:pt x="1065973" y="844200"/>
                </a:lnTo>
                <a:lnTo>
                  <a:pt x="1059776" y="844200"/>
                </a:lnTo>
                <a:lnTo>
                  <a:pt x="1053578" y="844200"/>
                </a:lnTo>
                <a:lnTo>
                  <a:pt x="1047381" y="844200"/>
                </a:lnTo>
                <a:lnTo>
                  <a:pt x="1041183" y="844200"/>
                </a:lnTo>
                <a:lnTo>
                  <a:pt x="1034986" y="844200"/>
                </a:lnTo>
                <a:lnTo>
                  <a:pt x="1028788" y="844200"/>
                </a:lnTo>
                <a:lnTo>
                  <a:pt x="1022591" y="844200"/>
                </a:lnTo>
                <a:lnTo>
                  <a:pt x="1016393" y="844200"/>
                </a:lnTo>
                <a:lnTo>
                  <a:pt x="1010196" y="844200"/>
                </a:lnTo>
                <a:lnTo>
                  <a:pt x="1003998" y="844200"/>
                </a:lnTo>
                <a:lnTo>
                  <a:pt x="997801" y="844200"/>
                </a:lnTo>
                <a:lnTo>
                  <a:pt x="991603" y="844200"/>
                </a:lnTo>
                <a:lnTo>
                  <a:pt x="985406" y="844200"/>
                </a:lnTo>
                <a:lnTo>
                  <a:pt x="979208" y="844200"/>
                </a:lnTo>
                <a:lnTo>
                  <a:pt x="973011" y="844200"/>
                </a:lnTo>
                <a:lnTo>
                  <a:pt x="966813" y="844200"/>
                </a:lnTo>
                <a:lnTo>
                  <a:pt x="960615" y="844200"/>
                </a:lnTo>
                <a:lnTo>
                  <a:pt x="954418" y="844200"/>
                </a:lnTo>
                <a:lnTo>
                  <a:pt x="948220" y="844200"/>
                </a:lnTo>
                <a:lnTo>
                  <a:pt x="942023" y="844200"/>
                </a:lnTo>
                <a:lnTo>
                  <a:pt x="935825" y="844200"/>
                </a:lnTo>
                <a:lnTo>
                  <a:pt x="929628" y="844200"/>
                </a:lnTo>
                <a:lnTo>
                  <a:pt x="923430" y="844200"/>
                </a:lnTo>
                <a:lnTo>
                  <a:pt x="917233" y="844200"/>
                </a:lnTo>
                <a:lnTo>
                  <a:pt x="911035" y="844200"/>
                </a:lnTo>
                <a:lnTo>
                  <a:pt x="904838" y="844200"/>
                </a:lnTo>
                <a:lnTo>
                  <a:pt x="898640" y="844200"/>
                </a:lnTo>
                <a:lnTo>
                  <a:pt x="892443" y="844200"/>
                </a:lnTo>
                <a:lnTo>
                  <a:pt x="886245" y="844200"/>
                </a:lnTo>
                <a:lnTo>
                  <a:pt x="880048" y="844200"/>
                </a:lnTo>
                <a:lnTo>
                  <a:pt x="873850" y="844200"/>
                </a:lnTo>
                <a:lnTo>
                  <a:pt x="867653" y="844200"/>
                </a:lnTo>
                <a:lnTo>
                  <a:pt x="861455" y="844200"/>
                </a:lnTo>
                <a:lnTo>
                  <a:pt x="855258" y="844200"/>
                </a:lnTo>
                <a:lnTo>
                  <a:pt x="849060" y="844200"/>
                </a:lnTo>
                <a:lnTo>
                  <a:pt x="842863" y="844200"/>
                </a:lnTo>
                <a:lnTo>
                  <a:pt x="836665" y="844200"/>
                </a:lnTo>
                <a:lnTo>
                  <a:pt x="830468" y="844200"/>
                </a:lnTo>
                <a:lnTo>
                  <a:pt x="824270" y="844200"/>
                </a:lnTo>
                <a:lnTo>
                  <a:pt x="818072" y="844200"/>
                </a:lnTo>
                <a:lnTo>
                  <a:pt x="811875" y="844200"/>
                </a:lnTo>
                <a:lnTo>
                  <a:pt x="805677" y="844200"/>
                </a:lnTo>
                <a:lnTo>
                  <a:pt x="799480" y="844200"/>
                </a:lnTo>
                <a:lnTo>
                  <a:pt x="793282" y="844200"/>
                </a:lnTo>
                <a:lnTo>
                  <a:pt x="787085" y="844200"/>
                </a:lnTo>
                <a:lnTo>
                  <a:pt x="780887" y="844200"/>
                </a:lnTo>
                <a:lnTo>
                  <a:pt x="774690" y="844200"/>
                </a:lnTo>
                <a:lnTo>
                  <a:pt x="768492" y="844200"/>
                </a:lnTo>
                <a:lnTo>
                  <a:pt x="762295" y="844200"/>
                </a:lnTo>
                <a:lnTo>
                  <a:pt x="756097" y="844200"/>
                </a:lnTo>
                <a:lnTo>
                  <a:pt x="749900" y="844200"/>
                </a:lnTo>
                <a:lnTo>
                  <a:pt x="743702" y="844200"/>
                </a:lnTo>
                <a:lnTo>
                  <a:pt x="737505" y="844200"/>
                </a:lnTo>
                <a:lnTo>
                  <a:pt x="731307" y="844200"/>
                </a:lnTo>
                <a:lnTo>
                  <a:pt x="725110" y="844200"/>
                </a:lnTo>
                <a:lnTo>
                  <a:pt x="718912" y="844200"/>
                </a:lnTo>
                <a:lnTo>
                  <a:pt x="712715" y="844200"/>
                </a:lnTo>
                <a:lnTo>
                  <a:pt x="706517" y="844200"/>
                </a:lnTo>
                <a:lnTo>
                  <a:pt x="700320" y="844200"/>
                </a:lnTo>
                <a:lnTo>
                  <a:pt x="694122" y="844200"/>
                </a:lnTo>
                <a:lnTo>
                  <a:pt x="687924" y="844200"/>
                </a:lnTo>
                <a:lnTo>
                  <a:pt x="681727" y="844200"/>
                </a:lnTo>
                <a:lnTo>
                  <a:pt x="675529" y="844200"/>
                </a:lnTo>
                <a:lnTo>
                  <a:pt x="669332" y="844200"/>
                </a:lnTo>
                <a:lnTo>
                  <a:pt x="663134" y="844200"/>
                </a:lnTo>
                <a:lnTo>
                  <a:pt x="656937" y="844200"/>
                </a:lnTo>
                <a:lnTo>
                  <a:pt x="650739" y="844200"/>
                </a:lnTo>
                <a:lnTo>
                  <a:pt x="644542" y="844200"/>
                </a:lnTo>
                <a:lnTo>
                  <a:pt x="638344" y="844200"/>
                </a:lnTo>
                <a:lnTo>
                  <a:pt x="632147" y="844200"/>
                </a:lnTo>
                <a:lnTo>
                  <a:pt x="625949" y="844200"/>
                </a:lnTo>
                <a:lnTo>
                  <a:pt x="619752" y="844200"/>
                </a:lnTo>
                <a:lnTo>
                  <a:pt x="613554" y="844200"/>
                </a:lnTo>
                <a:lnTo>
                  <a:pt x="607357" y="844200"/>
                </a:lnTo>
                <a:lnTo>
                  <a:pt x="601159" y="844200"/>
                </a:lnTo>
                <a:lnTo>
                  <a:pt x="594962" y="844200"/>
                </a:lnTo>
                <a:lnTo>
                  <a:pt x="588764" y="844200"/>
                </a:lnTo>
                <a:lnTo>
                  <a:pt x="582567" y="844200"/>
                </a:lnTo>
                <a:lnTo>
                  <a:pt x="576369" y="844200"/>
                </a:lnTo>
                <a:lnTo>
                  <a:pt x="570172" y="844200"/>
                </a:lnTo>
                <a:lnTo>
                  <a:pt x="563974" y="844200"/>
                </a:lnTo>
                <a:lnTo>
                  <a:pt x="557777" y="844200"/>
                </a:lnTo>
                <a:lnTo>
                  <a:pt x="551579" y="844200"/>
                </a:lnTo>
                <a:lnTo>
                  <a:pt x="545381" y="844200"/>
                </a:lnTo>
                <a:lnTo>
                  <a:pt x="539184" y="844200"/>
                </a:lnTo>
                <a:lnTo>
                  <a:pt x="532986" y="844200"/>
                </a:lnTo>
                <a:lnTo>
                  <a:pt x="526789" y="844200"/>
                </a:lnTo>
                <a:lnTo>
                  <a:pt x="520591" y="844200"/>
                </a:lnTo>
                <a:lnTo>
                  <a:pt x="514394" y="844200"/>
                </a:lnTo>
                <a:lnTo>
                  <a:pt x="508196" y="844200"/>
                </a:lnTo>
                <a:lnTo>
                  <a:pt x="501999" y="844200"/>
                </a:lnTo>
                <a:lnTo>
                  <a:pt x="495801" y="844200"/>
                </a:lnTo>
                <a:lnTo>
                  <a:pt x="489604" y="844200"/>
                </a:lnTo>
                <a:lnTo>
                  <a:pt x="483406" y="844200"/>
                </a:lnTo>
                <a:lnTo>
                  <a:pt x="477209" y="844200"/>
                </a:lnTo>
                <a:lnTo>
                  <a:pt x="471011" y="844200"/>
                </a:lnTo>
                <a:lnTo>
                  <a:pt x="464814" y="844200"/>
                </a:lnTo>
                <a:lnTo>
                  <a:pt x="458616" y="844200"/>
                </a:lnTo>
                <a:lnTo>
                  <a:pt x="452419" y="844200"/>
                </a:lnTo>
                <a:lnTo>
                  <a:pt x="446221" y="844200"/>
                </a:lnTo>
                <a:lnTo>
                  <a:pt x="440024" y="844200"/>
                </a:lnTo>
                <a:lnTo>
                  <a:pt x="433826" y="844200"/>
                </a:lnTo>
                <a:lnTo>
                  <a:pt x="427629" y="844200"/>
                </a:lnTo>
                <a:lnTo>
                  <a:pt x="421431" y="844200"/>
                </a:lnTo>
                <a:lnTo>
                  <a:pt x="415234" y="844200"/>
                </a:lnTo>
                <a:lnTo>
                  <a:pt x="409036" y="844200"/>
                </a:lnTo>
                <a:lnTo>
                  <a:pt x="402838" y="844200"/>
                </a:lnTo>
                <a:lnTo>
                  <a:pt x="396641" y="844200"/>
                </a:lnTo>
                <a:lnTo>
                  <a:pt x="390443" y="844200"/>
                </a:lnTo>
                <a:lnTo>
                  <a:pt x="384246" y="844200"/>
                </a:lnTo>
                <a:lnTo>
                  <a:pt x="378048" y="844200"/>
                </a:lnTo>
                <a:lnTo>
                  <a:pt x="371851" y="844200"/>
                </a:lnTo>
                <a:lnTo>
                  <a:pt x="365653" y="844200"/>
                </a:lnTo>
                <a:lnTo>
                  <a:pt x="359456" y="844200"/>
                </a:lnTo>
                <a:lnTo>
                  <a:pt x="353258" y="844200"/>
                </a:lnTo>
                <a:lnTo>
                  <a:pt x="347061" y="844200"/>
                </a:lnTo>
                <a:lnTo>
                  <a:pt x="340863" y="844200"/>
                </a:lnTo>
                <a:lnTo>
                  <a:pt x="334666" y="844200"/>
                </a:lnTo>
                <a:lnTo>
                  <a:pt x="328468" y="844200"/>
                </a:lnTo>
                <a:lnTo>
                  <a:pt x="322271" y="844200"/>
                </a:lnTo>
                <a:lnTo>
                  <a:pt x="316073" y="844200"/>
                </a:lnTo>
                <a:lnTo>
                  <a:pt x="309876" y="844200"/>
                </a:lnTo>
                <a:lnTo>
                  <a:pt x="303678" y="844200"/>
                </a:lnTo>
                <a:lnTo>
                  <a:pt x="297481" y="844200"/>
                </a:lnTo>
                <a:lnTo>
                  <a:pt x="291283" y="844200"/>
                </a:lnTo>
                <a:lnTo>
                  <a:pt x="285086" y="844200"/>
                </a:lnTo>
                <a:lnTo>
                  <a:pt x="278888" y="844200"/>
                </a:lnTo>
                <a:lnTo>
                  <a:pt x="272690" y="844200"/>
                </a:lnTo>
                <a:lnTo>
                  <a:pt x="266493" y="844200"/>
                </a:lnTo>
                <a:lnTo>
                  <a:pt x="260295" y="844200"/>
                </a:lnTo>
                <a:lnTo>
                  <a:pt x="254098" y="844200"/>
                </a:lnTo>
                <a:lnTo>
                  <a:pt x="247900" y="844200"/>
                </a:lnTo>
                <a:lnTo>
                  <a:pt x="241703" y="844200"/>
                </a:lnTo>
                <a:lnTo>
                  <a:pt x="235505" y="844200"/>
                </a:lnTo>
                <a:lnTo>
                  <a:pt x="229308" y="844200"/>
                </a:lnTo>
                <a:lnTo>
                  <a:pt x="223110" y="844200"/>
                </a:lnTo>
                <a:lnTo>
                  <a:pt x="216913" y="844200"/>
                </a:lnTo>
                <a:lnTo>
                  <a:pt x="210715" y="844200"/>
                </a:lnTo>
                <a:lnTo>
                  <a:pt x="204518" y="844200"/>
                </a:lnTo>
                <a:lnTo>
                  <a:pt x="198320" y="844200"/>
                </a:lnTo>
                <a:lnTo>
                  <a:pt x="192123" y="844200"/>
                </a:lnTo>
                <a:lnTo>
                  <a:pt x="185925" y="844200"/>
                </a:lnTo>
                <a:lnTo>
                  <a:pt x="179728" y="844200"/>
                </a:lnTo>
                <a:lnTo>
                  <a:pt x="173530" y="844200"/>
                </a:lnTo>
                <a:lnTo>
                  <a:pt x="167333" y="844200"/>
                </a:lnTo>
                <a:lnTo>
                  <a:pt x="161135" y="844200"/>
                </a:lnTo>
                <a:lnTo>
                  <a:pt x="154938" y="844200"/>
                </a:lnTo>
                <a:lnTo>
                  <a:pt x="148740" y="844200"/>
                </a:lnTo>
                <a:lnTo>
                  <a:pt x="142543" y="844200"/>
                </a:lnTo>
                <a:lnTo>
                  <a:pt x="136345" y="844200"/>
                </a:lnTo>
                <a:lnTo>
                  <a:pt x="130147" y="844200"/>
                </a:lnTo>
                <a:lnTo>
                  <a:pt x="123950" y="844200"/>
                </a:lnTo>
                <a:lnTo>
                  <a:pt x="117752" y="844200"/>
                </a:lnTo>
                <a:lnTo>
                  <a:pt x="111555" y="844200"/>
                </a:lnTo>
                <a:lnTo>
                  <a:pt x="105357" y="844200"/>
                </a:lnTo>
                <a:lnTo>
                  <a:pt x="99160" y="844200"/>
                </a:lnTo>
                <a:lnTo>
                  <a:pt x="92962" y="844200"/>
                </a:lnTo>
                <a:lnTo>
                  <a:pt x="86765" y="844200"/>
                </a:lnTo>
                <a:lnTo>
                  <a:pt x="80567" y="844200"/>
                </a:lnTo>
                <a:lnTo>
                  <a:pt x="74370" y="844200"/>
                </a:lnTo>
                <a:lnTo>
                  <a:pt x="68172" y="844200"/>
                </a:lnTo>
                <a:lnTo>
                  <a:pt x="61975" y="844200"/>
                </a:lnTo>
                <a:lnTo>
                  <a:pt x="55777" y="844200"/>
                </a:lnTo>
                <a:lnTo>
                  <a:pt x="49580" y="844200"/>
                </a:lnTo>
                <a:lnTo>
                  <a:pt x="43382" y="844200"/>
                </a:lnTo>
                <a:lnTo>
                  <a:pt x="37185" y="844200"/>
                </a:lnTo>
                <a:lnTo>
                  <a:pt x="30987" y="844200"/>
                </a:lnTo>
                <a:lnTo>
                  <a:pt x="24790" y="844200"/>
                </a:lnTo>
                <a:lnTo>
                  <a:pt x="18592" y="844200"/>
                </a:lnTo>
                <a:lnTo>
                  <a:pt x="12395" y="844200"/>
                </a:lnTo>
                <a:lnTo>
                  <a:pt x="6197" y="844200"/>
                </a:lnTo>
                <a:lnTo>
                  <a:pt x="0" y="8442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4" name="pg92">
            <a:extLst>
              <a:ext uri="{FF2B5EF4-FFF2-40B4-BE49-F238E27FC236}">
                <a16:creationId xmlns:a16="http://schemas.microsoft.com/office/drawing/2014/main" id="{A5E087AC-DACC-1BFB-0A50-51F05BB1377F}"/>
              </a:ext>
            </a:extLst>
          </p:cNvPr>
          <p:cNvSpPr/>
          <p:nvPr/>
        </p:nvSpPr>
        <p:spPr>
          <a:xfrm>
            <a:off x="6492869" y="4128936"/>
            <a:ext cx="2412901" cy="629011"/>
          </a:xfrm>
          <a:custGeom>
            <a:avLst/>
            <a:gdLst/>
            <a:ahLst/>
            <a:cxnLst/>
            <a:rect l="0" t="0" r="0" b="0"/>
            <a:pathLst>
              <a:path w="3166933" h="825577">
                <a:moveTo>
                  <a:pt x="0" y="164902"/>
                </a:moveTo>
                <a:lnTo>
                  <a:pt x="6197" y="156702"/>
                </a:lnTo>
                <a:lnTo>
                  <a:pt x="12395" y="148686"/>
                </a:lnTo>
                <a:lnTo>
                  <a:pt x="18592" y="140744"/>
                </a:lnTo>
                <a:lnTo>
                  <a:pt x="24790" y="133081"/>
                </a:lnTo>
                <a:lnTo>
                  <a:pt x="30987" y="125503"/>
                </a:lnTo>
                <a:lnTo>
                  <a:pt x="37185" y="118137"/>
                </a:lnTo>
                <a:lnTo>
                  <a:pt x="43382" y="110953"/>
                </a:lnTo>
                <a:lnTo>
                  <a:pt x="49580" y="103902"/>
                </a:lnTo>
                <a:lnTo>
                  <a:pt x="55777" y="97138"/>
                </a:lnTo>
                <a:lnTo>
                  <a:pt x="61975" y="90471"/>
                </a:lnTo>
                <a:lnTo>
                  <a:pt x="68172" y="84100"/>
                </a:lnTo>
                <a:lnTo>
                  <a:pt x="74370" y="77888"/>
                </a:lnTo>
                <a:lnTo>
                  <a:pt x="80567" y="71879"/>
                </a:lnTo>
                <a:lnTo>
                  <a:pt x="86765" y="66143"/>
                </a:lnTo>
                <a:lnTo>
                  <a:pt x="92962" y="60516"/>
                </a:lnTo>
                <a:lnTo>
                  <a:pt x="99160" y="55271"/>
                </a:lnTo>
                <a:lnTo>
                  <a:pt x="105357" y="50146"/>
                </a:lnTo>
                <a:lnTo>
                  <a:pt x="111555" y="45300"/>
                </a:lnTo>
                <a:lnTo>
                  <a:pt x="117752" y="40694"/>
                </a:lnTo>
                <a:lnTo>
                  <a:pt x="123950" y="36256"/>
                </a:lnTo>
                <a:lnTo>
                  <a:pt x="130147" y="32183"/>
                </a:lnTo>
                <a:lnTo>
                  <a:pt x="136345" y="28232"/>
                </a:lnTo>
                <a:lnTo>
                  <a:pt x="142543" y="24632"/>
                </a:lnTo>
                <a:lnTo>
                  <a:pt x="148740" y="21228"/>
                </a:lnTo>
                <a:lnTo>
                  <a:pt x="154938" y="18056"/>
                </a:lnTo>
                <a:lnTo>
                  <a:pt x="161135" y="15206"/>
                </a:lnTo>
                <a:lnTo>
                  <a:pt x="167333" y="12479"/>
                </a:lnTo>
                <a:lnTo>
                  <a:pt x="173530" y="10173"/>
                </a:lnTo>
                <a:lnTo>
                  <a:pt x="179728" y="8006"/>
                </a:lnTo>
                <a:lnTo>
                  <a:pt x="185925" y="6135"/>
                </a:lnTo>
                <a:lnTo>
                  <a:pt x="192123" y="4527"/>
                </a:lnTo>
                <a:lnTo>
                  <a:pt x="198320" y="3089"/>
                </a:lnTo>
                <a:lnTo>
                  <a:pt x="204518" y="2038"/>
                </a:lnTo>
                <a:lnTo>
                  <a:pt x="210715" y="1111"/>
                </a:lnTo>
                <a:lnTo>
                  <a:pt x="216913" y="533"/>
                </a:lnTo>
                <a:lnTo>
                  <a:pt x="223110" y="154"/>
                </a:lnTo>
                <a:lnTo>
                  <a:pt x="229308" y="0"/>
                </a:lnTo>
                <a:lnTo>
                  <a:pt x="235505" y="161"/>
                </a:lnTo>
                <a:lnTo>
                  <a:pt x="241703" y="443"/>
                </a:lnTo>
                <a:lnTo>
                  <a:pt x="247900" y="1114"/>
                </a:lnTo>
                <a:lnTo>
                  <a:pt x="254098" y="1920"/>
                </a:lnTo>
                <a:lnTo>
                  <a:pt x="260295" y="2991"/>
                </a:lnTo>
                <a:lnTo>
                  <a:pt x="266493" y="4307"/>
                </a:lnTo>
                <a:lnTo>
                  <a:pt x="272690" y="5769"/>
                </a:lnTo>
                <a:lnTo>
                  <a:pt x="278888" y="7577"/>
                </a:lnTo>
                <a:lnTo>
                  <a:pt x="285086" y="9493"/>
                </a:lnTo>
                <a:lnTo>
                  <a:pt x="291283" y="11702"/>
                </a:lnTo>
                <a:lnTo>
                  <a:pt x="297481" y="14084"/>
                </a:lnTo>
                <a:lnTo>
                  <a:pt x="303678" y="16648"/>
                </a:lnTo>
                <a:lnTo>
                  <a:pt x="309876" y="19476"/>
                </a:lnTo>
                <a:lnTo>
                  <a:pt x="316073" y="22402"/>
                </a:lnTo>
                <a:lnTo>
                  <a:pt x="322271" y="25632"/>
                </a:lnTo>
                <a:lnTo>
                  <a:pt x="328468" y="28973"/>
                </a:lnTo>
                <a:lnTo>
                  <a:pt x="334666" y="32514"/>
                </a:lnTo>
                <a:lnTo>
                  <a:pt x="340863" y="36245"/>
                </a:lnTo>
                <a:lnTo>
                  <a:pt x="347061" y="40082"/>
                </a:lnTo>
                <a:lnTo>
                  <a:pt x="353258" y="44178"/>
                </a:lnTo>
                <a:lnTo>
                  <a:pt x="359456" y="48350"/>
                </a:lnTo>
                <a:lnTo>
                  <a:pt x="365653" y="52728"/>
                </a:lnTo>
                <a:lnTo>
                  <a:pt x="371851" y="57230"/>
                </a:lnTo>
                <a:lnTo>
                  <a:pt x="378048" y="61853"/>
                </a:lnTo>
                <a:lnTo>
                  <a:pt x="384246" y="66656"/>
                </a:lnTo>
                <a:lnTo>
                  <a:pt x="390443" y="71524"/>
                </a:lnTo>
                <a:lnTo>
                  <a:pt x="396641" y="76586"/>
                </a:lnTo>
                <a:lnTo>
                  <a:pt x="402838" y="81718"/>
                </a:lnTo>
                <a:lnTo>
                  <a:pt x="409036" y="86972"/>
                </a:lnTo>
                <a:lnTo>
                  <a:pt x="415234" y="92342"/>
                </a:lnTo>
                <a:lnTo>
                  <a:pt x="421431" y="97772"/>
                </a:lnTo>
                <a:lnTo>
                  <a:pt x="427629" y="103352"/>
                </a:lnTo>
                <a:lnTo>
                  <a:pt x="433826" y="108973"/>
                </a:lnTo>
                <a:lnTo>
                  <a:pt x="440024" y="114702"/>
                </a:lnTo>
                <a:lnTo>
                  <a:pt x="446221" y="120496"/>
                </a:lnTo>
                <a:lnTo>
                  <a:pt x="452419" y="126350"/>
                </a:lnTo>
                <a:lnTo>
                  <a:pt x="458616" y="132291"/>
                </a:lnTo>
                <a:lnTo>
                  <a:pt x="464814" y="138261"/>
                </a:lnTo>
                <a:lnTo>
                  <a:pt x="471011" y="144314"/>
                </a:lnTo>
                <a:lnTo>
                  <a:pt x="477209" y="150397"/>
                </a:lnTo>
                <a:lnTo>
                  <a:pt x="483406" y="156526"/>
                </a:lnTo>
                <a:lnTo>
                  <a:pt x="489604" y="162696"/>
                </a:lnTo>
                <a:lnTo>
                  <a:pt x="495801" y="168886"/>
                </a:lnTo>
                <a:lnTo>
                  <a:pt x="501999" y="175120"/>
                </a:lnTo>
                <a:lnTo>
                  <a:pt x="508196" y="181364"/>
                </a:lnTo>
                <a:lnTo>
                  <a:pt x="514394" y="187632"/>
                </a:lnTo>
                <a:lnTo>
                  <a:pt x="520591" y="193910"/>
                </a:lnTo>
                <a:lnTo>
                  <a:pt x="526789" y="200196"/>
                </a:lnTo>
                <a:lnTo>
                  <a:pt x="532986" y="206488"/>
                </a:lnTo>
                <a:lnTo>
                  <a:pt x="539184" y="212780"/>
                </a:lnTo>
                <a:lnTo>
                  <a:pt x="545381" y="219066"/>
                </a:lnTo>
                <a:lnTo>
                  <a:pt x="551579" y="225346"/>
                </a:lnTo>
                <a:lnTo>
                  <a:pt x="557777" y="231615"/>
                </a:lnTo>
                <a:lnTo>
                  <a:pt x="563974" y="237864"/>
                </a:lnTo>
                <a:lnTo>
                  <a:pt x="570172" y="244105"/>
                </a:lnTo>
                <a:lnTo>
                  <a:pt x="576369" y="250309"/>
                </a:lnTo>
                <a:lnTo>
                  <a:pt x="582567" y="256499"/>
                </a:lnTo>
                <a:lnTo>
                  <a:pt x="588764" y="262656"/>
                </a:lnTo>
                <a:lnTo>
                  <a:pt x="594962" y="268781"/>
                </a:lnTo>
                <a:lnTo>
                  <a:pt x="601159" y="274882"/>
                </a:lnTo>
                <a:lnTo>
                  <a:pt x="607357" y="280929"/>
                </a:lnTo>
                <a:lnTo>
                  <a:pt x="613554" y="286958"/>
                </a:lnTo>
                <a:lnTo>
                  <a:pt x="619752" y="292926"/>
                </a:lnTo>
                <a:lnTo>
                  <a:pt x="625949" y="298862"/>
                </a:lnTo>
                <a:lnTo>
                  <a:pt x="632147" y="304754"/>
                </a:lnTo>
                <a:lnTo>
                  <a:pt x="638344" y="310589"/>
                </a:lnTo>
                <a:lnTo>
                  <a:pt x="644542" y="316399"/>
                </a:lnTo>
                <a:lnTo>
                  <a:pt x="650739" y="322124"/>
                </a:lnTo>
                <a:lnTo>
                  <a:pt x="656937" y="327823"/>
                </a:lnTo>
                <a:lnTo>
                  <a:pt x="663134" y="333458"/>
                </a:lnTo>
                <a:lnTo>
                  <a:pt x="669332" y="339039"/>
                </a:lnTo>
                <a:lnTo>
                  <a:pt x="675529" y="344581"/>
                </a:lnTo>
                <a:lnTo>
                  <a:pt x="681727" y="350039"/>
                </a:lnTo>
                <a:lnTo>
                  <a:pt x="687924" y="355470"/>
                </a:lnTo>
                <a:lnTo>
                  <a:pt x="694122" y="360817"/>
                </a:lnTo>
                <a:lnTo>
                  <a:pt x="700320" y="366119"/>
                </a:lnTo>
                <a:lnTo>
                  <a:pt x="706517" y="371366"/>
                </a:lnTo>
                <a:lnTo>
                  <a:pt x="712715" y="376540"/>
                </a:lnTo>
                <a:lnTo>
                  <a:pt x="718912" y="381684"/>
                </a:lnTo>
                <a:lnTo>
                  <a:pt x="725110" y="386728"/>
                </a:lnTo>
                <a:lnTo>
                  <a:pt x="731307" y="391742"/>
                </a:lnTo>
                <a:lnTo>
                  <a:pt x="737505" y="396684"/>
                </a:lnTo>
                <a:lnTo>
                  <a:pt x="743702" y="401567"/>
                </a:lnTo>
                <a:lnTo>
                  <a:pt x="749900" y="406408"/>
                </a:lnTo>
                <a:lnTo>
                  <a:pt x="756097" y="411160"/>
                </a:lnTo>
                <a:lnTo>
                  <a:pt x="762295" y="415883"/>
                </a:lnTo>
                <a:lnTo>
                  <a:pt x="768492" y="420524"/>
                </a:lnTo>
                <a:lnTo>
                  <a:pt x="774690" y="425119"/>
                </a:lnTo>
                <a:lnTo>
                  <a:pt x="780887" y="429661"/>
                </a:lnTo>
                <a:lnTo>
                  <a:pt x="787085" y="434131"/>
                </a:lnTo>
                <a:lnTo>
                  <a:pt x="793282" y="438573"/>
                </a:lnTo>
                <a:lnTo>
                  <a:pt x="799480" y="442923"/>
                </a:lnTo>
                <a:lnTo>
                  <a:pt x="805677" y="447243"/>
                </a:lnTo>
                <a:lnTo>
                  <a:pt x="811875" y="451500"/>
                </a:lnTo>
                <a:lnTo>
                  <a:pt x="818072" y="455702"/>
                </a:lnTo>
                <a:lnTo>
                  <a:pt x="824270" y="459868"/>
                </a:lnTo>
                <a:lnTo>
                  <a:pt x="830468" y="463955"/>
                </a:lnTo>
                <a:lnTo>
                  <a:pt x="836665" y="468016"/>
                </a:lnTo>
                <a:lnTo>
                  <a:pt x="842863" y="472008"/>
                </a:lnTo>
                <a:lnTo>
                  <a:pt x="849060" y="475959"/>
                </a:lnTo>
                <a:lnTo>
                  <a:pt x="855258" y="479867"/>
                </a:lnTo>
                <a:lnTo>
                  <a:pt x="861455" y="483713"/>
                </a:lnTo>
                <a:lnTo>
                  <a:pt x="867653" y="487535"/>
                </a:lnTo>
                <a:lnTo>
                  <a:pt x="873850" y="491283"/>
                </a:lnTo>
                <a:lnTo>
                  <a:pt x="880048" y="495005"/>
                </a:lnTo>
                <a:lnTo>
                  <a:pt x="886245" y="498676"/>
                </a:lnTo>
                <a:lnTo>
                  <a:pt x="892443" y="502302"/>
                </a:lnTo>
                <a:lnTo>
                  <a:pt x="898640" y="505900"/>
                </a:lnTo>
                <a:lnTo>
                  <a:pt x="904838" y="509432"/>
                </a:lnTo>
                <a:lnTo>
                  <a:pt x="911035" y="512945"/>
                </a:lnTo>
                <a:lnTo>
                  <a:pt x="917233" y="516402"/>
                </a:lnTo>
                <a:lnTo>
                  <a:pt x="923430" y="519826"/>
                </a:lnTo>
                <a:lnTo>
                  <a:pt x="929628" y="523217"/>
                </a:lnTo>
                <a:lnTo>
                  <a:pt x="935825" y="526557"/>
                </a:lnTo>
                <a:lnTo>
                  <a:pt x="942023" y="529879"/>
                </a:lnTo>
                <a:lnTo>
                  <a:pt x="948220" y="533142"/>
                </a:lnTo>
                <a:lnTo>
                  <a:pt x="954418" y="536383"/>
                </a:lnTo>
                <a:lnTo>
                  <a:pt x="960615" y="539585"/>
                </a:lnTo>
                <a:lnTo>
                  <a:pt x="966813" y="542749"/>
                </a:lnTo>
                <a:lnTo>
                  <a:pt x="973011" y="545892"/>
                </a:lnTo>
                <a:lnTo>
                  <a:pt x="979208" y="548981"/>
                </a:lnTo>
                <a:lnTo>
                  <a:pt x="985406" y="552054"/>
                </a:lnTo>
                <a:lnTo>
                  <a:pt x="991603" y="555083"/>
                </a:lnTo>
                <a:lnTo>
                  <a:pt x="997801" y="558084"/>
                </a:lnTo>
                <a:lnTo>
                  <a:pt x="1003998" y="561058"/>
                </a:lnTo>
                <a:lnTo>
                  <a:pt x="1010196" y="563988"/>
                </a:lnTo>
                <a:lnTo>
                  <a:pt x="1016393" y="566904"/>
                </a:lnTo>
                <a:lnTo>
                  <a:pt x="1022591" y="569771"/>
                </a:lnTo>
                <a:lnTo>
                  <a:pt x="1028788" y="572618"/>
                </a:lnTo>
                <a:lnTo>
                  <a:pt x="1034986" y="575432"/>
                </a:lnTo>
                <a:lnTo>
                  <a:pt x="1041183" y="578212"/>
                </a:lnTo>
                <a:lnTo>
                  <a:pt x="1047381" y="580975"/>
                </a:lnTo>
                <a:lnTo>
                  <a:pt x="1053578" y="583689"/>
                </a:lnTo>
                <a:lnTo>
                  <a:pt x="1059776" y="586389"/>
                </a:lnTo>
                <a:lnTo>
                  <a:pt x="1065973" y="589049"/>
                </a:lnTo>
                <a:lnTo>
                  <a:pt x="1072171" y="591683"/>
                </a:lnTo>
                <a:lnTo>
                  <a:pt x="1078368" y="594292"/>
                </a:lnTo>
                <a:lnTo>
                  <a:pt x="1084566" y="596861"/>
                </a:lnTo>
                <a:lnTo>
                  <a:pt x="1090763" y="599415"/>
                </a:lnTo>
                <a:lnTo>
                  <a:pt x="1096961" y="601923"/>
                </a:lnTo>
                <a:lnTo>
                  <a:pt x="1103159" y="604411"/>
                </a:lnTo>
                <a:lnTo>
                  <a:pt x="1109356" y="606869"/>
                </a:lnTo>
                <a:lnTo>
                  <a:pt x="1115554" y="609291"/>
                </a:lnTo>
                <a:lnTo>
                  <a:pt x="1121751" y="611697"/>
                </a:lnTo>
                <a:lnTo>
                  <a:pt x="1127949" y="614054"/>
                </a:lnTo>
                <a:lnTo>
                  <a:pt x="1134146" y="616395"/>
                </a:lnTo>
                <a:lnTo>
                  <a:pt x="1140344" y="618698"/>
                </a:lnTo>
                <a:lnTo>
                  <a:pt x="1146541" y="620973"/>
                </a:lnTo>
                <a:lnTo>
                  <a:pt x="1152739" y="623223"/>
                </a:lnTo>
                <a:lnTo>
                  <a:pt x="1158936" y="625430"/>
                </a:lnTo>
                <a:lnTo>
                  <a:pt x="1165134" y="627621"/>
                </a:lnTo>
                <a:lnTo>
                  <a:pt x="1171331" y="629766"/>
                </a:lnTo>
                <a:lnTo>
                  <a:pt x="1177529" y="631888"/>
                </a:lnTo>
                <a:lnTo>
                  <a:pt x="1183726" y="633979"/>
                </a:lnTo>
                <a:lnTo>
                  <a:pt x="1189924" y="636032"/>
                </a:lnTo>
                <a:lnTo>
                  <a:pt x="1196121" y="638068"/>
                </a:lnTo>
                <a:lnTo>
                  <a:pt x="1202319" y="640050"/>
                </a:lnTo>
                <a:lnTo>
                  <a:pt x="1208516" y="642016"/>
                </a:lnTo>
                <a:lnTo>
                  <a:pt x="1214714" y="643942"/>
                </a:lnTo>
                <a:lnTo>
                  <a:pt x="1220911" y="645837"/>
                </a:lnTo>
                <a:lnTo>
                  <a:pt x="1227109" y="647708"/>
                </a:lnTo>
                <a:lnTo>
                  <a:pt x="1233306" y="649530"/>
                </a:lnTo>
                <a:lnTo>
                  <a:pt x="1239504" y="651337"/>
                </a:lnTo>
                <a:lnTo>
                  <a:pt x="1245702" y="653094"/>
                </a:lnTo>
                <a:lnTo>
                  <a:pt x="1251899" y="654827"/>
                </a:lnTo>
                <a:lnTo>
                  <a:pt x="1258097" y="656528"/>
                </a:lnTo>
                <a:lnTo>
                  <a:pt x="1264294" y="658188"/>
                </a:lnTo>
                <a:lnTo>
                  <a:pt x="1270492" y="659832"/>
                </a:lnTo>
                <a:lnTo>
                  <a:pt x="1276689" y="661418"/>
                </a:lnTo>
                <a:lnTo>
                  <a:pt x="1282887" y="662988"/>
                </a:lnTo>
                <a:lnTo>
                  <a:pt x="1289084" y="664517"/>
                </a:lnTo>
                <a:lnTo>
                  <a:pt x="1295282" y="666014"/>
                </a:lnTo>
                <a:lnTo>
                  <a:pt x="1301479" y="667486"/>
                </a:lnTo>
                <a:lnTo>
                  <a:pt x="1307677" y="668909"/>
                </a:lnTo>
                <a:lnTo>
                  <a:pt x="1313874" y="670316"/>
                </a:lnTo>
                <a:lnTo>
                  <a:pt x="1320072" y="671674"/>
                </a:lnTo>
                <a:lnTo>
                  <a:pt x="1326269" y="673008"/>
                </a:lnTo>
                <a:lnTo>
                  <a:pt x="1332467" y="674310"/>
                </a:lnTo>
                <a:lnTo>
                  <a:pt x="1338664" y="675572"/>
                </a:lnTo>
                <a:lnTo>
                  <a:pt x="1344862" y="676818"/>
                </a:lnTo>
                <a:lnTo>
                  <a:pt x="1351059" y="678010"/>
                </a:lnTo>
                <a:lnTo>
                  <a:pt x="1357257" y="679185"/>
                </a:lnTo>
                <a:lnTo>
                  <a:pt x="1363454" y="680322"/>
                </a:lnTo>
                <a:lnTo>
                  <a:pt x="1369652" y="681428"/>
                </a:lnTo>
                <a:lnTo>
                  <a:pt x="1375849" y="682511"/>
                </a:lnTo>
                <a:lnTo>
                  <a:pt x="1382047" y="683549"/>
                </a:lnTo>
                <a:lnTo>
                  <a:pt x="1388245" y="684572"/>
                </a:lnTo>
                <a:lnTo>
                  <a:pt x="1394442" y="685552"/>
                </a:lnTo>
                <a:lnTo>
                  <a:pt x="1400640" y="686509"/>
                </a:lnTo>
                <a:lnTo>
                  <a:pt x="1406837" y="687439"/>
                </a:lnTo>
                <a:lnTo>
                  <a:pt x="1413035" y="688333"/>
                </a:lnTo>
                <a:lnTo>
                  <a:pt x="1419232" y="689212"/>
                </a:lnTo>
                <a:lnTo>
                  <a:pt x="1425430" y="690046"/>
                </a:lnTo>
                <a:lnTo>
                  <a:pt x="1431627" y="690865"/>
                </a:lnTo>
                <a:lnTo>
                  <a:pt x="1437825" y="691653"/>
                </a:lnTo>
                <a:lnTo>
                  <a:pt x="1444022" y="692414"/>
                </a:lnTo>
                <a:lnTo>
                  <a:pt x="1450220" y="693157"/>
                </a:lnTo>
                <a:lnTo>
                  <a:pt x="1456417" y="693863"/>
                </a:lnTo>
                <a:lnTo>
                  <a:pt x="1462615" y="694556"/>
                </a:lnTo>
                <a:lnTo>
                  <a:pt x="1468812" y="695217"/>
                </a:lnTo>
                <a:lnTo>
                  <a:pt x="1475010" y="695858"/>
                </a:lnTo>
                <a:lnTo>
                  <a:pt x="1481207" y="696480"/>
                </a:lnTo>
                <a:lnTo>
                  <a:pt x="1487405" y="697073"/>
                </a:lnTo>
                <a:lnTo>
                  <a:pt x="1493602" y="697655"/>
                </a:lnTo>
                <a:lnTo>
                  <a:pt x="1499800" y="698205"/>
                </a:lnTo>
                <a:lnTo>
                  <a:pt x="1505997" y="698743"/>
                </a:lnTo>
                <a:lnTo>
                  <a:pt x="1512195" y="699259"/>
                </a:lnTo>
                <a:lnTo>
                  <a:pt x="1518393" y="699755"/>
                </a:lnTo>
                <a:lnTo>
                  <a:pt x="1524590" y="700240"/>
                </a:lnTo>
                <a:lnTo>
                  <a:pt x="1530788" y="700698"/>
                </a:lnTo>
                <a:lnTo>
                  <a:pt x="1536985" y="701149"/>
                </a:lnTo>
                <a:lnTo>
                  <a:pt x="1543183" y="701577"/>
                </a:lnTo>
                <a:lnTo>
                  <a:pt x="1549380" y="701994"/>
                </a:lnTo>
                <a:lnTo>
                  <a:pt x="1555578" y="702398"/>
                </a:lnTo>
                <a:lnTo>
                  <a:pt x="1561775" y="702783"/>
                </a:lnTo>
                <a:lnTo>
                  <a:pt x="1567973" y="703163"/>
                </a:lnTo>
                <a:lnTo>
                  <a:pt x="1574170" y="703523"/>
                </a:lnTo>
                <a:lnTo>
                  <a:pt x="1580368" y="703876"/>
                </a:lnTo>
                <a:lnTo>
                  <a:pt x="1586565" y="704216"/>
                </a:lnTo>
                <a:lnTo>
                  <a:pt x="1592763" y="704546"/>
                </a:lnTo>
                <a:lnTo>
                  <a:pt x="1598960" y="704870"/>
                </a:lnTo>
                <a:lnTo>
                  <a:pt x="1605158" y="705179"/>
                </a:lnTo>
                <a:lnTo>
                  <a:pt x="1611355" y="705485"/>
                </a:lnTo>
                <a:lnTo>
                  <a:pt x="1617553" y="705780"/>
                </a:lnTo>
                <a:lnTo>
                  <a:pt x="1623750" y="706070"/>
                </a:lnTo>
                <a:lnTo>
                  <a:pt x="1629948" y="706353"/>
                </a:lnTo>
                <a:lnTo>
                  <a:pt x="1636145" y="706629"/>
                </a:lnTo>
                <a:lnTo>
                  <a:pt x="1642343" y="706902"/>
                </a:lnTo>
                <a:lnTo>
                  <a:pt x="1648540" y="707168"/>
                </a:lnTo>
                <a:lnTo>
                  <a:pt x="1654738" y="707431"/>
                </a:lnTo>
                <a:lnTo>
                  <a:pt x="1660936" y="707690"/>
                </a:lnTo>
                <a:lnTo>
                  <a:pt x="1667133" y="707946"/>
                </a:lnTo>
                <a:lnTo>
                  <a:pt x="1673331" y="708200"/>
                </a:lnTo>
                <a:lnTo>
                  <a:pt x="1679528" y="708450"/>
                </a:lnTo>
                <a:lnTo>
                  <a:pt x="1685726" y="708700"/>
                </a:lnTo>
                <a:lnTo>
                  <a:pt x="1691923" y="708947"/>
                </a:lnTo>
                <a:lnTo>
                  <a:pt x="1698121" y="709194"/>
                </a:lnTo>
                <a:lnTo>
                  <a:pt x="1704318" y="709440"/>
                </a:lnTo>
                <a:lnTo>
                  <a:pt x="1710516" y="709686"/>
                </a:lnTo>
                <a:lnTo>
                  <a:pt x="1716713" y="709932"/>
                </a:lnTo>
                <a:lnTo>
                  <a:pt x="1722911" y="710179"/>
                </a:lnTo>
                <a:lnTo>
                  <a:pt x="1729108" y="710427"/>
                </a:lnTo>
                <a:lnTo>
                  <a:pt x="1735306" y="710675"/>
                </a:lnTo>
                <a:lnTo>
                  <a:pt x="1741503" y="710925"/>
                </a:lnTo>
                <a:lnTo>
                  <a:pt x="1747701" y="711176"/>
                </a:lnTo>
                <a:lnTo>
                  <a:pt x="1753898" y="711430"/>
                </a:lnTo>
                <a:lnTo>
                  <a:pt x="1760096" y="711685"/>
                </a:lnTo>
                <a:lnTo>
                  <a:pt x="1766293" y="711942"/>
                </a:lnTo>
                <a:lnTo>
                  <a:pt x="1772491" y="712202"/>
                </a:lnTo>
                <a:lnTo>
                  <a:pt x="1778688" y="712464"/>
                </a:lnTo>
                <a:lnTo>
                  <a:pt x="1784886" y="712729"/>
                </a:lnTo>
                <a:lnTo>
                  <a:pt x="1791084" y="712996"/>
                </a:lnTo>
                <a:lnTo>
                  <a:pt x="1797281" y="713267"/>
                </a:lnTo>
                <a:lnTo>
                  <a:pt x="1803479" y="713540"/>
                </a:lnTo>
                <a:lnTo>
                  <a:pt x="1809676" y="713817"/>
                </a:lnTo>
                <a:lnTo>
                  <a:pt x="1815874" y="714096"/>
                </a:lnTo>
                <a:lnTo>
                  <a:pt x="1822071" y="714378"/>
                </a:lnTo>
                <a:lnTo>
                  <a:pt x="1828269" y="714664"/>
                </a:lnTo>
                <a:lnTo>
                  <a:pt x="1834466" y="714952"/>
                </a:lnTo>
                <a:lnTo>
                  <a:pt x="1840664" y="715244"/>
                </a:lnTo>
                <a:lnTo>
                  <a:pt x="1846861" y="715539"/>
                </a:lnTo>
                <a:lnTo>
                  <a:pt x="1853059" y="715836"/>
                </a:lnTo>
                <a:lnTo>
                  <a:pt x="1859256" y="716137"/>
                </a:lnTo>
                <a:lnTo>
                  <a:pt x="1865454" y="716439"/>
                </a:lnTo>
                <a:lnTo>
                  <a:pt x="1871651" y="716746"/>
                </a:lnTo>
                <a:lnTo>
                  <a:pt x="1877849" y="717055"/>
                </a:lnTo>
                <a:lnTo>
                  <a:pt x="1884046" y="717366"/>
                </a:lnTo>
                <a:lnTo>
                  <a:pt x="1890244" y="717680"/>
                </a:lnTo>
                <a:lnTo>
                  <a:pt x="1896441" y="717995"/>
                </a:lnTo>
                <a:lnTo>
                  <a:pt x="1902639" y="718314"/>
                </a:lnTo>
                <a:lnTo>
                  <a:pt x="1908836" y="718635"/>
                </a:lnTo>
                <a:lnTo>
                  <a:pt x="1915034" y="718957"/>
                </a:lnTo>
                <a:lnTo>
                  <a:pt x="1921231" y="719282"/>
                </a:lnTo>
                <a:lnTo>
                  <a:pt x="1927429" y="719608"/>
                </a:lnTo>
                <a:lnTo>
                  <a:pt x="1933627" y="719936"/>
                </a:lnTo>
                <a:lnTo>
                  <a:pt x="1939824" y="720265"/>
                </a:lnTo>
                <a:lnTo>
                  <a:pt x="1946022" y="720595"/>
                </a:lnTo>
                <a:lnTo>
                  <a:pt x="1952219" y="720927"/>
                </a:lnTo>
                <a:lnTo>
                  <a:pt x="1958417" y="721259"/>
                </a:lnTo>
                <a:lnTo>
                  <a:pt x="1964614" y="721593"/>
                </a:lnTo>
                <a:lnTo>
                  <a:pt x="1970812" y="721927"/>
                </a:lnTo>
                <a:lnTo>
                  <a:pt x="1977009" y="722262"/>
                </a:lnTo>
                <a:lnTo>
                  <a:pt x="1983207" y="722597"/>
                </a:lnTo>
                <a:lnTo>
                  <a:pt x="1989404" y="722932"/>
                </a:lnTo>
                <a:lnTo>
                  <a:pt x="1995602" y="723267"/>
                </a:lnTo>
                <a:lnTo>
                  <a:pt x="2001799" y="723603"/>
                </a:lnTo>
                <a:lnTo>
                  <a:pt x="2007997" y="723938"/>
                </a:lnTo>
                <a:lnTo>
                  <a:pt x="2014194" y="724273"/>
                </a:lnTo>
                <a:lnTo>
                  <a:pt x="2020392" y="724607"/>
                </a:lnTo>
                <a:lnTo>
                  <a:pt x="2026589" y="724941"/>
                </a:lnTo>
                <a:lnTo>
                  <a:pt x="2032787" y="725275"/>
                </a:lnTo>
                <a:lnTo>
                  <a:pt x="2038984" y="725607"/>
                </a:lnTo>
                <a:lnTo>
                  <a:pt x="2045182" y="725939"/>
                </a:lnTo>
                <a:lnTo>
                  <a:pt x="2051379" y="726269"/>
                </a:lnTo>
                <a:lnTo>
                  <a:pt x="2057577" y="726599"/>
                </a:lnTo>
                <a:lnTo>
                  <a:pt x="2063774" y="726927"/>
                </a:lnTo>
                <a:lnTo>
                  <a:pt x="2069972" y="727254"/>
                </a:lnTo>
                <a:lnTo>
                  <a:pt x="2076170" y="727580"/>
                </a:lnTo>
                <a:lnTo>
                  <a:pt x="2082367" y="727903"/>
                </a:lnTo>
                <a:lnTo>
                  <a:pt x="2088565" y="728226"/>
                </a:lnTo>
                <a:lnTo>
                  <a:pt x="2094762" y="728547"/>
                </a:lnTo>
                <a:lnTo>
                  <a:pt x="2100960" y="728866"/>
                </a:lnTo>
                <a:lnTo>
                  <a:pt x="2107157" y="729184"/>
                </a:lnTo>
                <a:lnTo>
                  <a:pt x="2113355" y="729500"/>
                </a:lnTo>
                <a:lnTo>
                  <a:pt x="2119552" y="729814"/>
                </a:lnTo>
                <a:lnTo>
                  <a:pt x="2125750" y="730126"/>
                </a:lnTo>
                <a:lnTo>
                  <a:pt x="2131947" y="730437"/>
                </a:lnTo>
                <a:lnTo>
                  <a:pt x="2138145" y="730745"/>
                </a:lnTo>
                <a:lnTo>
                  <a:pt x="2144342" y="731052"/>
                </a:lnTo>
                <a:lnTo>
                  <a:pt x="2150540" y="731357"/>
                </a:lnTo>
                <a:lnTo>
                  <a:pt x="2156737" y="731660"/>
                </a:lnTo>
                <a:lnTo>
                  <a:pt x="2162935" y="731961"/>
                </a:lnTo>
                <a:lnTo>
                  <a:pt x="2169132" y="732260"/>
                </a:lnTo>
                <a:lnTo>
                  <a:pt x="2175330" y="732558"/>
                </a:lnTo>
                <a:lnTo>
                  <a:pt x="2181527" y="732853"/>
                </a:lnTo>
                <a:lnTo>
                  <a:pt x="2187725" y="733147"/>
                </a:lnTo>
                <a:lnTo>
                  <a:pt x="2193922" y="733439"/>
                </a:lnTo>
                <a:lnTo>
                  <a:pt x="2200120" y="733729"/>
                </a:lnTo>
                <a:lnTo>
                  <a:pt x="2206318" y="734018"/>
                </a:lnTo>
                <a:lnTo>
                  <a:pt x="2212515" y="734305"/>
                </a:lnTo>
                <a:lnTo>
                  <a:pt x="2218713" y="734590"/>
                </a:lnTo>
                <a:lnTo>
                  <a:pt x="2224910" y="734874"/>
                </a:lnTo>
                <a:lnTo>
                  <a:pt x="2231108" y="735156"/>
                </a:lnTo>
                <a:lnTo>
                  <a:pt x="2237305" y="735437"/>
                </a:lnTo>
                <a:lnTo>
                  <a:pt x="2243503" y="735716"/>
                </a:lnTo>
                <a:lnTo>
                  <a:pt x="2249700" y="735994"/>
                </a:lnTo>
                <a:lnTo>
                  <a:pt x="2255898" y="736271"/>
                </a:lnTo>
                <a:lnTo>
                  <a:pt x="2262095" y="736546"/>
                </a:lnTo>
                <a:lnTo>
                  <a:pt x="2268293" y="736821"/>
                </a:lnTo>
                <a:lnTo>
                  <a:pt x="2274490" y="737095"/>
                </a:lnTo>
                <a:lnTo>
                  <a:pt x="2280688" y="737367"/>
                </a:lnTo>
                <a:lnTo>
                  <a:pt x="2286885" y="737639"/>
                </a:lnTo>
                <a:lnTo>
                  <a:pt x="2293083" y="737910"/>
                </a:lnTo>
                <a:lnTo>
                  <a:pt x="2299280" y="738180"/>
                </a:lnTo>
                <a:lnTo>
                  <a:pt x="2305478" y="738450"/>
                </a:lnTo>
                <a:lnTo>
                  <a:pt x="2311675" y="738719"/>
                </a:lnTo>
                <a:lnTo>
                  <a:pt x="2317873" y="738987"/>
                </a:lnTo>
                <a:lnTo>
                  <a:pt x="2324070" y="739256"/>
                </a:lnTo>
                <a:lnTo>
                  <a:pt x="2330268" y="739524"/>
                </a:lnTo>
                <a:lnTo>
                  <a:pt x="2336465" y="739792"/>
                </a:lnTo>
                <a:lnTo>
                  <a:pt x="2342663" y="740059"/>
                </a:lnTo>
                <a:lnTo>
                  <a:pt x="2348861" y="740327"/>
                </a:lnTo>
                <a:lnTo>
                  <a:pt x="2355058" y="740595"/>
                </a:lnTo>
                <a:lnTo>
                  <a:pt x="2361256" y="740863"/>
                </a:lnTo>
                <a:lnTo>
                  <a:pt x="2367453" y="741132"/>
                </a:lnTo>
                <a:lnTo>
                  <a:pt x="2373651" y="741400"/>
                </a:lnTo>
                <a:lnTo>
                  <a:pt x="2379848" y="741669"/>
                </a:lnTo>
                <a:lnTo>
                  <a:pt x="2386046" y="741939"/>
                </a:lnTo>
                <a:lnTo>
                  <a:pt x="2392243" y="742210"/>
                </a:lnTo>
                <a:lnTo>
                  <a:pt x="2398441" y="742481"/>
                </a:lnTo>
                <a:lnTo>
                  <a:pt x="2404638" y="742752"/>
                </a:lnTo>
                <a:lnTo>
                  <a:pt x="2410836" y="743026"/>
                </a:lnTo>
                <a:lnTo>
                  <a:pt x="2417033" y="743299"/>
                </a:lnTo>
                <a:lnTo>
                  <a:pt x="2423231" y="743574"/>
                </a:lnTo>
                <a:lnTo>
                  <a:pt x="2429428" y="743850"/>
                </a:lnTo>
                <a:lnTo>
                  <a:pt x="2435626" y="744128"/>
                </a:lnTo>
                <a:lnTo>
                  <a:pt x="2441823" y="744407"/>
                </a:lnTo>
                <a:lnTo>
                  <a:pt x="2448021" y="744686"/>
                </a:lnTo>
                <a:lnTo>
                  <a:pt x="2454218" y="744969"/>
                </a:lnTo>
                <a:lnTo>
                  <a:pt x="2460416" y="745252"/>
                </a:lnTo>
                <a:lnTo>
                  <a:pt x="2466613" y="745537"/>
                </a:lnTo>
                <a:lnTo>
                  <a:pt x="2472811" y="745824"/>
                </a:lnTo>
                <a:lnTo>
                  <a:pt x="2479009" y="746112"/>
                </a:lnTo>
                <a:lnTo>
                  <a:pt x="2485206" y="746403"/>
                </a:lnTo>
                <a:lnTo>
                  <a:pt x="2491404" y="746695"/>
                </a:lnTo>
                <a:lnTo>
                  <a:pt x="2497601" y="746990"/>
                </a:lnTo>
                <a:lnTo>
                  <a:pt x="2503799" y="747286"/>
                </a:lnTo>
                <a:lnTo>
                  <a:pt x="2509996" y="747585"/>
                </a:lnTo>
                <a:lnTo>
                  <a:pt x="2516194" y="747886"/>
                </a:lnTo>
                <a:lnTo>
                  <a:pt x="2522391" y="748189"/>
                </a:lnTo>
                <a:lnTo>
                  <a:pt x="2528589" y="748496"/>
                </a:lnTo>
                <a:lnTo>
                  <a:pt x="2534786" y="748804"/>
                </a:lnTo>
                <a:lnTo>
                  <a:pt x="2540984" y="749115"/>
                </a:lnTo>
                <a:lnTo>
                  <a:pt x="2547181" y="749428"/>
                </a:lnTo>
                <a:lnTo>
                  <a:pt x="2553379" y="749744"/>
                </a:lnTo>
                <a:lnTo>
                  <a:pt x="2559576" y="750063"/>
                </a:lnTo>
                <a:lnTo>
                  <a:pt x="2565774" y="750384"/>
                </a:lnTo>
                <a:lnTo>
                  <a:pt x="2571971" y="750709"/>
                </a:lnTo>
                <a:lnTo>
                  <a:pt x="2578169" y="751036"/>
                </a:lnTo>
                <a:lnTo>
                  <a:pt x="2584366" y="751366"/>
                </a:lnTo>
                <a:lnTo>
                  <a:pt x="2590564" y="751700"/>
                </a:lnTo>
                <a:lnTo>
                  <a:pt x="2596761" y="752035"/>
                </a:lnTo>
                <a:lnTo>
                  <a:pt x="2602959" y="752375"/>
                </a:lnTo>
                <a:lnTo>
                  <a:pt x="2609156" y="752717"/>
                </a:lnTo>
                <a:lnTo>
                  <a:pt x="2615354" y="753063"/>
                </a:lnTo>
                <a:lnTo>
                  <a:pt x="2621552" y="753412"/>
                </a:lnTo>
                <a:lnTo>
                  <a:pt x="2627749" y="753763"/>
                </a:lnTo>
                <a:lnTo>
                  <a:pt x="2633947" y="754119"/>
                </a:lnTo>
                <a:lnTo>
                  <a:pt x="2640144" y="754477"/>
                </a:lnTo>
                <a:lnTo>
                  <a:pt x="2646342" y="754839"/>
                </a:lnTo>
                <a:lnTo>
                  <a:pt x="2652539" y="755204"/>
                </a:lnTo>
                <a:lnTo>
                  <a:pt x="2658737" y="755572"/>
                </a:lnTo>
                <a:lnTo>
                  <a:pt x="2664934" y="755945"/>
                </a:lnTo>
                <a:lnTo>
                  <a:pt x="2671132" y="756319"/>
                </a:lnTo>
                <a:lnTo>
                  <a:pt x="2677329" y="756699"/>
                </a:lnTo>
                <a:lnTo>
                  <a:pt x="2683527" y="757081"/>
                </a:lnTo>
                <a:lnTo>
                  <a:pt x="2689724" y="757467"/>
                </a:lnTo>
                <a:lnTo>
                  <a:pt x="2695922" y="757857"/>
                </a:lnTo>
                <a:lnTo>
                  <a:pt x="2702119" y="758249"/>
                </a:lnTo>
                <a:lnTo>
                  <a:pt x="2708317" y="758646"/>
                </a:lnTo>
                <a:lnTo>
                  <a:pt x="2714514" y="759045"/>
                </a:lnTo>
                <a:lnTo>
                  <a:pt x="2720712" y="759450"/>
                </a:lnTo>
                <a:lnTo>
                  <a:pt x="2726909" y="759857"/>
                </a:lnTo>
                <a:lnTo>
                  <a:pt x="2733107" y="760267"/>
                </a:lnTo>
                <a:lnTo>
                  <a:pt x="2739304" y="760682"/>
                </a:lnTo>
                <a:lnTo>
                  <a:pt x="2745502" y="761099"/>
                </a:lnTo>
                <a:lnTo>
                  <a:pt x="2751699" y="761521"/>
                </a:lnTo>
                <a:lnTo>
                  <a:pt x="2757897" y="761946"/>
                </a:lnTo>
                <a:lnTo>
                  <a:pt x="2764095" y="762375"/>
                </a:lnTo>
                <a:lnTo>
                  <a:pt x="2770292" y="762807"/>
                </a:lnTo>
                <a:lnTo>
                  <a:pt x="2776490" y="763242"/>
                </a:lnTo>
                <a:lnTo>
                  <a:pt x="2782687" y="763683"/>
                </a:lnTo>
                <a:lnTo>
                  <a:pt x="2788885" y="764125"/>
                </a:lnTo>
                <a:lnTo>
                  <a:pt x="2795082" y="764572"/>
                </a:lnTo>
                <a:lnTo>
                  <a:pt x="2801280" y="765022"/>
                </a:lnTo>
                <a:lnTo>
                  <a:pt x="2807477" y="765475"/>
                </a:lnTo>
                <a:lnTo>
                  <a:pt x="2813675" y="765933"/>
                </a:lnTo>
                <a:lnTo>
                  <a:pt x="2819872" y="766393"/>
                </a:lnTo>
                <a:lnTo>
                  <a:pt x="2826070" y="766857"/>
                </a:lnTo>
                <a:lnTo>
                  <a:pt x="2832267" y="767325"/>
                </a:lnTo>
                <a:lnTo>
                  <a:pt x="2838465" y="767795"/>
                </a:lnTo>
                <a:lnTo>
                  <a:pt x="2844662" y="768270"/>
                </a:lnTo>
                <a:lnTo>
                  <a:pt x="2850860" y="768746"/>
                </a:lnTo>
                <a:lnTo>
                  <a:pt x="2857057" y="769228"/>
                </a:lnTo>
                <a:lnTo>
                  <a:pt x="2863255" y="769712"/>
                </a:lnTo>
                <a:lnTo>
                  <a:pt x="2869452" y="770199"/>
                </a:lnTo>
                <a:lnTo>
                  <a:pt x="2875650" y="770690"/>
                </a:lnTo>
                <a:lnTo>
                  <a:pt x="2881847" y="771183"/>
                </a:lnTo>
                <a:lnTo>
                  <a:pt x="2888045" y="771680"/>
                </a:lnTo>
                <a:lnTo>
                  <a:pt x="2894243" y="772179"/>
                </a:lnTo>
                <a:lnTo>
                  <a:pt x="2900440" y="772683"/>
                </a:lnTo>
                <a:lnTo>
                  <a:pt x="2906638" y="773188"/>
                </a:lnTo>
                <a:lnTo>
                  <a:pt x="2912835" y="773697"/>
                </a:lnTo>
                <a:lnTo>
                  <a:pt x="2919033" y="774208"/>
                </a:lnTo>
                <a:lnTo>
                  <a:pt x="2925230" y="774722"/>
                </a:lnTo>
                <a:lnTo>
                  <a:pt x="2931428" y="775239"/>
                </a:lnTo>
                <a:lnTo>
                  <a:pt x="2937625" y="775758"/>
                </a:lnTo>
                <a:lnTo>
                  <a:pt x="2943823" y="776281"/>
                </a:lnTo>
                <a:lnTo>
                  <a:pt x="2950020" y="776805"/>
                </a:lnTo>
                <a:lnTo>
                  <a:pt x="2956218" y="777332"/>
                </a:lnTo>
                <a:lnTo>
                  <a:pt x="2962415" y="777861"/>
                </a:lnTo>
                <a:lnTo>
                  <a:pt x="2968613" y="778392"/>
                </a:lnTo>
                <a:lnTo>
                  <a:pt x="2974810" y="778926"/>
                </a:lnTo>
                <a:lnTo>
                  <a:pt x="2981008" y="779462"/>
                </a:lnTo>
                <a:lnTo>
                  <a:pt x="2987205" y="779999"/>
                </a:lnTo>
                <a:lnTo>
                  <a:pt x="2993403" y="780539"/>
                </a:lnTo>
                <a:lnTo>
                  <a:pt x="2999600" y="781080"/>
                </a:lnTo>
                <a:lnTo>
                  <a:pt x="3005798" y="781623"/>
                </a:lnTo>
                <a:lnTo>
                  <a:pt x="3011995" y="782167"/>
                </a:lnTo>
                <a:lnTo>
                  <a:pt x="3018193" y="782714"/>
                </a:lnTo>
                <a:lnTo>
                  <a:pt x="3024390" y="783261"/>
                </a:lnTo>
                <a:lnTo>
                  <a:pt x="3030588" y="783809"/>
                </a:lnTo>
                <a:lnTo>
                  <a:pt x="3036786" y="784359"/>
                </a:lnTo>
                <a:lnTo>
                  <a:pt x="3042983" y="784909"/>
                </a:lnTo>
                <a:lnTo>
                  <a:pt x="3049181" y="785461"/>
                </a:lnTo>
                <a:lnTo>
                  <a:pt x="3055378" y="786013"/>
                </a:lnTo>
                <a:lnTo>
                  <a:pt x="3061576" y="786566"/>
                </a:lnTo>
                <a:lnTo>
                  <a:pt x="3067773" y="787119"/>
                </a:lnTo>
                <a:lnTo>
                  <a:pt x="3073971" y="787673"/>
                </a:lnTo>
                <a:lnTo>
                  <a:pt x="3080168" y="788227"/>
                </a:lnTo>
                <a:lnTo>
                  <a:pt x="3086366" y="788781"/>
                </a:lnTo>
                <a:lnTo>
                  <a:pt x="3092563" y="789335"/>
                </a:lnTo>
                <a:lnTo>
                  <a:pt x="3098761" y="789888"/>
                </a:lnTo>
                <a:lnTo>
                  <a:pt x="3104958" y="790442"/>
                </a:lnTo>
                <a:lnTo>
                  <a:pt x="3111156" y="790994"/>
                </a:lnTo>
                <a:lnTo>
                  <a:pt x="3117353" y="791546"/>
                </a:lnTo>
                <a:lnTo>
                  <a:pt x="3123551" y="792097"/>
                </a:lnTo>
                <a:lnTo>
                  <a:pt x="3129748" y="792648"/>
                </a:lnTo>
                <a:lnTo>
                  <a:pt x="3135946" y="793197"/>
                </a:lnTo>
                <a:lnTo>
                  <a:pt x="3142143" y="793744"/>
                </a:lnTo>
                <a:lnTo>
                  <a:pt x="3148341" y="794291"/>
                </a:lnTo>
                <a:lnTo>
                  <a:pt x="3154538" y="794836"/>
                </a:lnTo>
                <a:lnTo>
                  <a:pt x="3160736" y="795379"/>
                </a:lnTo>
                <a:lnTo>
                  <a:pt x="3166933" y="795920"/>
                </a:lnTo>
                <a:lnTo>
                  <a:pt x="3166933" y="825577"/>
                </a:lnTo>
                <a:lnTo>
                  <a:pt x="3160736" y="825577"/>
                </a:lnTo>
                <a:lnTo>
                  <a:pt x="3154538" y="825577"/>
                </a:lnTo>
                <a:lnTo>
                  <a:pt x="3148341" y="825577"/>
                </a:lnTo>
                <a:lnTo>
                  <a:pt x="3142143" y="825577"/>
                </a:lnTo>
                <a:lnTo>
                  <a:pt x="3135946" y="825577"/>
                </a:lnTo>
                <a:lnTo>
                  <a:pt x="3129748" y="825577"/>
                </a:lnTo>
                <a:lnTo>
                  <a:pt x="3123551" y="825577"/>
                </a:lnTo>
                <a:lnTo>
                  <a:pt x="3117353" y="825577"/>
                </a:lnTo>
                <a:lnTo>
                  <a:pt x="3111156" y="825577"/>
                </a:lnTo>
                <a:lnTo>
                  <a:pt x="3104958" y="825577"/>
                </a:lnTo>
                <a:lnTo>
                  <a:pt x="3098761" y="825577"/>
                </a:lnTo>
                <a:lnTo>
                  <a:pt x="3092563" y="825577"/>
                </a:lnTo>
                <a:lnTo>
                  <a:pt x="3086366" y="825577"/>
                </a:lnTo>
                <a:lnTo>
                  <a:pt x="3080168" y="825577"/>
                </a:lnTo>
                <a:lnTo>
                  <a:pt x="3073971" y="825577"/>
                </a:lnTo>
                <a:lnTo>
                  <a:pt x="3067773" y="825577"/>
                </a:lnTo>
                <a:lnTo>
                  <a:pt x="3061576" y="825577"/>
                </a:lnTo>
                <a:lnTo>
                  <a:pt x="3055378" y="825577"/>
                </a:lnTo>
                <a:lnTo>
                  <a:pt x="3049181" y="825577"/>
                </a:lnTo>
                <a:lnTo>
                  <a:pt x="3042983" y="825577"/>
                </a:lnTo>
                <a:lnTo>
                  <a:pt x="3036786" y="825577"/>
                </a:lnTo>
                <a:lnTo>
                  <a:pt x="3030588" y="825577"/>
                </a:lnTo>
                <a:lnTo>
                  <a:pt x="3024390" y="825577"/>
                </a:lnTo>
                <a:lnTo>
                  <a:pt x="3018193" y="825577"/>
                </a:lnTo>
                <a:lnTo>
                  <a:pt x="3011995" y="825577"/>
                </a:lnTo>
                <a:lnTo>
                  <a:pt x="3005798" y="825577"/>
                </a:lnTo>
                <a:lnTo>
                  <a:pt x="2999600" y="825577"/>
                </a:lnTo>
                <a:lnTo>
                  <a:pt x="2993403" y="825577"/>
                </a:lnTo>
                <a:lnTo>
                  <a:pt x="2987205" y="825577"/>
                </a:lnTo>
                <a:lnTo>
                  <a:pt x="2981008" y="825577"/>
                </a:lnTo>
                <a:lnTo>
                  <a:pt x="2974810" y="825577"/>
                </a:lnTo>
                <a:lnTo>
                  <a:pt x="2968613" y="825577"/>
                </a:lnTo>
                <a:lnTo>
                  <a:pt x="2962415" y="825577"/>
                </a:lnTo>
                <a:lnTo>
                  <a:pt x="2956218" y="825577"/>
                </a:lnTo>
                <a:lnTo>
                  <a:pt x="2950020" y="825577"/>
                </a:lnTo>
                <a:lnTo>
                  <a:pt x="2943823" y="825577"/>
                </a:lnTo>
                <a:lnTo>
                  <a:pt x="2937625" y="825577"/>
                </a:lnTo>
                <a:lnTo>
                  <a:pt x="2931428" y="825577"/>
                </a:lnTo>
                <a:lnTo>
                  <a:pt x="2925230" y="825577"/>
                </a:lnTo>
                <a:lnTo>
                  <a:pt x="2919033" y="825577"/>
                </a:lnTo>
                <a:lnTo>
                  <a:pt x="2912835" y="825577"/>
                </a:lnTo>
                <a:lnTo>
                  <a:pt x="2906638" y="825577"/>
                </a:lnTo>
                <a:lnTo>
                  <a:pt x="2900440" y="825577"/>
                </a:lnTo>
                <a:lnTo>
                  <a:pt x="2894243" y="825577"/>
                </a:lnTo>
                <a:lnTo>
                  <a:pt x="2888045" y="825577"/>
                </a:lnTo>
                <a:lnTo>
                  <a:pt x="2881847" y="825577"/>
                </a:lnTo>
                <a:lnTo>
                  <a:pt x="2875650" y="825577"/>
                </a:lnTo>
                <a:lnTo>
                  <a:pt x="2869452" y="825577"/>
                </a:lnTo>
                <a:lnTo>
                  <a:pt x="2863255" y="825577"/>
                </a:lnTo>
                <a:lnTo>
                  <a:pt x="2857057" y="825577"/>
                </a:lnTo>
                <a:lnTo>
                  <a:pt x="2850860" y="825577"/>
                </a:lnTo>
                <a:lnTo>
                  <a:pt x="2844662" y="825577"/>
                </a:lnTo>
                <a:lnTo>
                  <a:pt x="2838465" y="825577"/>
                </a:lnTo>
                <a:lnTo>
                  <a:pt x="2832267" y="825577"/>
                </a:lnTo>
                <a:lnTo>
                  <a:pt x="2826070" y="825577"/>
                </a:lnTo>
                <a:lnTo>
                  <a:pt x="2819872" y="825577"/>
                </a:lnTo>
                <a:lnTo>
                  <a:pt x="2813675" y="825577"/>
                </a:lnTo>
                <a:lnTo>
                  <a:pt x="2807477" y="825577"/>
                </a:lnTo>
                <a:lnTo>
                  <a:pt x="2801280" y="825577"/>
                </a:lnTo>
                <a:lnTo>
                  <a:pt x="2795082" y="825577"/>
                </a:lnTo>
                <a:lnTo>
                  <a:pt x="2788885" y="825577"/>
                </a:lnTo>
                <a:lnTo>
                  <a:pt x="2782687" y="825577"/>
                </a:lnTo>
                <a:lnTo>
                  <a:pt x="2776490" y="825577"/>
                </a:lnTo>
                <a:lnTo>
                  <a:pt x="2770292" y="825577"/>
                </a:lnTo>
                <a:lnTo>
                  <a:pt x="2764095" y="825577"/>
                </a:lnTo>
                <a:lnTo>
                  <a:pt x="2757897" y="825577"/>
                </a:lnTo>
                <a:lnTo>
                  <a:pt x="2751699" y="825577"/>
                </a:lnTo>
                <a:lnTo>
                  <a:pt x="2745502" y="825577"/>
                </a:lnTo>
                <a:lnTo>
                  <a:pt x="2739304" y="825577"/>
                </a:lnTo>
                <a:lnTo>
                  <a:pt x="2733107" y="825577"/>
                </a:lnTo>
                <a:lnTo>
                  <a:pt x="2726909" y="825577"/>
                </a:lnTo>
                <a:lnTo>
                  <a:pt x="2720712" y="825577"/>
                </a:lnTo>
                <a:lnTo>
                  <a:pt x="2714514" y="825577"/>
                </a:lnTo>
                <a:lnTo>
                  <a:pt x="2708317" y="825577"/>
                </a:lnTo>
                <a:lnTo>
                  <a:pt x="2702119" y="825577"/>
                </a:lnTo>
                <a:lnTo>
                  <a:pt x="2695922" y="825577"/>
                </a:lnTo>
                <a:lnTo>
                  <a:pt x="2689724" y="825577"/>
                </a:lnTo>
                <a:lnTo>
                  <a:pt x="2683527" y="825577"/>
                </a:lnTo>
                <a:lnTo>
                  <a:pt x="2677329" y="825577"/>
                </a:lnTo>
                <a:lnTo>
                  <a:pt x="2671132" y="825577"/>
                </a:lnTo>
                <a:lnTo>
                  <a:pt x="2664934" y="825577"/>
                </a:lnTo>
                <a:lnTo>
                  <a:pt x="2658737" y="825577"/>
                </a:lnTo>
                <a:lnTo>
                  <a:pt x="2652539" y="825577"/>
                </a:lnTo>
                <a:lnTo>
                  <a:pt x="2646342" y="825577"/>
                </a:lnTo>
                <a:lnTo>
                  <a:pt x="2640144" y="825577"/>
                </a:lnTo>
                <a:lnTo>
                  <a:pt x="2633947" y="825577"/>
                </a:lnTo>
                <a:lnTo>
                  <a:pt x="2627749" y="825577"/>
                </a:lnTo>
                <a:lnTo>
                  <a:pt x="2621552" y="825577"/>
                </a:lnTo>
                <a:lnTo>
                  <a:pt x="2615354" y="825577"/>
                </a:lnTo>
                <a:lnTo>
                  <a:pt x="2609156" y="825577"/>
                </a:lnTo>
                <a:lnTo>
                  <a:pt x="2602959" y="825577"/>
                </a:lnTo>
                <a:lnTo>
                  <a:pt x="2596761" y="825577"/>
                </a:lnTo>
                <a:lnTo>
                  <a:pt x="2590564" y="825577"/>
                </a:lnTo>
                <a:lnTo>
                  <a:pt x="2584366" y="825577"/>
                </a:lnTo>
                <a:lnTo>
                  <a:pt x="2578169" y="825577"/>
                </a:lnTo>
                <a:lnTo>
                  <a:pt x="2571971" y="825577"/>
                </a:lnTo>
                <a:lnTo>
                  <a:pt x="2565774" y="825577"/>
                </a:lnTo>
                <a:lnTo>
                  <a:pt x="2559576" y="825577"/>
                </a:lnTo>
                <a:lnTo>
                  <a:pt x="2553379" y="825577"/>
                </a:lnTo>
                <a:lnTo>
                  <a:pt x="2547181" y="825577"/>
                </a:lnTo>
                <a:lnTo>
                  <a:pt x="2540984" y="825577"/>
                </a:lnTo>
                <a:lnTo>
                  <a:pt x="2534786" y="825577"/>
                </a:lnTo>
                <a:lnTo>
                  <a:pt x="2528589" y="825577"/>
                </a:lnTo>
                <a:lnTo>
                  <a:pt x="2522391" y="825577"/>
                </a:lnTo>
                <a:lnTo>
                  <a:pt x="2516194" y="825577"/>
                </a:lnTo>
                <a:lnTo>
                  <a:pt x="2509996" y="825577"/>
                </a:lnTo>
                <a:lnTo>
                  <a:pt x="2503799" y="825577"/>
                </a:lnTo>
                <a:lnTo>
                  <a:pt x="2497601" y="825577"/>
                </a:lnTo>
                <a:lnTo>
                  <a:pt x="2491404" y="825577"/>
                </a:lnTo>
                <a:lnTo>
                  <a:pt x="2485206" y="825577"/>
                </a:lnTo>
                <a:lnTo>
                  <a:pt x="2479009" y="825577"/>
                </a:lnTo>
                <a:lnTo>
                  <a:pt x="2472811" y="825577"/>
                </a:lnTo>
                <a:lnTo>
                  <a:pt x="2466613" y="825577"/>
                </a:lnTo>
                <a:lnTo>
                  <a:pt x="2460416" y="825577"/>
                </a:lnTo>
                <a:lnTo>
                  <a:pt x="2454218" y="825577"/>
                </a:lnTo>
                <a:lnTo>
                  <a:pt x="2448021" y="825577"/>
                </a:lnTo>
                <a:lnTo>
                  <a:pt x="2441823" y="825577"/>
                </a:lnTo>
                <a:lnTo>
                  <a:pt x="2435626" y="825577"/>
                </a:lnTo>
                <a:lnTo>
                  <a:pt x="2429428" y="825577"/>
                </a:lnTo>
                <a:lnTo>
                  <a:pt x="2423231" y="825577"/>
                </a:lnTo>
                <a:lnTo>
                  <a:pt x="2417033" y="825577"/>
                </a:lnTo>
                <a:lnTo>
                  <a:pt x="2410836" y="825577"/>
                </a:lnTo>
                <a:lnTo>
                  <a:pt x="2404638" y="825577"/>
                </a:lnTo>
                <a:lnTo>
                  <a:pt x="2398441" y="825577"/>
                </a:lnTo>
                <a:lnTo>
                  <a:pt x="2392243" y="825577"/>
                </a:lnTo>
                <a:lnTo>
                  <a:pt x="2386046" y="825577"/>
                </a:lnTo>
                <a:lnTo>
                  <a:pt x="2379848" y="825577"/>
                </a:lnTo>
                <a:lnTo>
                  <a:pt x="2373651" y="825577"/>
                </a:lnTo>
                <a:lnTo>
                  <a:pt x="2367453" y="825577"/>
                </a:lnTo>
                <a:lnTo>
                  <a:pt x="2361256" y="825577"/>
                </a:lnTo>
                <a:lnTo>
                  <a:pt x="2355058" y="825577"/>
                </a:lnTo>
                <a:lnTo>
                  <a:pt x="2348861" y="825577"/>
                </a:lnTo>
                <a:lnTo>
                  <a:pt x="2342663" y="825577"/>
                </a:lnTo>
                <a:lnTo>
                  <a:pt x="2336465" y="825577"/>
                </a:lnTo>
                <a:lnTo>
                  <a:pt x="2330268" y="825577"/>
                </a:lnTo>
                <a:lnTo>
                  <a:pt x="2324070" y="825577"/>
                </a:lnTo>
                <a:lnTo>
                  <a:pt x="2317873" y="825577"/>
                </a:lnTo>
                <a:lnTo>
                  <a:pt x="2311675" y="825577"/>
                </a:lnTo>
                <a:lnTo>
                  <a:pt x="2305478" y="825577"/>
                </a:lnTo>
                <a:lnTo>
                  <a:pt x="2299280" y="825577"/>
                </a:lnTo>
                <a:lnTo>
                  <a:pt x="2293083" y="825577"/>
                </a:lnTo>
                <a:lnTo>
                  <a:pt x="2286885" y="825577"/>
                </a:lnTo>
                <a:lnTo>
                  <a:pt x="2280688" y="825577"/>
                </a:lnTo>
                <a:lnTo>
                  <a:pt x="2274490" y="825577"/>
                </a:lnTo>
                <a:lnTo>
                  <a:pt x="2268293" y="825577"/>
                </a:lnTo>
                <a:lnTo>
                  <a:pt x="2262095" y="825577"/>
                </a:lnTo>
                <a:lnTo>
                  <a:pt x="2255898" y="825577"/>
                </a:lnTo>
                <a:lnTo>
                  <a:pt x="2249700" y="825577"/>
                </a:lnTo>
                <a:lnTo>
                  <a:pt x="2243503" y="825577"/>
                </a:lnTo>
                <a:lnTo>
                  <a:pt x="2237305" y="825577"/>
                </a:lnTo>
                <a:lnTo>
                  <a:pt x="2231108" y="825577"/>
                </a:lnTo>
                <a:lnTo>
                  <a:pt x="2224910" y="825577"/>
                </a:lnTo>
                <a:lnTo>
                  <a:pt x="2218713" y="825577"/>
                </a:lnTo>
                <a:lnTo>
                  <a:pt x="2212515" y="825577"/>
                </a:lnTo>
                <a:lnTo>
                  <a:pt x="2206318" y="825577"/>
                </a:lnTo>
                <a:lnTo>
                  <a:pt x="2200120" y="825577"/>
                </a:lnTo>
                <a:lnTo>
                  <a:pt x="2193922" y="825577"/>
                </a:lnTo>
                <a:lnTo>
                  <a:pt x="2187725" y="825577"/>
                </a:lnTo>
                <a:lnTo>
                  <a:pt x="2181527" y="825577"/>
                </a:lnTo>
                <a:lnTo>
                  <a:pt x="2175330" y="825577"/>
                </a:lnTo>
                <a:lnTo>
                  <a:pt x="2169132" y="825577"/>
                </a:lnTo>
                <a:lnTo>
                  <a:pt x="2162935" y="825577"/>
                </a:lnTo>
                <a:lnTo>
                  <a:pt x="2156737" y="825577"/>
                </a:lnTo>
                <a:lnTo>
                  <a:pt x="2150540" y="825577"/>
                </a:lnTo>
                <a:lnTo>
                  <a:pt x="2144342" y="825577"/>
                </a:lnTo>
                <a:lnTo>
                  <a:pt x="2138145" y="825577"/>
                </a:lnTo>
                <a:lnTo>
                  <a:pt x="2131947" y="825577"/>
                </a:lnTo>
                <a:lnTo>
                  <a:pt x="2125750" y="825577"/>
                </a:lnTo>
                <a:lnTo>
                  <a:pt x="2119552" y="825577"/>
                </a:lnTo>
                <a:lnTo>
                  <a:pt x="2113355" y="825577"/>
                </a:lnTo>
                <a:lnTo>
                  <a:pt x="2107157" y="825577"/>
                </a:lnTo>
                <a:lnTo>
                  <a:pt x="2100960" y="825577"/>
                </a:lnTo>
                <a:lnTo>
                  <a:pt x="2094762" y="825577"/>
                </a:lnTo>
                <a:lnTo>
                  <a:pt x="2088565" y="825577"/>
                </a:lnTo>
                <a:lnTo>
                  <a:pt x="2082367" y="825577"/>
                </a:lnTo>
                <a:lnTo>
                  <a:pt x="2076170" y="825577"/>
                </a:lnTo>
                <a:lnTo>
                  <a:pt x="2069972" y="825577"/>
                </a:lnTo>
                <a:lnTo>
                  <a:pt x="2063774" y="825577"/>
                </a:lnTo>
                <a:lnTo>
                  <a:pt x="2057577" y="825577"/>
                </a:lnTo>
                <a:lnTo>
                  <a:pt x="2051379" y="825577"/>
                </a:lnTo>
                <a:lnTo>
                  <a:pt x="2045182" y="825577"/>
                </a:lnTo>
                <a:lnTo>
                  <a:pt x="2038984" y="825577"/>
                </a:lnTo>
                <a:lnTo>
                  <a:pt x="2032787" y="825577"/>
                </a:lnTo>
                <a:lnTo>
                  <a:pt x="2026589" y="825577"/>
                </a:lnTo>
                <a:lnTo>
                  <a:pt x="2020392" y="825577"/>
                </a:lnTo>
                <a:lnTo>
                  <a:pt x="2014194" y="825577"/>
                </a:lnTo>
                <a:lnTo>
                  <a:pt x="2007997" y="825577"/>
                </a:lnTo>
                <a:lnTo>
                  <a:pt x="2001799" y="825577"/>
                </a:lnTo>
                <a:lnTo>
                  <a:pt x="1995602" y="825577"/>
                </a:lnTo>
                <a:lnTo>
                  <a:pt x="1989404" y="825577"/>
                </a:lnTo>
                <a:lnTo>
                  <a:pt x="1983207" y="825577"/>
                </a:lnTo>
                <a:lnTo>
                  <a:pt x="1977009" y="825577"/>
                </a:lnTo>
                <a:lnTo>
                  <a:pt x="1970812" y="825577"/>
                </a:lnTo>
                <a:lnTo>
                  <a:pt x="1964614" y="825577"/>
                </a:lnTo>
                <a:lnTo>
                  <a:pt x="1958417" y="825577"/>
                </a:lnTo>
                <a:lnTo>
                  <a:pt x="1952219" y="825577"/>
                </a:lnTo>
                <a:lnTo>
                  <a:pt x="1946022" y="825577"/>
                </a:lnTo>
                <a:lnTo>
                  <a:pt x="1939824" y="825577"/>
                </a:lnTo>
                <a:lnTo>
                  <a:pt x="1933627" y="825577"/>
                </a:lnTo>
                <a:lnTo>
                  <a:pt x="1927429" y="825577"/>
                </a:lnTo>
                <a:lnTo>
                  <a:pt x="1921231" y="825577"/>
                </a:lnTo>
                <a:lnTo>
                  <a:pt x="1915034" y="825577"/>
                </a:lnTo>
                <a:lnTo>
                  <a:pt x="1908836" y="825577"/>
                </a:lnTo>
                <a:lnTo>
                  <a:pt x="1902639" y="825577"/>
                </a:lnTo>
                <a:lnTo>
                  <a:pt x="1896441" y="825577"/>
                </a:lnTo>
                <a:lnTo>
                  <a:pt x="1890244" y="825577"/>
                </a:lnTo>
                <a:lnTo>
                  <a:pt x="1884046" y="825577"/>
                </a:lnTo>
                <a:lnTo>
                  <a:pt x="1877849" y="825577"/>
                </a:lnTo>
                <a:lnTo>
                  <a:pt x="1871651" y="825577"/>
                </a:lnTo>
                <a:lnTo>
                  <a:pt x="1865454" y="825577"/>
                </a:lnTo>
                <a:lnTo>
                  <a:pt x="1859256" y="825577"/>
                </a:lnTo>
                <a:lnTo>
                  <a:pt x="1853059" y="825577"/>
                </a:lnTo>
                <a:lnTo>
                  <a:pt x="1846861" y="825577"/>
                </a:lnTo>
                <a:lnTo>
                  <a:pt x="1840664" y="825577"/>
                </a:lnTo>
                <a:lnTo>
                  <a:pt x="1834466" y="825577"/>
                </a:lnTo>
                <a:lnTo>
                  <a:pt x="1828269" y="825577"/>
                </a:lnTo>
                <a:lnTo>
                  <a:pt x="1822071" y="825577"/>
                </a:lnTo>
                <a:lnTo>
                  <a:pt x="1815874" y="825577"/>
                </a:lnTo>
                <a:lnTo>
                  <a:pt x="1809676" y="825577"/>
                </a:lnTo>
                <a:lnTo>
                  <a:pt x="1803479" y="825577"/>
                </a:lnTo>
                <a:lnTo>
                  <a:pt x="1797281" y="825577"/>
                </a:lnTo>
                <a:lnTo>
                  <a:pt x="1791084" y="825577"/>
                </a:lnTo>
                <a:lnTo>
                  <a:pt x="1784886" y="825577"/>
                </a:lnTo>
                <a:lnTo>
                  <a:pt x="1778688" y="825577"/>
                </a:lnTo>
                <a:lnTo>
                  <a:pt x="1772491" y="825577"/>
                </a:lnTo>
                <a:lnTo>
                  <a:pt x="1766293" y="825577"/>
                </a:lnTo>
                <a:lnTo>
                  <a:pt x="1760096" y="825577"/>
                </a:lnTo>
                <a:lnTo>
                  <a:pt x="1753898" y="825577"/>
                </a:lnTo>
                <a:lnTo>
                  <a:pt x="1747701" y="825577"/>
                </a:lnTo>
                <a:lnTo>
                  <a:pt x="1741503" y="825577"/>
                </a:lnTo>
                <a:lnTo>
                  <a:pt x="1735306" y="825577"/>
                </a:lnTo>
                <a:lnTo>
                  <a:pt x="1729108" y="825577"/>
                </a:lnTo>
                <a:lnTo>
                  <a:pt x="1722911" y="825577"/>
                </a:lnTo>
                <a:lnTo>
                  <a:pt x="1716713" y="825577"/>
                </a:lnTo>
                <a:lnTo>
                  <a:pt x="1710516" y="825577"/>
                </a:lnTo>
                <a:lnTo>
                  <a:pt x="1704318" y="825577"/>
                </a:lnTo>
                <a:lnTo>
                  <a:pt x="1698121" y="825577"/>
                </a:lnTo>
                <a:lnTo>
                  <a:pt x="1691923" y="825577"/>
                </a:lnTo>
                <a:lnTo>
                  <a:pt x="1685726" y="825577"/>
                </a:lnTo>
                <a:lnTo>
                  <a:pt x="1679528" y="825577"/>
                </a:lnTo>
                <a:lnTo>
                  <a:pt x="1673331" y="825577"/>
                </a:lnTo>
                <a:lnTo>
                  <a:pt x="1667133" y="825577"/>
                </a:lnTo>
                <a:lnTo>
                  <a:pt x="1660936" y="825577"/>
                </a:lnTo>
                <a:lnTo>
                  <a:pt x="1654738" y="825577"/>
                </a:lnTo>
                <a:lnTo>
                  <a:pt x="1648540" y="825577"/>
                </a:lnTo>
                <a:lnTo>
                  <a:pt x="1642343" y="825577"/>
                </a:lnTo>
                <a:lnTo>
                  <a:pt x="1636145" y="825577"/>
                </a:lnTo>
                <a:lnTo>
                  <a:pt x="1629948" y="825577"/>
                </a:lnTo>
                <a:lnTo>
                  <a:pt x="1623750" y="825577"/>
                </a:lnTo>
                <a:lnTo>
                  <a:pt x="1617553" y="825577"/>
                </a:lnTo>
                <a:lnTo>
                  <a:pt x="1611355" y="825577"/>
                </a:lnTo>
                <a:lnTo>
                  <a:pt x="1605158" y="825577"/>
                </a:lnTo>
                <a:lnTo>
                  <a:pt x="1598960" y="825577"/>
                </a:lnTo>
                <a:lnTo>
                  <a:pt x="1592763" y="825577"/>
                </a:lnTo>
                <a:lnTo>
                  <a:pt x="1586565" y="825577"/>
                </a:lnTo>
                <a:lnTo>
                  <a:pt x="1580368" y="825577"/>
                </a:lnTo>
                <a:lnTo>
                  <a:pt x="1574170" y="825577"/>
                </a:lnTo>
                <a:lnTo>
                  <a:pt x="1567973" y="825577"/>
                </a:lnTo>
                <a:lnTo>
                  <a:pt x="1561775" y="825577"/>
                </a:lnTo>
                <a:lnTo>
                  <a:pt x="1555578" y="825577"/>
                </a:lnTo>
                <a:lnTo>
                  <a:pt x="1549380" y="825577"/>
                </a:lnTo>
                <a:lnTo>
                  <a:pt x="1543183" y="825577"/>
                </a:lnTo>
                <a:lnTo>
                  <a:pt x="1536985" y="825577"/>
                </a:lnTo>
                <a:lnTo>
                  <a:pt x="1530788" y="825577"/>
                </a:lnTo>
                <a:lnTo>
                  <a:pt x="1524590" y="825577"/>
                </a:lnTo>
                <a:lnTo>
                  <a:pt x="1518393" y="825577"/>
                </a:lnTo>
                <a:lnTo>
                  <a:pt x="1512195" y="825577"/>
                </a:lnTo>
                <a:lnTo>
                  <a:pt x="1505997" y="825577"/>
                </a:lnTo>
                <a:lnTo>
                  <a:pt x="1499800" y="825577"/>
                </a:lnTo>
                <a:lnTo>
                  <a:pt x="1493602" y="825577"/>
                </a:lnTo>
                <a:lnTo>
                  <a:pt x="1487405" y="825577"/>
                </a:lnTo>
                <a:lnTo>
                  <a:pt x="1481207" y="825577"/>
                </a:lnTo>
                <a:lnTo>
                  <a:pt x="1475010" y="825577"/>
                </a:lnTo>
                <a:lnTo>
                  <a:pt x="1468812" y="825577"/>
                </a:lnTo>
                <a:lnTo>
                  <a:pt x="1462615" y="825577"/>
                </a:lnTo>
                <a:lnTo>
                  <a:pt x="1456417" y="825577"/>
                </a:lnTo>
                <a:lnTo>
                  <a:pt x="1450220" y="825577"/>
                </a:lnTo>
                <a:lnTo>
                  <a:pt x="1444022" y="825577"/>
                </a:lnTo>
                <a:lnTo>
                  <a:pt x="1437825" y="825577"/>
                </a:lnTo>
                <a:lnTo>
                  <a:pt x="1431627" y="825577"/>
                </a:lnTo>
                <a:lnTo>
                  <a:pt x="1425430" y="825577"/>
                </a:lnTo>
                <a:lnTo>
                  <a:pt x="1419232" y="825577"/>
                </a:lnTo>
                <a:lnTo>
                  <a:pt x="1413035" y="825577"/>
                </a:lnTo>
                <a:lnTo>
                  <a:pt x="1406837" y="825577"/>
                </a:lnTo>
                <a:lnTo>
                  <a:pt x="1400640" y="825577"/>
                </a:lnTo>
                <a:lnTo>
                  <a:pt x="1394442" y="825577"/>
                </a:lnTo>
                <a:lnTo>
                  <a:pt x="1388245" y="825577"/>
                </a:lnTo>
                <a:lnTo>
                  <a:pt x="1382047" y="825577"/>
                </a:lnTo>
                <a:lnTo>
                  <a:pt x="1375849" y="825577"/>
                </a:lnTo>
                <a:lnTo>
                  <a:pt x="1369652" y="825577"/>
                </a:lnTo>
                <a:lnTo>
                  <a:pt x="1363454" y="825577"/>
                </a:lnTo>
                <a:lnTo>
                  <a:pt x="1357257" y="825577"/>
                </a:lnTo>
                <a:lnTo>
                  <a:pt x="1351059" y="825577"/>
                </a:lnTo>
                <a:lnTo>
                  <a:pt x="1344862" y="825577"/>
                </a:lnTo>
                <a:lnTo>
                  <a:pt x="1338664" y="825577"/>
                </a:lnTo>
                <a:lnTo>
                  <a:pt x="1332467" y="825577"/>
                </a:lnTo>
                <a:lnTo>
                  <a:pt x="1326269" y="825577"/>
                </a:lnTo>
                <a:lnTo>
                  <a:pt x="1320072" y="825577"/>
                </a:lnTo>
                <a:lnTo>
                  <a:pt x="1313874" y="825577"/>
                </a:lnTo>
                <a:lnTo>
                  <a:pt x="1307677" y="825577"/>
                </a:lnTo>
                <a:lnTo>
                  <a:pt x="1301479" y="825577"/>
                </a:lnTo>
                <a:lnTo>
                  <a:pt x="1295282" y="825577"/>
                </a:lnTo>
                <a:lnTo>
                  <a:pt x="1289084" y="825577"/>
                </a:lnTo>
                <a:lnTo>
                  <a:pt x="1282887" y="825577"/>
                </a:lnTo>
                <a:lnTo>
                  <a:pt x="1276689" y="825577"/>
                </a:lnTo>
                <a:lnTo>
                  <a:pt x="1270492" y="825577"/>
                </a:lnTo>
                <a:lnTo>
                  <a:pt x="1264294" y="825577"/>
                </a:lnTo>
                <a:lnTo>
                  <a:pt x="1258097" y="825577"/>
                </a:lnTo>
                <a:lnTo>
                  <a:pt x="1251899" y="825577"/>
                </a:lnTo>
                <a:lnTo>
                  <a:pt x="1245702" y="825577"/>
                </a:lnTo>
                <a:lnTo>
                  <a:pt x="1239504" y="825577"/>
                </a:lnTo>
                <a:lnTo>
                  <a:pt x="1233306" y="825577"/>
                </a:lnTo>
                <a:lnTo>
                  <a:pt x="1227109" y="825577"/>
                </a:lnTo>
                <a:lnTo>
                  <a:pt x="1220911" y="825577"/>
                </a:lnTo>
                <a:lnTo>
                  <a:pt x="1214714" y="825577"/>
                </a:lnTo>
                <a:lnTo>
                  <a:pt x="1208516" y="825577"/>
                </a:lnTo>
                <a:lnTo>
                  <a:pt x="1202319" y="825577"/>
                </a:lnTo>
                <a:lnTo>
                  <a:pt x="1196121" y="825577"/>
                </a:lnTo>
                <a:lnTo>
                  <a:pt x="1189924" y="825577"/>
                </a:lnTo>
                <a:lnTo>
                  <a:pt x="1183726" y="825577"/>
                </a:lnTo>
                <a:lnTo>
                  <a:pt x="1177529" y="825577"/>
                </a:lnTo>
                <a:lnTo>
                  <a:pt x="1171331" y="825577"/>
                </a:lnTo>
                <a:lnTo>
                  <a:pt x="1165134" y="825577"/>
                </a:lnTo>
                <a:lnTo>
                  <a:pt x="1158936" y="825577"/>
                </a:lnTo>
                <a:lnTo>
                  <a:pt x="1152739" y="825577"/>
                </a:lnTo>
                <a:lnTo>
                  <a:pt x="1146541" y="825577"/>
                </a:lnTo>
                <a:lnTo>
                  <a:pt x="1140344" y="825577"/>
                </a:lnTo>
                <a:lnTo>
                  <a:pt x="1134146" y="825577"/>
                </a:lnTo>
                <a:lnTo>
                  <a:pt x="1127949" y="825577"/>
                </a:lnTo>
                <a:lnTo>
                  <a:pt x="1121751" y="825577"/>
                </a:lnTo>
                <a:lnTo>
                  <a:pt x="1115554" y="825577"/>
                </a:lnTo>
                <a:lnTo>
                  <a:pt x="1109356" y="825577"/>
                </a:lnTo>
                <a:lnTo>
                  <a:pt x="1103159" y="825577"/>
                </a:lnTo>
                <a:lnTo>
                  <a:pt x="1096961" y="825577"/>
                </a:lnTo>
                <a:lnTo>
                  <a:pt x="1090763" y="825577"/>
                </a:lnTo>
                <a:lnTo>
                  <a:pt x="1084566" y="825577"/>
                </a:lnTo>
                <a:lnTo>
                  <a:pt x="1078368" y="825577"/>
                </a:lnTo>
                <a:lnTo>
                  <a:pt x="1072171" y="825577"/>
                </a:lnTo>
                <a:lnTo>
                  <a:pt x="1065973" y="825577"/>
                </a:lnTo>
                <a:lnTo>
                  <a:pt x="1059776" y="825577"/>
                </a:lnTo>
                <a:lnTo>
                  <a:pt x="1053578" y="825577"/>
                </a:lnTo>
                <a:lnTo>
                  <a:pt x="1047381" y="825577"/>
                </a:lnTo>
                <a:lnTo>
                  <a:pt x="1041183" y="825577"/>
                </a:lnTo>
                <a:lnTo>
                  <a:pt x="1034986" y="825577"/>
                </a:lnTo>
                <a:lnTo>
                  <a:pt x="1028788" y="825577"/>
                </a:lnTo>
                <a:lnTo>
                  <a:pt x="1022591" y="825577"/>
                </a:lnTo>
                <a:lnTo>
                  <a:pt x="1016393" y="825577"/>
                </a:lnTo>
                <a:lnTo>
                  <a:pt x="1010196" y="825577"/>
                </a:lnTo>
                <a:lnTo>
                  <a:pt x="1003998" y="825577"/>
                </a:lnTo>
                <a:lnTo>
                  <a:pt x="997801" y="825577"/>
                </a:lnTo>
                <a:lnTo>
                  <a:pt x="991603" y="825577"/>
                </a:lnTo>
                <a:lnTo>
                  <a:pt x="985406" y="825577"/>
                </a:lnTo>
                <a:lnTo>
                  <a:pt x="979208" y="825577"/>
                </a:lnTo>
                <a:lnTo>
                  <a:pt x="973011" y="825577"/>
                </a:lnTo>
                <a:lnTo>
                  <a:pt x="966813" y="825577"/>
                </a:lnTo>
                <a:lnTo>
                  <a:pt x="960615" y="825577"/>
                </a:lnTo>
                <a:lnTo>
                  <a:pt x="954418" y="825577"/>
                </a:lnTo>
                <a:lnTo>
                  <a:pt x="948220" y="825577"/>
                </a:lnTo>
                <a:lnTo>
                  <a:pt x="942023" y="825577"/>
                </a:lnTo>
                <a:lnTo>
                  <a:pt x="935825" y="825577"/>
                </a:lnTo>
                <a:lnTo>
                  <a:pt x="929628" y="825577"/>
                </a:lnTo>
                <a:lnTo>
                  <a:pt x="923430" y="825577"/>
                </a:lnTo>
                <a:lnTo>
                  <a:pt x="917233" y="825577"/>
                </a:lnTo>
                <a:lnTo>
                  <a:pt x="911035" y="825577"/>
                </a:lnTo>
                <a:lnTo>
                  <a:pt x="904838" y="825577"/>
                </a:lnTo>
                <a:lnTo>
                  <a:pt x="898640" y="825577"/>
                </a:lnTo>
                <a:lnTo>
                  <a:pt x="892443" y="825577"/>
                </a:lnTo>
                <a:lnTo>
                  <a:pt x="886245" y="825577"/>
                </a:lnTo>
                <a:lnTo>
                  <a:pt x="880048" y="825577"/>
                </a:lnTo>
                <a:lnTo>
                  <a:pt x="873850" y="825577"/>
                </a:lnTo>
                <a:lnTo>
                  <a:pt x="867653" y="825577"/>
                </a:lnTo>
                <a:lnTo>
                  <a:pt x="861455" y="825577"/>
                </a:lnTo>
                <a:lnTo>
                  <a:pt x="855258" y="825577"/>
                </a:lnTo>
                <a:lnTo>
                  <a:pt x="849060" y="825577"/>
                </a:lnTo>
                <a:lnTo>
                  <a:pt x="842863" y="825577"/>
                </a:lnTo>
                <a:lnTo>
                  <a:pt x="836665" y="825577"/>
                </a:lnTo>
                <a:lnTo>
                  <a:pt x="830468" y="825577"/>
                </a:lnTo>
                <a:lnTo>
                  <a:pt x="824270" y="825577"/>
                </a:lnTo>
                <a:lnTo>
                  <a:pt x="818072" y="825577"/>
                </a:lnTo>
                <a:lnTo>
                  <a:pt x="811875" y="825577"/>
                </a:lnTo>
                <a:lnTo>
                  <a:pt x="805677" y="825577"/>
                </a:lnTo>
                <a:lnTo>
                  <a:pt x="799480" y="825577"/>
                </a:lnTo>
                <a:lnTo>
                  <a:pt x="793282" y="825577"/>
                </a:lnTo>
                <a:lnTo>
                  <a:pt x="787085" y="825577"/>
                </a:lnTo>
                <a:lnTo>
                  <a:pt x="780887" y="825577"/>
                </a:lnTo>
                <a:lnTo>
                  <a:pt x="774690" y="825577"/>
                </a:lnTo>
                <a:lnTo>
                  <a:pt x="768492" y="825577"/>
                </a:lnTo>
                <a:lnTo>
                  <a:pt x="762295" y="825577"/>
                </a:lnTo>
                <a:lnTo>
                  <a:pt x="756097" y="825577"/>
                </a:lnTo>
                <a:lnTo>
                  <a:pt x="749900" y="825577"/>
                </a:lnTo>
                <a:lnTo>
                  <a:pt x="743702" y="825577"/>
                </a:lnTo>
                <a:lnTo>
                  <a:pt x="737505" y="825577"/>
                </a:lnTo>
                <a:lnTo>
                  <a:pt x="731307" y="825577"/>
                </a:lnTo>
                <a:lnTo>
                  <a:pt x="725110" y="825577"/>
                </a:lnTo>
                <a:lnTo>
                  <a:pt x="718912" y="825577"/>
                </a:lnTo>
                <a:lnTo>
                  <a:pt x="712715" y="825577"/>
                </a:lnTo>
                <a:lnTo>
                  <a:pt x="706517" y="825577"/>
                </a:lnTo>
                <a:lnTo>
                  <a:pt x="700320" y="825577"/>
                </a:lnTo>
                <a:lnTo>
                  <a:pt x="694122" y="825577"/>
                </a:lnTo>
                <a:lnTo>
                  <a:pt x="687924" y="825577"/>
                </a:lnTo>
                <a:lnTo>
                  <a:pt x="681727" y="825577"/>
                </a:lnTo>
                <a:lnTo>
                  <a:pt x="675529" y="825577"/>
                </a:lnTo>
                <a:lnTo>
                  <a:pt x="669332" y="825577"/>
                </a:lnTo>
                <a:lnTo>
                  <a:pt x="663134" y="825577"/>
                </a:lnTo>
                <a:lnTo>
                  <a:pt x="656937" y="825577"/>
                </a:lnTo>
                <a:lnTo>
                  <a:pt x="650739" y="825577"/>
                </a:lnTo>
                <a:lnTo>
                  <a:pt x="644542" y="825577"/>
                </a:lnTo>
                <a:lnTo>
                  <a:pt x="638344" y="825577"/>
                </a:lnTo>
                <a:lnTo>
                  <a:pt x="632147" y="825577"/>
                </a:lnTo>
                <a:lnTo>
                  <a:pt x="625949" y="825577"/>
                </a:lnTo>
                <a:lnTo>
                  <a:pt x="619752" y="825577"/>
                </a:lnTo>
                <a:lnTo>
                  <a:pt x="613554" y="825577"/>
                </a:lnTo>
                <a:lnTo>
                  <a:pt x="607357" y="825577"/>
                </a:lnTo>
                <a:lnTo>
                  <a:pt x="601159" y="825577"/>
                </a:lnTo>
                <a:lnTo>
                  <a:pt x="594962" y="825577"/>
                </a:lnTo>
                <a:lnTo>
                  <a:pt x="588764" y="825577"/>
                </a:lnTo>
                <a:lnTo>
                  <a:pt x="582567" y="825577"/>
                </a:lnTo>
                <a:lnTo>
                  <a:pt x="576369" y="825577"/>
                </a:lnTo>
                <a:lnTo>
                  <a:pt x="570172" y="825577"/>
                </a:lnTo>
                <a:lnTo>
                  <a:pt x="563974" y="825577"/>
                </a:lnTo>
                <a:lnTo>
                  <a:pt x="557777" y="825577"/>
                </a:lnTo>
                <a:lnTo>
                  <a:pt x="551579" y="825577"/>
                </a:lnTo>
                <a:lnTo>
                  <a:pt x="545381" y="825577"/>
                </a:lnTo>
                <a:lnTo>
                  <a:pt x="539184" y="825577"/>
                </a:lnTo>
                <a:lnTo>
                  <a:pt x="532986" y="825577"/>
                </a:lnTo>
                <a:lnTo>
                  <a:pt x="526789" y="825577"/>
                </a:lnTo>
                <a:lnTo>
                  <a:pt x="520591" y="825577"/>
                </a:lnTo>
                <a:lnTo>
                  <a:pt x="514394" y="825577"/>
                </a:lnTo>
                <a:lnTo>
                  <a:pt x="508196" y="825577"/>
                </a:lnTo>
                <a:lnTo>
                  <a:pt x="501999" y="825577"/>
                </a:lnTo>
                <a:lnTo>
                  <a:pt x="495801" y="825577"/>
                </a:lnTo>
                <a:lnTo>
                  <a:pt x="489604" y="825577"/>
                </a:lnTo>
                <a:lnTo>
                  <a:pt x="483406" y="825577"/>
                </a:lnTo>
                <a:lnTo>
                  <a:pt x="477209" y="825577"/>
                </a:lnTo>
                <a:lnTo>
                  <a:pt x="471011" y="825577"/>
                </a:lnTo>
                <a:lnTo>
                  <a:pt x="464814" y="825577"/>
                </a:lnTo>
                <a:lnTo>
                  <a:pt x="458616" y="825577"/>
                </a:lnTo>
                <a:lnTo>
                  <a:pt x="452419" y="825577"/>
                </a:lnTo>
                <a:lnTo>
                  <a:pt x="446221" y="825577"/>
                </a:lnTo>
                <a:lnTo>
                  <a:pt x="440024" y="825577"/>
                </a:lnTo>
                <a:lnTo>
                  <a:pt x="433826" y="825577"/>
                </a:lnTo>
                <a:lnTo>
                  <a:pt x="427629" y="825577"/>
                </a:lnTo>
                <a:lnTo>
                  <a:pt x="421431" y="825577"/>
                </a:lnTo>
                <a:lnTo>
                  <a:pt x="415234" y="825577"/>
                </a:lnTo>
                <a:lnTo>
                  <a:pt x="409036" y="825577"/>
                </a:lnTo>
                <a:lnTo>
                  <a:pt x="402838" y="825577"/>
                </a:lnTo>
                <a:lnTo>
                  <a:pt x="396641" y="825577"/>
                </a:lnTo>
                <a:lnTo>
                  <a:pt x="390443" y="825577"/>
                </a:lnTo>
                <a:lnTo>
                  <a:pt x="384246" y="825577"/>
                </a:lnTo>
                <a:lnTo>
                  <a:pt x="378048" y="825577"/>
                </a:lnTo>
                <a:lnTo>
                  <a:pt x="371851" y="825577"/>
                </a:lnTo>
                <a:lnTo>
                  <a:pt x="365653" y="825577"/>
                </a:lnTo>
                <a:lnTo>
                  <a:pt x="359456" y="825577"/>
                </a:lnTo>
                <a:lnTo>
                  <a:pt x="353258" y="825577"/>
                </a:lnTo>
                <a:lnTo>
                  <a:pt x="347061" y="825577"/>
                </a:lnTo>
                <a:lnTo>
                  <a:pt x="340863" y="825577"/>
                </a:lnTo>
                <a:lnTo>
                  <a:pt x="334666" y="825577"/>
                </a:lnTo>
                <a:lnTo>
                  <a:pt x="328468" y="825577"/>
                </a:lnTo>
                <a:lnTo>
                  <a:pt x="322271" y="825577"/>
                </a:lnTo>
                <a:lnTo>
                  <a:pt x="316073" y="825577"/>
                </a:lnTo>
                <a:lnTo>
                  <a:pt x="309876" y="825577"/>
                </a:lnTo>
                <a:lnTo>
                  <a:pt x="303678" y="825577"/>
                </a:lnTo>
                <a:lnTo>
                  <a:pt x="297481" y="825577"/>
                </a:lnTo>
                <a:lnTo>
                  <a:pt x="291283" y="825577"/>
                </a:lnTo>
                <a:lnTo>
                  <a:pt x="285086" y="825577"/>
                </a:lnTo>
                <a:lnTo>
                  <a:pt x="278888" y="825577"/>
                </a:lnTo>
                <a:lnTo>
                  <a:pt x="272690" y="825577"/>
                </a:lnTo>
                <a:lnTo>
                  <a:pt x="266493" y="825577"/>
                </a:lnTo>
                <a:lnTo>
                  <a:pt x="260295" y="825577"/>
                </a:lnTo>
                <a:lnTo>
                  <a:pt x="254098" y="825577"/>
                </a:lnTo>
                <a:lnTo>
                  <a:pt x="247900" y="825577"/>
                </a:lnTo>
                <a:lnTo>
                  <a:pt x="241703" y="825577"/>
                </a:lnTo>
                <a:lnTo>
                  <a:pt x="235505" y="825577"/>
                </a:lnTo>
                <a:lnTo>
                  <a:pt x="229308" y="825577"/>
                </a:lnTo>
                <a:lnTo>
                  <a:pt x="223110" y="825577"/>
                </a:lnTo>
                <a:lnTo>
                  <a:pt x="216913" y="825577"/>
                </a:lnTo>
                <a:lnTo>
                  <a:pt x="210715" y="825577"/>
                </a:lnTo>
                <a:lnTo>
                  <a:pt x="204518" y="825577"/>
                </a:lnTo>
                <a:lnTo>
                  <a:pt x="198320" y="825577"/>
                </a:lnTo>
                <a:lnTo>
                  <a:pt x="192123" y="825577"/>
                </a:lnTo>
                <a:lnTo>
                  <a:pt x="185925" y="825577"/>
                </a:lnTo>
                <a:lnTo>
                  <a:pt x="179728" y="825577"/>
                </a:lnTo>
                <a:lnTo>
                  <a:pt x="173530" y="825577"/>
                </a:lnTo>
                <a:lnTo>
                  <a:pt x="167333" y="825577"/>
                </a:lnTo>
                <a:lnTo>
                  <a:pt x="161135" y="825577"/>
                </a:lnTo>
                <a:lnTo>
                  <a:pt x="154938" y="825577"/>
                </a:lnTo>
                <a:lnTo>
                  <a:pt x="148740" y="825577"/>
                </a:lnTo>
                <a:lnTo>
                  <a:pt x="142543" y="825577"/>
                </a:lnTo>
                <a:lnTo>
                  <a:pt x="136345" y="825577"/>
                </a:lnTo>
                <a:lnTo>
                  <a:pt x="130147" y="825577"/>
                </a:lnTo>
                <a:lnTo>
                  <a:pt x="123950" y="825577"/>
                </a:lnTo>
                <a:lnTo>
                  <a:pt x="117752" y="825577"/>
                </a:lnTo>
                <a:lnTo>
                  <a:pt x="111555" y="825577"/>
                </a:lnTo>
                <a:lnTo>
                  <a:pt x="105357" y="825577"/>
                </a:lnTo>
                <a:lnTo>
                  <a:pt x="99160" y="825577"/>
                </a:lnTo>
                <a:lnTo>
                  <a:pt x="92962" y="825577"/>
                </a:lnTo>
                <a:lnTo>
                  <a:pt x="86765" y="825577"/>
                </a:lnTo>
                <a:lnTo>
                  <a:pt x="80567" y="825577"/>
                </a:lnTo>
                <a:lnTo>
                  <a:pt x="74370" y="825577"/>
                </a:lnTo>
                <a:lnTo>
                  <a:pt x="68172" y="825577"/>
                </a:lnTo>
                <a:lnTo>
                  <a:pt x="61975" y="825577"/>
                </a:lnTo>
                <a:lnTo>
                  <a:pt x="55777" y="825577"/>
                </a:lnTo>
                <a:lnTo>
                  <a:pt x="49580" y="825577"/>
                </a:lnTo>
                <a:lnTo>
                  <a:pt x="43382" y="825577"/>
                </a:lnTo>
                <a:lnTo>
                  <a:pt x="37185" y="825577"/>
                </a:lnTo>
                <a:lnTo>
                  <a:pt x="30987" y="825577"/>
                </a:lnTo>
                <a:lnTo>
                  <a:pt x="24790" y="825577"/>
                </a:lnTo>
                <a:lnTo>
                  <a:pt x="18592" y="825577"/>
                </a:lnTo>
                <a:lnTo>
                  <a:pt x="12395" y="825577"/>
                </a:lnTo>
                <a:lnTo>
                  <a:pt x="6197" y="825577"/>
                </a:lnTo>
                <a:lnTo>
                  <a:pt x="0" y="82557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6" name="pg94">
            <a:extLst>
              <a:ext uri="{FF2B5EF4-FFF2-40B4-BE49-F238E27FC236}">
                <a16:creationId xmlns:a16="http://schemas.microsoft.com/office/drawing/2014/main" id="{4E69A25E-1328-C0F7-349A-2C0E507CB350}"/>
              </a:ext>
            </a:extLst>
          </p:cNvPr>
          <p:cNvSpPr/>
          <p:nvPr/>
        </p:nvSpPr>
        <p:spPr>
          <a:xfrm>
            <a:off x="6492869" y="4194309"/>
            <a:ext cx="2412901" cy="563639"/>
          </a:xfrm>
          <a:custGeom>
            <a:avLst/>
            <a:gdLst/>
            <a:ahLst/>
            <a:cxnLst/>
            <a:rect l="0" t="0" r="0" b="0"/>
            <a:pathLst>
              <a:path w="3166933" h="739776">
                <a:moveTo>
                  <a:pt x="0" y="203644"/>
                </a:moveTo>
                <a:lnTo>
                  <a:pt x="6197" y="196508"/>
                </a:lnTo>
                <a:lnTo>
                  <a:pt x="12395" y="189448"/>
                </a:lnTo>
                <a:lnTo>
                  <a:pt x="18592" y="182438"/>
                </a:lnTo>
                <a:lnTo>
                  <a:pt x="24790" y="175540"/>
                </a:lnTo>
                <a:lnTo>
                  <a:pt x="30987" y="168671"/>
                </a:lnTo>
                <a:lnTo>
                  <a:pt x="37185" y="161956"/>
                </a:lnTo>
                <a:lnTo>
                  <a:pt x="43382" y="155276"/>
                </a:lnTo>
                <a:lnTo>
                  <a:pt x="49580" y="148730"/>
                </a:lnTo>
                <a:lnTo>
                  <a:pt x="55777" y="142258"/>
                </a:lnTo>
                <a:lnTo>
                  <a:pt x="61975" y="135894"/>
                </a:lnTo>
                <a:lnTo>
                  <a:pt x="68172" y="129649"/>
                </a:lnTo>
                <a:lnTo>
                  <a:pt x="74370" y="123480"/>
                </a:lnTo>
                <a:lnTo>
                  <a:pt x="80567" y="117481"/>
                </a:lnTo>
                <a:lnTo>
                  <a:pt x="86765" y="111524"/>
                </a:lnTo>
                <a:lnTo>
                  <a:pt x="92962" y="105782"/>
                </a:lnTo>
                <a:lnTo>
                  <a:pt x="99160" y="100093"/>
                </a:lnTo>
                <a:lnTo>
                  <a:pt x="105357" y="94582"/>
                </a:lnTo>
                <a:lnTo>
                  <a:pt x="111555" y="89177"/>
                </a:lnTo>
                <a:lnTo>
                  <a:pt x="117752" y="83908"/>
                </a:lnTo>
                <a:lnTo>
                  <a:pt x="123950" y="78801"/>
                </a:lnTo>
                <a:lnTo>
                  <a:pt x="130147" y="73785"/>
                </a:lnTo>
                <a:lnTo>
                  <a:pt x="136345" y="68989"/>
                </a:lnTo>
                <a:lnTo>
                  <a:pt x="142543" y="64248"/>
                </a:lnTo>
                <a:lnTo>
                  <a:pt x="148740" y="59764"/>
                </a:lnTo>
                <a:lnTo>
                  <a:pt x="154938" y="55351"/>
                </a:lnTo>
                <a:lnTo>
                  <a:pt x="161135" y="51146"/>
                </a:lnTo>
                <a:lnTo>
                  <a:pt x="167333" y="47071"/>
                </a:lnTo>
                <a:lnTo>
                  <a:pt x="173530" y="43153"/>
                </a:lnTo>
                <a:lnTo>
                  <a:pt x="179728" y="39426"/>
                </a:lnTo>
                <a:lnTo>
                  <a:pt x="185925" y="35800"/>
                </a:lnTo>
                <a:lnTo>
                  <a:pt x="192123" y="32430"/>
                </a:lnTo>
                <a:lnTo>
                  <a:pt x="198320" y="29122"/>
                </a:lnTo>
                <a:lnTo>
                  <a:pt x="204518" y="26095"/>
                </a:lnTo>
                <a:lnTo>
                  <a:pt x="210715" y="23152"/>
                </a:lnTo>
                <a:lnTo>
                  <a:pt x="216913" y="20432"/>
                </a:lnTo>
                <a:lnTo>
                  <a:pt x="223110" y="17858"/>
                </a:lnTo>
                <a:lnTo>
                  <a:pt x="229308" y="15447"/>
                </a:lnTo>
                <a:lnTo>
                  <a:pt x="235505" y="13247"/>
                </a:lnTo>
                <a:lnTo>
                  <a:pt x="241703" y="11146"/>
                </a:lnTo>
                <a:lnTo>
                  <a:pt x="247900" y="9321"/>
                </a:lnTo>
                <a:lnTo>
                  <a:pt x="254098" y="7560"/>
                </a:lnTo>
                <a:lnTo>
                  <a:pt x="260295" y="6084"/>
                </a:lnTo>
                <a:lnTo>
                  <a:pt x="266493" y="4699"/>
                </a:lnTo>
                <a:lnTo>
                  <a:pt x="272690" y="3534"/>
                </a:lnTo>
                <a:lnTo>
                  <a:pt x="278888" y="2523"/>
                </a:lnTo>
                <a:lnTo>
                  <a:pt x="285086" y="1668"/>
                </a:lnTo>
                <a:lnTo>
                  <a:pt x="291283" y="1029"/>
                </a:lnTo>
                <a:lnTo>
                  <a:pt x="297481" y="481"/>
                </a:lnTo>
                <a:lnTo>
                  <a:pt x="303678" y="209"/>
                </a:lnTo>
                <a:lnTo>
                  <a:pt x="309876" y="0"/>
                </a:lnTo>
                <a:lnTo>
                  <a:pt x="316073" y="57"/>
                </a:lnTo>
                <a:lnTo>
                  <a:pt x="322271" y="207"/>
                </a:lnTo>
                <a:lnTo>
                  <a:pt x="328468" y="560"/>
                </a:lnTo>
                <a:lnTo>
                  <a:pt x="334666" y="1064"/>
                </a:lnTo>
                <a:lnTo>
                  <a:pt x="340863" y="1708"/>
                </a:lnTo>
                <a:lnTo>
                  <a:pt x="347061" y="2556"/>
                </a:lnTo>
                <a:lnTo>
                  <a:pt x="353258" y="3484"/>
                </a:lnTo>
                <a:lnTo>
                  <a:pt x="359456" y="4669"/>
                </a:lnTo>
                <a:lnTo>
                  <a:pt x="365653" y="5909"/>
                </a:lnTo>
                <a:lnTo>
                  <a:pt x="371851" y="7384"/>
                </a:lnTo>
                <a:lnTo>
                  <a:pt x="378048" y="8946"/>
                </a:lnTo>
                <a:lnTo>
                  <a:pt x="384246" y="10683"/>
                </a:lnTo>
                <a:lnTo>
                  <a:pt x="390443" y="12556"/>
                </a:lnTo>
                <a:lnTo>
                  <a:pt x="396641" y="14546"/>
                </a:lnTo>
                <a:lnTo>
                  <a:pt x="402838" y="16718"/>
                </a:lnTo>
                <a:lnTo>
                  <a:pt x="409036" y="18952"/>
                </a:lnTo>
                <a:lnTo>
                  <a:pt x="415234" y="21409"/>
                </a:lnTo>
                <a:lnTo>
                  <a:pt x="421431" y="23912"/>
                </a:lnTo>
                <a:lnTo>
                  <a:pt x="427629" y="26606"/>
                </a:lnTo>
                <a:lnTo>
                  <a:pt x="433826" y="29377"/>
                </a:lnTo>
                <a:lnTo>
                  <a:pt x="440024" y="32286"/>
                </a:lnTo>
                <a:lnTo>
                  <a:pt x="446221" y="35309"/>
                </a:lnTo>
                <a:lnTo>
                  <a:pt x="452419" y="38422"/>
                </a:lnTo>
                <a:lnTo>
                  <a:pt x="458616" y="41683"/>
                </a:lnTo>
                <a:lnTo>
                  <a:pt x="464814" y="44989"/>
                </a:lnTo>
                <a:lnTo>
                  <a:pt x="471011" y="48472"/>
                </a:lnTo>
                <a:lnTo>
                  <a:pt x="477209" y="51991"/>
                </a:lnTo>
                <a:lnTo>
                  <a:pt x="483406" y="55651"/>
                </a:lnTo>
                <a:lnTo>
                  <a:pt x="489604" y="59371"/>
                </a:lnTo>
                <a:lnTo>
                  <a:pt x="495801" y="63191"/>
                </a:lnTo>
                <a:lnTo>
                  <a:pt x="501999" y="67098"/>
                </a:lnTo>
                <a:lnTo>
                  <a:pt x="508196" y="71066"/>
                </a:lnTo>
                <a:lnTo>
                  <a:pt x="514394" y="75143"/>
                </a:lnTo>
                <a:lnTo>
                  <a:pt x="520591" y="79248"/>
                </a:lnTo>
                <a:lnTo>
                  <a:pt x="526789" y="83479"/>
                </a:lnTo>
                <a:lnTo>
                  <a:pt x="532986" y="87732"/>
                </a:lnTo>
                <a:lnTo>
                  <a:pt x="539184" y="92078"/>
                </a:lnTo>
                <a:lnTo>
                  <a:pt x="545381" y="96466"/>
                </a:lnTo>
                <a:lnTo>
                  <a:pt x="551579" y="100915"/>
                </a:lnTo>
                <a:lnTo>
                  <a:pt x="557777" y="105420"/>
                </a:lnTo>
                <a:lnTo>
                  <a:pt x="563974" y="109961"/>
                </a:lnTo>
                <a:lnTo>
                  <a:pt x="570172" y="114568"/>
                </a:lnTo>
                <a:lnTo>
                  <a:pt x="576369" y="119191"/>
                </a:lnTo>
                <a:lnTo>
                  <a:pt x="582567" y="123884"/>
                </a:lnTo>
                <a:lnTo>
                  <a:pt x="588764" y="128590"/>
                </a:lnTo>
                <a:lnTo>
                  <a:pt x="594962" y="133343"/>
                </a:lnTo>
                <a:lnTo>
                  <a:pt x="601159" y="138117"/>
                </a:lnTo>
                <a:lnTo>
                  <a:pt x="607357" y="142919"/>
                </a:lnTo>
                <a:lnTo>
                  <a:pt x="613554" y="147746"/>
                </a:lnTo>
                <a:lnTo>
                  <a:pt x="619752" y="152588"/>
                </a:lnTo>
                <a:lnTo>
                  <a:pt x="625949" y="157455"/>
                </a:lnTo>
                <a:lnTo>
                  <a:pt x="632147" y="162327"/>
                </a:lnTo>
                <a:lnTo>
                  <a:pt x="638344" y="167220"/>
                </a:lnTo>
                <a:lnTo>
                  <a:pt x="644542" y="172115"/>
                </a:lnTo>
                <a:lnTo>
                  <a:pt x="650739" y="177019"/>
                </a:lnTo>
                <a:lnTo>
                  <a:pt x="656937" y="181924"/>
                </a:lnTo>
                <a:lnTo>
                  <a:pt x="663134" y="186831"/>
                </a:lnTo>
                <a:lnTo>
                  <a:pt x="669332" y="191735"/>
                </a:lnTo>
                <a:lnTo>
                  <a:pt x="675529" y="196636"/>
                </a:lnTo>
                <a:lnTo>
                  <a:pt x="681727" y="201527"/>
                </a:lnTo>
                <a:lnTo>
                  <a:pt x="687924" y="206414"/>
                </a:lnTo>
                <a:lnTo>
                  <a:pt x="694122" y="211282"/>
                </a:lnTo>
                <a:lnTo>
                  <a:pt x="700320" y="216142"/>
                </a:lnTo>
                <a:lnTo>
                  <a:pt x="706517" y="220983"/>
                </a:lnTo>
                <a:lnTo>
                  <a:pt x="712715" y="225807"/>
                </a:lnTo>
                <a:lnTo>
                  <a:pt x="718912" y="230613"/>
                </a:lnTo>
                <a:lnTo>
                  <a:pt x="725110" y="235392"/>
                </a:lnTo>
                <a:lnTo>
                  <a:pt x="731307" y="240157"/>
                </a:lnTo>
                <a:lnTo>
                  <a:pt x="737505" y="244882"/>
                </a:lnTo>
                <a:lnTo>
                  <a:pt x="743702" y="249598"/>
                </a:lnTo>
                <a:lnTo>
                  <a:pt x="749900" y="254265"/>
                </a:lnTo>
                <a:lnTo>
                  <a:pt x="756097" y="258917"/>
                </a:lnTo>
                <a:lnTo>
                  <a:pt x="762295" y="263529"/>
                </a:lnTo>
                <a:lnTo>
                  <a:pt x="768492" y="268111"/>
                </a:lnTo>
                <a:lnTo>
                  <a:pt x="774690" y="272662"/>
                </a:lnTo>
                <a:lnTo>
                  <a:pt x="780887" y="277168"/>
                </a:lnTo>
                <a:lnTo>
                  <a:pt x="787085" y="281654"/>
                </a:lnTo>
                <a:lnTo>
                  <a:pt x="793282" y="286079"/>
                </a:lnTo>
                <a:lnTo>
                  <a:pt x="799480" y="290490"/>
                </a:lnTo>
                <a:lnTo>
                  <a:pt x="805677" y="294837"/>
                </a:lnTo>
                <a:lnTo>
                  <a:pt x="811875" y="299160"/>
                </a:lnTo>
                <a:lnTo>
                  <a:pt x="818072" y="303433"/>
                </a:lnTo>
                <a:lnTo>
                  <a:pt x="824270" y="307666"/>
                </a:lnTo>
                <a:lnTo>
                  <a:pt x="830468" y="311862"/>
                </a:lnTo>
                <a:lnTo>
                  <a:pt x="836665" y="316002"/>
                </a:lnTo>
                <a:lnTo>
                  <a:pt x="842863" y="320119"/>
                </a:lnTo>
                <a:lnTo>
                  <a:pt x="849060" y="324163"/>
                </a:lnTo>
                <a:lnTo>
                  <a:pt x="855258" y="328190"/>
                </a:lnTo>
                <a:lnTo>
                  <a:pt x="861455" y="332146"/>
                </a:lnTo>
                <a:lnTo>
                  <a:pt x="867653" y="336076"/>
                </a:lnTo>
                <a:lnTo>
                  <a:pt x="873850" y="339950"/>
                </a:lnTo>
                <a:lnTo>
                  <a:pt x="880048" y="343780"/>
                </a:lnTo>
                <a:lnTo>
                  <a:pt x="886245" y="347571"/>
                </a:lnTo>
                <a:lnTo>
                  <a:pt x="892443" y="351301"/>
                </a:lnTo>
                <a:lnTo>
                  <a:pt x="898640" y="355010"/>
                </a:lnTo>
                <a:lnTo>
                  <a:pt x="904838" y="358641"/>
                </a:lnTo>
                <a:lnTo>
                  <a:pt x="911035" y="362255"/>
                </a:lnTo>
                <a:lnTo>
                  <a:pt x="917233" y="365798"/>
                </a:lnTo>
                <a:lnTo>
                  <a:pt x="923430" y="369313"/>
                </a:lnTo>
                <a:lnTo>
                  <a:pt x="929628" y="372775"/>
                </a:lnTo>
                <a:lnTo>
                  <a:pt x="935825" y="376192"/>
                </a:lnTo>
                <a:lnTo>
                  <a:pt x="942023" y="379573"/>
                </a:lnTo>
                <a:lnTo>
                  <a:pt x="948220" y="382894"/>
                </a:lnTo>
                <a:lnTo>
                  <a:pt x="954418" y="386195"/>
                </a:lnTo>
                <a:lnTo>
                  <a:pt x="960615" y="389422"/>
                </a:lnTo>
                <a:lnTo>
                  <a:pt x="966813" y="392632"/>
                </a:lnTo>
                <a:lnTo>
                  <a:pt x="973011" y="395779"/>
                </a:lnTo>
                <a:lnTo>
                  <a:pt x="979208" y="398898"/>
                </a:lnTo>
                <a:lnTo>
                  <a:pt x="985406" y="401969"/>
                </a:lnTo>
                <a:lnTo>
                  <a:pt x="991603" y="404999"/>
                </a:lnTo>
                <a:lnTo>
                  <a:pt x="997801" y="407998"/>
                </a:lnTo>
                <a:lnTo>
                  <a:pt x="1003998" y="410941"/>
                </a:lnTo>
                <a:lnTo>
                  <a:pt x="1010196" y="413869"/>
                </a:lnTo>
                <a:lnTo>
                  <a:pt x="1016393" y="416729"/>
                </a:lnTo>
                <a:lnTo>
                  <a:pt x="1022591" y="419575"/>
                </a:lnTo>
                <a:lnTo>
                  <a:pt x="1028788" y="422368"/>
                </a:lnTo>
                <a:lnTo>
                  <a:pt x="1034986" y="425135"/>
                </a:lnTo>
                <a:lnTo>
                  <a:pt x="1041183" y="427863"/>
                </a:lnTo>
                <a:lnTo>
                  <a:pt x="1047381" y="430555"/>
                </a:lnTo>
                <a:lnTo>
                  <a:pt x="1053578" y="433221"/>
                </a:lnTo>
                <a:lnTo>
                  <a:pt x="1059776" y="435841"/>
                </a:lnTo>
                <a:lnTo>
                  <a:pt x="1065973" y="438448"/>
                </a:lnTo>
                <a:lnTo>
                  <a:pt x="1072171" y="440998"/>
                </a:lnTo>
                <a:lnTo>
                  <a:pt x="1078368" y="443538"/>
                </a:lnTo>
                <a:lnTo>
                  <a:pt x="1084566" y="446034"/>
                </a:lnTo>
                <a:lnTo>
                  <a:pt x="1090763" y="448510"/>
                </a:lnTo>
                <a:lnTo>
                  <a:pt x="1096961" y="450955"/>
                </a:lnTo>
                <a:lnTo>
                  <a:pt x="1103159" y="453370"/>
                </a:lnTo>
                <a:lnTo>
                  <a:pt x="1109356" y="455766"/>
                </a:lnTo>
                <a:lnTo>
                  <a:pt x="1115554" y="458124"/>
                </a:lnTo>
                <a:lnTo>
                  <a:pt x="1121751" y="460472"/>
                </a:lnTo>
                <a:lnTo>
                  <a:pt x="1127949" y="462778"/>
                </a:lnTo>
                <a:lnTo>
                  <a:pt x="1134146" y="465074"/>
                </a:lnTo>
                <a:lnTo>
                  <a:pt x="1140344" y="467338"/>
                </a:lnTo>
                <a:lnTo>
                  <a:pt x="1146541" y="469585"/>
                </a:lnTo>
                <a:lnTo>
                  <a:pt x="1152739" y="471810"/>
                </a:lnTo>
                <a:lnTo>
                  <a:pt x="1158936" y="474011"/>
                </a:lnTo>
                <a:lnTo>
                  <a:pt x="1165134" y="476199"/>
                </a:lnTo>
                <a:lnTo>
                  <a:pt x="1171331" y="478358"/>
                </a:lnTo>
                <a:lnTo>
                  <a:pt x="1177529" y="480510"/>
                </a:lnTo>
                <a:lnTo>
                  <a:pt x="1183726" y="482631"/>
                </a:lnTo>
                <a:lnTo>
                  <a:pt x="1189924" y="484744"/>
                </a:lnTo>
                <a:lnTo>
                  <a:pt x="1196121" y="486834"/>
                </a:lnTo>
                <a:lnTo>
                  <a:pt x="1202319" y="488912"/>
                </a:lnTo>
                <a:lnTo>
                  <a:pt x="1208516" y="490974"/>
                </a:lnTo>
                <a:lnTo>
                  <a:pt x="1214714" y="493018"/>
                </a:lnTo>
                <a:lnTo>
                  <a:pt x="1220911" y="495053"/>
                </a:lnTo>
                <a:lnTo>
                  <a:pt x="1227109" y="497066"/>
                </a:lnTo>
                <a:lnTo>
                  <a:pt x="1233306" y="499075"/>
                </a:lnTo>
                <a:lnTo>
                  <a:pt x="1239504" y="501061"/>
                </a:lnTo>
                <a:lnTo>
                  <a:pt x="1245702" y="503041"/>
                </a:lnTo>
                <a:lnTo>
                  <a:pt x="1251899" y="505006"/>
                </a:lnTo>
                <a:lnTo>
                  <a:pt x="1258097" y="506960"/>
                </a:lnTo>
                <a:lnTo>
                  <a:pt x="1264294" y="508903"/>
                </a:lnTo>
                <a:lnTo>
                  <a:pt x="1270492" y="510833"/>
                </a:lnTo>
                <a:lnTo>
                  <a:pt x="1276689" y="512757"/>
                </a:lnTo>
                <a:lnTo>
                  <a:pt x="1282887" y="514664"/>
                </a:lnTo>
                <a:lnTo>
                  <a:pt x="1289084" y="516567"/>
                </a:lnTo>
                <a:lnTo>
                  <a:pt x="1295282" y="518454"/>
                </a:lnTo>
                <a:lnTo>
                  <a:pt x="1301479" y="520336"/>
                </a:lnTo>
                <a:lnTo>
                  <a:pt x="1307677" y="522206"/>
                </a:lnTo>
                <a:lnTo>
                  <a:pt x="1313874" y="524068"/>
                </a:lnTo>
                <a:lnTo>
                  <a:pt x="1320072" y="525921"/>
                </a:lnTo>
                <a:lnTo>
                  <a:pt x="1326269" y="527763"/>
                </a:lnTo>
                <a:lnTo>
                  <a:pt x="1332467" y="529600"/>
                </a:lnTo>
                <a:lnTo>
                  <a:pt x="1338664" y="531423"/>
                </a:lnTo>
                <a:lnTo>
                  <a:pt x="1344862" y="533242"/>
                </a:lnTo>
                <a:lnTo>
                  <a:pt x="1351059" y="535048"/>
                </a:lnTo>
                <a:lnTo>
                  <a:pt x="1357257" y="536848"/>
                </a:lnTo>
                <a:lnTo>
                  <a:pt x="1363454" y="538638"/>
                </a:lnTo>
                <a:lnTo>
                  <a:pt x="1369652" y="540420"/>
                </a:lnTo>
                <a:lnTo>
                  <a:pt x="1375849" y="542194"/>
                </a:lnTo>
                <a:lnTo>
                  <a:pt x="1382047" y="543956"/>
                </a:lnTo>
                <a:lnTo>
                  <a:pt x="1388245" y="545715"/>
                </a:lnTo>
                <a:lnTo>
                  <a:pt x="1394442" y="547458"/>
                </a:lnTo>
                <a:lnTo>
                  <a:pt x="1400640" y="549197"/>
                </a:lnTo>
                <a:lnTo>
                  <a:pt x="1406837" y="550923"/>
                </a:lnTo>
                <a:lnTo>
                  <a:pt x="1413035" y="552642"/>
                </a:lnTo>
                <a:lnTo>
                  <a:pt x="1419232" y="554350"/>
                </a:lnTo>
                <a:lnTo>
                  <a:pt x="1425430" y="556048"/>
                </a:lnTo>
                <a:lnTo>
                  <a:pt x="1431627" y="557738"/>
                </a:lnTo>
                <a:lnTo>
                  <a:pt x="1437825" y="559415"/>
                </a:lnTo>
                <a:lnTo>
                  <a:pt x="1444022" y="561086"/>
                </a:lnTo>
                <a:lnTo>
                  <a:pt x="1450220" y="562739"/>
                </a:lnTo>
                <a:lnTo>
                  <a:pt x="1456417" y="564389"/>
                </a:lnTo>
                <a:lnTo>
                  <a:pt x="1462615" y="566021"/>
                </a:lnTo>
                <a:lnTo>
                  <a:pt x="1468812" y="567645"/>
                </a:lnTo>
                <a:lnTo>
                  <a:pt x="1475010" y="569256"/>
                </a:lnTo>
                <a:lnTo>
                  <a:pt x="1481207" y="570854"/>
                </a:lnTo>
                <a:lnTo>
                  <a:pt x="1487405" y="572443"/>
                </a:lnTo>
                <a:lnTo>
                  <a:pt x="1493602" y="574014"/>
                </a:lnTo>
                <a:lnTo>
                  <a:pt x="1499800" y="575580"/>
                </a:lnTo>
                <a:lnTo>
                  <a:pt x="1505997" y="577122"/>
                </a:lnTo>
                <a:lnTo>
                  <a:pt x="1512195" y="578659"/>
                </a:lnTo>
                <a:lnTo>
                  <a:pt x="1518393" y="580175"/>
                </a:lnTo>
                <a:lnTo>
                  <a:pt x="1524590" y="581682"/>
                </a:lnTo>
                <a:lnTo>
                  <a:pt x="1530788" y="583172"/>
                </a:lnTo>
                <a:lnTo>
                  <a:pt x="1536985" y="584646"/>
                </a:lnTo>
                <a:lnTo>
                  <a:pt x="1543183" y="586108"/>
                </a:lnTo>
                <a:lnTo>
                  <a:pt x="1549380" y="587548"/>
                </a:lnTo>
                <a:lnTo>
                  <a:pt x="1555578" y="588982"/>
                </a:lnTo>
                <a:lnTo>
                  <a:pt x="1561775" y="590387"/>
                </a:lnTo>
                <a:lnTo>
                  <a:pt x="1567973" y="591786"/>
                </a:lnTo>
                <a:lnTo>
                  <a:pt x="1574170" y="593160"/>
                </a:lnTo>
                <a:lnTo>
                  <a:pt x="1580368" y="594521"/>
                </a:lnTo>
                <a:lnTo>
                  <a:pt x="1586565" y="595863"/>
                </a:lnTo>
                <a:lnTo>
                  <a:pt x="1592763" y="597185"/>
                </a:lnTo>
                <a:lnTo>
                  <a:pt x="1598960" y="598495"/>
                </a:lnTo>
                <a:lnTo>
                  <a:pt x="1605158" y="599777"/>
                </a:lnTo>
                <a:lnTo>
                  <a:pt x="1611355" y="601053"/>
                </a:lnTo>
                <a:lnTo>
                  <a:pt x="1617553" y="602294"/>
                </a:lnTo>
                <a:lnTo>
                  <a:pt x="1623750" y="603528"/>
                </a:lnTo>
                <a:lnTo>
                  <a:pt x="1629948" y="604734"/>
                </a:lnTo>
                <a:lnTo>
                  <a:pt x="1636145" y="605925"/>
                </a:lnTo>
                <a:lnTo>
                  <a:pt x="1642343" y="607095"/>
                </a:lnTo>
                <a:lnTo>
                  <a:pt x="1648540" y="608241"/>
                </a:lnTo>
                <a:lnTo>
                  <a:pt x="1654738" y="609374"/>
                </a:lnTo>
                <a:lnTo>
                  <a:pt x="1660936" y="610476"/>
                </a:lnTo>
                <a:lnTo>
                  <a:pt x="1667133" y="611571"/>
                </a:lnTo>
                <a:lnTo>
                  <a:pt x="1673331" y="612628"/>
                </a:lnTo>
                <a:lnTo>
                  <a:pt x="1679528" y="613677"/>
                </a:lnTo>
                <a:lnTo>
                  <a:pt x="1685726" y="614696"/>
                </a:lnTo>
                <a:lnTo>
                  <a:pt x="1691923" y="615697"/>
                </a:lnTo>
                <a:lnTo>
                  <a:pt x="1698121" y="616678"/>
                </a:lnTo>
                <a:lnTo>
                  <a:pt x="1704318" y="617633"/>
                </a:lnTo>
                <a:lnTo>
                  <a:pt x="1710516" y="618574"/>
                </a:lnTo>
                <a:lnTo>
                  <a:pt x="1716713" y="619481"/>
                </a:lnTo>
                <a:lnTo>
                  <a:pt x="1722911" y="620381"/>
                </a:lnTo>
                <a:lnTo>
                  <a:pt x="1729108" y="621243"/>
                </a:lnTo>
                <a:lnTo>
                  <a:pt x="1735306" y="622096"/>
                </a:lnTo>
                <a:lnTo>
                  <a:pt x="1741503" y="622919"/>
                </a:lnTo>
                <a:lnTo>
                  <a:pt x="1747701" y="623723"/>
                </a:lnTo>
                <a:lnTo>
                  <a:pt x="1753898" y="624507"/>
                </a:lnTo>
                <a:lnTo>
                  <a:pt x="1760096" y="625265"/>
                </a:lnTo>
                <a:lnTo>
                  <a:pt x="1766293" y="626010"/>
                </a:lnTo>
                <a:lnTo>
                  <a:pt x="1772491" y="626721"/>
                </a:lnTo>
                <a:lnTo>
                  <a:pt x="1778688" y="627424"/>
                </a:lnTo>
                <a:lnTo>
                  <a:pt x="1784886" y="628092"/>
                </a:lnTo>
                <a:lnTo>
                  <a:pt x="1791084" y="628749"/>
                </a:lnTo>
                <a:lnTo>
                  <a:pt x="1797281" y="629380"/>
                </a:lnTo>
                <a:lnTo>
                  <a:pt x="1803479" y="629992"/>
                </a:lnTo>
                <a:lnTo>
                  <a:pt x="1809676" y="630585"/>
                </a:lnTo>
                <a:lnTo>
                  <a:pt x="1815874" y="631153"/>
                </a:lnTo>
                <a:lnTo>
                  <a:pt x="1822071" y="631710"/>
                </a:lnTo>
                <a:lnTo>
                  <a:pt x="1828269" y="632235"/>
                </a:lnTo>
                <a:lnTo>
                  <a:pt x="1834466" y="632753"/>
                </a:lnTo>
                <a:lnTo>
                  <a:pt x="1840664" y="633239"/>
                </a:lnTo>
                <a:lnTo>
                  <a:pt x="1846861" y="633716"/>
                </a:lnTo>
                <a:lnTo>
                  <a:pt x="1853059" y="634169"/>
                </a:lnTo>
                <a:lnTo>
                  <a:pt x="1859256" y="634605"/>
                </a:lnTo>
                <a:lnTo>
                  <a:pt x="1865454" y="635026"/>
                </a:lnTo>
                <a:lnTo>
                  <a:pt x="1871651" y="635424"/>
                </a:lnTo>
                <a:lnTo>
                  <a:pt x="1877849" y="635813"/>
                </a:lnTo>
                <a:lnTo>
                  <a:pt x="1884046" y="636174"/>
                </a:lnTo>
                <a:lnTo>
                  <a:pt x="1890244" y="636530"/>
                </a:lnTo>
                <a:lnTo>
                  <a:pt x="1896441" y="636860"/>
                </a:lnTo>
                <a:lnTo>
                  <a:pt x="1902639" y="637181"/>
                </a:lnTo>
                <a:lnTo>
                  <a:pt x="1908836" y="637483"/>
                </a:lnTo>
                <a:lnTo>
                  <a:pt x="1915034" y="637771"/>
                </a:lnTo>
                <a:lnTo>
                  <a:pt x="1921231" y="638047"/>
                </a:lnTo>
                <a:lnTo>
                  <a:pt x="1927429" y="638305"/>
                </a:lnTo>
                <a:lnTo>
                  <a:pt x="1933627" y="638557"/>
                </a:lnTo>
                <a:lnTo>
                  <a:pt x="1939824" y="638786"/>
                </a:lnTo>
                <a:lnTo>
                  <a:pt x="1946022" y="639011"/>
                </a:lnTo>
                <a:lnTo>
                  <a:pt x="1952219" y="639218"/>
                </a:lnTo>
                <a:lnTo>
                  <a:pt x="1958417" y="639417"/>
                </a:lnTo>
                <a:lnTo>
                  <a:pt x="1964614" y="639603"/>
                </a:lnTo>
                <a:lnTo>
                  <a:pt x="1970812" y="639779"/>
                </a:lnTo>
                <a:lnTo>
                  <a:pt x="1977009" y="639946"/>
                </a:lnTo>
                <a:lnTo>
                  <a:pt x="1983207" y="640100"/>
                </a:lnTo>
                <a:lnTo>
                  <a:pt x="1989404" y="640250"/>
                </a:lnTo>
                <a:lnTo>
                  <a:pt x="1995602" y="640386"/>
                </a:lnTo>
                <a:lnTo>
                  <a:pt x="2001799" y="640518"/>
                </a:lnTo>
                <a:lnTo>
                  <a:pt x="2007997" y="640639"/>
                </a:lnTo>
                <a:lnTo>
                  <a:pt x="2014194" y="640755"/>
                </a:lnTo>
                <a:lnTo>
                  <a:pt x="2020392" y="640863"/>
                </a:lnTo>
                <a:lnTo>
                  <a:pt x="2026589" y="640965"/>
                </a:lnTo>
                <a:lnTo>
                  <a:pt x="2032787" y="641062"/>
                </a:lnTo>
                <a:lnTo>
                  <a:pt x="2038984" y="641152"/>
                </a:lnTo>
                <a:lnTo>
                  <a:pt x="2045182" y="641240"/>
                </a:lnTo>
                <a:lnTo>
                  <a:pt x="2051379" y="641320"/>
                </a:lnTo>
                <a:lnTo>
                  <a:pt x="2057577" y="641399"/>
                </a:lnTo>
                <a:lnTo>
                  <a:pt x="2063774" y="641472"/>
                </a:lnTo>
                <a:lnTo>
                  <a:pt x="2069972" y="641544"/>
                </a:lnTo>
                <a:lnTo>
                  <a:pt x="2076170" y="641612"/>
                </a:lnTo>
                <a:lnTo>
                  <a:pt x="2082367" y="641679"/>
                </a:lnTo>
                <a:lnTo>
                  <a:pt x="2088565" y="641743"/>
                </a:lnTo>
                <a:lnTo>
                  <a:pt x="2094762" y="641807"/>
                </a:lnTo>
                <a:lnTo>
                  <a:pt x="2100960" y="641869"/>
                </a:lnTo>
                <a:lnTo>
                  <a:pt x="2107157" y="641931"/>
                </a:lnTo>
                <a:lnTo>
                  <a:pt x="2113355" y="641992"/>
                </a:lnTo>
                <a:lnTo>
                  <a:pt x="2119552" y="642054"/>
                </a:lnTo>
                <a:lnTo>
                  <a:pt x="2125750" y="642117"/>
                </a:lnTo>
                <a:lnTo>
                  <a:pt x="2131947" y="642180"/>
                </a:lnTo>
                <a:lnTo>
                  <a:pt x="2138145" y="642245"/>
                </a:lnTo>
                <a:lnTo>
                  <a:pt x="2144342" y="642310"/>
                </a:lnTo>
                <a:lnTo>
                  <a:pt x="2150540" y="642379"/>
                </a:lnTo>
                <a:lnTo>
                  <a:pt x="2156737" y="642449"/>
                </a:lnTo>
                <a:lnTo>
                  <a:pt x="2162935" y="642523"/>
                </a:lnTo>
                <a:lnTo>
                  <a:pt x="2169132" y="642598"/>
                </a:lnTo>
                <a:lnTo>
                  <a:pt x="2175330" y="642677"/>
                </a:lnTo>
                <a:lnTo>
                  <a:pt x="2181527" y="642759"/>
                </a:lnTo>
                <a:lnTo>
                  <a:pt x="2187725" y="642845"/>
                </a:lnTo>
                <a:lnTo>
                  <a:pt x="2193922" y="642936"/>
                </a:lnTo>
                <a:lnTo>
                  <a:pt x="2200120" y="643028"/>
                </a:lnTo>
                <a:lnTo>
                  <a:pt x="2206318" y="643128"/>
                </a:lnTo>
                <a:lnTo>
                  <a:pt x="2212515" y="643229"/>
                </a:lnTo>
                <a:lnTo>
                  <a:pt x="2218713" y="643339"/>
                </a:lnTo>
                <a:lnTo>
                  <a:pt x="2224910" y="643450"/>
                </a:lnTo>
                <a:lnTo>
                  <a:pt x="2231108" y="643569"/>
                </a:lnTo>
                <a:lnTo>
                  <a:pt x="2237305" y="643692"/>
                </a:lnTo>
                <a:lnTo>
                  <a:pt x="2243503" y="643820"/>
                </a:lnTo>
                <a:lnTo>
                  <a:pt x="2249700" y="643954"/>
                </a:lnTo>
                <a:lnTo>
                  <a:pt x="2255898" y="644093"/>
                </a:lnTo>
                <a:lnTo>
                  <a:pt x="2262095" y="644240"/>
                </a:lnTo>
                <a:lnTo>
                  <a:pt x="2268293" y="644389"/>
                </a:lnTo>
                <a:lnTo>
                  <a:pt x="2274490" y="644549"/>
                </a:lnTo>
                <a:lnTo>
                  <a:pt x="2280688" y="644712"/>
                </a:lnTo>
                <a:lnTo>
                  <a:pt x="2286885" y="644882"/>
                </a:lnTo>
                <a:lnTo>
                  <a:pt x="2293083" y="645059"/>
                </a:lnTo>
                <a:lnTo>
                  <a:pt x="2299280" y="645241"/>
                </a:lnTo>
                <a:lnTo>
                  <a:pt x="2305478" y="645431"/>
                </a:lnTo>
                <a:lnTo>
                  <a:pt x="2311675" y="645624"/>
                </a:lnTo>
                <a:lnTo>
                  <a:pt x="2317873" y="645828"/>
                </a:lnTo>
                <a:lnTo>
                  <a:pt x="2324070" y="646035"/>
                </a:lnTo>
                <a:lnTo>
                  <a:pt x="2330268" y="646252"/>
                </a:lnTo>
                <a:lnTo>
                  <a:pt x="2336465" y="646472"/>
                </a:lnTo>
                <a:lnTo>
                  <a:pt x="2342663" y="646701"/>
                </a:lnTo>
                <a:lnTo>
                  <a:pt x="2348861" y="646936"/>
                </a:lnTo>
                <a:lnTo>
                  <a:pt x="2355058" y="647176"/>
                </a:lnTo>
                <a:lnTo>
                  <a:pt x="2361256" y="647425"/>
                </a:lnTo>
                <a:lnTo>
                  <a:pt x="2367453" y="647678"/>
                </a:lnTo>
                <a:lnTo>
                  <a:pt x="2373651" y="647940"/>
                </a:lnTo>
                <a:lnTo>
                  <a:pt x="2379848" y="648206"/>
                </a:lnTo>
                <a:lnTo>
                  <a:pt x="2386046" y="648481"/>
                </a:lnTo>
                <a:lnTo>
                  <a:pt x="2392243" y="648760"/>
                </a:lnTo>
                <a:lnTo>
                  <a:pt x="2398441" y="649047"/>
                </a:lnTo>
                <a:lnTo>
                  <a:pt x="2404638" y="649340"/>
                </a:lnTo>
                <a:lnTo>
                  <a:pt x="2410836" y="649638"/>
                </a:lnTo>
                <a:lnTo>
                  <a:pt x="2417033" y="649945"/>
                </a:lnTo>
                <a:lnTo>
                  <a:pt x="2423231" y="650254"/>
                </a:lnTo>
                <a:lnTo>
                  <a:pt x="2429428" y="650573"/>
                </a:lnTo>
                <a:lnTo>
                  <a:pt x="2435626" y="650895"/>
                </a:lnTo>
                <a:lnTo>
                  <a:pt x="2441823" y="651226"/>
                </a:lnTo>
                <a:lnTo>
                  <a:pt x="2448021" y="651560"/>
                </a:lnTo>
                <a:lnTo>
                  <a:pt x="2454218" y="651902"/>
                </a:lnTo>
                <a:lnTo>
                  <a:pt x="2460416" y="652248"/>
                </a:lnTo>
                <a:lnTo>
                  <a:pt x="2466613" y="652600"/>
                </a:lnTo>
                <a:lnTo>
                  <a:pt x="2472811" y="652959"/>
                </a:lnTo>
                <a:lnTo>
                  <a:pt x="2479009" y="653321"/>
                </a:lnTo>
                <a:lnTo>
                  <a:pt x="2485206" y="653692"/>
                </a:lnTo>
                <a:lnTo>
                  <a:pt x="2491404" y="654064"/>
                </a:lnTo>
                <a:lnTo>
                  <a:pt x="2497601" y="654445"/>
                </a:lnTo>
                <a:lnTo>
                  <a:pt x="2503799" y="654830"/>
                </a:lnTo>
                <a:lnTo>
                  <a:pt x="2509996" y="655220"/>
                </a:lnTo>
                <a:lnTo>
                  <a:pt x="2516194" y="655615"/>
                </a:lnTo>
                <a:lnTo>
                  <a:pt x="2522391" y="656014"/>
                </a:lnTo>
                <a:lnTo>
                  <a:pt x="2528589" y="656420"/>
                </a:lnTo>
                <a:lnTo>
                  <a:pt x="2534786" y="656828"/>
                </a:lnTo>
                <a:lnTo>
                  <a:pt x="2540984" y="657245"/>
                </a:lnTo>
                <a:lnTo>
                  <a:pt x="2547181" y="657663"/>
                </a:lnTo>
                <a:lnTo>
                  <a:pt x="2553379" y="658088"/>
                </a:lnTo>
                <a:lnTo>
                  <a:pt x="2559576" y="658516"/>
                </a:lnTo>
                <a:lnTo>
                  <a:pt x="2565774" y="658949"/>
                </a:lnTo>
                <a:lnTo>
                  <a:pt x="2571971" y="659387"/>
                </a:lnTo>
                <a:lnTo>
                  <a:pt x="2578169" y="659828"/>
                </a:lnTo>
                <a:lnTo>
                  <a:pt x="2584366" y="660275"/>
                </a:lnTo>
                <a:lnTo>
                  <a:pt x="2590564" y="660724"/>
                </a:lnTo>
                <a:lnTo>
                  <a:pt x="2596761" y="661180"/>
                </a:lnTo>
                <a:lnTo>
                  <a:pt x="2602959" y="661637"/>
                </a:lnTo>
                <a:lnTo>
                  <a:pt x="2609156" y="662101"/>
                </a:lnTo>
                <a:lnTo>
                  <a:pt x="2615354" y="662567"/>
                </a:lnTo>
                <a:lnTo>
                  <a:pt x="2621552" y="663038"/>
                </a:lnTo>
                <a:lnTo>
                  <a:pt x="2627749" y="663513"/>
                </a:lnTo>
                <a:lnTo>
                  <a:pt x="2633947" y="663991"/>
                </a:lnTo>
                <a:lnTo>
                  <a:pt x="2640144" y="664474"/>
                </a:lnTo>
                <a:lnTo>
                  <a:pt x="2646342" y="664958"/>
                </a:lnTo>
                <a:lnTo>
                  <a:pt x="2652539" y="665449"/>
                </a:lnTo>
                <a:lnTo>
                  <a:pt x="2658737" y="665942"/>
                </a:lnTo>
                <a:lnTo>
                  <a:pt x="2664934" y="666439"/>
                </a:lnTo>
                <a:lnTo>
                  <a:pt x="2671132" y="666939"/>
                </a:lnTo>
                <a:lnTo>
                  <a:pt x="2677329" y="667443"/>
                </a:lnTo>
                <a:lnTo>
                  <a:pt x="2683527" y="667950"/>
                </a:lnTo>
                <a:lnTo>
                  <a:pt x="2689724" y="668460"/>
                </a:lnTo>
                <a:lnTo>
                  <a:pt x="2695922" y="668975"/>
                </a:lnTo>
                <a:lnTo>
                  <a:pt x="2702119" y="669491"/>
                </a:lnTo>
                <a:lnTo>
                  <a:pt x="2708317" y="670013"/>
                </a:lnTo>
                <a:lnTo>
                  <a:pt x="2714514" y="670536"/>
                </a:lnTo>
                <a:lnTo>
                  <a:pt x="2720712" y="671063"/>
                </a:lnTo>
                <a:lnTo>
                  <a:pt x="2726909" y="671592"/>
                </a:lnTo>
                <a:lnTo>
                  <a:pt x="2733107" y="672125"/>
                </a:lnTo>
                <a:lnTo>
                  <a:pt x="2739304" y="672661"/>
                </a:lnTo>
                <a:lnTo>
                  <a:pt x="2745502" y="673199"/>
                </a:lnTo>
                <a:lnTo>
                  <a:pt x="2751699" y="673742"/>
                </a:lnTo>
                <a:lnTo>
                  <a:pt x="2757897" y="674285"/>
                </a:lnTo>
                <a:lnTo>
                  <a:pt x="2764095" y="674834"/>
                </a:lnTo>
                <a:lnTo>
                  <a:pt x="2770292" y="675383"/>
                </a:lnTo>
                <a:lnTo>
                  <a:pt x="2776490" y="675936"/>
                </a:lnTo>
                <a:lnTo>
                  <a:pt x="2782687" y="676491"/>
                </a:lnTo>
                <a:lnTo>
                  <a:pt x="2788885" y="677049"/>
                </a:lnTo>
                <a:lnTo>
                  <a:pt x="2795082" y="677609"/>
                </a:lnTo>
                <a:lnTo>
                  <a:pt x="2801280" y="678171"/>
                </a:lnTo>
                <a:lnTo>
                  <a:pt x="2807477" y="678737"/>
                </a:lnTo>
                <a:lnTo>
                  <a:pt x="2813675" y="679304"/>
                </a:lnTo>
                <a:lnTo>
                  <a:pt x="2819872" y="679874"/>
                </a:lnTo>
                <a:lnTo>
                  <a:pt x="2826070" y="680445"/>
                </a:lnTo>
                <a:lnTo>
                  <a:pt x="2832267" y="681019"/>
                </a:lnTo>
                <a:lnTo>
                  <a:pt x="2838465" y="681595"/>
                </a:lnTo>
                <a:lnTo>
                  <a:pt x="2844662" y="682173"/>
                </a:lnTo>
                <a:lnTo>
                  <a:pt x="2850860" y="682752"/>
                </a:lnTo>
                <a:lnTo>
                  <a:pt x="2857057" y="683333"/>
                </a:lnTo>
                <a:lnTo>
                  <a:pt x="2863255" y="683917"/>
                </a:lnTo>
                <a:lnTo>
                  <a:pt x="2869452" y="684501"/>
                </a:lnTo>
                <a:lnTo>
                  <a:pt x="2875650" y="685088"/>
                </a:lnTo>
                <a:lnTo>
                  <a:pt x="2881847" y="685675"/>
                </a:lnTo>
                <a:lnTo>
                  <a:pt x="2888045" y="686265"/>
                </a:lnTo>
                <a:lnTo>
                  <a:pt x="2894243" y="686855"/>
                </a:lnTo>
                <a:lnTo>
                  <a:pt x="2900440" y="687446"/>
                </a:lnTo>
                <a:lnTo>
                  <a:pt x="2906638" y="688039"/>
                </a:lnTo>
                <a:lnTo>
                  <a:pt x="2912835" y="688632"/>
                </a:lnTo>
                <a:lnTo>
                  <a:pt x="2919033" y="689227"/>
                </a:lnTo>
                <a:lnTo>
                  <a:pt x="2925230" y="689822"/>
                </a:lnTo>
                <a:lnTo>
                  <a:pt x="2931428" y="690418"/>
                </a:lnTo>
                <a:lnTo>
                  <a:pt x="2937625" y="691014"/>
                </a:lnTo>
                <a:lnTo>
                  <a:pt x="2943823" y="691611"/>
                </a:lnTo>
                <a:lnTo>
                  <a:pt x="2950020" y="692208"/>
                </a:lnTo>
                <a:lnTo>
                  <a:pt x="2956218" y="692806"/>
                </a:lnTo>
                <a:lnTo>
                  <a:pt x="2962415" y="693403"/>
                </a:lnTo>
                <a:lnTo>
                  <a:pt x="2968613" y="694001"/>
                </a:lnTo>
                <a:lnTo>
                  <a:pt x="2974810" y="694598"/>
                </a:lnTo>
                <a:lnTo>
                  <a:pt x="2981008" y="695195"/>
                </a:lnTo>
                <a:lnTo>
                  <a:pt x="2987205" y="695792"/>
                </a:lnTo>
                <a:lnTo>
                  <a:pt x="2993403" y="696388"/>
                </a:lnTo>
                <a:lnTo>
                  <a:pt x="2999600" y="696984"/>
                </a:lnTo>
                <a:lnTo>
                  <a:pt x="3005798" y="697579"/>
                </a:lnTo>
                <a:lnTo>
                  <a:pt x="3011995" y="698173"/>
                </a:lnTo>
                <a:lnTo>
                  <a:pt x="3018193" y="698765"/>
                </a:lnTo>
                <a:lnTo>
                  <a:pt x="3024390" y="699358"/>
                </a:lnTo>
                <a:lnTo>
                  <a:pt x="3030588" y="699948"/>
                </a:lnTo>
                <a:lnTo>
                  <a:pt x="3036786" y="700537"/>
                </a:lnTo>
                <a:lnTo>
                  <a:pt x="3042983" y="701125"/>
                </a:lnTo>
                <a:lnTo>
                  <a:pt x="3049181" y="701711"/>
                </a:lnTo>
                <a:lnTo>
                  <a:pt x="3055378" y="702295"/>
                </a:lnTo>
                <a:lnTo>
                  <a:pt x="3061576" y="702877"/>
                </a:lnTo>
                <a:lnTo>
                  <a:pt x="3067773" y="703458"/>
                </a:lnTo>
                <a:lnTo>
                  <a:pt x="3073971" y="704035"/>
                </a:lnTo>
                <a:lnTo>
                  <a:pt x="3080168" y="704612"/>
                </a:lnTo>
                <a:lnTo>
                  <a:pt x="3086366" y="705184"/>
                </a:lnTo>
                <a:lnTo>
                  <a:pt x="3092563" y="705756"/>
                </a:lnTo>
                <a:lnTo>
                  <a:pt x="3098761" y="706323"/>
                </a:lnTo>
                <a:lnTo>
                  <a:pt x="3104958" y="706889"/>
                </a:lnTo>
                <a:lnTo>
                  <a:pt x="3111156" y="707451"/>
                </a:lnTo>
                <a:lnTo>
                  <a:pt x="3117353" y="708010"/>
                </a:lnTo>
                <a:lnTo>
                  <a:pt x="3123551" y="708566"/>
                </a:lnTo>
                <a:lnTo>
                  <a:pt x="3129748" y="709118"/>
                </a:lnTo>
                <a:lnTo>
                  <a:pt x="3135946" y="709668"/>
                </a:lnTo>
                <a:lnTo>
                  <a:pt x="3142143" y="710212"/>
                </a:lnTo>
                <a:lnTo>
                  <a:pt x="3148341" y="710755"/>
                </a:lnTo>
                <a:lnTo>
                  <a:pt x="3154538" y="711292"/>
                </a:lnTo>
                <a:lnTo>
                  <a:pt x="3160736" y="711827"/>
                </a:lnTo>
                <a:lnTo>
                  <a:pt x="3166933" y="712357"/>
                </a:lnTo>
                <a:lnTo>
                  <a:pt x="3166933" y="739776"/>
                </a:lnTo>
                <a:lnTo>
                  <a:pt x="3160736" y="739776"/>
                </a:lnTo>
                <a:lnTo>
                  <a:pt x="3154538" y="739776"/>
                </a:lnTo>
                <a:lnTo>
                  <a:pt x="3148341" y="739776"/>
                </a:lnTo>
                <a:lnTo>
                  <a:pt x="3142143" y="739776"/>
                </a:lnTo>
                <a:lnTo>
                  <a:pt x="3135946" y="739776"/>
                </a:lnTo>
                <a:lnTo>
                  <a:pt x="3129748" y="739776"/>
                </a:lnTo>
                <a:lnTo>
                  <a:pt x="3123551" y="739776"/>
                </a:lnTo>
                <a:lnTo>
                  <a:pt x="3117353" y="739776"/>
                </a:lnTo>
                <a:lnTo>
                  <a:pt x="3111156" y="739776"/>
                </a:lnTo>
                <a:lnTo>
                  <a:pt x="3104958" y="739776"/>
                </a:lnTo>
                <a:lnTo>
                  <a:pt x="3098761" y="739776"/>
                </a:lnTo>
                <a:lnTo>
                  <a:pt x="3092563" y="739776"/>
                </a:lnTo>
                <a:lnTo>
                  <a:pt x="3086366" y="739776"/>
                </a:lnTo>
                <a:lnTo>
                  <a:pt x="3080168" y="739776"/>
                </a:lnTo>
                <a:lnTo>
                  <a:pt x="3073971" y="739776"/>
                </a:lnTo>
                <a:lnTo>
                  <a:pt x="3067773" y="739776"/>
                </a:lnTo>
                <a:lnTo>
                  <a:pt x="3061576" y="739776"/>
                </a:lnTo>
                <a:lnTo>
                  <a:pt x="3055378" y="739776"/>
                </a:lnTo>
                <a:lnTo>
                  <a:pt x="3049181" y="739776"/>
                </a:lnTo>
                <a:lnTo>
                  <a:pt x="3042983" y="739776"/>
                </a:lnTo>
                <a:lnTo>
                  <a:pt x="3036786" y="739776"/>
                </a:lnTo>
                <a:lnTo>
                  <a:pt x="3030588" y="739776"/>
                </a:lnTo>
                <a:lnTo>
                  <a:pt x="3024390" y="739776"/>
                </a:lnTo>
                <a:lnTo>
                  <a:pt x="3018193" y="739776"/>
                </a:lnTo>
                <a:lnTo>
                  <a:pt x="3011995" y="739776"/>
                </a:lnTo>
                <a:lnTo>
                  <a:pt x="3005798" y="739776"/>
                </a:lnTo>
                <a:lnTo>
                  <a:pt x="2999600" y="739776"/>
                </a:lnTo>
                <a:lnTo>
                  <a:pt x="2993403" y="739776"/>
                </a:lnTo>
                <a:lnTo>
                  <a:pt x="2987205" y="739776"/>
                </a:lnTo>
                <a:lnTo>
                  <a:pt x="2981008" y="739776"/>
                </a:lnTo>
                <a:lnTo>
                  <a:pt x="2974810" y="739776"/>
                </a:lnTo>
                <a:lnTo>
                  <a:pt x="2968613" y="739776"/>
                </a:lnTo>
                <a:lnTo>
                  <a:pt x="2962415" y="739776"/>
                </a:lnTo>
                <a:lnTo>
                  <a:pt x="2956218" y="739776"/>
                </a:lnTo>
                <a:lnTo>
                  <a:pt x="2950020" y="739776"/>
                </a:lnTo>
                <a:lnTo>
                  <a:pt x="2943823" y="739776"/>
                </a:lnTo>
                <a:lnTo>
                  <a:pt x="2937625" y="739776"/>
                </a:lnTo>
                <a:lnTo>
                  <a:pt x="2931428" y="739776"/>
                </a:lnTo>
                <a:lnTo>
                  <a:pt x="2925230" y="739776"/>
                </a:lnTo>
                <a:lnTo>
                  <a:pt x="2919033" y="739776"/>
                </a:lnTo>
                <a:lnTo>
                  <a:pt x="2912835" y="739776"/>
                </a:lnTo>
                <a:lnTo>
                  <a:pt x="2906638" y="739776"/>
                </a:lnTo>
                <a:lnTo>
                  <a:pt x="2900440" y="739776"/>
                </a:lnTo>
                <a:lnTo>
                  <a:pt x="2894243" y="739776"/>
                </a:lnTo>
                <a:lnTo>
                  <a:pt x="2888045" y="739776"/>
                </a:lnTo>
                <a:lnTo>
                  <a:pt x="2881847" y="739776"/>
                </a:lnTo>
                <a:lnTo>
                  <a:pt x="2875650" y="739776"/>
                </a:lnTo>
                <a:lnTo>
                  <a:pt x="2869452" y="739776"/>
                </a:lnTo>
                <a:lnTo>
                  <a:pt x="2863255" y="739776"/>
                </a:lnTo>
                <a:lnTo>
                  <a:pt x="2857057" y="739776"/>
                </a:lnTo>
                <a:lnTo>
                  <a:pt x="2850860" y="739776"/>
                </a:lnTo>
                <a:lnTo>
                  <a:pt x="2844662" y="739776"/>
                </a:lnTo>
                <a:lnTo>
                  <a:pt x="2838465" y="739776"/>
                </a:lnTo>
                <a:lnTo>
                  <a:pt x="2832267" y="739776"/>
                </a:lnTo>
                <a:lnTo>
                  <a:pt x="2826070" y="739776"/>
                </a:lnTo>
                <a:lnTo>
                  <a:pt x="2819872" y="739776"/>
                </a:lnTo>
                <a:lnTo>
                  <a:pt x="2813675" y="739776"/>
                </a:lnTo>
                <a:lnTo>
                  <a:pt x="2807477" y="739776"/>
                </a:lnTo>
                <a:lnTo>
                  <a:pt x="2801280" y="739776"/>
                </a:lnTo>
                <a:lnTo>
                  <a:pt x="2795082" y="739776"/>
                </a:lnTo>
                <a:lnTo>
                  <a:pt x="2788885" y="739776"/>
                </a:lnTo>
                <a:lnTo>
                  <a:pt x="2782687" y="739776"/>
                </a:lnTo>
                <a:lnTo>
                  <a:pt x="2776490" y="739776"/>
                </a:lnTo>
                <a:lnTo>
                  <a:pt x="2770292" y="739776"/>
                </a:lnTo>
                <a:lnTo>
                  <a:pt x="2764095" y="739776"/>
                </a:lnTo>
                <a:lnTo>
                  <a:pt x="2757897" y="739776"/>
                </a:lnTo>
                <a:lnTo>
                  <a:pt x="2751699" y="739776"/>
                </a:lnTo>
                <a:lnTo>
                  <a:pt x="2745502" y="739776"/>
                </a:lnTo>
                <a:lnTo>
                  <a:pt x="2739304" y="739776"/>
                </a:lnTo>
                <a:lnTo>
                  <a:pt x="2733107" y="739776"/>
                </a:lnTo>
                <a:lnTo>
                  <a:pt x="2726909" y="739776"/>
                </a:lnTo>
                <a:lnTo>
                  <a:pt x="2720712" y="739776"/>
                </a:lnTo>
                <a:lnTo>
                  <a:pt x="2714514" y="739776"/>
                </a:lnTo>
                <a:lnTo>
                  <a:pt x="2708317" y="739776"/>
                </a:lnTo>
                <a:lnTo>
                  <a:pt x="2702119" y="739776"/>
                </a:lnTo>
                <a:lnTo>
                  <a:pt x="2695922" y="739776"/>
                </a:lnTo>
                <a:lnTo>
                  <a:pt x="2689724" y="739776"/>
                </a:lnTo>
                <a:lnTo>
                  <a:pt x="2683527" y="739776"/>
                </a:lnTo>
                <a:lnTo>
                  <a:pt x="2677329" y="739776"/>
                </a:lnTo>
                <a:lnTo>
                  <a:pt x="2671132" y="739776"/>
                </a:lnTo>
                <a:lnTo>
                  <a:pt x="2664934" y="739776"/>
                </a:lnTo>
                <a:lnTo>
                  <a:pt x="2658737" y="739776"/>
                </a:lnTo>
                <a:lnTo>
                  <a:pt x="2652539" y="739776"/>
                </a:lnTo>
                <a:lnTo>
                  <a:pt x="2646342" y="739776"/>
                </a:lnTo>
                <a:lnTo>
                  <a:pt x="2640144" y="739776"/>
                </a:lnTo>
                <a:lnTo>
                  <a:pt x="2633947" y="739776"/>
                </a:lnTo>
                <a:lnTo>
                  <a:pt x="2627749" y="739776"/>
                </a:lnTo>
                <a:lnTo>
                  <a:pt x="2621552" y="739776"/>
                </a:lnTo>
                <a:lnTo>
                  <a:pt x="2615354" y="739776"/>
                </a:lnTo>
                <a:lnTo>
                  <a:pt x="2609156" y="739776"/>
                </a:lnTo>
                <a:lnTo>
                  <a:pt x="2602959" y="739776"/>
                </a:lnTo>
                <a:lnTo>
                  <a:pt x="2596761" y="739776"/>
                </a:lnTo>
                <a:lnTo>
                  <a:pt x="2590564" y="739776"/>
                </a:lnTo>
                <a:lnTo>
                  <a:pt x="2584366" y="739776"/>
                </a:lnTo>
                <a:lnTo>
                  <a:pt x="2578169" y="739776"/>
                </a:lnTo>
                <a:lnTo>
                  <a:pt x="2571971" y="739776"/>
                </a:lnTo>
                <a:lnTo>
                  <a:pt x="2565774" y="739776"/>
                </a:lnTo>
                <a:lnTo>
                  <a:pt x="2559576" y="739776"/>
                </a:lnTo>
                <a:lnTo>
                  <a:pt x="2553379" y="739776"/>
                </a:lnTo>
                <a:lnTo>
                  <a:pt x="2547181" y="739776"/>
                </a:lnTo>
                <a:lnTo>
                  <a:pt x="2540984" y="739776"/>
                </a:lnTo>
                <a:lnTo>
                  <a:pt x="2534786" y="739776"/>
                </a:lnTo>
                <a:lnTo>
                  <a:pt x="2528589" y="739776"/>
                </a:lnTo>
                <a:lnTo>
                  <a:pt x="2522391" y="739776"/>
                </a:lnTo>
                <a:lnTo>
                  <a:pt x="2516194" y="739776"/>
                </a:lnTo>
                <a:lnTo>
                  <a:pt x="2509996" y="739776"/>
                </a:lnTo>
                <a:lnTo>
                  <a:pt x="2503799" y="739776"/>
                </a:lnTo>
                <a:lnTo>
                  <a:pt x="2497601" y="739776"/>
                </a:lnTo>
                <a:lnTo>
                  <a:pt x="2491404" y="739776"/>
                </a:lnTo>
                <a:lnTo>
                  <a:pt x="2485206" y="739776"/>
                </a:lnTo>
                <a:lnTo>
                  <a:pt x="2479009" y="739776"/>
                </a:lnTo>
                <a:lnTo>
                  <a:pt x="2472811" y="739776"/>
                </a:lnTo>
                <a:lnTo>
                  <a:pt x="2466613" y="739776"/>
                </a:lnTo>
                <a:lnTo>
                  <a:pt x="2460416" y="739776"/>
                </a:lnTo>
                <a:lnTo>
                  <a:pt x="2454218" y="739776"/>
                </a:lnTo>
                <a:lnTo>
                  <a:pt x="2448021" y="739776"/>
                </a:lnTo>
                <a:lnTo>
                  <a:pt x="2441823" y="739776"/>
                </a:lnTo>
                <a:lnTo>
                  <a:pt x="2435626" y="739776"/>
                </a:lnTo>
                <a:lnTo>
                  <a:pt x="2429428" y="739776"/>
                </a:lnTo>
                <a:lnTo>
                  <a:pt x="2423231" y="739776"/>
                </a:lnTo>
                <a:lnTo>
                  <a:pt x="2417033" y="739776"/>
                </a:lnTo>
                <a:lnTo>
                  <a:pt x="2410836" y="739776"/>
                </a:lnTo>
                <a:lnTo>
                  <a:pt x="2404638" y="739776"/>
                </a:lnTo>
                <a:lnTo>
                  <a:pt x="2398441" y="739776"/>
                </a:lnTo>
                <a:lnTo>
                  <a:pt x="2392243" y="739776"/>
                </a:lnTo>
                <a:lnTo>
                  <a:pt x="2386046" y="739776"/>
                </a:lnTo>
                <a:lnTo>
                  <a:pt x="2379848" y="739776"/>
                </a:lnTo>
                <a:lnTo>
                  <a:pt x="2373651" y="739776"/>
                </a:lnTo>
                <a:lnTo>
                  <a:pt x="2367453" y="739776"/>
                </a:lnTo>
                <a:lnTo>
                  <a:pt x="2361256" y="739776"/>
                </a:lnTo>
                <a:lnTo>
                  <a:pt x="2355058" y="739776"/>
                </a:lnTo>
                <a:lnTo>
                  <a:pt x="2348861" y="739776"/>
                </a:lnTo>
                <a:lnTo>
                  <a:pt x="2342663" y="739776"/>
                </a:lnTo>
                <a:lnTo>
                  <a:pt x="2336465" y="739776"/>
                </a:lnTo>
                <a:lnTo>
                  <a:pt x="2330268" y="739776"/>
                </a:lnTo>
                <a:lnTo>
                  <a:pt x="2324070" y="739776"/>
                </a:lnTo>
                <a:lnTo>
                  <a:pt x="2317873" y="739776"/>
                </a:lnTo>
                <a:lnTo>
                  <a:pt x="2311675" y="739776"/>
                </a:lnTo>
                <a:lnTo>
                  <a:pt x="2305478" y="739776"/>
                </a:lnTo>
                <a:lnTo>
                  <a:pt x="2299280" y="739776"/>
                </a:lnTo>
                <a:lnTo>
                  <a:pt x="2293083" y="739776"/>
                </a:lnTo>
                <a:lnTo>
                  <a:pt x="2286885" y="739776"/>
                </a:lnTo>
                <a:lnTo>
                  <a:pt x="2280688" y="739776"/>
                </a:lnTo>
                <a:lnTo>
                  <a:pt x="2274490" y="739776"/>
                </a:lnTo>
                <a:lnTo>
                  <a:pt x="2268293" y="739776"/>
                </a:lnTo>
                <a:lnTo>
                  <a:pt x="2262095" y="739776"/>
                </a:lnTo>
                <a:lnTo>
                  <a:pt x="2255898" y="739776"/>
                </a:lnTo>
                <a:lnTo>
                  <a:pt x="2249700" y="739776"/>
                </a:lnTo>
                <a:lnTo>
                  <a:pt x="2243503" y="739776"/>
                </a:lnTo>
                <a:lnTo>
                  <a:pt x="2237305" y="739776"/>
                </a:lnTo>
                <a:lnTo>
                  <a:pt x="2231108" y="739776"/>
                </a:lnTo>
                <a:lnTo>
                  <a:pt x="2224910" y="739776"/>
                </a:lnTo>
                <a:lnTo>
                  <a:pt x="2218713" y="739776"/>
                </a:lnTo>
                <a:lnTo>
                  <a:pt x="2212515" y="739776"/>
                </a:lnTo>
                <a:lnTo>
                  <a:pt x="2206318" y="739776"/>
                </a:lnTo>
                <a:lnTo>
                  <a:pt x="2200120" y="739776"/>
                </a:lnTo>
                <a:lnTo>
                  <a:pt x="2193922" y="739776"/>
                </a:lnTo>
                <a:lnTo>
                  <a:pt x="2187725" y="739776"/>
                </a:lnTo>
                <a:lnTo>
                  <a:pt x="2181527" y="739776"/>
                </a:lnTo>
                <a:lnTo>
                  <a:pt x="2175330" y="739776"/>
                </a:lnTo>
                <a:lnTo>
                  <a:pt x="2169132" y="739776"/>
                </a:lnTo>
                <a:lnTo>
                  <a:pt x="2162935" y="739776"/>
                </a:lnTo>
                <a:lnTo>
                  <a:pt x="2156737" y="739776"/>
                </a:lnTo>
                <a:lnTo>
                  <a:pt x="2150540" y="739776"/>
                </a:lnTo>
                <a:lnTo>
                  <a:pt x="2144342" y="739776"/>
                </a:lnTo>
                <a:lnTo>
                  <a:pt x="2138145" y="739776"/>
                </a:lnTo>
                <a:lnTo>
                  <a:pt x="2131947" y="739776"/>
                </a:lnTo>
                <a:lnTo>
                  <a:pt x="2125750" y="739776"/>
                </a:lnTo>
                <a:lnTo>
                  <a:pt x="2119552" y="739776"/>
                </a:lnTo>
                <a:lnTo>
                  <a:pt x="2113355" y="739776"/>
                </a:lnTo>
                <a:lnTo>
                  <a:pt x="2107157" y="739776"/>
                </a:lnTo>
                <a:lnTo>
                  <a:pt x="2100960" y="739776"/>
                </a:lnTo>
                <a:lnTo>
                  <a:pt x="2094762" y="739776"/>
                </a:lnTo>
                <a:lnTo>
                  <a:pt x="2088565" y="739776"/>
                </a:lnTo>
                <a:lnTo>
                  <a:pt x="2082367" y="739776"/>
                </a:lnTo>
                <a:lnTo>
                  <a:pt x="2076170" y="739776"/>
                </a:lnTo>
                <a:lnTo>
                  <a:pt x="2069972" y="739776"/>
                </a:lnTo>
                <a:lnTo>
                  <a:pt x="2063774" y="739776"/>
                </a:lnTo>
                <a:lnTo>
                  <a:pt x="2057577" y="739776"/>
                </a:lnTo>
                <a:lnTo>
                  <a:pt x="2051379" y="739776"/>
                </a:lnTo>
                <a:lnTo>
                  <a:pt x="2045182" y="739776"/>
                </a:lnTo>
                <a:lnTo>
                  <a:pt x="2038984" y="739776"/>
                </a:lnTo>
                <a:lnTo>
                  <a:pt x="2032787" y="739776"/>
                </a:lnTo>
                <a:lnTo>
                  <a:pt x="2026589" y="739776"/>
                </a:lnTo>
                <a:lnTo>
                  <a:pt x="2020392" y="739776"/>
                </a:lnTo>
                <a:lnTo>
                  <a:pt x="2014194" y="739776"/>
                </a:lnTo>
                <a:lnTo>
                  <a:pt x="2007997" y="739776"/>
                </a:lnTo>
                <a:lnTo>
                  <a:pt x="2001799" y="739776"/>
                </a:lnTo>
                <a:lnTo>
                  <a:pt x="1995602" y="739776"/>
                </a:lnTo>
                <a:lnTo>
                  <a:pt x="1989404" y="739776"/>
                </a:lnTo>
                <a:lnTo>
                  <a:pt x="1983207" y="739776"/>
                </a:lnTo>
                <a:lnTo>
                  <a:pt x="1977009" y="739776"/>
                </a:lnTo>
                <a:lnTo>
                  <a:pt x="1970812" y="739776"/>
                </a:lnTo>
                <a:lnTo>
                  <a:pt x="1964614" y="739776"/>
                </a:lnTo>
                <a:lnTo>
                  <a:pt x="1958417" y="739776"/>
                </a:lnTo>
                <a:lnTo>
                  <a:pt x="1952219" y="739776"/>
                </a:lnTo>
                <a:lnTo>
                  <a:pt x="1946022" y="739776"/>
                </a:lnTo>
                <a:lnTo>
                  <a:pt x="1939824" y="739776"/>
                </a:lnTo>
                <a:lnTo>
                  <a:pt x="1933627" y="739776"/>
                </a:lnTo>
                <a:lnTo>
                  <a:pt x="1927429" y="739776"/>
                </a:lnTo>
                <a:lnTo>
                  <a:pt x="1921231" y="739776"/>
                </a:lnTo>
                <a:lnTo>
                  <a:pt x="1915034" y="739776"/>
                </a:lnTo>
                <a:lnTo>
                  <a:pt x="1908836" y="739776"/>
                </a:lnTo>
                <a:lnTo>
                  <a:pt x="1902639" y="739776"/>
                </a:lnTo>
                <a:lnTo>
                  <a:pt x="1896441" y="739776"/>
                </a:lnTo>
                <a:lnTo>
                  <a:pt x="1890244" y="739776"/>
                </a:lnTo>
                <a:lnTo>
                  <a:pt x="1884046" y="739776"/>
                </a:lnTo>
                <a:lnTo>
                  <a:pt x="1877849" y="739776"/>
                </a:lnTo>
                <a:lnTo>
                  <a:pt x="1871651" y="739776"/>
                </a:lnTo>
                <a:lnTo>
                  <a:pt x="1865454" y="739776"/>
                </a:lnTo>
                <a:lnTo>
                  <a:pt x="1859256" y="739776"/>
                </a:lnTo>
                <a:lnTo>
                  <a:pt x="1853059" y="739776"/>
                </a:lnTo>
                <a:lnTo>
                  <a:pt x="1846861" y="739776"/>
                </a:lnTo>
                <a:lnTo>
                  <a:pt x="1840664" y="739776"/>
                </a:lnTo>
                <a:lnTo>
                  <a:pt x="1834466" y="739776"/>
                </a:lnTo>
                <a:lnTo>
                  <a:pt x="1828269" y="739776"/>
                </a:lnTo>
                <a:lnTo>
                  <a:pt x="1822071" y="739776"/>
                </a:lnTo>
                <a:lnTo>
                  <a:pt x="1815874" y="739776"/>
                </a:lnTo>
                <a:lnTo>
                  <a:pt x="1809676" y="739776"/>
                </a:lnTo>
                <a:lnTo>
                  <a:pt x="1803479" y="739776"/>
                </a:lnTo>
                <a:lnTo>
                  <a:pt x="1797281" y="739776"/>
                </a:lnTo>
                <a:lnTo>
                  <a:pt x="1791084" y="739776"/>
                </a:lnTo>
                <a:lnTo>
                  <a:pt x="1784886" y="739776"/>
                </a:lnTo>
                <a:lnTo>
                  <a:pt x="1778688" y="739776"/>
                </a:lnTo>
                <a:lnTo>
                  <a:pt x="1772491" y="739776"/>
                </a:lnTo>
                <a:lnTo>
                  <a:pt x="1766293" y="739776"/>
                </a:lnTo>
                <a:lnTo>
                  <a:pt x="1760096" y="739776"/>
                </a:lnTo>
                <a:lnTo>
                  <a:pt x="1753898" y="739776"/>
                </a:lnTo>
                <a:lnTo>
                  <a:pt x="1747701" y="739776"/>
                </a:lnTo>
                <a:lnTo>
                  <a:pt x="1741503" y="739776"/>
                </a:lnTo>
                <a:lnTo>
                  <a:pt x="1735306" y="739776"/>
                </a:lnTo>
                <a:lnTo>
                  <a:pt x="1729108" y="739776"/>
                </a:lnTo>
                <a:lnTo>
                  <a:pt x="1722911" y="739776"/>
                </a:lnTo>
                <a:lnTo>
                  <a:pt x="1716713" y="739776"/>
                </a:lnTo>
                <a:lnTo>
                  <a:pt x="1710516" y="739776"/>
                </a:lnTo>
                <a:lnTo>
                  <a:pt x="1704318" y="739776"/>
                </a:lnTo>
                <a:lnTo>
                  <a:pt x="1698121" y="739776"/>
                </a:lnTo>
                <a:lnTo>
                  <a:pt x="1691923" y="739776"/>
                </a:lnTo>
                <a:lnTo>
                  <a:pt x="1685726" y="739776"/>
                </a:lnTo>
                <a:lnTo>
                  <a:pt x="1679528" y="739776"/>
                </a:lnTo>
                <a:lnTo>
                  <a:pt x="1673331" y="739776"/>
                </a:lnTo>
                <a:lnTo>
                  <a:pt x="1667133" y="739776"/>
                </a:lnTo>
                <a:lnTo>
                  <a:pt x="1660936" y="739776"/>
                </a:lnTo>
                <a:lnTo>
                  <a:pt x="1654738" y="739776"/>
                </a:lnTo>
                <a:lnTo>
                  <a:pt x="1648540" y="739776"/>
                </a:lnTo>
                <a:lnTo>
                  <a:pt x="1642343" y="739776"/>
                </a:lnTo>
                <a:lnTo>
                  <a:pt x="1636145" y="739776"/>
                </a:lnTo>
                <a:lnTo>
                  <a:pt x="1629948" y="739776"/>
                </a:lnTo>
                <a:lnTo>
                  <a:pt x="1623750" y="739776"/>
                </a:lnTo>
                <a:lnTo>
                  <a:pt x="1617553" y="739776"/>
                </a:lnTo>
                <a:lnTo>
                  <a:pt x="1611355" y="739776"/>
                </a:lnTo>
                <a:lnTo>
                  <a:pt x="1605158" y="739776"/>
                </a:lnTo>
                <a:lnTo>
                  <a:pt x="1598960" y="739776"/>
                </a:lnTo>
                <a:lnTo>
                  <a:pt x="1592763" y="739776"/>
                </a:lnTo>
                <a:lnTo>
                  <a:pt x="1586565" y="739776"/>
                </a:lnTo>
                <a:lnTo>
                  <a:pt x="1580368" y="739776"/>
                </a:lnTo>
                <a:lnTo>
                  <a:pt x="1574170" y="739776"/>
                </a:lnTo>
                <a:lnTo>
                  <a:pt x="1567973" y="739776"/>
                </a:lnTo>
                <a:lnTo>
                  <a:pt x="1561775" y="739776"/>
                </a:lnTo>
                <a:lnTo>
                  <a:pt x="1555578" y="739776"/>
                </a:lnTo>
                <a:lnTo>
                  <a:pt x="1549380" y="739776"/>
                </a:lnTo>
                <a:lnTo>
                  <a:pt x="1543183" y="739776"/>
                </a:lnTo>
                <a:lnTo>
                  <a:pt x="1536985" y="739776"/>
                </a:lnTo>
                <a:lnTo>
                  <a:pt x="1530788" y="739776"/>
                </a:lnTo>
                <a:lnTo>
                  <a:pt x="1524590" y="739776"/>
                </a:lnTo>
                <a:lnTo>
                  <a:pt x="1518393" y="739776"/>
                </a:lnTo>
                <a:lnTo>
                  <a:pt x="1512195" y="739776"/>
                </a:lnTo>
                <a:lnTo>
                  <a:pt x="1505997" y="739776"/>
                </a:lnTo>
                <a:lnTo>
                  <a:pt x="1499800" y="739776"/>
                </a:lnTo>
                <a:lnTo>
                  <a:pt x="1493602" y="739776"/>
                </a:lnTo>
                <a:lnTo>
                  <a:pt x="1487405" y="739776"/>
                </a:lnTo>
                <a:lnTo>
                  <a:pt x="1481207" y="739776"/>
                </a:lnTo>
                <a:lnTo>
                  <a:pt x="1475010" y="739776"/>
                </a:lnTo>
                <a:lnTo>
                  <a:pt x="1468812" y="739776"/>
                </a:lnTo>
                <a:lnTo>
                  <a:pt x="1462615" y="739776"/>
                </a:lnTo>
                <a:lnTo>
                  <a:pt x="1456417" y="739776"/>
                </a:lnTo>
                <a:lnTo>
                  <a:pt x="1450220" y="739776"/>
                </a:lnTo>
                <a:lnTo>
                  <a:pt x="1444022" y="739776"/>
                </a:lnTo>
                <a:lnTo>
                  <a:pt x="1437825" y="739776"/>
                </a:lnTo>
                <a:lnTo>
                  <a:pt x="1431627" y="739776"/>
                </a:lnTo>
                <a:lnTo>
                  <a:pt x="1425430" y="739776"/>
                </a:lnTo>
                <a:lnTo>
                  <a:pt x="1419232" y="739776"/>
                </a:lnTo>
                <a:lnTo>
                  <a:pt x="1413035" y="739776"/>
                </a:lnTo>
                <a:lnTo>
                  <a:pt x="1406837" y="739776"/>
                </a:lnTo>
                <a:lnTo>
                  <a:pt x="1400640" y="739776"/>
                </a:lnTo>
                <a:lnTo>
                  <a:pt x="1394442" y="739776"/>
                </a:lnTo>
                <a:lnTo>
                  <a:pt x="1388245" y="739776"/>
                </a:lnTo>
                <a:lnTo>
                  <a:pt x="1382047" y="739776"/>
                </a:lnTo>
                <a:lnTo>
                  <a:pt x="1375849" y="739776"/>
                </a:lnTo>
                <a:lnTo>
                  <a:pt x="1369652" y="739776"/>
                </a:lnTo>
                <a:lnTo>
                  <a:pt x="1363454" y="739776"/>
                </a:lnTo>
                <a:lnTo>
                  <a:pt x="1357257" y="739776"/>
                </a:lnTo>
                <a:lnTo>
                  <a:pt x="1351059" y="739776"/>
                </a:lnTo>
                <a:lnTo>
                  <a:pt x="1344862" y="739776"/>
                </a:lnTo>
                <a:lnTo>
                  <a:pt x="1338664" y="739776"/>
                </a:lnTo>
                <a:lnTo>
                  <a:pt x="1332467" y="739776"/>
                </a:lnTo>
                <a:lnTo>
                  <a:pt x="1326269" y="739776"/>
                </a:lnTo>
                <a:lnTo>
                  <a:pt x="1320072" y="739776"/>
                </a:lnTo>
                <a:lnTo>
                  <a:pt x="1313874" y="739776"/>
                </a:lnTo>
                <a:lnTo>
                  <a:pt x="1307677" y="739776"/>
                </a:lnTo>
                <a:lnTo>
                  <a:pt x="1301479" y="739776"/>
                </a:lnTo>
                <a:lnTo>
                  <a:pt x="1295282" y="739776"/>
                </a:lnTo>
                <a:lnTo>
                  <a:pt x="1289084" y="739776"/>
                </a:lnTo>
                <a:lnTo>
                  <a:pt x="1282887" y="739776"/>
                </a:lnTo>
                <a:lnTo>
                  <a:pt x="1276689" y="739776"/>
                </a:lnTo>
                <a:lnTo>
                  <a:pt x="1270492" y="739776"/>
                </a:lnTo>
                <a:lnTo>
                  <a:pt x="1264294" y="739776"/>
                </a:lnTo>
                <a:lnTo>
                  <a:pt x="1258097" y="739776"/>
                </a:lnTo>
                <a:lnTo>
                  <a:pt x="1251899" y="739776"/>
                </a:lnTo>
                <a:lnTo>
                  <a:pt x="1245702" y="739776"/>
                </a:lnTo>
                <a:lnTo>
                  <a:pt x="1239504" y="739776"/>
                </a:lnTo>
                <a:lnTo>
                  <a:pt x="1233306" y="739776"/>
                </a:lnTo>
                <a:lnTo>
                  <a:pt x="1227109" y="739776"/>
                </a:lnTo>
                <a:lnTo>
                  <a:pt x="1220911" y="739776"/>
                </a:lnTo>
                <a:lnTo>
                  <a:pt x="1214714" y="739776"/>
                </a:lnTo>
                <a:lnTo>
                  <a:pt x="1208516" y="739776"/>
                </a:lnTo>
                <a:lnTo>
                  <a:pt x="1202319" y="739776"/>
                </a:lnTo>
                <a:lnTo>
                  <a:pt x="1196121" y="739776"/>
                </a:lnTo>
                <a:lnTo>
                  <a:pt x="1189924" y="739776"/>
                </a:lnTo>
                <a:lnTo>
                  <a:pt x="1183726" y="739776"/>
                </a:lnTo>
                <a:lnTo>
                  <a:pt x="1177529" y="739776"/>
                </a:lnTo>
                <a:lnTo>
                  <a:pt x="1171331" y="739776"/>
                </a:lnTo>
                <a:lnTo>
                  <a:pt x="1165134" y="739776"/>
                </a:lnTo>
                <a:lnTo>
                  <a:pt x="1158936" y="739776"/>
                </a:lnTo>
                <a:lnTo>
                  <a:pt x="1152739" y="739776"/>
                </a:lnTo>
                <a:lnTo>
                  <a:pt x="1146541" y="739776"/>
                </a:lnTo>
                <a:lnTo>
                  <a:pt x="1140344" y="739776"/>
                </a:lnTo>
                <a:lnTo>
                  <a:pt x="1134146" y="739776"/>
                </a:lnTo>
                <a:lnTo>
                  <a:pt x="1127949" y="739776"/>
                </a:lnTo>
                <a:lnTo>
                  <a:pt x="1121751" y="739776"/>
                </a:lnTo>
                <a:lnTo>
                  <a:pt x="1115554" y="739776"/>
                </a:lnTo>
                <a:lnTo>
                  <a:pt x="1109356" y="739776"/>
                </a:lnTo>
                <a:lnTo>
                  <a:pt x="1103159" y="739776"/>
                </a:lnTo>
                <a:lnTo>
                  <a:pt x="1096961" y="739776"/>
                </a:lnTo>
                <a:lnTo>
                  <a:pt x="1090763" y="739776"/>
                </a:lnTo>
                <a:lnTo>
                  <a:pt x="1084566" y="739776"/>
                </a:lnTo>
                <a:lnTo>
                  <a:pt x="1078368" y="739776"/>
                </a:lnTo>
                <a:lnTo>
                  <a:pt x="1072171" y="739776"/>
                </a:lnTo>
                <a:lnTo>
                  <a:pt x="1065973" y="739776"/>
                </a:lnTo>
                <a:lnTo>
                  <a:pt x="1059776" y="739776"/>
                </a:lnTo>
                <a:lnTo>
                  <a:pt x="1053578" y="739776"/>
                </a:lnTo>
                <a:lnTo>
                  <a:pt x="1047381" y="739776"/>
                </a:lnTo>
                <a:lnTo>
                  <a:pt x="1041183" y="739776"/>
                </a:lnTo>
                <a:lnTo>
                  <a:pt x="1034986" y="739776"/>
                </a:lnTo>
                <a:lnTo>
                  <a:pt x="1028788" y="739776"/>
                </a:lnTo>
                <a:lnTo>
                  <a:pt x="1022591" y="739776"/>
                </a:lnTo>
                <a:lnTo>
                  <a:pt x="1016393" y="739776"/>
                </a:lnTo>
                <a:lnTo>
                  <a:pt x="1010196" y="739776"/>
                </a:lnTo>
                <a:lnTo>
                  <a:pt x="1003998" y="739776"/>
                </a:lnTo>
                <a:lnTo>
                  <a:pt x="997801" y="739776"/>
                </a:lnTo>
                <a:lnTo>
                  <a:pt x="991603" y="739776"/>
                </a:lnTo>
                <a:lnTo>
                  <a:pt x="985406" y="739776"/>
                </a:lnTo>
                <a:lnTo>
                  <a:pt x="979208" y="739776"/>
                </a:lnTo>
                <a:lnTo>
                  <a:pt x="973011" y="739776"/>
                </a:lnTo>
                <a:lnTo>
                  <a:pt x="966813" y="739776"/>
                </a:lnTo>
                <a:lnTo>
                  <a:pt x="960615" y="739776"/>
                </a:lnTo>
                <a:lnTo>
                  <a:pt x="954418" y="739776"/>
                </a:lnTo>
                <a:lnTo>
                  <a:pt x="948220" y="739776"/>
                </a:lnTo>
                <a:lnTo>
                  <a:pt x="942023" y="739776"/>
                </a:lnTo>
                <a:lnTo>
                  <a:pt x="935825" y="739776"/>
                </a:lnTo>
                <a:lnTo>
                  <a:pt x="929628" y="739776"/>
                </a:lnTo>
                <a:lnTo>
                  <a:pt x="923430" y="739776"/>
                </a:lnTo>
                <a:lnTo>
                  <a:pt x="917233" y="739776"/>
                </a:lnTo>
                <a:lnTo>
                  <a:pt x="911035" y="739776"/>
                </a:lnTo>
                <a:lnTo>
                  <a:pt x="904838" y="739776"/>
                </a:lnTo>
                <a:lnTo>
                  <a:pt x="898640" y="739776"/>
                </a:lnTo>
                <a:lnTo>
                  <a:pt x="892443" y="739776"/>
                </a:lnTo>
                <a:lnTo>
                  <a:pt x="886245" y="739776"/>
                </a:lnTo>
                <a:lnTo>
                  <a:pt x="880048" y="739776"/>
                </a:lnTo>
                <a:lnTo>
                  <a:pt x="873850" y="739776"/>
                </a:lnTo>
                <a:lnTo>
                  <a:pt x="867653" y="739776"/>
                </a:lnTo>
                <a:lnTo>
                  <a:pt x="861455" y="739776"/>
                </a:lnTo>
                <a:lnTo>
                  <a:pt x="855258" y="739776"/>
                </a:lnTo>
                <a:lnTo>
                  <a:pt x="849060" y="739776"/>
                </a:lnTo>
                <a:lnTo>
                  <a:pt x="842863" y="739776"/>
                </a:lnTo>
                <a:lnTo>
                  <a:pt x="836665" y="739776"/>
                </a:lnTo>
                <a:lnTo>
                  <a:pt x="830468" y="739776"/>
                </a:lnTo>
                <a:lnTo>
                  <a:pt x="824270" y="739776"/>
                </a:lnTo>
                <a:lnTo>
                  <a:pt x="818072" y="739776"/>
                </a:lnTo>
                <a:lnTo>
                  <a:pt x="811875" y="739776"/>
                </a:lnTo>
                <a:lnTo>
                  <a:pt x="805677" y="739776"/>
                </a:lnTo>
                <a:lnTo>
                  <a:pt x="799480" y="739776"/>
                </a:lnTo>
                <a:lnTo>
                  <a:pt x="793282" y="739776"/>
                </a:lnTo>
                <a:lnTo>
                  <a:pt x="787085" y="739776"/>
                </a:lnTo>
                <a:lnTo>
                  <a:pt x="780887" y="739776"/>
                </a:lnTo>
                <a:lnTo>
                  <a:pt x="774690" y="739776"/>
                </a:lnTo>
                <a:lnTo>
                  <a:pt x="768492" y="739776"/>
                </a:lnTo>
                <a:lnTo>
                  <a:pt x="762295" y="739776"/>
                </a:lnTo>
                <a:lnTo>
                  <a:pt x="756097" y="739776"/>
                </a:lnTo>
                <a:lnTo>
                  <a:pt x="749900" y="739776"/>
                </a:lnTo>
                <a:lnTo>
                  <a:pt x="743702" y="739776"/>
                </a:lnTo>
                <a:lnTo>
                  <a:pt x="737505" y="739776"/>
                </a:lnTo>
                <a:lnTo>
                  <a:pt x="731307" y="739776"/>
                </a:lnTo>
                <a:lnTo>
                  <a:pt x="725110" y="739776"/>
                </a:lnTo>
                <a:lnTo>
                  <a:pt x="718912" y="739776"/>
                </a:lnTo>
                <a:lnTo>
                  <a:pt x="712715" y="739776"/>
                </a:lnTo>
                <a:lnTo>
                  <a:pt x="706517" y="739776"/>
                </a:lnTo>
                <a:lnTo>
                  <a:pt x="700320" y="739776"/>
                </a:lnTo>
                <a:lnTo>
                  <a:pt x="694122" y="739776"/>
                </a:lnTo>
                <a:lnTo>
                  <a:pt x="687924" y="739776"/>
                </a:lnTo>
                <a:lnTo>
                  <a:pt x="681727" y="739776"/>
                </a:lnTo>
                <a:lnTo>
                  <a:pt x="675529" y="739776"/>
                </a:lnTo>
                <a:lnTo>
                  <a:pt x="669332" y="739776"/>
                </a:lnTo>
                <a:lnTo>
                  <a:pt x="663134" y="739776"/>
                </a:lnTo>
                <a:lnTo>
                  <a:pt x="656937" y="739776"/>
                </a:lnTo>
                <a:lnTo>
                  <a:pt x="650739" y="739776"/>
                </a:lnTo>
                <a:lnTo>
                  <a:pt x="644542" y="739776"/>
                </a:lnTo>
                <a:lnTo>
                  <a:pt x="638344" y="739776"/>
                </a:lnTo>
                <a:lnTo>
                  <a:pt x="632147" y="739776"/>
                </a:lnTo>
                <a:lnTo>
                  <a:pt x="625949" y="739776"/>
                </a:lnTo>
                <a:lnTo>
                  <a:pt x="619752" y="739776"/>
                </a:lnTo>
                <a:lnTo>
                  <a:pt x="613554" y="739776"/>
                </a:lnTo>
                <a:lnTo>
                  <a:pt x="607357" y="739776"/>
                </a:lnTo>
                <a:lnTo>
                  <a:pt x="601159" y="739776"/>
                </a:lnTo>
                <a:lnTo>
                  <a:pt x="594962" y="739776"/>
                </a:lnTo>
                <a:lnTo>
                  <a:pt x="588764" y="739776"/>
                </a:lnTo>
                <a:lnTo>
                  <a:pt x="582567" y="739776"/>
                </a:lnTo>
                <a:lnTo>
                  <a:pt x="576369" y="739776"/>
                </a:lnTo>
                <a:lnTo>
                  <a:pt x="570172" y="739776"/>
                </a:lnTo>
                <a:lnTo>
                  <a:pt x="563974" y="739776"/>
                </a:lnTo>
                <a:lnTo>
                  <a:pt x="557777" y="739776"/>
                </a:lnTo>
                <a:lnTo>
                  <a:pt x="551579" y="739776"/>
                </a:lnTo>
                <a:lnTo>
                  <a:pt x="545381" y="739776"/>
                </a:lnTo>
                <a:lnTo>
                  <a:pt x="539184" y="739776"/>
                </a:lnTo>
                <a:lnTo>
                  <a:pt x="532986" y="739776"/>
                </a:lnTo>
                <a:lnTo>
                  <a:pt x="526789" y="739776"/>
                </a:lnTo>
                <a:lnTo>
                  <a:pt x="520591" y="739776"/>
                </a:lnTo>
                <a:lnTo>
                  <a:pt x="514394" y="739776"/>
                </a:lnTo>
                <a:lnTo>
                  <a:pt x="508196" y="739776"/>
                </a:lnTo>
                <a:lnTo>
                  <a:pt x="501999" y="739776"/>
                </a:lnTo>
                <a:lnTo>
                  <a:pt x="495801" y="739776"/>
                </a:lnTo>
                <a:lnTo>
                  <a:pt x="489604" y="739776"/>
                </a:lnTo>
                <a:lnTo>
                  <a:pt x="483406" y="739776"/>
                </a:lnTo>
                <a:lnTo>
                  <a:pt x="477209" y="739776"/>
                </a:lnTo>
                <a:lnTo>
                  <a:pt x="471011" y="739776"/>
                </a:lnTo>
                <a:lnTo>
                  <a:pt x="464814" y="739776"/>
                </a:lnTo>
                <a:lnTo>
                  <a:pt x="458616" y="739776"/>
                </a:lnTo>
                <a:lnTo>
                  <a:pt x="452419" y="739776"/>
                </a:lnTo>
                <a:lnTo>
                  <a:pt x="446221" y="739776"/>
                </a:lnTo>
                <a:lnTo>
                  <a:pt x="440024" y="739776"/>
                </a:lnTo>
                <a:lnTo>
                  <a:pt x="433826" y="739776"/>
                </a:lnTo>
                <a:lnTo>
                  <a:pt x="427629" y="739776"/>
                </a:lnTo>
                <a:lnTo>
                  <a:pt x="421431" y="739776"/>
                </a:lnTo>
                <a:lnTo>
                  <a:pt x="415234" y="739776"/>
                </a:lnTo>
                <a:lnTo>
                  <a:pt x="409036" y="739776"/>
                </a:lnTo>
                <a:lnTo>
                  <a:pt x="402838" y="739776"/>
                </a:lnTo>
                <a:lnTo>
                  <a:pt x="396641" y="739776"/>
                </a:lnTo>
                <a:lnTo>
                  <a:pt x="390443" y="739776"/>
                </a:lnTo>
                <a:lnTo>
                  <a:pt x="384246" y="739776"/>
                </a:lnTo>
                <a:lnTo>
                  <a:pt x="378048" y="739776"/>
                </a:lnTo>
                <a:lnTo>
                  <a:pt x="371851" y="739776"/>
                </a:lnTo>
                <a:lnTo>
                  <a:pt x="365653" y="739776"/>
                </a:lnTo>
                <a:lnTo>
                  <a:pt x="359456" y="739776"/>
                </a:lnTo>
                <a:lnTo>
                  <a:pt x="353258" y="739776"/>
                </a:lnTo>
                <a:lnTo>
                  <a:pt x="347061" y="739776"/>
                </a:lnTo>
                <a:lnTo>
                  <a:pt x="340863" y="739776"/>
                </a:lnTo>
                <a:lnTo>
                  <a:pt x="334666" y="739776"/>
                </a:lnTo>
                <a:lnTo>
                  <a:pt x="328468" y="739776"/>
                </a:lnTo>
                <a:lnTo>
                  <a:pt x="322271" y="739776"/>
                </a:lnTo>
                <a:lnTo>
                  <a:pt x="316073" y="739776"/>
                </a:lnTo>
                <a:lnTo>
                  <a:pt x="309876" y="739776"/>
                </a:lnTo>
                <a:lnTo>
                  <a:pt x="303678" y="739776"/>
                </a:lnTo>
                <a:lnTo>
                  <a:pt x="297481" y="739776"/>
                </a:lnTo>
                <a:lnTo>
                  <a:pt x="291283" y="739776"/>
                </a:lnTo>
                <a:lnTo>
                  <a:pt x="285086" y="739776"/>
                </a:lnTo>
                <a:lnTo>
                  <a:pt x="278888" y="739776"/>
                </a:lnTo>
                <a:lnTo>
                  <a:pt x="272690" y="739776"/>
                </a:lnTo>
                <a:lnTo>
                  <a:pt x="266493" y="739776"/>
                </a:lnTo>
                <a:lnTo>
                  <a:pt x="260295" y="739776"/>
                </a:lnTo>
                <a:lnTo>
                  <a:pt x="254098" y="739776"/>
                </a:lnTo>
                <a:lnTo>
                  <a:pt x="247900" y="739776"/>
                </a:lnTo>
                <a:lnTo>
                  <a:pt x="241703" y="739776"/>
                </a:lnTo>
                <a:lnTo>
                  <a:pt x="235505" y="739776"/>
                </a:lnTo>
                <a:lnTo>
                  <a:pt x="229308" y="739776"/>
                </a:lnTo>
                <a:lnTo>
                  <a:pt x="223110" y="739776"/>
                </a:lnTo>
                <a:lnTo>
                  <a:pt x="216913" y="739776"/>
                </a:lnTo>
                <a:lnTo>
                  <a:pt x="210715" y="739776"/>
                </a:lnTo>
                <a:lnTo>
                  <a:pt x="204518" y="739776"/>
                </a:lnTo>
                <a:lnTo>
                  <a:pt x="198320" y="739776"/>
                </a:lnTo>
                <a:lnTo>
                  <a:pt x="192123" y="739776"/>
                </a:lnTo>
                <a:lnTo>
                  <a:pt x="185925" y="739776"/>
                </a:lnTo>
                <a:lnTo>
                  <a:pt x="179728" y="739776"/>
                </a:lnTo>
                <a:lnTo>
                  <a:pt x="173530" y="739776"/>
                </a:lnTo>
                <a:lnTo>
                  <a:pt x="167333" y="739776"/>
                </a:lnTo>
                <a:lnTo>
                  <a:pt x="161135" y="739776"/>
                </a:lnTo>
                <a:lnTo>
                  <a:pt x="154938" y="739776"/>
                </a:lnTo>
                <a:lnTo>
                  <a:pt x="148740" y="739776"/>
                </a:lnTo>
                <a:lnTo>
                  <a:pt x="142543" y="739776"/>
                </a:lnTo>
                <a:lnTo>
                  <a:pt x="136345" y="739776"/>
                </a:lnTo>
                <a:lnTo>
                  <a:pt x="130147" y="739776"/>
                </a:lnTo>
                <a:lnTo>
                  <a:pt x="123950" y="739776"/>
                </a:lnTo>
                <a:lnTo>
                  <a:pt x="117752" y="739776"/>
                </a:lnTo>
                <a:lnTo>
                  <a:pt x="111555" y="739776"/>
                </a:lnTo>
                <a:lnTo>
                  <a:pt x="105357" y="739776"/>
                </a:lnTo>
                <a:lnTo>
                  <a:pt x="99160" y="739776"/>
                </a:lnTo>
                <a:lnTo>
                  <a:pt x="92962" y="739776"/>
                </a:lnTo>
                <a:lnTo>
                  <a:pt x="86765" y="739776"/>
                </a:lnTo>
                <a:lnTo>
                  <a:pt x="80567" y="739776"/>
                </a:lnTo>
                <a:lnTo>
                  <a:pt x="74370" y="739776"/>
                </a:lnTo>
                <a:lnTo>
                  <a:pt x="68172" y="739776"/>
                </a:lnTo>
                <a:lnTo>
                  <a:pt x="61975" y="739776"/>
                </a:lnTo>
                <a:lnTo>
                  <a:pt x="55777" y="739776"/>
                </a:lnTo>
                <a:lnTo>
                  <a:pt x="49580" y="739776"/>
                </a:lnTo>
                <a:lnTo>
                  <a:pt x="43382" y="739776"/>
                </a:lnTo>
                <a:lnTo>
                  <a:pt x="37185" y="739776"/>
                </a:lnTo>
                <a:lnTo>
                  <a:pt x="30987" y="739776"/>
                </a:lnTo>
                <a:lnTo>
                  <a:pt x="24790" y="739776"/>
                </a:lnTo>
                <a:lnTo>
                  <a:pt x="18592" y="739776"/>
                </a:lnTo>
                <a:lnTo>
                  <a:pt x="12395" y="739776"/>
                </a:lnTo>
                <a:lnTo>
                  <a:pt x="6197" y="739776"/>
                </a:lnTo>
                <a:lnTo>
                  <a:pt x="0" y="73977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7" name="pl95">
            <a:extLst>
              <a:ext uri="{FF2B5EF4-FFF2-40B4-BE49-F238E27FC236}">
                <a16:creationId xmlns:a16="http://schemas.microsoft.com/office/drawing/2014/main" id="{300CE298-FB4D-CA96-F79B-1A2E47D6C047}"/>
              </a:ext>
            </a:extLst>
          </p:cNvPr>
          <p:cNvSpPr/>
          <p:nvPr/>
        </p:nvSpPr>
        <p:spPr>
          <a:xfrm>
            <a:off x="6492869" y="4194309"/>
            <a:ext cx="2412901" cy="542748"/>
          </a:xfrm>
          <a:custGeom>
            <a:avLst/>
            <a:gdLst/>
            <a:ahLst/>
            <a:cxnLst/>
            <a:rect l="0" t="0" r="0" b="0"/>
            <a:pathLst>
              <a:path w="3166933" h="712357">
                <a:moveTo>
                  <a:pt x="0" y="203644"/>
                </a:moveTo>
                <a:lnTo>
                  <a:pt x="6197" y="196508"/>
                </a:lnTo>
                <a:lnTo>
                  <a:pt x="12395" y="189448"/>
                </a:lnTo>
                <a:lnTo>
                  <a:pt x="18592" y="182438"/>
                </a:lnTo>
                <a:lnTo>
                  <a:pt x="24790" y="175540"/>
                </a:lnTo>
                <a:lnTo>
                  <a:pt x="30987" y="168671"/>
                </a:lnTo>
                <a:lnTo>
                  <a:pt x="37185" y="161956"/>
                </a:lnTo>
                <a:lnTo>
                  <a:pt x="43382" y="155276"/>
                </a:lnTo>
                <a:lnTo>
                  <a:pt x="49580" y="148730"/>
                </a:lnTo>
                <a:lnTo>
                  <a:pt x="55777" y="142258"/>
                </a:lnTo>
                <a:lnTo>
                  <a:pt x="61975" y="135894"/>
                </a:lnTo>
                <a:lnTo>
                  <a:pt x="68172" y="129649"/>
                </a:lnTo>
                <a:lnTo>
                  <a:pt x="74370" y="123480"/>
                </a:lnTo>
                <a:lnTo>
                  <a:pt x="80567" y="117481"/>
                </a:lnTo>
                <a:lnTo>
                  <a:pt x="86765" y="111524"/>
                </a:lnTo>
                <a:lnTo>
                  <a:pt x="92962" y="105782"/>
                </a:lnTo>
                <a:lnTo>
                  <a:pt x="99160" y="100093"/>
                </a:lnTo>
                <a:lnTo>
                  <a:pt x="105357" y="94582"/>
                </a:lnTo>
                <a:lnTo>
                  <a:pt x="111555" y="89177"/>
                </a:lnTo>
                <a:lnTo>
                  <a:pt x="117752" y="83908"/>
                </a:lnTo>
                <a:lnTo>
                  <a:pt x="123950" y="78801"/>
                </a:lnTo>
                <a:lnTo>
                  <a:pt x="130147" y="73785"/>
                </a:lnTo>
                <a:lnTo>
                  <a:pt x="136345" y="68989"/>
                </a:lnTo>
                <a:lnTo>
                  <a:pt x="142543" y="64248"/>
                </a:lnTo>
                <a:lnTo>
                  <a:pt x="148740" y="59764"/>
                </a:lnTo>
                <a:lnTo>
                  <a:pt x="154938" y="55351"/>
                </a:lnTo>
                <a:lnTo>
                  <a:pt x="161135" y="51146"/>
                </a:lnTo>
                <a:lnTo>
                  <a:pt x="167333" y="47071"/>
                </a:lnTo>
                <a:lnTo>
                  <a:pt x="173530" y="43153"/>
                </a:lnTo>
                <a:lnTo>
                  <a:pt x="179728" y="39426"/>
                </a:lnTo>
                <a:lnTo>
                  <a:pt x="185925" y="35800"/>
                </a:lnTo>
                <a:lnTo>
                  <a:pt x="192123" y="32430"/>
                </a:lnTo>
                <a:lnTo>
                  <a:pt x="198320" y="29122"/>
                </a:lnTo>
                <a:lnTo>
                  <a:pt x="204518" y="26095"/>
                </a:lnTo>
                <a:lnTo>
                  <a:pt x="210715" y="23152"/>
                </a:lnTo>
                <a:lnTo>
                  <a:pt x="216913" y="20432"/>
                </a:lnTo>
                <a:lnTo>
                  <a:pt x="223110" y="17858"/>
                </a:lnTo>
                <a:lnTo>
                  <a:pt x="229308" y="15447"/>
                </a:lnTo>
                <a:lnTo>
                  <a:pt x="235505" y="13247"/>
                </a:lnTo>
                <a:lnTo>
                  <a:pt x="241703" y="11146"/>
                </a:lnTo>
                <a:lnTo>
                  <a:pt x="247900" y="9321"/>
                </a:lnTo>
                <a:lnTo>
                  <a:pt x="254098" y="7560"/>
                </a:lnTo>
                <a:lnTo>
                  <a:pt x="260295" y="6084"/>
                </a:lnTo>
                <a:lnTo>
                  <a:pt x="266493" y="4699"/>
                </a:lnTo>
                <a:lnTo>
                  <a:pt x="272690" y="3534"/>
                </a:lnTo>
                <a:lnTo>
                  <a:pt x="278888" y="2523"/>
                </a:lnTo>
                <a:lnTo>
                  <a:pt x="285086" y="1668"/>
                </a:lnTo>
                <a:lnTo>
                  <a:pt x="291283" y="1029"/>
                </a:lnTo>
                <a:lnTo>
                  <a:pt x="297481" y="481"/>
                </a:lnTo>
                <a:lnTo>
                  <a:pt x="303678" y="209"/>
                </a:lnTo>
                <a:lnTo>
                  <a:pt x="309876" y="0"/>
                </a:lnTo>
                <a:lnTo>
                  <a:pt x="316073" y="57"/>
                </a:lnTo>
                <a:lnTo>
                  <a:pt x="322271" y="207"/>
                </a:lnTo>
                <a:lnTo>
                  <a:pt x="328468" y="560"/>
                </a:lnTo>
                <a:lnTo>
                  <a:pt x="334666" y="1064"/>
                </a:lnTo>
                <a:lnTo>
                  <a:pt x="340863" y="1708"/>
                </a:lnTo>
                <a:lnTo>
                  <a:pt x="347061" y="2556"/>
                </a:lnTo>
                <a:lnTo>
                  <a:pt x="353258" y="3484"/>
                </a:lnTo>
                <a:lnTo>
                  <a:pt x="359456" y="4669"/>
                </a:lnTo>
                <a:lnTo>
                  <a:pt x="365653" y="5909"/>
                </a:lnTo>
                <a:lnTo>
                  <a:pt x="371851" y="7384"/>
                </a:lnTo>
                <a:lnTo>
                  <a:pt x="378048" y="8946"/>
                </a:lnTo>
                <a:lnTo>
                  <a:pt x="384246" y="10683"/>
                </a:lnTo>
                <a:lnTo>
                  <a:pt x="390443" y="12556"/>
                </a:lnTo>
                <a:lnTo>
                  <a:pt x="396641" y="14546"/>
                </a:lnTo>
                <a:lnTo>
                  <a:pt x="402838" y="16718"/>
                </a:lnTo>
                <a:lnTo>
                  <a:pt x="409036" y="18952"/>
                </a:lnTo>
                <a:lnTo>
                  <a:pt x="415234" y="21409"/>
                </a:lnTo>
                <a:lnTo>
                  <a:pt x="421431" y="23912"/>
                </a:lnTo>
                <a:lnTo>
                  <a:pt x="427629" y="26606"/>
                </a:lnTo>
                <a:lnTo>
                  <a:pt x="433826" y="29377"/>
                </a:lnTo>
                <a:lnTo>
                  <a:pt x="440024" y="32286"/>
                </a:lnTo>
                <a:lnTo>
                  <a:pt x="446221" y="35309"/>
                </a:lnTo>
                <a:lnTo>
                  <a:pt x="452419" y="38422"/>
                </a:lnTo>
                <a:lnTo>
                  <a:pt x="458616" y="41683"/>
                </a:lnTo>
                <a:lnTo>
                  <a:pt x="464814" y="44989"/>
                </a:lnTo>
                <a:lnTo>
                  <a:pt x="471011" y="48472"/>
                </a:lnTo>
                <a:lnTo>
                  <a:pt x="477209" y="51991"/>
                </a:lnTo>
                <a:lnTo>
                  <a:pt x="483406" y="55651"/>
                </a:lnTo>
                <a:lnTo>
                  <a:pt x="489604" y="59371"/>
                </a:lnTo>
                <a:lnTo>
                  <a:pt x="495801" y="63191"/>
                </a:lnTo>
                <a:lnTo>
                  <a:pt x="501999" y="67098"/>
                </a:lnTo>
                <a:lnTo>
                  <a:pt x="508196" y="71066"/>
                </a:lnTo>
                <a:lnTo>
                  <a:pt x="514394" y="75143"/>
                </a:lnTo>
                <a:lnTo>
                  <a:pt x="520591" y="79248"/>
                </a:lnTo>
                <a:lnTo>
                  <a:pt x="526789" y="83479"/>
                </a:lnTo>
                <a:lnTo>
                  <a:pt x="532986" y="87732"/>
                </a:lnTo>
                <a:lnTo>
                  <a:pt x="539184" y="92078"/>
                </a:lnTo>
                <a:lnTo>
                  <a:pt x="545381" y="96466"/>
                </a:lnTo>
                <a:lnTo>
                  <a:pt x="551579" y="100915"/>
                </a:lnTo>
                <a:lnTo>
                  <a:pt x="557777" y="105420"/>
                </a:lnTo>
                <a:lnTo>
                  <a:pt x="563974" y="109961"/>
                </a:lnTo>
                <a:lnTo>
                  <a:pt x="570172" y="114568"/>
                </a:lnTo>
                <a:lnTo>
                  <a:pt x="576369" y="119191"/>
                </a:lnTo>
                <a:lnTo>
                  <a:pt x="582567" y="123884"/>
                </a:lnTo>
                <a:lnTo>
                  <a:pt x="588764" y="128590"/>
                </a:lnTo>
                <a:lnTo>
                  <a:pt x="594962" y="133343"/>
                </a:lnTo>
                <a:lnTo>
                  <a:pt x="601159" y="138117"/>
                </a:lnTo>
                <a:lnTo>
                  <a:pt x="607357" y="142919"/>
                </a:lnTo>
                <a:lnTo>
                  <a:pt x="613554" y="147746"/>
                </a:lnTo>
                <a:lnTo>
                  <a:pt x="619752" y="152588"/>
                </a:lnTo>
                <a:lnTo>
                  <a:pt x="625949" y="157455"/>
                </a:lnTo>
                <a:lnTo>
                  <a:pt x="632147" y="162327"/>
                </a:lnTo>
                <a:lnTo>
                  <a:pt x="638344" y="167220"/>
                </a:lnTo>
                <a:lnTo>
                  <a:pt x="644542" y="172115"/>
                </a:lnTo>
                <a:lnTo>
                  <a:pt x="650739" y="177019"/>
                </a:lnTo>
                <a:lnTo>
                  <a:pt x="656937" y="181924"/>
                </a:lnTo>
                <a:lnTo>
                  <a:pt x="663134" y="186831"/>
                </a:lnTo>
                <a:lnTo>
                  <a:pt x="669332" y="191735"/>
                </a:lnTo>
                <a:lnTo>
                  <a:pt x="675529" y="196636"/>
                </a:lnTo>
                <a:lnTo>
                  <a:pt x="681727" y="201527"/>
                </a:lnTo>
                <a:lnTo>
                  <a:pt x="687924" y="206414"/>
                </a:lnTo>
                <a:lnTo>
                  <a:pt x="694122" y="211282"/>
                </a:lnTo>
                <a:lnTo>
                  <a:pt x="700320" y="216142"/>
                </a:lnTo>
                <a:lnTo>
                  <a:pt x="706517" y="220983"/>
                </a:lnTo>
                <a:lnTo>
                  <a:pt x="712715" y="225807"/>
                </a:lnTo>
                <a:lnTo>
                  <a:pt x="718912" y="230613"/>
                </a:lnTo>
                <a:lnTo>
                  <a:pt x="725110" y="235392"/>
                </a:lnTo>
                <a:lnTo>
                  <a:pt x="731307" y="240157"/>
                </a:lnTo>
                <a:lnTo>
                  <a:pt x="737505" y="244882"/>
                </a:lnTo>
                <a:lnTo>
                  <a:pt x="743702" y="249598"/>
                </a:lnTo>
                <a:lnTo>
                  <a:pt x="749900" y="254265"/>
                </a:lnTo>
                <a:lnTo>
                  <a:pt x="756097" y="258917"/>
                </a:lnTo>
                <a:lnTo>
                  <a:pt x="762295" y="263529"/>
                </a:lnTo>
                <a:lnTo>
                  <a:pt x="768492" y="268111"/>
                </a:lnTo>
                <a:lnTo>
                  <a:pt x="774690" y="272662"/>
                </a:lnTo>
                <a:lnTo>
                  <a:pt x="780887" y="277168"/>
                </a:lnTo>
                <a:lnTo>
                  <a:pt x="787085" y="281654"/>
                </a:lnTo>
                <a:lnTo>
                  <a:pt x="793282" y="286079"/>
                </a:lnTo>
                <a:lnTo>
                  <a:pt x="799480" y="290490"/>
                </a:lnTo>
                <a:lnTo>
                  <a:pt x="805677" y="294837"/>
                </a:lnTo>
                <a:lnTo>
                  <a:pt x="811875" y="299160"/>
                </a:lnTo>
                <a:lnTo>
                  <a:pt x="818072" y="303433"/>
                </a:lnTo>
                <a:lnTo>
                  <a:pt x="824270" y="307666"/>
                </a:lnTo>
                <a:lnTo>
                  <a:pt x="830468" y="311862"/>
                </a:lnTo>
                <a:lnTo>
                  <a:pt x="836665" y="316002"/>
                </a:lnTo>
                <a:lnTo>
                  <a:pt x="842863" y="320119"/>
                </a:lnTo>
                <a:lnTo>
                  <a:pt x="849060" y="324163"/>
                </a:lnTo>
                <a:lnTo>
                  <a:pt x="855258" y="328190"/>
                </a:lnTo>
                <a:lnTo>
                  <a:pt x="861455" y="332146"/>
                </a:lnTo>
                <a:lnTo>
                  <a:pt x="867653" y="336076"/>
                </a:lnTo>
                <a:lnTo>
                  <a:pt x="873850" y="339950"/>
                </a:lnTo>
                <a:lnTo>
                  <a:pt x="880048" y="343780"/>
                </a:lnTo>
                <a:lnTo>
                  <a:pt x="886245" y="347571"/>
                </a:lnTo>
                <a:lnTo>
                  <a:pt x="892443" y="351301"/>
                </a:lnTo>
                <a:lnTo>
                  <a:pt x="898640" y="355010"/>
                </a:lnTo>
                <a:lnTo>
                  <a:pt x="904838" y="358641"/>
                </a:lnTo>
                <a:lnTo>
                  <a:pt x="911035" y="362255"/>
                </a:lnTo>
                <a:lnTo>
                  <a:pt x="917233" y="365798"/>
                </a:lnTo>
                <a:lnTo>
                  <a:pt x="923430" y="369313"/>
                </a:lnTo>
                <a:lnTo>
                  <a:pt x="929628" y="372775"/>
                </a:lnTo>
                <a:lnTo>
                  <a:pt x="935825" y="376192"/>
                </a:lnTo>
                <a:lnTo>
                  <a:pt x="942023" y="379573"/>
                </a:lnTo>
                <a:lnTo>
                  <a:pt x="948220" y="382894"/>
                </a:lnTo>
                <a:lnTo>
                  <a:pt x="954418" y="386195"/>
                </a:lnTo>
                <a:lnTo>
                  <a:pt x="960615" y="389422"/>
                </a:lnTo>
                <a:lnTo>
                  <a:pt x="966813" y="392632"/>
                </a:lnTo>
                <a:lnTo>
                  <a:pt x="973011" y="395779"/>
                </a:lnTo>
                <a:lnTo>
                  <a:pt x="979208" y="398898"/>
                </a:lnTo>
                <a:lnTo>
                  <a:pt x="985406" y="401969"/>
                </a:lnTo>
                <a:lnTo>
                  <a:pt x="991603" y="404999"/>
                </a:lnTo>
                <a:lnTo>
                  <a:pt x="997801" y="407998"/>
                </a:lnTo>
                <a:lnTo>
                  <a:pt x="1003998" y="410941"/>
                </a:lnTo>
                <a:lnTo>
                  <a:pt x="1010196" y="413869"/>
                </a:lnTo>
                <a:lnTo>
                  <a:pt x="1016393" y="416729"/>
                </a:lnTo>
                <a:lnTo>
                  <a:pt x="1022591" y="419575"/>
                </a:lnTo>
                <a:lnTo>
                  <a:pt x="1028788" y="422368"/>
                </a:lnTo>
                <a:lnTo>
                  <a:pt x="1034986" y="425135"/>
                </a:lnTo>
                <a:lnTo>
                  <a:pt x="1041183" y="427863"/>
                </a:lnTo>
                <a:lnTo>
                  <a:pt x="1047381" y="430555"/>
                </a:lnTo>
                <a:lnTo>
                  <a:pt x="1053578" y="433221"/>
                </a:lnTo>
                <a:lnTo>
                  <a:pt x="1059776" y="435841"/>
                </a:lnTo>
                <a:lnTo>
                  <a:pt x="1065973" y="438448"/>
                </a:lnTo>
                <a:lnTo>
                  <a:pt x="1072171" y="440998"/>
                </a:lnTo>
                <a:lnTo>
                  <a:pt x="1078368" y="443538"/>
                </a:lnTo>
                <a:lnTo>
                  <a:pt x="1084566" y="446034"/>
                </a:lnTo>
                <a:lnTo>
                  <a:pt x="1090763" y="448510"/>
                </a:lnTo>
                <a:lnTo>
                  <a:pt x="1096961" y="450955"/>
                </a:lnTo>
                <a:lnTo>
                  <a:pt x="1103159" y="453370"/>
                </a:lnTo>
                <a:lnTo>
                  <a:pt x="1109356" y="455766"/>
                </a:lnTo>
                <a:lnTo>
                  <a:pt x="1115554" y="458124"/>
                </a:lnTo>
                <a:lnTo>
                  <a:pt x="1121751" y="460472"/>
                </a:lnTo>
                <a:lnTo>
                  <a:pt x="1127949" y="462778"/>
                </a:lnTo>
                <a:lnTo>
                  <a:pt x="1134146" y="465074"/>
                </a:lnTo>
                <a:lnTo>
                  <a:pt x="1140344" y="467338"/>
                </a:lnTo>
                <a:lnTo>
                  <a:pt x="1146541" y="469585"/>
                </a:lnTo>
                <a:lnTo>
                  <a:pt x="1152739" y="471810"/>
                </a:lnTo>
                <a:lnTo>
                  <a:pt x="1158936" y="474011"/>
                </a:lnTo>
                <a:lnTo>
                  <a:pt x="1165134" y="476199"/>
                </a:lnTo>
                <a:lnTo>
                  <a:pt x="1171331" y="478358"/>
                </a:lnTo>
                <a:lnTo>
                  <a:pt x="1177529" y="480510"/>
                </a:lnTo>
                <a:lnTo>
                  <a:pt x="1183726" y="482631"/>
                </a:lnTo>
                <a:lnTo>
                  <a:pt x="1189924" y="484744"/>
                </a:lnTo>
                <a:lnTo>
                  <a:pt x="1196121" y="486834"/>
                </a:lnTo>
                <a:lnTo>
                  <a:pt x="1202319" y="488912"/>
                </a:lnTo>
                <a:lnTo>
                  <a:pt x="1208516" y="490974"/>
                </a:lnTo>
                <a:lnTo>
                  <a:pt x="1214714" y="493018"/>
                </a:lnTo>
                <a:lnTo>
                  <a:pt x="1220911" y="495053"/>
                </a:lnTo>
                <a:lnTo>
                  <a:pt x="1227109" y="497066"/>
                </a:lnTo>
                <a:lnTo>
                  <a:pt x="1233306" y="499075"/>
                </a:lnTo>
                <a:lnTo>
                  <a:pt x="1239504" y="501061"/>
                </a:lnTo>
                <a:lnTo>
                  <a:pt x="1245702" y="503041"/>
                </a:lnTo>
                <a:lnTo>
                  <a:pt x="1251899" y="505006"/>
                </a:lnTo>
                <a:lnTo>
                  <a:pt x="1258097" y="506960"/>
                </a:lnTo>
                <a:lnTo>
                  <a:pt x="1264294" y="508903"/>
                </a:lnTo>
                <a:lnTo>
                  <a:pt x="1270492" y="510833"/>
                </a:lnTo>
                <a:lnTo>
                  <a:pt x="1276689" y="512757"/>
                </a:lnTo>
                <a:lnTo>
                  <a:pt x="1282887" y="514664"/>
                </a:lnTo>
                <a:lnTo>
                  <a:pt x="1289084" y="516567"/>
                </a:lnTo>
                <a:lnTo>
                  <a:pt x="1295282" y="518454"/>
                </a:lnTo>
                <a:lnTo>
                  <a:pt x="1301479" y="520336"/>
                </a:lnTo>
                <a:lnTo>
                  <a:pt x="1307677" y="522206"/>
                </a:lnTo>
                <a:lnTo>
                  <a:pt x="1313874" y="524068"/>
                </a:lnTo>
                <a:lnTo>
                  <a:pt x="1320072" y="525921"/>
                </a:lnTo>
                <a:lnTo>
                  <a:pt x="1326269" y="527763"/>
                </a:lnTo>
                <a:lnTo>
                  <a:pt x="1332467" y="529600"/>
                </a:lnTo>
                <a:lnTo>
                  <a:pt x="1338664" y="531423"/>
                </a:lnTo>
                <a:lnTo>
                  <a:pt x="1344862" y="533242"/>
                </a:lnTo>
                <a:lnTo>
                  <a:pt x="1351059" y="535048"/>
                </a:lnTo>
                <a:lnTo>
                  <a:pt x="1357257" y="536848"/>
                </a:lnTo>
                <a:lnTo>
                  <a:pt x="1363454" y="538638"/>
                </a:lnTo>
                <a:lnTo>
                  <a:pt x="1369652" y="540420"/>
                </a:lnTo>
                <a:lnTo>
                  <a:pt x="1375849" y="542194"/>
                </a:lnTo>
                <a:lnTo>
                  <a:pt x="1382047" y="543956"/>
                </a:lnTo>
                <a:lnTo>
                  <a:pt x="1388245" y="545715"/>
                </a:lnTo>
                <a:lnTo>
                  <a:pt x="1394442" y="547458"/>
                </a:lnTo>
                <a:lnTo>
                  <a:pt x="1400640" y="549197"/>
                </a:lnTo>
                <a:lnTo>
                  <a:pt x="1406837" y="550923"/>
                </a:lnTo>
                <a:lnTo>
                  <a:pt x="1413035" y="552642"/>
                </a:lnTo>
                <a:lnTo>
                  <a:pt x="1419232" y="554350"/>
                </a:lnTo>
                <a:lnTo>
                  <a:pt x="1425430" y="556048"/>
                </a:lnTo>
                <a:lnTo>
                  <a:pt x="1431627" y="557738"/>
                </a:lnTo>
                <a:lnTo>
                  <a:pt x="1437825" y="559415"/>
                </a:lnTo>
                <a:lnTo>
                  <a:pt x="1444022" y="561086"/>
                </a:lnTo>
                <a:lnTo>
                  <a:pt x="1450220" y="562739"/>
                </a:lnTo>
                <a:lnTo>
                  <a:pt x="1456417" y="564389"/>
                </a:lnTo>
                <a:lnTo>
                  <a:pt x="1462615" y="566021"/>
                </a:lnTo>
                <a:lnTo>
                  <a:pt x="1468812" y="567645"/>
                </a:lnTo>
                <a:lnTo>
                  <a:pt x="1475010" y="569256"/>
                </a:lnTo>
                <a:lnTo>
                  <a:pt x="1481207" y="570854"/>
                </a:lnTo>
                <a:lnTo>
                  <a:pt x="1487405" y="572443"/>
                </a:lnTo>
                <a:lnTo>
                  <a:pt x="1493602" y="574014"/>
                </a:lnTo>
                <a:lnTo>
                  <a:pt x="1499800" y="575580"/>
                </a:lnTo>
                <a:lnTo>
                  <a:pt x="1505997" y="577122"/>
                </a:lnTo>
                <a:lnTo>
                  <a:pt x="1512195" y="578659"/>
                </a:lnTo>
                <a:lnTo>
                  <a:pt x="1518393" y="580175"/>
                </a:lnTo>
                <a:lnTo>
                  <a:pt x="1524590" y="581682"/>
                </a:lnTo>
                <a:lnTo>
                  <a:pt x="1530788" y="583172"/>
                </a:lnTo>
                <a:lnTo>
                  <a:pt x="1536985" y="584646"/>
                </a:lnTo>
                <a:lnTo>
                  <a:pt x="1543183" y="586108"/>
                </a:lnTo>
                <a:lnTo>
                  <a:pt x="1549380" y="587548"/>
                </a:lnTo>
                <a:lnTo>
                  <a:pt x="1555578" y="588982"/>
                </a:lnTo>
                <a:lnTo>
                  <a:pt x="1561775" y="590387"/>
                </a:lnTo>
                <a:lnTo>
                  <a:pt x="1567973" y="591786"/>
                </a:lnTo>
                <a:lnTo>
                  <a:pt x="1574170" y="593160"/>
                </a:lnTo>
                <a:lnTo>
                  <a:pt x="1580368" y="594521"/>
                </a:lnTo>
                <a:lnTo>
                  <a:pt x="1586565" y="595863"/>
                </a:lnTo>
                <a:lnTo>
                  <a:pt x="1592763" y="597185"/>
                </a:lnTo>
                <a:lnTo>
                  <a:pt x="1598960" y="598495"/>
                </a:lnTo>
                <a:lnTo>
                  <a:pt x="1605158" y="599777"/>
                </a:lnTo>
                <a:lnTo>
                  <a:pt x="1611355" y="601053"/>
                </a:lnTo>
                <a:lnTo>
                  <a:pt x="1617553" y="602294"/>
                </a:lnTo>
                <a:lnTo>
                  <a:pt x="1623750" y="603528"/>
                </a:lnTo>
                <a:lnTo>
                  <a:pt x="1629948" y="604734"/>
                </a:lnTo>
                <a:lnTo>
                  <a:pt x="1636145" y="605925"/>
                </a:lnTo>
                <a:lnTo>
                  <a:pt x="1642343" y="607095"/>
                </a:lnTo>
                <a:lnTo>
                  <a:pt x="1648540" y="608241"/>
                </a:lnTo>
                <a:lnTo>
                  <a:pt x="1654738" y="609374"/>
                </a:lnTo>
                <a:lnTo>
                  <a:pt x="1660936" y="610476"/>
                </a:lnTo>
                <a:lnTo>
                  <a:pt x="1667133" y="611571"/>
                </a:lnTo>
                <a:lnTo>
                  <a:pt x="1673331" y="612628"/>
                </a:lnTo>
                <a:lnTo>
                  <a:pt x="1679528" y="613677"/>
                </a:lnTo>
                <a:lnTo>
                  <a:pt x="1685726" y="614696"/>
                </a:lnTo>
                <a:lnTo>
                  <a:pt x="1691923" y="615697"/>
                </a:lnTo>
                <a:lnTo>
                  <a:pt x="1698121" y="616678"/>
                </a:lnTo>
                <a:lnTo>
                  <a:pt x="1704318" y="617633"/>
                </a:lnTo>
                <a:lnTo>
                  <a:pt x="1710516" y="618574"/>
                </a:lnTo>
                <a:lnTo>
                  <a:pt x="1716713" y="619481"/>
                </a:lnTo>
                <a:lnTo>
                  <a:pt x="1722911" y="620381"/>
                </a:lnTo>
                <a:lnTo>
                  <a:pt x="1729108" y="621243"/>
                </a:lnTo>
                <a:lnTo>
                  <a:pt x="1735306" y="622096"/>
                </a:lnTo>
                <a:lnTo>
                  <a:pt x="1741503" y="622919"/>
                </a:lnTo>
                <a:lnTo>
                  <a:pt x="1747701" y="623723"/>
                </a:lnTo>
                <a:lnTo>
                  <a:pt x="1753898" y="624507"/>
                </a:lnTo>
                <a:lnTo>
                  <a:pt x="1760096" y="625265"/>
                </a:lnTo>
                <a:lnTo>
                  <a:pt x="1766293" y="626010"/>
                </a:lnTo>
                <a:lnTo>
                  <a:pt x="1772491" y="626721"/>
                </a:lnTo>
                <a:lnTo>
                  <a:pt x="1778688" y="627424"/>
                </a:lnTo>
                <a:lnTo>
                  <a:pt x="1784886" y="628092"/>
                </a:lnTo>
                <a:lnTo>
                  <a:pt x="1791084" y="628749"/>
                </a:lnTo>
                <a:lnTo>
                  <a:pt x="1797281" y="629380"/>
                </a:lnTo>
                <a:lnTo>
                  <a:pt x="1803479" y="629992"/>
                </a:lnTo>
                <a:lnTo>
                  <a:pt x="1809676" y="630585"/>
                </a:lnTo>
                <a:lnTo>
                  <a:pt x="1815874" y="631153"/>
                </a:lnTo>
                <a:lnTo>
                  <a:pt x="1822071" y="631710"/>
                </a:lnTo>
                <a:lnTo>
                  <a:pt x="1828269" y="632235"/>
                </a:lnTo>
                <a:lnTo>
                  <a:pt x="1834466" y="632753"/>
                </a:lnTo>
                <a:lnTo>
                  <a:pt x="1840664" y="633239"/>
                </a:lnTo>
                <a:lnTo>
                  <a:pt x="1846861" y="633716"/>
                </a:lnTo>
                <a:lnTo>
                  <a:pt x="1853059" y="634169"/>
                </a:lnTo>
                <a:lnTo>
                  <a:pt x="1859256" y="634605"/>
                </a:lnTo>
                <a:lnTo>
                  <a:pt x="1865454" y="635026"/>
                </a:lnTo>
                <a:lnTo>
                  <a:pt x="1871651" y="635424"/>
                </a:lnTo>
                <a:lnTo>
                  <a:pt x="1877849" y="635813"/>
                </a:lnTo>
                <a:lnTo>
                  <a:pt x="1884046" y="636174"/>
                </a:lnTo>
                <a:lnTo>
                  <a:pt x="1890244" y="636530"/>
                </a:lnTo>
                <a:lnTo>
                  <a:pt x="1896441" y="636860"/>
                </a:lnTo>
                <a:lnTo>
                  <a:pt x="1902639" y="637181"/>
                </a:lnTo>
                <a:lnTo>
                  <a:pt x="1908836" y="637483"/>
                </a:lnTo>
                <a:lnTo>
                  <a:pt x="1915034" y="637771"/>
                </a:lnTo>
                <a:lnTo>
                  <a:pt x="1921231" y="638047"/>
                </a:lnTo>
                <a:lnTo>
                  <a:pt x="1927429" y="638305"/>
                </a:lnTo>
                <a:lnTo>
                  <a:pt x="1933627" y="638557"/>
                </a:lnTo>
                <a:lnTo>
                  <a:pt x="1939824" y="638786"/>
                </a:lnTo>
                <a:lnTo>
                  <a:pt x="1946022" y="639011"/>
                </a:lnTo>
                <a:lnTo>
                  <a:pt x="1952219" y="639218"/>
                </a:lnTo>
                <a:lnTo>
                  <a:pt x="1958417" y="639417"/>
                </a:lnTo>
                <a:lnTo>
                  <a:pt x="1964614" y="639603"/>
                </a:lnTo>
                <a:lnTo>
                  <a:pt x="1970812" y="639779"/>
                </a:lnTo>
                <a:lnTo>
                  <a:pt x="1977009" y="639946"/>
                </a:lnTo>
                <a:lnTo>
                  <a:pt x="1983207" y="640100"/>
                </a:lnTo>
                <a:lnTo>
                  <a:pt x="1989404" y="640250"/>
                </a:lnTo>
                <a:lnTo>
                  <a:pt x="1995602" y="640386"/>
                </a:lnTo>
                <a:lnTo>
                  <a:pt x="2001799" y="640518"/>
                </a:lnTo>
                <a:lnTo>
                  <a:pt x="2007997" y="640639"/>
                </a:lnTo>
                <a:lnTo>
                  <a:pt x="2014194" y="640755"/>
                </a:lnTo>
                <a:lnTo>
                  <a:pt x="2020392" y="640863"/>
                </a:lnTo>
                <a:lnTo>
                  <a:pt x="2026589" y="640965"/>
                </a:lnTo>
                <a:lnTo>
                  <a:pt x="2032787" y="641062"/>
                </a:lnTo>
                <a:lnTo>
                  <a:pt x="2038984" y="641152"/>
                </a:lnTo>
                <a:lnTo>
                  <a:pt x="2045182" y="641240"/>
                </a:lnTo>
                <a:lnTo>
                  <a:pt x="2051379" y="641320"/>
                </a:lnTo>
                <a:lnTo>
                  <a:pt x="2057577" y="641399"/>
                </a:lnTo>
                <a:lnTo>
                  <a:pt x="2063774" y="641472"/>
                </a:lnTo>
                <a:lnTo>
                  <a:pt x="2069972" y="641544"/>
                </a:lnTo>
                <a:lnTo>
                  <a:pt x="2076170" y="641612"/>
                </a:lnTo>
                <a:lnTo>
                  <a:pt x="2082367" y="641679"/>
                </a:lnTo>
                <a:lnTo>
                  <a:pt x="2088565" y="641743"/>
                </a:lnTo>
                <a:lnTo>
                  <a:pt x="2094762" y="641807"/>
                </a:lnTo>
                <a:lnTo>
                  <a:pt x="2100960" y="641869"/>
                </a:lnTo>
                <a:lnTo>
                  <a:pt x="2107157" y="641931"/>
                </a:lnTo>
                <a:lnTo>
                  <a:pt x="2113355" y="641992"/>
                </a:lnTo>
                <a:lnTo>
                  <a:pt x="2119552" y="642054"/>
                </a:lnTo>
                <a:lnTo>
                  <a:pt x="2125750" y="642117"/>
                </a:lnTo>
                <a:lnTo>
                  <a:pt x="2131947" y="642180"/>
                </a:lnTo>
                <a:lnTo>
                  <a:pt x="2138145" y="642245"/>
                </a:lnTo>
                <a:lnTo>
                  <a:pt x="2144342" y="642310"/>
                </a:lnTo>
                <a:lnTo>
                  <a:pt x="2150540" y="642379"/>
                </a:lnTo>
                <a:lnTo>
                  <a:pt x="2156737" y="642449"/>
                </a:lnTo>
                <a:lnTo>
                  <a:pt x="2162935" y="642523"/>
                </a:lnTo>
                <a:lnTo>
                  <a:pt x="2169132" y="642598"/>
                </a:lnTo>
                <a:lnTo>
                  <a:pt x="2175330" y="642677"/>
                </a:lnTo>
                <a:lnTo>
                  <a:pt x="2181527" y="642759"/>
                </a:lnTo>
                <a:lnTo>
                  <a:pt x="2187725" y="642845"/>
                </a:lnTo>
                <a:lnTo>
                  <a:pt x="2193922" y="642936"/>
                </a:lnTo>
                <a:lnTo>
                  <a:pt x="2200120" y="643028"/>
                </a:lnTo>
                <a:lnTo>
                  <a:pt x="2206318" y="643128"/>
                </a:lnTo>
                <a:lnTo>
                  <a:pt x="2212515" y="643229"/>
                </a:lnTo>
                <a:lnTo>
                  <a:pt x="2218713" y="643339"/>
                </a:lnTo>
                <a:lnTo>
                  <a:pt x="2224910" y="643450"/>
                </a:lnTo>
                <a:lnTo>
                  <a:pt x="2231108" y="643569"/>
                </a:lnTo>
                <a:lnTo>
                  <a:pt x="2237305" y="643692"/>
                </a:lnTo>
                <a:lnTo>
                  <a:pt x="2243503" y="643820"/>
                </a:lnTo>
                <a:lnTo>
                  <a:pt x="2249700" y="643954"/>
                </a:lnTo>
                <a:lnTo>
                  <a:pt x="2255898" y="644093"/>
                </a:lnTo>
                <a:lnTo>
                  <a:pt x="2262095" y="644240"/>
                </a:lnTo>
                <a:lnTo>
                  <a:pt x="2268293" y="644389"/>
                </a:lnTo>
                <a:lnTo>
                  <a:pt x="2274490" y="644549"/>
                </a:lnTo>
                <a:lnTo>
                  <a:pt x="2280688" y="644712"/>
                </a:lnTo>
                <a:lnTo>
                  <a:pt x="2286885" y="644882"/>
                </a:lnTo>
                <a:lnTo>
                  <a:pt x="2293083" y="645059"/>
                </a:lnTo>
                <a:lnTo>
                  <a:pt x="2299280" y="645241"/>
                </a:lnTo>
                <a:lnTo>
                  <a:pt x="2305478" y="645431"/>
                </a:lnTo>
                <a:lnTo>
                  <a:pt x="2311675" y="645624"/>
                </a:lnTo>
                <a:lnTo>
                  <a:pt x="2317873" y="645828"/>
                </a:lnTo>
                <a:lnTo>
                  <a:pt x="2324070" y="646035"/>
                </a:lnTo>
                <a:lnTo>
                  <a:pt x="2330268" y="646252"/>
                </a:lnTo>
                <a:lnTo>
                  <a:pt x="2336465" y="646472"/>
                </a:lnTo>
                <a:lnTo>
                  <a:pt x="2342663" y="646701"/>
                </a:lnTo>
                <a:lnTo>
                  <a:pt x="2348861" y="646936"/>
                </a:lnTo>
                <a:lnTo>
                  <a:pt x="2355058" y="647176"/>
                </a:lnTo>
                <a:lnTo>
                  <a:pt x="2361256" y="647425"/>
                </a:lnTo>
                <a:lnTo>
                  <a:pt x="2367453" y="647678"/>
                </a:lnTo>
                <a:lnTo>
                  <a:pt x="2373651" y="647940"/>
                </a:lnTo>
                <a:lnTo>
                  <a:pt x="2379848" y="648206"/>
                </a:lnTo>
                <a:lnTo>
                  <a:pt x="2386046" y="648481"/>
                </a:lnTo>
                <a:lnTo>
                  <a:pt x="2392243" y="648760"/>
                </a:lnTo>
                <a:lnTo>
                  <a:pt x="2398441" y="649047"/>
                </a:lnTo>
                <a:lnTo>
                  <a:pt x="2404638" y="649340"/>
                </a:lnTo>
                <a:lnTo>
                  <a:pt x="2410836" y="649638"/>
                </a:lnTo>
                <a:lnTo>
                  <a:pt x="2417033" y="649945"/>
                </a:lnTo>
                <a:lnTo>
                  <a:pt x="2423231" y="650254"/>
                </a:lnTo>
                <a:lnTo>
                  <a:pt x="2429428" y="650573"/>
                </a:lnTo>
                <a:lnTo>
                  <a:pt x="2435626" y="650895"/>
                </a:lnTo>
                <a:lnTo>
                  <a:pt x="2441823" y="651226"/>
                </a:lnTo>
                <a:lnTo>
                  <a:pt x="2448021" y="651560"/>
                </a:lnTo>
                <a:lnTo>
                  <a:pt x="2454218" y="651902"/>
                </a:lnTo>
                <a:lnTo>
                  <a:pt x="2460416" y="652248"/>
                </a:lnTo>
                <a:lnTo>
                  <a:pt x="2466613" y="652600"/>
                </a:lnTo>
                <a:lnTo>
                  <a:pt x="2472811" y="652959"/>
                </a:lnTo>
                <a:lnTo>
                  <a:pt x="2479009" y="653321"/>
                </a:lnTo>
                <a:lnTo>
                  <a:pt x="2485206" y="653692"/>
                </a:lnTo>
                <a:lnTo>
                  <a:pt x="2491404" y="654064"/>
                </a:lnTo>
                <a:lnTo>
                  <a:pt x="2497601" y="654445"/>
                </a:lnTo>
                <a:lnTo>
                  <a:pt x="2503799" y="654830"/>
                </a:lnTo>
                <a:lnTo>
                  <a:pt x="2509996" y="655220"/>
                </a:lnTo>
                <a:lnTo>
                  <a:pt x="2516194" y="655615"/>
                </a:lnTo>
                <a:lnTo>
                  <a:pt x="2522391" y="656014"/>
                </a:lnTo>
                <a:lnTo>
                  <a:pt x="2528589" y="656420"/>
                </a:lnTo>
                <a:lnTo>
                  <a:pt x="2534786" y="656828"/>
                </a:lnTo>
                <a:lnTo>
                  <a:pt x="2540984" y="657245"/>
                </a:lnTo>
                <a:lnTo>
                  <a:pt x="2547181" y="657663"/>
                </a:lnTo>
                <a:lnTo>
                  <a:pt x="2553379" y="658088"/>
                </a:lnTo>
                <a:lnTo>
                  <a:pt x="2559576" y="658516"/>
                </a:lnTo>
                <a:lnTo>
                  <a:pt x="2565774" y="658949"/>
                </a:lnTo>
                <a:lnTo>
                  <a:pt x="2571971" y="659387"/>
                </a:lnTo>
                <a:lnTo>
                  <a:pt x="2578169" y="659828"/>
                </a:lnTo>
                <a:lnTo>
                  <a:pt x="2584366" y="660275"/>
                </a:lnTo>
                <a:lnTo>
                  <a:pt x="2590564" y="660724"/>
                </a:lnTo>
                <a:lnTo>
                  <a:pt x="2596761" y="661180"/>
                </a:lnTo>
                <a:lnTo>
                  <a:pt x="2602959" y="661637"/>
                </a:lnTo>
                <a:lnTo>
                  <a:pt x="2609156" y="662101"/>
                </a:lnTo>
                <a:lnTo>
                  <a:pt x="2615354" y="662567"/>
                </a:lnTo>
                <a:lnTo>
                  <a:pt x="2621552" y="663038"/>
                </a:lnTo>
                <a:lnTo>
                  <a:pt x="2627749" y="663513"/>
                </a:lnTo>
                <a:lnTo>
                  <a:pt x="2633947" y="663991"/>
                </a:lnTo>
                <a:lnTo>
                  <a:pt x="2640144" y="664474"/>
                </a:lnTo>
                <a:lnTo>
                  <a:pt x="2646342" y="664958"/>
                </a:lnTo>
                <a:lnTo>
                  <a:pt x="2652539" y="665449"/>
                </a:lnTo>
                <a:lnTo>
                  <a:pt x="2658737" y="665942"/>
                </a:lnTo>
                <a:lnTo>
                  <a:pt x="2664934" y="666439"/>
                </a:lnTo>
                <a:lnTo>
                  <a:pt x="2671132" y="666939"/>
                </a:lnTo>
                <a:lnTo>
                  <a:pt x="2677329" y="667443"/>
                </a:lnTo>
                <a:lnTo>
                  <a:pt x="2683527" y="667950"/>
                </a:lnTo>
                <a:lnTo>
                  <a:pt x="2689724" y="668460"/>
                </a:lnTo>
                <a:lnTo>
                  <a:pt x="2695922" y="668975"/>
                </a:lnTo>
                <a:lnTo>
                  <a:pt x="2702119" y="669491"/>
                </a:lnTo>
                <a:lnTo>
                  <a:pt x="2708317" y="670013"/>
                </a:lnTo>
                <a:lnTo>
                  <a:pt x="2714514" y="670536"/>
                </a:lnTo>
                <a:lnTo>
                  <a:pt x="2720712" y="671063"/>
                </a:lnTo>
                <a:lnTo>
                  <a:pt x="2726909" y="671592"/>
                </a:lnTo>
                <a:lnTo>
                  <a:pt x="2733107" y="672125"/>
                </a:lnTo>
                <a:lnTo>
                  <a:pt x="2739304" y="672661"/>
                </a:lnTo>
                <a:lnTo>
                  <a:pt x="2745502" y="673199"/>
                </a:lnTo>
                <a:lnTo>
                  <a:pt x="2751699" y="673742"/>
                </a:lnTo>
                <a:lnTo>
                  <a:pt x="2757897" y="674285"/>
                </a:lnTo>
                <a:lnTo>
                  <a:pt x="2764095" y="674834"/>
                </a:lnTo>
                <a:lnTo>
                  <a:pt x="2770292" y="675383"/>
                </a:lnTo>
                <a:lnTo>
                  <a:pt x="2776490" y="675936"/>
                </a:lnTo>
                <a:lnTo>
                  <a:pt x="2782687" y="676491"/>
                </a:lnTo>
                <a:lnTo>
                  <a:pt x="2788885" y="677049"/>
                </a:lnTo>
                <a:lnTo>
                  <a:pt x="2795082" y="677609"/>
                </a:lnTo>
                <a:lnTo>
                  <a:pt x="2801280" y="678171"/>
                </a:lnTo>
                <a:lnTo>
                  <a:pt x="2807477" y="678737"/>
                </a:lnTo>
                <a:lnTo>
                  <a:pt x="2813675" y="679304"/>
                </a:lnTo>
                <a:lnTo>
                  <a:pt x="2819872" y="679874"/>
                </a:lnTo>
                <a:lnTo>
                  <a:pt x="2826070" y="680445"/>
                </a:lnTo>
                <a:lnTo>
                  <a:pt x="2832267" y="681019"/>
                </a:lnTo>
                <a:lnTo>
                  <a:pt x="2838465" y="681595"/>
                </a:lnTo>
                <a:lnTo>
                  <a:pt x="2844662" y="682173"/>
                </a:lnTo>
                <a:lnTo>
                  <a:pt x="2850860" y="682752"/>
                </a:lnTo>
                <a:lnTo>
                  <a:pt x="2857057" y="683333"/>
                </a:lnTo>
                <a:lnTo>
                  <a:pt x="2863255" y="683917"/>
                </a:lnTo>
                <a:lnTo>
                  <a:pt x="2869452" y="684501"/>
                </a:lnTo>
                <a:lnTo>
                  <a:pt x="2875650" y="685088"/>
                </a:lnTo>
                <a:lnTo>
                  <a:pt x="2881847" y="685675"/>
                </a:lnTo>
                <a:lnTo>
                  <a:pt x="2888045" y="686265"/>
                </a:lnTo>
                <a:lnTo>
                  <a:pt x="2894243" y="686855"/>
                </a:lnTo>
                <a:lnTo>
                  <a:pt x="2900440" y="687446"/>
                </a:lnTo>
                <a:lnTo>
                  <a:pt x="2906638" y="688039"/>
                </a:lnTo>
                <a:lnTo>
                  <a:pt x="2912835" y="688632"/>
                </a:lnTo>
                <a:lnTo>
                  <a:pt x="2919033" y="689227"/>
                </a:lnTo>
                <a:lnTo>
                  <a:pt x="2925230" y="689822"/>
                </a:lnTo>
                <a:lnTo>
                  <a:pt x="2931428" y="690418"/>
                </a:lnTo>
                <a:lnTo>
                  <a:pt x="2937625" y="691014"/>
                </a:lnTo>
                <a:lnTo>
                  <a:pt x="2943823" y="691611"/>
                </a:lnTo>
                <a:lnTo>
                  <a:pt x="2950020" y="692208"/>
                </a:lnTo>
                <a:lnTo>
                  <a:pt x="2956218" y="692806"/>
                </a:lnTo>
                <a:lnTo>
                  <a:pt x="2962415" y="693403"/>
                </a:lnTo>
                <a:lnTo>
                  <a:pt x="2968613" y="694001"/>
                </a:lnTo>
                <a:lnTo>
                  <a:pt x="2974810" y="694598"/>
                </a:lnTo>
                <a:lnTo>
                  <a:pt x="2981008" y="695195"/>
                </a:lnTo>
                <a:lnTo>
                  <a:pt x="2987205" y="695792"/>
                </a:lnTo>
                <a:lnTo>
                  <a:pt x="2993403" y="696388"/>
                </a:lnTo>
                <a:lnTo>
                  <a:pt x="2999600" y="696984"/>
                </a:lnTo>
                <a:lnTo>
                  <a:pt x="3005798" y="697579"/>
                </a:lnTo>
                <a:lnTo>
                  <a:pt x="3011995" y="698173"/>
                </a:lnTo>
                <a:lnTo>
                  <a:pt x="3018193" y="698765"/>
                </a:lnTo>
                <a:lnTo>
                  <a:pt x="3024390" y="699358"/>
                </a:lnTo>
                <a:lnTo>
                  <a:pt x="3030588" y="699948"/>
                </a:lnTo>
                <a:lnTo>
                  <a:pt x="3036786" y="700537"/>
                </a:lnTo>
                <a:lnTo>
                  <a:pt x="3042983" y="701125"/>
                </a:lnTo>
                <a:lnTo>
                  <a:pt x="3049181" y="701711"/>
                </a:lnTo>
                <a:lnTo>
                  <a:pt x="3055378" y="702295"/>
                </a:lnTo>
                <a:lnTo>
                  <a:pt x="3061576" y="702877"/>
                </a:lnTo>
                <a:lnTo>
                  <a:pt x="3067773" y="703458"/>
                </a:lnTo>
                <a:lnTo>
                  <a:pt x="3073971" y="704035"/>
                </a:lnTo>
                <a:lnTo>
                  <a:pt x="3080168" y="704612"/>
                </a:lnTo>
                <a:lnTo>
                  <a:pt x="3086366" y="705184"/>
                </a:lnTo>
                <a:lnTo>
                  <a:pt x="3092563" y="705756"/>
                </a:lnTo>
                <a:lnTo>
                  <a:pt x="3098761" y="706323"/>
                </a:lnTo>
                <a:lnTo>
                  <a:pt x="3104958" y="706889"/>
                </a:lnTo>
                <a:lnTo>
                  <a:pt x="3111156" y="707451"/>
                </a:lnTo>
                <a:lnTo>
                  <a:pt x="3117353" y="708010"/>
                </a:lnTo>
                <a:lnTo>
                  <a:pt x="3123551" y="708566"/>
                </a:lnTo>
                <a:lnTo>
                  <a:pt x="3129748" y="709118"/>
                </a:lnTo>
                <a:lnTo>
                  <a:pt x="3135946" y="709668"/>
                </a:lnTo>
                <a:lnTo>
                  <a:pt x="3142143" y="710212"/>
                </a:lnTo>
                <a:lnTo>
                  <a:pt x="3148341" y="710755"/>
                </a:lnTo>
                <a:lnTo>
                  <a:pt x="3154538" y="711292"/>
                </a:lnTo>
                <a:lnTo>
                  <a:pt x="3160736" y="711827"/>
                </a:lnTo>
                <a:lnTo>
                  <a:pt x="3166933" y="712357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8" name="pg96">
            <a:extLst>
              <a:ext uri="{FF2B5EF4-FFF2-40B4-BE49-F238E27FC236}">
                <a16:creationId xmlns:a16="http://schemas.microsoft.com/office/drawing/2014/main" id="{47817311-6201-C6D4-034C-231A1870CC61}"/>
              </a:ext>
            </a:extLst>
          </p:cNvPr>
          <p:cNvSpPr/>
          <p:nvPr/>
        </p:nvSpPr>
        <p:spPr>
          <a:xfrm>
            <a:off x="6492869" y="4283493"/>
            <a:ext cx="2412901" cy="474455"/>
          </a:xfrm>
          <a:custGeom>
            <a:avLst/>
            <a:gdLst/>
            <a:ahLst/>
            <a:cxnLst/>
            <a:rect l="0" t="0" r="0" b="0"/>
            <a:pathLst>
              <a:path w="3166933" h="622722">
                <a:moveTo>
                  <a:pt x="0" y="240321"/>
                </a:moveTo>
                <a:lnTo>
                  <a:pt x="6197" y="234967"/>
                </a:lnTo>
                <a:lnTo>
                  <a:pt x="12395" y="229615"/>
                </a:lnTo>
                <a:lnTo>
                  <a:pt x="18592" y="224286"/>
                </a:lnTo>
                <a:lnTo>
                  <a:pt x="24790" y="218963"/>
                </a:lnTo>
                <a:lnTo>
                  <a:pt x="30987" y="213668"/>
                </a:lnTo>
                <a:lnTo>
                  <a:pt x="37185" y="208383"/>
                </a:lnTo>
                <a:lnTo>
                  <a:pt x="43382" y="203131"/>
                </a:lnTo>
                <a:lnTo>
                  <a:pt x="49580" y="197893"/>
                </a:lnTo>
                <a:lnTo>
                  <a:pt x="55777" y="192693"/>
                </a:lnTo>
                <a:lnTo>
                  <a:pt x="61975" y="187513"/>
                </a:lnTo>
                <a:lnTo>
                  <a:pt x="68172" y="182372"/>
                </a:lnTo>
                <a:lnTo>
                  <a:pt x="74370" y="177259"/>
                </a:lnTo>
                <a:lnTo>
                  <a:pt x="80567" y="172186"/>
                </a:lnTo>
                <a:lnTo>
                  <a:pt x="86765" y="167150"/>
                </a:lnTo>
                <a:lnTo>
                  <a:pt x="92962" y="162153"/>
                </a:lnTo>
                <a:lnTo>
                  <a:pt x="99160" y="157203"/>
                </a:lnTo>
                <a:lnTo>
                  <a:pt x="105357" y="152291"/>
                </a:lnTo>
                <a:lnTo>
                  <a:pt x="111555" y="147437"/>
                </a:lnTo>
                <a:lnTo>
                  <a:pt x="117752" y="142617"/>
                </a:lnTo>
                <a:lnTo>
                  <a:pt x="123950" y="137868"/>
                </a:lnTo>
                <a:lnTo>
                  <a:pt x="130147" y="133149"/>
                </a:lnTo>
                <a:lnTo>
                  <a:pt x="136345" y="128513"/>
                </a:lnTo>
                <a:lnTo>
                  <a:pt x="142543" y="123902"/>
                </a:lnTo>
                <a:lnTo>
                  <a:pt x="148740" y="119389"/>
                </a:lnTo>
                <a:lnTo>
                  <a:pt x="154938" y="114894"/>
                </a:lnTo>
                <a:lnTo>
                  <a:pt x="161135" y="110512"/>
                </a:lnTo>
                <a:lnTo>
                  <a:pt x="167333" y="106140"/>
                </a:lnTo>
                <a:lnTo>
                  <a:pt x="173530" y="101897"/>
                </a:lnTo>
                <a:lnTo>
                  <a:pt x="179728" y="97664"/>
                </a:lnTo>
                <a:lnTo>
                  <a:pt x="185925" y="93559"/>
                </a:lnTo>
                <a:lnTo>
                  <a:pt x="192123" y="89474"/>
                </a:lnTo>
                <a:lnTo>
                  <a:pt x="198320" y="85513"/>
                </a:lnTo>
                <a:lnTo>
                  <a:pt x="204518" y="81582"/>
                </a:lnTo>
                <a:lnTo>
                  <a:pt x="210715" y="77770"/>
                </a:lnTo>
                <a:lnTo>
                  <a:pt x="216913" y="74001"/>
                </a:lnTo>
                <a:lnTo>
                  <a:pt x="223110" y="70345"/>
                </a:lnTo>
                <a:lnTo>
                  <a:pt x="229308" y="66744"/>
                </a:lnTo>
                <a:lnTo>
                  <a:pt x="235505" y="63249"/>
                </a:lnTo>
                <a:lnTo>
                  <a:pt x="241703" y="59822"/>
                </a:lnTo>
                <a:lnTo>
                  <a:pt x="247900" y="56492"/>
                </a:lnTo>
                <a:lnTo>
                  <a:pt x="254098" y="53246"/>
                </a:lnTo>
                <a:lnTo>
                  <a:pt x="260295" y="50086"/>
                </a:lnTo>
                <a:lnTo>
                  <a:pt x="266493" y="47025"/>
                </a:lnTo>
                <a:lnTo>
                  <a:pt x="272690" y="44040"/>
                </a:lnTo>
                <a:lnTo>
                  <a:pt x="278888" y="41168"/>
                </a:lnTo>
                <a:lnTo>
                  <a:pt x="285086" y="38361"/>
                </a:lnTo>
                <a:lnTo>
                  <a:pt x="291283" y="35683"/>
                </a:lnTo>
                <a:lnTo>
                  <a:pt x="297481" y="33058"/>
                </a:lnTo>
                <a:lnTo>
                  <a:pt x="303678" y="30577"/>
                </a:lnTo>
                <a:lnTo>
                  <a:pt x="309876" y="28136"/>
                </a:lnTo>
                <a:lnTo>
                  <a:pt x="316073" y="25855"/>
                </a:lnTo>
                <a:lnTo>
                  <a:pt x="322271" y="23602"/>
                </a:lnTo>
                <a:lnTo>
                  <a:pt x="328468" y="21523"/>
                </a:lnTo>
                <a:lnTo>
                  <a:pt x="334666" y="19459"/>
                </a:lnTo>
                <a:lnTo>
                  <a:pt x="340863" y="17585"/>
                </a:lnTo>
                <a:lnTo>
                  <a:pt x="347061" y="15724"/>
                </a:lnTo>
                <a:lnTo>
                  <a:pt x="353258" y="14043"/>
                </a:lnTo>
                <a:lnTo>
                  <a:pt x="359456" y="12388"/>
                </a:lnTo>
                <a:lnTo>
                  <a:pt x="365653" y="10900"/>
                </a:lnTo>
                <a:lnTo>
                  <a:pt x="371851" y="9452"/>
                </a:lnTo>
                <a:lnTo>
                  <a:pt x="378048" y="8156"/>
                </a:lnTo>
                <a:lnTo>
                  <a:pt x="384246" y="6915"/>
                </a:lnTo>
                <a:lnTo>
                  <a:pt x="390443" y="5812"/>
                </a:lnTo>
                <a:lnTo>
                  <a:pt x="396641" y="4777"/>
                </a:lnTo>
                <a:lnTo>
                  <a:pt x="402838" y="3867"/>
                </a:lnTo>
                <a:lnTo>
                  <a:pt x="409036" y="3038"/>
                </a:lnTo>
                <a:lnTo>
                  <a:pt x="415234" y="2318"/>
                </a:lnTo>
                <a:lnTo>
                  <a:pt x="421431" y="1694"/>
                </a:lnTo>
                <a:lnTo>
                  <a:pt x="427629" y="1164"/>
                </a:lnTo>
                <a:lnTo>
                  <a:pt x="433826" y="742"/>
                </a:lnTo>
                <a:lnTo>
                  <a:pt x="440024" y="401"/>
                </a:lnTo>
                <a:lnTo>
                  <a:pt x="446221" y="179"/>
                </a:lnTo>
                <a:lnTo>
                  <a:pt x="452419" y="24"/>
                </a:lnTo>
                <a:lnTo>
                  <a:pt x="458616" y="0"/>
                </a:lnTo>
                <a:lnTo>
                  <a:pt x="464814" y="28"/>
                </a:lnTo>
                <a:lnTo>
                  <a:pt x="471011" y="198"/>
                </a:lnTo>
                <a:lnTo>
                  <a:pt x="477209" y="406"/>
                </a:lnTo>
                <a:lnTo>
                  <a:pt x="483406" y="767"/>
                </a:lnTo>
                <a:lnTo>
                  <a:pt x="489604" y="1153"/>
                </a:lnTo>
                <a:lnTo>
                  <a:pt x="495801" y="1701"/>
                </a:lnTo>
                <a:lnTo>
                  <a:pt x="501999" y="2261"/>
                </a:lnTo>
                <a:lnTo>
                  <a:pt x="508196" y="2991"/>
                </a:lnTo>
                <a:lnTo>
                  <a:pt x="514394" y="3733"/>
                </a:lnTo>
                <a:lnTo>
                  <a:pt x="520591" y="4629"/>
                </a:lnTo>
                <a:lnTo>
                  <a:pt x="526789" y="5548"/>
                </a:lnTo>
                <a:lnTo>
                  <a:pt x="532986" y="6605"/>
                </a:lnTo>
                <a:lnTo>
                  <a:pt x="539184" y="7696"/>
                </a:lnTo>
                <a:lnTo>
                  <a:pt x="545381" y="8911"/>
                </a:lnTo>
                <a:lnTo>
                  <a:pt x="551579" y="10169"/>
                </a:lnTo>
                <a:lnTo>
                  <a:pt x="557777" y="11535"/>
                </a:lnTo>
                <a:lnTo>
                  <a:pt x="563974" y="12954"/>
                </a:lnTo>
                <a:lnTo>
                  <a:pt x="570172" y="14468"/>
                </a:lnTo>
                <a:lnTo>
                  <a:pt x="576369" y="16042"/>
                </a:lnTo>
                <a:lnTo>
                  <a:pt x="582567" y="17698"/>
                </a:lnTo>
                <a:lnTo>
                  <a:pt x="588764" y="19422"/>
                </a:lnTo>
                <a:lnTo>
                  <a:pt x="594962" y="21213"/>
                </a:lnTo>
                <a:lnTo>
                  <a:pt x="601159" y="23080"/>
                </a:lnTo>
                <a:lnTo>
                  <a:pt x="607357" y="25003"/>
                </a:lnTo>
                <a:lnTo>
                  <a:pt x="613554" y="27007"/>
                </a:lnTo>
                <a:lnTo>
                  <a:pt x="619752" y="29055"/>
                </a:lnTo>
                <a:lnTo>
                  <a:pt x="625949" y="31188"/>
                </a:lnTo>
                <a:lnTo>
                  <a:pt x="632147" y="33356"/>
                </a:lnTo>
                <a:lnTo>
                  <a:pt x="638344" y="35613"/>
                </a:lnTo>
                <a:lnTo>
                  <a:pt x="644542" y="37895"/>
                </a:lnTo>
                <a:lnTo>
                  <a:pt x="650739" y="40269"/>
                </a:lnTo>
                <a:lnTo>
                  <a:pt x="656937" y="42658"/>
                </a:lnTo>
                <a:lnTo>
                  <a:pt x="663134" y="45142"/>
                </a:lnTo>
                <a:lnTo>
                  <a:pt x="669332" y="47633"/>
                </a:lnTo>
                <a:lnTo>
                  <a:pt x="675529" y="50220"/>
                </a:lnTo>
                <a:lnTo>
                  <a:pt x="681727" y="52814"/>
                </a:lnTo>
                <a:lnTo>
                  <a:pt x="687924" y="55491"/>
                </a:lnTo>
                <a:lnTo>
                  <a:pt x="694122" y="58180"/>
                </a:lnTo>
                <a:lnTo>
                  <a:pt x="700320" y="60941"/>
                </a:lnTo>
                <a:lnTo>
                  <a:pt x="706517" y="63719"/>
                </a:lnTo>
                <a:lnTo>
                  <a:pt x="712715" y="66558"/>
                </a:lnTo>
                <a:lnTo>
                  <a:pt x="718912" y="69417"/>
                </a:lnTo>
                <a:lnTo>
                  <a:pt x="725110" y="72328"/>
                </a:lnTo>
                <a:lnTo>
                  <a:pt x="731307" y="75263"/>
                </a:lnTo>
                <a:lnTo>
                  <a:pt x="737505" y="78240"/>
                </a:lnTo>
                <a:lnTo>
                  <a:pt x="743702" y="81244"/>
                </a:lnTo>
                <a:lnTo>
                  <a:pt x="749900" y="84281"/>
                </a:lnTo>
                <a:lnTo>
                  <a:pt x="756097" y="87346"/>
                </a:lnTo>
                <a:lnTo>
                  <a:pt x="762295" y="90439"/>
                </a:lnTo>
                <a:lnTo>
                  <a:pt x="768492" y="93559"/>
                </a:lnTo>
                <a:lnTo>
                  <a:pt x="774690" y="96700"/>
                </a:lnTo>
                <a:lnTo>
                  <a:pt x="780887" y="99870"/>
                </a:lnTo>
                <a:lnTo>
                  <a:pt x="787085" y="103054"/>
                </a:lnTo>
                <a:lnTo>
                  <a:pt x="793282" y="106267"/>
                </a:lnTo>
                <a:lnTo>
                  <a:pt x="799480" y="109489"/>
                </a:lnTo>
                <a:lnTo>
                  <a:pt x="805677" y="112738"/>
                </a:lnTo>
                <a:lnTo>
                  <a:pt x="811875" y="115994"/>
                </a:lnTo>
                <a:lnTo>
                  <a:pt x="818072" y="119273"/>
                </a:lnTo>
                <a:lnTo>
                  <a:pt x="824270" y="122556"/>
                </a:lnTo>
                <a:lnTo>
                  <a:pt x="830468" y="125860"/>
                </a:lnTo>
                <a:lnTo>
                  <a:pt x="836665" y="129166"/>
                </a:lnTo>
                <a:lnTo>
                  <a:pt x="842863" y="132489"/>
                </a:lnTo>
                <a:lnTo>
                  <a:pt x="849060" y="135813"/>
                </a:lnTo>
                <a:lnTo>
                  <a:pt x="855258" y="139149"/>
                </a:lnTo>
                <a:lnTo>
                  <a:pt x="861455" y="142487"/>
                </a:lnTo>
                <a:lnTo>
                  <a:pt x="867653" y="145831"/>
                </a:lnTo>
                <a:lnTo>
                  <a:pt x="873850" y="149176"/>
                </a:lnTo>
                <a:lnTo>
                  <a:pt x="880048" y="152524"/>
                </a:lnTo>
                <a:lnTo>
                  <a:pt x="886245" y="155872"/>
                </a:lnTo>
                <a:lnTo>
                  <a:pt x="892443" y="159220"/>
                </a:lnTo>
                <a:lnTo>
                  <a:pt x="898640" y="162566"/>
                </a:lnTo>
                <a:lnTo>
                  <a:pt x="904838" y="165909"/>
                </a:lnTo>
                <a:lnTo>
                  <a:pt x="911035" y="169249"/>
                </a:lnTo>
                <a:lnTo>
                  <a:pt x="917233" y="172583"/>
                </a:lnTo>
                <a:lnTo>
                  <a:pt x="923430" y="175912"/>
                </a:lnTo>
                <a:lnTo>
                  <a:pt x="929628" y="179234"/>
                </a:lnTo>
                <a:lnTo>
                  <a:pt x="935825" y="182547"/>
                </a:lnTo>
                <a:lnTo>
                  <a:pt x="942023" y="185854"/>
                </a:lnTo>
                <a:lnTo>
                  <a:pt x="948220" y="189148"/>
                </a:lnTo>
                <a:lnTo>
                  <a:pt x="954418" y="192436"/>
                </a:lnTo>
                <a:lnTo>
                  <a:pt x="960615" y="195707"/>
                </a:lnTo>
                <a:lnTo>
                  <a:pt x="966813" y="198972"/>
                </a:lnTo>
                <a:lnTo>
                  <a:pt x="973011" y="202217"/>
                </a:lnTo>
                <a:lnTo>
                  <a:pt x="979208" y="205456"/>
                </a:lnTo>
                <a:lnTo>
                  <a:pt x="985406" y="208671"/>
                </a:lnTo>
                <a:lnTo>
                  <a:pt x="991603" y="211883"/>
                </a:lnTo>
                <a:lnTo>
                  <a:pt x="997801" y="215065"/>
                </a:lnTo>
                <a:lnTo>
                  <a:pt x="1003998" y="218245"/>
                </a:lnTo>
                <a:lnTo>
                  <a:pt x="1010196" y="221392"/>
                </a:lnTo>
                <a:lnTo>
                  <a:pt x="1016393" y="224536"/>
                </a:lnTo>
                <a:lnTo>
                  <a:pt x="1022591" y="227647"/>
                </a:lnTo>
                <a:lnTo>
                  <a:pt x="1028788" y="230752"/>
                </a:lnTo>
                <a:lnTo>
                  <a:pt x="1034986" y="233825"/>
                </a:lnTo>
                <a:lnTo>
                  <a:pt x="1041183" y="236889"/>
                </a:lnTo>
                <a:lnTo>
                  <a:pt x="1047381" y="239923"/>
                </a:lnTo>
                <a:lnTo>
                  <a:pt x="1053578" y="242943"/>
                </a:lnTo>
                <a:lnTo>
                  <a:pt x="1059776" y="245935"/>
                </a:lnTo>
                <a:lnTo>
                  <a:pt x="1065973" y="248911"/>
                </a:lnTo>
                <a:lnTo>
                  <a:pt x="1072171" y="251859"/>
                </a:lnTo>
                <a:lnTo>
                  <a:pt x="1078368" y="254787"/>
                </a:lnTo>
                <a:lnTo>
                  <a:pt x="1084566" y="257691"/>
                </a:lnTo>
                <a:lnTo>
                  <a:pt x="1090763" y="260571"/>
                </a:lnTo>
                <a:lnTo>
                  <a:pt x="1096961" y="263429"/>
                </a:lnTo>
                <a:lnTo>
                  <a:pt x="1103159" y="266258"/>
                </a:lnTo>
                <a:lnTo>
                  <a:pt x="1109356" y="269069"/>
                </a:lnTo>
                <a:lnTo>
                  <a:pt x="1115554" y="271847"/>
                </a:lnTo>
                <a:lnTo>
                  <a:pt x="1121751" y="274610"/>
                </a:lnTo>
                <a:lnTo>
                  <a:pt x="1127949" y="277336"/>
                </a:lnTo>
                <a:lnTo>
                  <a:pt x="1134146" y="280049"/>
                </a:lnTo>
                <a:lnTo>
                  <a:pt x="1140344" y="282722"/>
                </a:lnTo>
                <a:lnTo>
                  <a:pt x="1146541" y="285386"/>
                </a:lnTo>
                <a:lnTo>
                  <a:pt x="1152739" y="288006"/>
                </a:lnTo>
                <a:lnTo>
                  <a:pt x="1158936" y="290619"/>
                </a:lnTo>
                <a:lnTo>
                  <a:pt x="1165134" y="293185"/>
                </a:lnTo>
                <a:lnTo>
                  <a:pt x="1171331" y="295746"/>
                </a:lnTo>
                <a:lnTo>
                  <a:pt x="1177529" y="298258"/>
                </a:lnTo>
                <a:lnTo>
                  <a:pt x="1183726" y="300766"/>
                </a:lnTo>
                <a:lnTo>
                  <a:pt x="1189924" y="303227"/>
                </a:lnTo>
                <a:lnTo>
                  <a:pt x="1196121" y="305680"/>
                </a:lnTo>
                <a:lnTo>
                  <a:pt x="1202319" y="308090"/>
                </a:lnTo>
                <a:lnTo>
                  <a:pt x="1208516" y="310488"/>
                </a:lnTo>
                <a:lnTo>
                  <a:pt x="1214714" y="312848"/>
                </a:lnTo>
                <a:lnTo>
                  <a:pt x="1220911" y="315191"/>
                </a:lnTo>
                <a:lnTo>
                  <a:pt x="1227109" y="317500"/>
                </a:lnTo>
                <a:lnTo>
                  <a:pt x="1233306" y="319790"/>
                </a:lnTo>
                <a:lnTo>
                  <a:pt x="1239504" y="322049"/>
                </a:lnTo>
                <a:lnTo>
                  <a:pt x="1245702" y="324285"/>
                </a:lnTo>
                <a:lnTo>
                  <a:pt x="1251899" y="326494"/>
                </a:lnTo>
                <a:lnTo>
                  <a:pt x="1258097" y="328677"/>
                </a:lnTo>
                <a:lnTo>
                  <a:pt x="1264294" y="330837"/>
                </a:lnTo>
                <a:lnTo>
                  <a:pt x="1270492" y="332968"/>
                </a:lnTo>
                <a:lnTo>
                  <a:pt x="1276689" y="335079"/>
                </a:lnTo>
                <a:lnTo>
                  <a:pt x="1282887" y="337158"/>
                </a:lnTo>
                <a:lnTo>
                  <a:pt x="1289084" y="339222"/>
                </a:lnTo>
                <a:lnTo>
                  <a:pt x="1295282" y="341251"/>
                </a:lnTo>
                <a:lnTo>
                  <a:pt x="1301479" y="343267"/>
                </a:lnTo>
                <a:lnTo>
                  <a:pt x="1307677" y="345247"/>
                </a:lnTo>
                <a:lnTo>
                  <a:pt x="1313874" y="347217"/>
                </a:lnTo>
                <a:lnTo>
                  <a:pt x="1320072" y="349148"/>
                </a:lnTo>
                <a:lnTo>
                  <a:pt x="1326269" y="351073"/>
                </a:lnTo>
                <a:lnTo>
                  <a:pt x="1332467" y="352957"/>
                </a:lnTo>
                <a:lnTo>
                  <a:pt x="1338664" y="354837"/>
                </a:lnTo>
                <a:lnTo>
                  <a:pt x="1344862" y="356676"/>
                </a:lnTo>
                <a:lnTo>
                  <a:pt x="1351059" y="358510"/>
                </a:lnTo>
                <a:lnTo>
                  <a:pt x="1357257" y="360307"/>
                </a:lnTo>
                <a:lnTo>
                  <a:pt x="1363454" y="362097"/>
                </a:lnTo>
                <a:lnTo>
                  <a:pt x="1369652" y="363853"/>
                </a:lnTo>
                <a:lnTo>
                  <a:pt x="1375849" y="365600"/>
                </a:lnTo>
                <a:lnTo>
                  <a:pt x="1382047" y="367317"/>
                </a:lnTo>
                <a:lnTo>
                  <a:pt x="1388245" y="369022"/>
                </a:lnTo>
                <a:lnTo>
                  <a:pt x="1394442" y="370701"/>
                </a:lnTo>
                <a:lnTo>
                  <a:pt x="1400640" y="372365"/>
                </a:lnTo>
                <a:lnTo>
                  <a:pt x="1406837" y="374008"/>
                </a:lnTo>
                <a:lnTo>
                  <a:pt x="1413035" y="375634"/>
                </a:lnTo>
                <a:lnTo>
                  <a:pt x="1419232" y="377240"/>
                </a:lnTo>
                <a:lnTo>
                  <a:pt x="1425430" y="378829"/>
                </a:lnTo>
                <a:lnTo>
                  <a:pt x="1431627" y="380402"/>
                </a:lnTo>
                <a:lnTo>
                  <a:pt x="1437825" y="381955"/>
                </a:lnTo>
                <a:lnTo>
                  <a:pt x="1444022" y="383495"/>
                </a:lnTo>
                <a:lnTo>
                  <a:pt x="1450220" y="385014"/>
                </a:lnTo>
                <a:lnTo>
                  <a:pt x="1456417" y="386522"/>
                </a:lnTo>
                <a:lnTo>
                  <a:pt x="1462615" y="388009"/>
                </a:lnTo>
                <a:lnTo>
                  <a:pt x="1468812" y="389487"/>
                </a:lnTo>
                <a:lnTo>
                  <a:pt x="1475010" y="390943"/>
                </a:lnTo>
                <a:lnTo>
                  <a:pt x="1481207" y="392393"/>
                </a:lnTo>
                <a:lnTo>
                  <a:pt x="1487405" y="393819"/>
                </a:lnTo>
                <a:lnTo>
                  <a:pt x="1493602" y="395241"/>
                </a:lnTo>
                <a:lnTo>
                  <a:pt x="1499800" y="396639"/>
                </a:lnTo>
                <a:lnTo>
                  <a:pt x="1505997" y="398035"/>
                </a:lnTo>
                <a:lnTo>
                  <a:pt x="1512195" y="399407"/>
                </a:lnTo>
                <a:lnTo>
                  <a:pt x="1518393" y="400777"/>
                </a:lnTo>
                <a:lnTo>
                  <a:pt x="1524590" y="402126"/>
                </a:lnTo>
                <a:lnTo>
                  <a:pt x="1530788" y="403471"/>
                </a:lnTo>
                <a:lnTo>
                  <a:pt x="1536985" y="404797"/>
                </a:lnTo>
                <a:lnTo>
                  <a:pt x="1543183" y="406119"/>
                </a:lnTo>
                <a:lnTo>
                  <a:pt x="1549380" y="407425"/>
                </a:lnTo>
                <a:lnTo>
                  <a:pt x="1555578" y="408724"/>
                </a:lnTo>
                <a:lnTo>
                  <a:pt x="1561775" y="410010"/>
                </a:lnTo>
                <a:lnTo>
                  <a:pt x="1567973" y="411289"/>
                </a:lnTo>
                <a:lnTo>
                  <a:pt x="1574170" y="412556"/>
                </a:lnTo>
                <a:lnTo>
                  <a:pt x="1580368" y="413815"/>
                </a:lnTo>
                <a:lnTo>
                  <a:pt x="1586565" y="415065"/>
                </a:lnTo>
                <a:lnTo>
                  <a:pt x="1592763" y="416306"/>
                </a:lnTo>
                <a:lnTo>
                  <a:pt x="1598960" y="417540"/>
                </a:lnTo>
                <a:lnTo>
                  <a:pt x="1605158" y="418764"/>
                </a:lnTo>
                <a:lnTo>
                  <a:pt x="1611355" y="419982"/>
                </a:lnTo>
                <a:lnTo>
                  <a:pt x="1617553" y="421190"/>
                </a:lnTo>
                <a:lnTo>
                  <a:pt x="1623750" y="422393"/>
                </a:lnTo>
                <a:lnTo>
                  <a:pt x="1629948" y="423586"/>
                </a:lnTo>
                <a:lnTo>
                  <a:pt x="1636145" y="424775"/>
                </a:lnTo>
                <a:lnTo>
                  <a:pt x="1642343" y="425954"/>
                </a:lnTo>
                <a:lnTo>
                  <a:pt x="1648540" y="427131"/>
                </a:lnTo>
                <a:lnTo>
                  <a:pt x="1654738" y="428296"/>
                </a:lnTo>
                <a:lnTo>
                  <a:pt x="1660936" y="429461"/>
                </a:lnTo>
                <a:lnTo>
                  <a:pt x="1667133" y="430614"/>
                </a:lnTo>
                <a:lnTo>
                  <a:pt x="1673331" y="431767"/>
                </a:lnTo>
                <a:lnTo>
                  <a:pt x="1679528" y="432909"/>
                </a:lnTo>
                <a:lnTo>
                  <a:pt x="1685726" y="434050"/>
                </a:lnTo>
                <a:lnTo>
                  <a:pt x="1691923" y="435181"/>
                </a:lnTo>
                <a:lnTo>
                  <a:pt x="1698121" y="436311"/>
                </a:lnTo>
                <a:lnTo>
                  <a:pt x="1704318" y="437433"/>
                </a:lnTo>
                <a:lnTo>
                  <a:pt x="1710516" y="438552"/>
                </a:lnTo>
                <a:lnTo>
                  <a:pt x="1716713" y="439664"/>
                </a:lnTo>
                <a:lnTo>
                  <a:pt x="1722911" y="440774"/>
                </a:lnTo>
                <a:lnTo>
                  <a:pt x="1729108" y="441877"/>
                </a:lnTo>
                <a:lnTo>
                  <a:pt x="1735306" y="442976"/>
                </a:lnTo>
                <a:lnTo>
                  <a:pt x="1741503" y="444070"/>
                </a:lnTo>
                <a:lnTo>
                  <a:pt x="1747701" y="445161"/>
                </a:lnTo>
                <a:lnTo>
                  <a:pt x="1753898" y="446246"/>
                </a:lnTo>
                <a:lnTo>
                  <a:pt x="1760096" y="447327"/>
                </a:lnTo>
                <a:lnTo>
                  <a:pt x="1766293" y="448404"/>
                </a:lnTo>
                <a:lnTo>
                  <a:pt x="1772491" y="449476"/>
                </a:lnTo>
                <a:lnTo>
                  <a:pt x="1778688" y="450545"/>
                </a:lnTo>
                <a:lnTo>
                  <a:pt x="1784886" y="451607"/>
                </a:lnTo>
                <a:lnTo>
                  <a:pt x="1791084" y="452668"/>
                </a:lnTo>
                <a:lnTo>
                  <a:pt x="1797281" y="453721"/>
                </a:lnTo>
                <a:lnTo>
                  <a:pt x="1803479" y="454773"/>
                </a:lnTo>
                <a:lnTo>
                  <a:pt x="1809676" y="455818"/>
                </a:lnTo>
                <a:lnTo>
                  <a:pt x="1815874" y="456861"/>
                </a:lnTo>
                <a:lnTo>
                  <a:pt x="1822071" y="457896"/>
                </a:lnTo>
                <a:lnTo>
                  <a:pt x="1828269" y="458931"/>
                </a:lnTo>
                <a:lnTo>
                  <a:pt x="1834466" y="459956"/>
                </a:lnTo>
                <a:lnTo>
                  <a:pt x="1840664" y="460981"/>
                </a:lnTo>
                <a:lnTo>
                  <a:pt x="1846861" y="461998"/>
                </a:lnTo>
                <a:lnTo>
                  <a:pt x="1853059" y="463013"/>
                </a:lnTo>
                <a:lnTo>
                  <a:pt x="1859256" y="464020"/>
                </a:lnTo>
                <a:lnTo>
                  <a:pt x="1865454" y="465025"/>
                </a:lnTo>
                <a:lnTo>
                  <a:pt x="1871651" y="466022"/>
                </a:lnTo>
                <a:lnTo>
                  <a:pt x="1877849" y="467016"/>
                </a:lnTo>
                <a:lnTo>
                  <a:pt x="1884046" y="468003"/>
                </a:lnTo>
                <a:lnTo>
                  <a:pt x="1890244" y="468986"/>
                </a:lnTo>
                <a:lnTo>
                  <a:pt x="1896441" y="469962"/>
                </a:lnTo>
                <a:lnTo>
                  <a:pt x="1902639" y="470934"/>
                </a:lnTo>
                <a:lnTo>
                  <a:pt x="1908836" y="471899"/>
                </a:lnTo>
                <a:lnTo>
                  <a:pt x="1915034" y="472859"/>
                </a:lnTo>
                <a:lnTo>
                  <a:pt x="1921231" y="473812"/>
                </a:lnTo>
                <a:lnTo>
                  <a:pt x="1927429" y="474759"/>
                </a:lnTo>
                <a:lnTo>
                  <a:pt x="1933627" y="475701"/>
                </a:lnTo>
                <a:lnTo>
                  <a:pt x="1939824" y="476635"/>
                </a:lnTo>
                <a:lnTo>
                  <a:pt x="1946022" y="477564"/>
                </a:lnTo>
                <a:lnTo>
                  <a:pt x="1952219" y="478484"/>
                </a:lnTo>
                <a:lnTo>
                  <a:pt x="1958417" y="479400"/>
                </a:lnTo>
                <a:lnTo>
                  <a:pt x="1964614" y="480306"/>
                </a:lnTo>
                <a:lnTo>
                  <a:pt x="1970812" y="481208"/>
                </a:lnTo>
                <a:lnTo>
                  <a:pt x="1977009" y="482099"/>
                </a:lnTo>
                <a:lnTo>
                  <a:pt x="1983207" y="482987"/>
                </a:lnTo>
                <a:lnTo>
                  <a:pt x="1989404" y="483863"/>
                </a:lnTo>
                <a:lnTo>
                  <a:pt x="1995602" y="484736"/>
                </a:lnTo>
                <a:lnTo>
                  <a:pt x="2001799" y="485595"/>
                </a:lnTo>
                <a:lnTo>
                  <a:pt x="2007997" y="486453"/>
                </a:lnTo>
                <a:lnTo>
                  <a:pt x="2014194" y="487297"/>
                </a:lnTo>
                <a:lnTo>
                  <a:pt x="2020392" y="488138"/>
                </a:lnTo>
                <a:lnTo>
                  <a:pt x="2026589" y="488965"/>
                </a:lnTo>
                <a:lnTo>
                  <a:pt x="2032787" y="489788"/>
                </a:lnTo>
                <a:lnTo>
                  <a:pt x="2038984" y="490599"/>
                </a:lnTo>
                <a:lnTo>
                  <a:pt x="2045182" y="491405"/>
                </a:lnTo>
                <a:lnTo>
                  <a:pt x="2051379" y="492198"/>
                </a:lnTo>
                <a:lnTo>
                  <a:pt x="2057577" y="492986"/>
                </a:lnTo>
                <a:lnTo>
                  <a:pt x="2063774" y="493762"/>
                </a:lnTo>
                <a:lnTo>
                  <a:pt x="2069972" y="494530"/>
                </a:lnTo>
                <a:lnTo>
                  <a:pt x="2076170" y="495288"/>
                </a:lnTo>
                <a:lnTo>
                  <a:pt x="2082367" y="496038"/>
                </a:lnTo>
                <a:lnTo>
                  <a:pt x="2088565" y="496778"/>
                </a:lnTo>
                <a:lnTo>
                  <a:pt x="2094762" y="497507"/>
                </a:lnTo>
                <a:lnTo>
                  <a:pt x="2100960" y="498229"/>
                </a:lnTo>
                <a:lnTo>
                  <a:pt x="2107157" y="498938"/>
                </a:lnTo>
                <a:lnTo>
                  <a:pt x="2113355" y="499641"/>
                </a:lnTo>
                <a:lnTo>
                  <a:pt x="2119552" y="500331"/>
                </a:lnTo>
                <a:lnTo>
                  <a:pt x="2125750" y="501014"/>
                </a:lnTo>
                <a:lnTo>
                  <a:pt x="2131947" y="501683"/>
                </a:lnTo>
                <a:lnTo>
                  <a:pt x="2138145" y="502348"/>
                </a:lnTo>
                <a:lnTo>
                  <a:pt x="2144342" y="502996"/>
                </a:lnTo>
                <a:lnTo>
                  <a:pt x="2150540" y="503641"/>
                </a:lnTo>
                <a:lnTo>
                  <a:pt x="2156737" y="504269"/>
                </a:lnTo>
                <a:lnTo>
                  <a:pt x="2162935" y="504895"/>
                </a:lnTo>
                <a:lnTo>
                  <a:pt x="2169132" y="505502"/>
                </a:lnTo>
                <a:lnTo>
                  <a:pt x="2175330" y="506107"/>
                </a:lnTo>
                <a:lnTo>
                  <a:pt x="2181527" y="506694"/>
                </a:lnTo>
                <a:lnTo>
                  <a:pt x="2187725" y="507279"/>
                </a:lnTo>
                <a:lnTo>
                  <a:pt x="2193922" y="507847"/>
                </a:lnTo>
                <a:lnTo>
                  <a:pt x="2200120" y="508411"/>
                </a:lnTo>
                <a:lnTo>
                  <a:pt x="2206318" y="508960"/>
                </a:lnTo>
                <a:lnTo>
                  <a:pt x="2212515" y="509504"/>
                </a:lnTo>
                <a:lnTo>
                  <a:pt x="2218713" y="510034"/>
                </a:lnTo>
                <a:lnTo>
                  <a:pt x="2224910" y="510557"/>
                </a:lnTo>
                <a:lnTo>
                  <a:pt x="2231108" y="511069"/>
                </a:lnTo>
                <a:lnTo>
                  <a:pt x="2237305" y="511572"/>
                </a:lnTo>
                <a:lnTo>
                  <a:pt x="2243503" y="512065"/>
                </a:lnTo>
                <a:lnTo>
                  <a:pt x="2249700" y="512550"/>
                </a:lnTo>
                <a:lnTo>
                  <a:pt x="2255898" y="513025"/>
                </a:lnTo>
                <a:lnTo>
                  <a:pt x="2262095" y="513490"/>
                </a:lnTo>
                <a:lnTo>
                  <a:pt x="2268293" y="513948"/>
                </a:lnTo>
                <a:lnTo>
                  <a:pt x="2274490" y="514394"/>
                </a:lnTo>
                <a:lnTo>
                  <a:pt x="2280688" y="514835"/>
                </a:lnTo>
                <a:lnTo>
                  <a:pt x="2286885" y="515264"/>
                </a:lnTo>
                <a:lnTo>
                  <a:pt x="2293083" y="515688"/>
                </a:lnTo>
                <a:lnTo>
                  <a:pt x="2299280" y="516100"/>
                </a:lnTo>
                <a:lnTo>
                  <a:pt x="2305478" y="516509"/>
                </a:lnTo>
                <a:lnTo>
                  <a:pt x="2311675" y="516904"/>
                </a:lnTo>
                <a:lnTo>
                  <a:pt x="2317873" y="517297"/>
                </a:lnTo>
                <a:lnTo>
                  <a:pt x="2324070" y="517677"/>
                </a:lnTo>
                <a:lnTo>
                  <a:pt x="2330268" y="518056"/>
                </a:lnTo>
                <a:lnTo>
                  <a:pt x="2336465" y="518421"/>
                </a:lnTo>
                <a:lnTo>
                  <a:pt x="2342663" y="518785"/>
                </a:lnTo>
                <a:lnTo>
                  <a:pt x="2348861" y="519136"/>
                </a:lnTo>
                <a:lnTo>
                  <a:pt x="2355058" y="519487"/>
                </a:lnTo>
                <a:lnTo>
                  <a:pt x="2361256" y="519826"/>
                </a:lnTo>
                <a:lnTo>
                  <a:pt x="2367453" y="520164"/>
                </a:lnTo>
                <a:lnTo>
                  <a:pt x="2373651" y="520492"/>
                </a:lnTo>
                <a:lnTo>
                  <a:pt x="2379848" y="520818"/>
                </a:lnTo>
                <a:lnTo>
                  <a:pt x="2386046" y="521135"/>
                </a:lnTo>
                <a:lnTo>
                  <a:pt x="2392243" y="521450"/>
                </a:lnTo>
                <a:lnTo>
                  <a:pt x="2398441" y="521759"/>
                </a:lnTo>
                <a:lnTo>
                  <a:pt x="2404638" y="522063"/>
                </a:lnTo>
                <a:lnTo>
                  <a:pt x="2410836" y="522363"/>
                </a:lnTo>
                <a:lnTo>
                  <a:pt x="2417033" y="522659"/>
                </a:lnTo>
                <a:lnTo>
                  <a:pt x="2423231" y="522952"/>
                </a:lnTo>
                <a:lnTo>
                  <a:pt x="2429428" y="523240"/>
                </a:lnTo>
                <a:lnTo>
                  <a:pt x="2435626" y="523526"/>
                </a:lnTo>
                <a:lnTo>
                  <a:pt x="2441823" y="523808"/>
                </a:lnTo>
                <a:lnTo>
                  <a:pt x="2448021" y="524088"/>
                </a:lnTo>
                <a:lnTo>
                  <a:pt x="2454218" y="524365"/>
                </a:lnTo>
                <a:lnTo>
                  <a:pt x="2460416" y="524640"/>
                </a:lnTo>
                <a:lnTo>
                  <a:pt x="2466613" y="524913"/>
                </a:lnTo>
                <a:lnTo>
                  <a:pt x="2472811" y="525184"/>
                </a:lnTo>
                <a:lnTo>
                  <a:pt x="2479009" y="525454"/>
                </a:lnTo>
                <a:lnTo>
                  <a:pt x="2485206" y="525723"/>
                </a:lnTo>
                <a:lnTo>
                  <a:pt x="2491404" y="525991"/>
                </a:lnTo>
                <a:lnTo>
                  <a:pt x="2497601" y="526258"/>
                </a:lnTo>
                <a:lnTo>
                  <a:pt x="2503799" y="526525"/>
                </a:lnTo>
                <a:lnTo>
                  <a:pt x="2509996" y="526792"/>
                </a:lnTo>
                <a:lnTo>
                  <a:pt x="2516194" y="527059"/>
                </a:lnTo>
                <a:lnTo>
                  <a:pt x="2522391" y="527327"/>
                </a:lnTo>
                <a:lnTo>
                  <a:pt x="2528589" y="527596"/>
                </a:lnTo>
                <a:lnTo>
                  <a:pt x="2534786" y="527865"/>
                </a:lnTo>
                <a:lnTo>
                  <a:pt x="2540984" y="528136"/>
                </a:lnTo>
                <a:lnTo>
                  <a:pt x="2547181" y="528407"/>
                </a:lnTo>
                <a:lnTo>
                  <a:pt x="2553379" y="528682"/>
                </a:lnTo>
                <a:lnTo>
                  <a:pt x="2559576" y="528957"/>
                </a:lnTo>
                <a:lnTo>
                  <a:pt x="2565774" y="529235"/>
                </a:lnTo>
                <a:lnTo>
                  <a:pt x="2571971" y="529516"/>
                </a:lnTo>
                <a:lnTo>
                  <a:pt x="2578169" y="529799"/>
                </a:lnTo>
                <a:lnTo>
                  <a:pt x="2584366" y="530085"/>
                </a:lnTo>
                <a:lnTo>
                  <a:pt x="2590564" y="530374"/>
                </a:lnTo>
                <a:lnTo>
                  <a:pt x="2596761" y="530667"/>
                </a:lnTo>
                <a:lnTo>
                  <a:pt x="2602959" y="530963"/>
                </a:lnTo>
                <a:lnTo>
                  <a:pt x="2609156" y="531263"/>
                </a:lnTo>
                <a:lnTo>
                  <a:pt x="2615354" y="531567"/>
                </a:lnTo>
                <a:lnTo>
                  <a:pt x="2621552" y="531875"/>
                </a:lnTo>
                <a:lnTo>
                  <a:pt x="2627749" y="532187"/>
                </a:lnTo>
                <a:lnTo>
                  <a:pt x="2633947" y="532505"/>
                </a:lnTo>
                <a:lnTo>
                  <a:pt x="2640144" y="532825"/>
                </a:lnTo>
                <a:lnTo>
                  <a:pt x="2646342" y="533153"/>
                </a:lnTo>
                <a:lnTo>
                  <a:pt x="2652539" y="533482"/>
                </a:lnTo>
                <a:lnTo>
                  <a:pt x="2658737" y="533821"/>
                </a:lnTo>
                <a:lnTo>
                  <a:pt x="2664934" y="534161"/>
                </a:lnTo>
                <a:lnTo>
                  <a:pt x="2671132" y="534511"/>
                </a:lnTo>
                <a:lnTo>
                  <a:pt x="2677329" y="534862"/>
                </a:lnTo>
                <a:lnTo>
                  <a:pt x="2683527" y="535223"/>
                </a:lnTo>
                <a:lnTo>
                  <a:pt x="2689724" y="535586"/>
                </a:lnTo>
                <a:lnTo>
                  <a:pt x="2695922" y="535958"/>
                </a:lnTo>
                <a:lnTo>
                  <a:pt x="2702119" y="536333"/>
                </a:lnTo>
                <a:lnTo>
                  <a:pt x="2708317" y="536718"/>
                </a:lnTo>
                <a:lnTo>
                  <a:pt x="2714514" y="537106"/>
                </a:lnTo>
                <a:lnTo>
                  <a:pt x="2720712" y="537502"/>
                </a:lnTo>
                <a:lnTo>
                  <a:pt x="2726909" y="537904"/>
                </a:lnTo>
                <a:lnTo>
                  <a:pt x="2733107" y="538313"/>
                </a:lnTo>
                <a:lnTo>
                  <a:pt x="2739304" y="538727"/>
                </a:lnTo>
                <a:lnTo>
                  <a:pt x="2745502" y="539149"/>
                </a:lnTo>
                <a:lnTo>
                  <a:pt x="2751699" y="539577"/>
                </a:lnTo>
                <a:lnTo>
                  <a:pt x="2757897" y="540012"/>
                </a:lnTo>
                <a:lnTo>
                  <a:pt x="2764095" y="540454"/>
                </a:lnTo>
                <a:lnTo>
                  <a:pt x="2770292" y="540902"/>
                </a:lnTo>
                <a:lnTo>
                  <a:pt x="2776490" y="541358"/>
                </a:lnTo>
                <a:lnTo>
                  <a:pt x="2782687" y="541818"/>
                </a:lnTo>
                <a:lnTo>
                  <a:pt x="2788885" y="542288"/>
                </a:lnTo>
                <a:lnTo>
                  <a:pt x="2795082" y="542762"/>
                </a:lnTo>
                <a:lnTo>
                  <a:pt x="2801280" y="543246"/>
                </a:lnTo>
                <a:lnTo>
                  <a:pt x="2807477" y="543733"/>
                </a:lnTo>
                <a:lnTo>
                  <a:pt x="2813675" y="544230"/>
                </a:lnTo>
                <a:lnTo>
                  <a:pt x="2819872" y="544730"/>
                </a:lnTo>
                <a:lnTo>
                  <a:pt x="2826070" y="545241"/>
                </a:lnTo>
                <a:lnTo>
                  <a:pt x="2832267" y="545753"/>
                </a:lnTo>
                <a:lnTo>
                  <a:pt x="2838465" y="546278"/>
                </a:lnTo>
                <a:lnTo>
                  <a:pt x="2844662" y="546803"/>
                </a:lnTo>
                <a:lnTo>
                  <a:pt x="2850860" y="547340"/>
                </a:lnTo>
                <a:lnTo>
                  <a:pt x="2857057" y="547879"/>
                </a:lnTo>
                <a:lnTo>
                  <a:pt x="2863255" y="548428"/>
                </a:lnTo>
                <a:lnTo>
                  <a:pt x="2869452" y="548979"/>
                </a:lnTo>
                <a:lnTo>
                  <a:pt x="2875650" y="549540"/>
                </a:lnTo>
                <a:lnTo>
                  <a:pt x="2881847" y="550104"/>
                </a:lnTo>
                <a:lnTo>
                  <a:pt x="2888045" y="550675"/>
                </a:lnTo>
                <a:lnTo>
                  <a:pt x="2894243" y="551251"/>
                </a:lnTo>
                <a:lnTo>
                  <a:pt x="2900440" y="551833"/>
                </a:lnTo>
                <a:lnTo>
                  <a:pt x="2906638" y="552420"/>
                </a:lnTo>
                <a:lnTo>
                  <a:pt x="2912835" y="553013"/>
                </a:lnTo>
                <a:lnTo>
                  <a:pt x="2919033" y="553611"/>
                </a:lnTo>
                <a:lnTo>
                  <a:pt x="2925230" y="554214"/>
                </a:lnTo>
                <a:lnTo>
                  <a:pt x="2931428" y="554822"/>
                </a:lnTo>
                <a:lnTo>
                  <a:pt x="2937625" y="555434"/>
                </a:lnTo>
                <a:lnTo>
                  <a:pt x="2943823" y="556052"/>
                </a:lnTo>
                <a:lnTo>
                  <a:pt x="2950020" y="556672"/>
                </a:lnTo>
                <a:lnTo>
                  <a:pt x="2956218" y="557299"/>
                </a:lnTo>
                <a:lnTo>
                  <a:pt x="2962415" y="557928"/>
                </a:lnTo>
                <a:lnTo>
                  <a:pt x="2968613" y="558563"/>
                </a:lnTo>
                <a:lnTo>
                  <a:pt x="2974810" y="559199"/>
                </a:lnTo>
                <a:lnTo>
                  <a:pt x="2981008" y="559842"/>
                </a:lnTo>
                <a:lnTo>
                  <a:pt x="2987205" y="560485"/>
                </a:lnTo>
                <a:lnTo>
                  <a:pt x="2993403" y="561134"/>
                </a:lnTo>
                <a:lnTo>
                  <a:pt x="2999600" y="561784"/>
                </a:lnTo>
                <a:lnTo>
                  <a:pt x="3005798" y="562439"/>
                </a:lnTo>
                <a:lnTo>
                  <a:pt x="3011995" y="563095"/>
                </a:lnTo>
                <a:lnTo>
                  <a:pt x="3018193" y="563755"/>
                </a:lnTo>
                <a:lnTo>
                  <a:pt x="3024390" y="564416"/>
                </a:lnTo>
                <a:lnTo>
                  <a:pt x="3030588" y="565080"/>
                </a:lnTo>
                <a:lnTo>
                  <a:pt x="3036786" y="565745"/>
                </a:lnTo>
                <a:lnTo>
                  <a:pt x="3042983" y="566413"/>
                </a:lnTo>
                <a:lnTo>
                  <a:pt x="3049181" y="567081"/>
                </a:lnTo>
                <a:lnTo>
                  <a:pt x="3055378" y="567752"/>
                </a:lnTo>
                <a:lnTo>
                  <a:pt x="3061576" y="568423"/>
                </a:lnTo>
                <a:lnTo>
                  <a:pt x="3067773" y="569095"/>
                </a:lnTo>
                <a:lnTo>
                  <a:pt x="3073971" y="569768"/>
                </a:lnTo>
                <a:lnTo>
                  <a:pt x="3080168" y="570442"/>
                </a:lnTo>
                <a:lnTo>
                  <a:pt x="3086366" y="571116"/>
                </a:lnTo>
                <a:lnTo>
                  <a:pt x="3092563" y="571790"/>
                </a:lnTo>
                <a:lnTo>
                  <a:pt x="3098761" y="572464"/>
                </a:lnTo>
                <a:lnTo>
                  <a:pt x="3104958" y="573138"/>
                </a:lnTo>
                <a:lnTo>
                  <a:pt x="3111156" y="573812"/>
                </a:lnTo>
                <a:lnTo>
                  <a:pt x="3117353" y="574485"/>
                </a:lnTo>
                <a:lnTo>
                  <a:pt x="3123551" y="575157"/>
                </a:lnTo>
                <a:lnTo>
                  <a:pt x="3129748" y="575828"/>
                </a:lnTo>
                <a:lnTo>
                  <a:pt x="3135946" y="576498"/>
                </a:lnTo>
                <a:lnTo>
                  <a:pt x="3142143" y="577167"/>
                </a:lnTo>
                <a:lnTo>
                  <a:pt x="3148341" y="577834"/>
                </a:lnTo>
                <a:lnTo>
                  <a:pt x="3154538" y="578500"/>
                </a:lnTo>
                <a:lnTo>
                  <a:pt x="3160736" y="579162"/>
                </a:lnTo>
                <a:lnTo>
                  <a:pt x="3166933" y="579825"/>
                </a:lnTo>
                <a:lnTo>
                  <a:pt x="3166933" y="622722"/>
                </a:lnTo>
                <a:lnTo>
                  <a:pt x="3160736" y="622722"/>
                </a:lnTo>
                <a:lnTo>
                  <a:pt x="3154538" y="622722"/>
                </a:lnTo>
                <a:lnTo>
                  <a:pt x="3148341" y="622722"/>
                </a:lnTo>
                <a:lnTo>
                  <a:pt x="3142143" y="622722"/>
                </a:lnTo>
                <a:lnTo>
                  <a:pt x="3135946" y="622722"/>
                </a:lnTo>
                <a:lnTo>
                  <a:pt x="3129748" y="622722"/>
                </a:lnTo>
                <a:lnTo>
                  <a:pt x="3123551" y="622722"/>
                </a:lnTo>
                <a:lnTo>
                  <a:pt x="3117353" y="622722"/>
                </a:lnTo>
                <a:lnTo>
                  <a:pt x="3111156" y="622722"/>
                </a:lnTo>
                <a:lnTo>
                  <a:pt x="3104958" y="622722"/>
                </a:lnTo>
                <a:lnTo>
                  <a:pt x="3098761" y="622722"/>
                </a:lnTo>
                <a:lnTo>
                  <a:pt x="3092563" y="622722"/>
                </a:lnTo>
                <a:lnTo>
                  <a:pt x="3086366" y="622722"/>
                </a:lnTo>
                <a:lnTo>
                  <a:pt x="3080168" y="622722"/>
                </a:lnTo>
                <a:lnTo>
                  <a:pt x="3073971" y="622722"/>
                </a:lnTo>
                <a:lnTo>
                  <a:pt x="3067773" y="622722"/>
                </a:lnTo>
                <a:lnTo>
                  <a:pt x="3061576" y="622722"/>
                </a:lnTo>
                <a:lnTo>
                  <a:pt x="3055378" y="622722"/>
                </a:lnTo>
                <a:lnTo>
                  <a:pt x="3049181" y="622722"/>
                </a:lnTo>
                <a:lnTo>
                  <a:pt x="3042983" y="622722"/>
                </a:lnTo>
                <a:lnTo>
                  <a:pt x="3036786" y="622722"/>
                </a:lnTo>
                <a:lnTo>
                  <a:pt x="3030588" y="622722"/>
                </a:lnTo>
                <a:lnTo>
                  <a:pt x="3024390" y="622722"/>
                </a:lnTo>
                <a:lnTo>
                  <a:pt x="3018193" y="622722"/>
                </a:lnTo>
                <a:lnTo>
                  <a:pt x="3011995" y="622722"/>
                </a:lnTo>
                <a:lnTo>
                  <a:pt x="3005798" y="622722"/>
                </a:lnTo>
                <a:lnTo>
                  <a:pt x="2999600" y="622722"/>
                </a:lnTo>
                <a:lnTo>
                  <a:pt x="2993403" y="622722"/>
                </a:lnTo>
                <a:lnTo>
                  <a:pt x="2987205" y="622722"/>
                </a:lnTo>
                <a:lnTo>
                  <a:pt x="2981008" y="622722"/>
                </a:lnTo>
                <a:lnTo>
                  <a:pt x="2974810" y="622722"/>
                </a:lnTo>
                <a:lnTo>
                  <a:pt x="2968613" y="622722"/>
                </a:lnTo>
                <a:lnTo>
                  <a:pt x="2962415" y="622722"/>
                </a:lnTo>
                <a:lnTo>
                  <a:pt x="2956218" y="622722"/>
                </a:lnTo>
                <a:lnTo>
                  <a:pt x="2950020" y="622722"/>
                </a:lnTo>
                <a:lnTo>
                  <a:pt x="2943823" y="622722"/>
                </a:lnTo>
                <a:lnTo>
                  <a:pt x="2937625" y="622722"/>
                </a:lnTo>
                <a:lnTo>
                  <a:pt x="2931428" y="622722"/>
                </a:lnTo>
                <a:lnTo>
                  <a:pt x="2925230" y="622722"/>
                </a:lnTo>
                <a:lnTo>
                  <a:pt x="2919033" y="622722"/>
                </a:lnTo>
                <a:lnTo>
                  <a:pt x="2912835" y="622722"/>
                </a:lnTo>
                <a:lnTo>
                  <a:pt x="2906638" y="622722"/>
                </a:lnTo>
                <a:lnTo>
                  <a:pt x="2900440" y="622722"/>
                </a:lnTo>
                <a:lnTo>
                  <a:pt x="2894243" y="622722"/>
                </a:lnTo>
                <a:lnTo>
                  <a:pt x="2888045" y="622722"/>
                </a:lnTo>
                <a:lnTo>
                  <a:pt x="2881847" y="622722"/>
                </a:lnTo>
                <a:lnTo>
                  <a:pt x="2875650" y="622722"/>
                </a:lnTo>
                <a:lnTo>
                  <a:pt x="2869452" y="622722"/>
                </a:lnTo>
                <a:lnTo>
                  <a:pt x="2863255" y="622722"/>
                </a:lnTo>
                <a:lnTo>
                  <a:pt x="2857057" y="622722"/>
                </a:lnTo>
                <a:lnTo>
                  <a:pt x="2850860" y="622722"/>
                </a:lnTo>
                <a:lnTo>
                  <a:pt x="2844662" y="622722"/>
                </a:lnTo>
                <a:lnTo>
                  <a:pt x="2838465" y="622722"/>
                </a:lnTo>
                <a:lnTo>
                  <a:pt x="2832267" y="622722"/>
                </a:lnTo>
                <a:lnTo>
                  <a:pt x="2826070" y="622722"/>
                </a:lnTo>
                <a:lnTo>
                  <a:pt x="2819872" y="622722"/>
                </a:lnTo>
                <a:lnTo>
                  <a:pt x="2813675" y="622722"/>
                </a:lnTo>
                <a:lnTo>
                  <a:pt x="2807477" y="622722"/>
                </a:lnTo>
                <a:lnTo>
                  <a:pt x="2801280" y="622722"/>
                </a:lnTo>
                <a:lnTo>
                  <a:pt x="2795082" y="622722"/>
                </a:lnTo>
                <a:lnTo>
                  <a:pt x="2788885" y="622722"/>
                </a:lnTo>
                <a:lnTo>
                  <a:pt x="2782687" y="622722"/>
                </a:lnTo>
                <a:lnTo>
                  <a:pt x="2776490" y="622722"/>
                </a:lnTo>
                <a:lnTo>
                  <a:pt x="2770292" y="622722"/>
                </a:lnTo>
                <a:lnTo>
                  <a:pt x="2764095" y="622722"/>
                </a:lnTo>
                <a:lnTo>
                  <a:pt x="2757897" y="622722"/>
                </a:lnTo>
                <a:lnTo>
                  <a:pt x="2751699" y="622722"/>
                </a:lnTo>
                <a:lnTo>
                  <a:pt x="2745502" y="622722"/>
                </a:lnTo>
                <a:lnTo>
                  <a:pt x="2739304" y="622722"/>
                </a:lnTo>
                <a:lnTo>
                  <a:pt x="2733107" y="622722"/>
                </a:lnTo>
                <a:lnTo>
                  <a:pt x="2726909" y="622722"/>
                </a:lnTo>
                <a:lnTo>
                  <a:pt x="2720712" y="622722"/>
                </a:lnTo>
                <a:lnTo>
                  <a:pt x="2714514" y="622722"/>
                </a:lnTo>
                <a:lnTo>
                  <a:pt x="2708317" y="622722"/>
                </a:lnTo>
                <a:lnTo>
                  <a:pt x="2702119" y="622722"/>
                </a:lnTo>
                <a:lnTo>
                  <a:pt x="2695922" y="622722"/>
                </a:lnTo>
                <a:lnTo>
                  <a:pt x="2689724" y="622722"/>
                </a:lnTo>
                <a:lnTo>
                  <a:pt x="2683527" y="622722"/>
                </a:lnTo>
                <a:lnTo>
                  <a:pt x="2677329" y="622722"/>
                </a:lnTo>
                <a:lnTo>
                  <a:pt x="2671132" y="622722"/>
                </a:lnTo>
                <a:lnTo>
                  <a:pt x="2664934" y="622722"/>
                </a:lnTo>
                <a:lnTo>
                  <a:pt x="2658737" y="622722"/>
                </a:lnTo>
                <a:lnTo>
                  <a:pt x="2652539" y="622722"/>
                </a:lnTo>
                <a:lnTo>
                  <a:pt x="2646342" y="622722"/>
                </a:lnTo>
                <a:lnTo>
                  <a:pt x="2640144" y="622722"/>
                </a:lnTo>
                <a:lnTo>
                  <a:pt x="2633947" y="622722"/>
                </a:lnTo>
                <a:lnTo>
                  <a:pt x="2627749" y="622722"/>
                </a:lnTo>
                <a:lnTo>
                  <a:pt x="2621552" y="622722"/>
                </a:lnTo>
                <a:lnTo>
                  <a:pt x="2615354" y="622722"/>
                </a:lnTo>
                <a:lnTo>
                  <a:pt x="2609156" y="622722"/>
                </a:lnTo>
                <a:lnTo>
                  <a:pt x="2602959" y="622722"/>
                </a:lnTo>
                <a:lnTo>
                  <a:pt x="2596761" y="622722"/>
                </a:lnTo>
                <a:lnTo>
                  <a:pt x="2590564" y="622722"/>
                </a:lnTo>
                <a:lnTo>
                  <a:pt x="2584366" y="622722"/>
                </a:lnTo>
                <a:lnTo>
                  <a:pt x="2578169" y="622722"/>
                </a:lnTo>
                <a:lnTo>
                  <a:pt x="2571971" y="622722"/>
                </a:lnTo>
                <a:lnTo>
                  <a:pt x="2565774" y="622722"/>
                </a:lnTo>
                <a:lnTo>
                  <a:pt x="2559576" y="622722"/>
                </a:lnTo>
                <a:lnTo>
                  <a:pt x="2553379" y="622722"/>
                </a:lnTo>
                <a:lnTo>
                  <a:pt x="2547181" y="622722"/>
                </a:lnTo>
                <a:lnTo>
                  <a:pt x="2540984" y="622722"/>
                </a:lnTo>
                <a:lnTo>
                  <a:pt x="2534786" y="622722"/>
                </a:lnTo>
                <a:lnTo>
                  <a:pt x="2528589" y="622722"/>
                </a:lnTo>
                <a:lnTo>
                  <a:pt x="2522391" y="622722"/>
                </a:lnTo>
                <a:lnTo>
                  <a:pt x="2516194" y="622722"/>
                </a:lnTo>
                <a:lnTo>
                  <a:pt x="2509996" y="622722"/>
                </a:lnTo>
                <a:lnTo>
                  <a:pt x="2503799" y="622722"/>
                </a:lnTo>
                <a:lnTo>
                  <a:pt x="2497601" y="622722"/>
                </a:lnTo>
                <a:lnTo>
                  <a:pt x="2491404" y="622722"/>
                </a:lnTo>
                <a:lnTo>
                  <a:pt x="2485206" y="622722"/>
                </a:lnTo>
                <a:lnTo>
                  <a:pt x="2479009" y="622722"/>
                </a:lnTo>
                <a:lnTo>
                  <a:pt x="2472811" y="622722"/>
                </a:lnTo>
                <a:lnTo>
                  <a:pt x="2466613" y="622722"/>
                </a:lnTo>
                <a:lnTo>
                  <a:pt x="2460416" y="622722"/>
                </a:lnTo>
                <a:lnTo>
                  <a:pt x="2454218" y="622722"/>
                </a:lnTo>
                <a:lnTo>
                  <a:pt x="2448021" y="622722"/>
                </a:lnTo>
                <a:lnTo>
                  <a:pt x="2441823" y="622722"/>
                </a:lnTo>
                <a:lnTo>
                  <a:pt x="2435626" y="622722"/>
                </a:lnTo>
                <a:lnTo>
                  <a:pt x="2429428" y="622722"/>
                </a:lnTo>
                <a:lnTo>
                  <a:pt x="2423231" y="622722"/>
                </a:lnTo>
                <a:lnTo>
                  <a:pt x="2417033" y="622722"/>
                </a:lnTo>
                <a:lnTo>
                  <a:pt x="2410836" y="622722"/>
                </a:lnTo>
                <a:lnTo>
                  <a:pt x="2404638" y="622722"/>
                </a:lnTo>
                <a:lnTo>
                  <a:pt x="2398441" y="622722"/>
                </a:lnTo>
                <a:lnTo>
                  <a:pt x="2392243" y="622722"/>
                </a:lnTo>
                <a:lnTo>
                  <a:pt x="2386046" y="622722"/>
                </a:lnTo>
                <a:lnTo>
                  <a:pt x="2379848" y="622722"/>
                </a:lnTo>
                <a:lnTo>
                  <a:pt x="2373651" y="622722"/>
                </a:lnTo>
                <a:lnTo>
                  <a:pt x="2367453" y="622722"/>
                </a:lnTo>
                <a:lnTo>
                  <a:pt x="2361256" y="622722"/>
                </a:lnTo>
                <a:lnTo>
                  <a:pt x="2355058" y="622722"/>
                </a:lnTo>
                <a:lnTo>
                  <a:pt x="2348861" y="622722"/>
                </a:lnTo>
                <a:lnTo>
                  <a:pt x="2342663" y="622722"/>
                </a:lnTo>
                <a:lnTo>
                  <a:pt x="2336465" y="622722"/>
                </a:lnTo>
                <a:lnTo>
                  <a:pt x="2330268" y="622722"/>
                </a:lnTo>
                <a:lnTo>
                  <a:pt x="2324070" y="622722"/>
                </a:lnTo>
                <a:lnTo>
                  <a:pt x="2317873" y="622722"/>
                </a:lnTo>
                <a:lnTo>
                  <a:pt x="2311675" y="622722"/>
                </a:lnTo>
                <a:lnTo>
                  <a:pt x="2305478" y="622722"/>
                </a:lnTo>
                <a:lnTo>
                  <a:pt x="2299280" y="622722"/>
                </a:lnTo>
                <a:lnTo>
                  <a:pt x="2293083" y="622722"/>
                </a:lnTo>
                <a:lnTo>
                  <a:pt x="2286885" y="622722"/>
                </a:lnTo>
                <a:lnTo>
                  <a:pt x="2280688" y="622722"/>
                </a:lnTo>
                <a:lnTo>
                  <a:pt x="2274490" y="622722"/>
                </a:lnTo>
                <a:lnTo>
                  <a:pt x="2268293" y="622722"/>
                </a:lnTo>
                <a:lnTo>
                  <a:pt x="2262095" y="622722"/>
                </a:lnTo>
                <a:lnTo>
                  <a:pt x="2255898" y="622722"/>
                </a:lnTo>
                <a:lnTo>
                  <a:pt x="2249700" y="622722"/>
                </a:lnTo>
                <a:lnTo>
                  <a:pt x="2243503" y="622722"/>
                </a:lnTo>
                <a:lnTo>
                  <a:pt x="2237305" y="622722"/>
                </a:lnTo>
                <a:lnTo>
                  <a:pt x="2231108" y="622722"/>
                </a:lnTo>
                <a:lnTo>
                  <a:pt x="2224910" y="622722"/>
                </a:lnTo>
                <a:lnTo>
                  <a:pt x="2218713" y="622722"/>
                </a:lnTo>
                <a:lnTo>
                  <a:pt x="2212515" y="622722"/>
                </a:lnTo>
                <a:lnTo>
                  <a:pt x="2206318" y="622722"/>
                </a:lnTo>
                <a:lnTo>
                  <a:pt x="2200120" y="622722"/>
                </a:lnTo>
                <a:lnTo>
                  <a:pt x="2193922" y="622722"/>
                </a:lnTo>
                <a:lnTo>
                  <a:pt x="2187725" y="622722"/>
                </a:lnTo>
                <a:lnTo>
                  <a:pt x="2181527" y="622722"/>
                </a:lnTo>
                <a:lnTo>
                  <a:pt x="2175330" y="622722"/>
                </a:lnTo>
                <a:lnTo>
                  <a:pt x="2169132" y="622722"/>
                </a:lnTo>
                <a:lnTo>
                  <a:pt x="2162935" y="622722"/>
                </a:lnTo>
                <a:lnTo>
                  <a:pt x="2156737" y="622722"/>
                </a:lnTo>
                <a:lnTo>
                  <a:pt x="2150540" y="622722"/>
                </a:lnTo>
                <a:lnTo>
                  <a:pt x="2144342" y="622722"/>
                </a:lnTo>
                <a:lnTo>
                  <a:pt x="2138145" y="622722"/>
                </a:lnTo>
                <a:lnTo>
                  <a:pt x="2131947" y="622722"/>
                </a:lnTo>
                <a:lnTo>
                  <a:pt x="2125750" y="622722"/>
                </a:lnTo>
                <a:lnTo>
                  <a:pt x="2119552" y="622722"/>
                </a:lnTo>
                <a:lnTo>
                  <a:pt x="2113355" y="622722"/>
                </a:lnTo>
                <a:lnTo>
                  <a:pt x="2107157" y="622722"/>
                </a:lnTo>
                <a:lnTo>
                  <a:pt x="2100960" y="622722"/>
                </a:lnTo>
                <a:lnTo>
                  <a:pt x="2094762" y="622722"/>
                </a:lnTo>
                <a:lnTo>
                  <a:pt x="2088565" y="622722"/>
                </a:lnTo>
                <a:lnTo>
                  <a:pt x="2082367" y="622722"/>
                </a:lnTo>
                <a:lnTo>
                  <a:pt x="2076170" y="622722"/>
                </a:lnTo>
                <a:lnTo>
                  <a:pt x="2069972" y="622722"/>
                </a:lnTo>
                <a:lnTo>
                  <a:pt x="2063774" y="622722"/>
                </a:lnTo>
                <a:lnTo>
                  <a:pt x="2057577" y="622722"/>
                </a:lnTo>
                <a:lnTo>
                  <a:pt x="2051379" y="622722"/>
                </a:lnTo>
                <a:lnTo>
                  <a:pt x="2045182" y="622722"/>
                </a:lnTo>
                <a:lnTo>
                  <a:pt x="2038984" y="622722"/>
                </a:lnTo>
                <a:lnTo>
                  <a:pt x="2032787" y="622722"/>
                </a:lnTo>
                <a:lnTo>
                  <a:pt x="2026589" y="622722"/>
                </a:lnTo>
                <a:lnTo>
                  <a:pt x="2020392" y="622722"/>
                </a:lnTo>
                <a:lnTo>
                  <a:pt x="2014194" y="622722"/>
                </a:lnTo>
                <a:lnTo>
                  <a:pt x="2007997" y="622722"/>
                </a:lnTo>
                <a:lnTo>
                  <a:pt x="2001799" y="622722"/>
                </a:lnTo>
                <a:lnTo>
                  <a:pt x="1995602" y="622722"/>
                </a:lnTo>
                <a:lnTo>
                  <a:pt x="1989404" y="622722"/>
                </a:lnTo>
                <a:lnTo>
                  <a:pt x="1983207" y="622722"/>
                </a:lnTo>
                <a:lnTo>
                  <a:pt x="1977009" y="622722"/>
                </a:lnTo>
                <a:lnTo>
                  <a:pt x="1970812" y="622722"/>
                </a:lnTo>
                <a:lnTo>
                  <a:pt x="1964614" y="622722"/>
                </a:lnTo>
                <a:lnTo>
                  <a:pt x="1958417" y="622722"/>
                </a:lnTo>
                <a:lnTo>
                  <a:pt x="1952219" y="622722"/>
                </a:lnTo>
                <a:lnTo>
                  <a:pt x="1946022" y="622722"/>
                </a:lnTo>
                <a:lnTo>
                  <a:pt x="1939824" y="622722"/>
                </a:lnTo>
                <a:lnTo>
                  <a:pt x="1933627" y="622722"/>
                </a:lnTo>
                <a:lnTo>
                  <a:pt x="1927429" y="622722"/>
                </a:lnTo>
                <a:lnTo>
                  <a:pt x="1921231" y="622722"/>
                </a:lnTo>
                <a:lnTo>
                  <a:pt x="1915034" y="622722"/>
                </a:lnTo>
                <a:lnTo>
                  <a:pt x="1908836" y="622722"/>
                </a:lnTo>
                <a:lnTo>
                  <a:pt x="1902639" y="622722"/>
                </a:lnTo>
                <a:lnTo>
                  <a:pt x="1896441" y="622722"/>
                </a:lnTo>
                <a:lnTo>
                  <a:pt x="1890244" y="622722"/>
                </a:lnTo>
                <a:lnTo>
                  <a:pt x="1884046" y="622722"/>
                </a:lnTo>
                <a:lnTo>
                  <a:pt x="1877849" y="622722"/>
                </a:lnTo>
                <a:lnTo>
                  <a:pt x="1871651" y="622722"/>
                </a:lnTo>
                <a:lnTo>
                  <a:pt x="1865454" y="622722"/>
                </a:lnTo>
                <a:lnTo>
                  <a:pt x="1859256" y="622722"/>
                </a:lnTo>
                <a:lnTo>
                  <a:pt x="1853059" y="622722"/>
                </a:lnTo>
                <a:lnTo>
                  <a:pt x="1846861" y="622722"/>
                </a:lnTo>
                <a:lnTo>
                  <a:pt x="1840664" y="622722"/>
                </a:lnTo>
                <a:lnTo>
                  <a:pt x="1834466" y="622722"/>
                </a:lnTo>
                <a:lnTo>
                  <a:pt x="1828269" y="622722"/>
                </a:lnTo>
                <a:lnTo>
                  <a:pt x="1822071" y="622722"/>
                </a:lnTo>
                <a:lnTo>
                  <a:pt x="1815874" y="622722"/>
                </a:lnTo>
                <a:lnTo>
                  <a:pt x="1809676" y="622722"/>
                </a:lnTo>
                <a:lnTo>
                  <a:pt x="1803479" y="622722"/>
                </a:lnTo>
                <a:lnTo>
                  <a:pt x="1797281" y="622722"/>
                </a:lnTo>
                <a:lnTo>
                  <a:pt x="1791084" y="622722"/>
                </a:lnTo>
                <a:lnTo>
                  <a:pt x="1784886" y="622722"/>
                </a:lnTo>
                <a:lnTo>
                  <a:pt x="1778688" y="622722"/>
                </a:lnTo>
                <a:lnTo>
                  <a:pt x="1772491" y="622722"/>
                </a:lnTo>
                <a:lnTo>
                  <a:pt x="1766293" y="622722"/>
                </a:lnTo>
                <a:lnTo>
                  <a:pt x="1760096" y="622722"/>
                </a:lnTo>
                <a:lnTo>
                  <a:pt x="1753898" y="622722"/>
                </a:lnTo>
                <a:lnTo>
                  <a:pt x="1747701" y="622722"/>
                </a:lnTo>
                <a:lnTo>
                  <a:pt x="1741503" y="622722"/>
                </a:lnTo>
                <a:lnTo>
                  <a:pt x="1735306" y="622722"/>
                </a:lnTo>
                <a:lnTo>
                  <a:pt x="1729108" y="622722"/>
                </a:lnTo>
                <a:lnTo>
                  <a:pt x="1722911" y="622722"/>
                </a:lnTo>
                <a:lnTo>
                  <a:pt x="1716713" y="622722"/>
                </a:lnTo>
                <a:lnTo>
                  <a:pt x="1710516" y="622722"/>
                </a:lnTo>
                <a:lnTo>
                  <a:pt x="1704318" y="622722"/>
                </a:lnTo>
                <a:lnTo>
                  <a:pt x="1698121" y="622722"/>
                </a:lnTo>
                <a:lnTo>
                  <a:pt x="1691923" y="622722"/>
                </a:lnTo>
                <a:lnTo>
                  <a:pt x="1685726" y="622722"/>
                </a:lnTo>
                <a:lnTo>
                  <a:pt x="1679528" y="622722"/>
                </a:lnTo>
                <a:lnTo>
                  <a:pt x="1673331" y="622722"/>
                </a:lnTo>
                <a:lnTo>
                  <a:pt x="1667133" y="622722"/>
                </a:lnTo>
                <a:lnTo>
                  <a:pt x="1660936" y="622722"/>
                </a:lnTo>
                <a:lnTo>
                  <a:pt x="1654738" y="622722"/>
                </a:lnTo>
                <a:lnTo>
                  <a:pt x="1648540" y="622722"/>
                </a:lnTo>
                <a:lnTo>
                  <a:pt x="1642343" y="622722"/>
                </a:lnTo>
                <a:lnTo>
                  <a:pt x="1636145" y="622722"/>
                </a:lnTo>
                <a:lnTo>
                  <a:pt x="1629948" y="622722"/>
                </a:lnTo>
                <a:lnTo>
                  <a:pt x="1623750" y="622722"/>
                </a:lnTo>
                <a:lnTo>
                  <a:pt x="1617553" y="622722"/>
                </a:lnTo>
                <a:lnTo>
                  <a:pt x="1611355" y="622722"/>
                </a:lnTo>
                <a:lnTo>
                  <a:pt x="1605158" y="622722"/>
                </a:lnTo>
                <a:lnTo>
                  <a:pt x="1598960" y="622722"/>
                </a:lnTo>
                <a:lnTo>
                  <a:pt x="1592763" y="622722"/>
                </a:lnTo>
                <a:lnTo>
                  <a:pt x="1586565" y="622722"/>
                </a:lnTo>
                <a:lnTo>
                  <a:pt x="1580368" y="622722"/>
                </a:lnTo>
                <a:lnTo>
                  <a:pt x="1574170" y="622722"/>
                </a:lnTo>
                <a:lnTo>
                  <a:pt x="1567973" y="622722"/>
                </a:lnTo>
                <a:lnTo>
                  <a:pt x="1561775" y="622722"/>
                </a:lnTo>
                <a:lnTo>
                  <a:pt x="1555578" y="622722"/>
                </a:lnTo>
                <a:lnTo>
                  <a:pt x="1549380" y="622722"/>
                </a:lnTo>
                <a:lnTo>
                  <a:pt x="1543183" y="622722"/>
                </a:lnTo>
                <a:lnTo>
                  <a:pt x="1536985" y="622722"/>
                </a:lnTo>
                <a:lnTo>
                  <a:pt x="1530788" y="622722"/>
                </a:lnTo>
                <a:lnTo>
                  <a:pt x="1524590" y="622722"/>
                </a:lnTo>
                <a:lnTo>
                  <a:pt x="1518393" y="622722"/>
                </a:lnTo>
                <a:lnTo>
                  <a:pt x="1512195" y="622722"/>
                </a:lnTo>
                <a:lnTo>
                  <a:pt x="1505997" y="622722"/>
                </a:lnTo>
                <a:lnTo>
                  <a:pt x="1499800" y="622722"/>
                </a:lnTo>
                <a:lnTo>
                  <a:pt x="1493602" y="622722"/>
                </a:lnTo>
                <a:lnTo>
                  <a:pt x="1487405" y="622722"/>
                </a:lnTo>
                <a:lnTo>
                  <a:pt x="1481207" y="622722"/>
                </a:lnTo>
                <a:lnTo>
                  <a:pt x="1475010" y="622722"/>
                </a:lnTo>
                <a:lnTo>
                  <a:pt x="1468812" y="622722"/>
                </a:lnTo>
                <a:lnTo>
                  <a:pt x="1462615" y="622722"/>
                </a:lnTo>
                <a:lnTo>
                  <a:pt x="1456417" y="622722"/>
                </a:lnTo>
                <a:lnTo>
                  <a:pt x="1450220" y="622722"/>
                </a:lnTo>
                <a:lnTo>
                  <a:pt x="1444022" y="622722"/>
                </a:lnTo>
                <a:lnTo>
                  <a:pt x="1437825" y="622722"/>
                </a:lnTo>
                <a:lnTo>
                  <a:pt x="1431627" y="622722"/>
                </a:lnTo>
                <a:lnTo>
                  <a:pt x="1425430" y="622722"/>
                </a:lnTo>
                <a:lnTo>
                  <a:pt x="1419232" y="622722"/>
                </a:lnTo>
                <a:lnTo>
                  <a:pt x="1413035" y="622722"/>
                </a:lnTo>
                <a:lnTo>
                  <a:pt x="1406837" y="622722"/>
                </a:lnTo>
                <a:lnTo>
                  <a:pt x="1400640" y="622722"/>
                </a:lnTo>
                <a:lnTo>
                  <a:pt x="1394442" y="622722"/>
                </a:lnTo>
                <a:lnTo>
                  <a:pt x="1388245" y="622722"/>
                </a:lnTo>
                <a:lnTo>
                  <a:pt x="1382047" y="622722"/>
                </a:lnTo>
                <a:lnTo>
                  <a:pt x="1375849" y="622722"/>
                </a:lnTo>
                <a:lnTo>
                  <a:pt x="1369652" y="622722"/>
                </a:lnTo>
                <a:lnTo>
                  <a:pt x="1363454" y="622722"/>
                </a:lnTo>
                <a:lnTo>
                  <a:pt x="1357257" y="622722"/>
                </a:lnTo>
                <a:lnTo>
                  <a:pt x="1351059" y="622722"/>
                </a:lnTo>
                <a:lnTo>
                  <a:pt x="1344862" y="622722"/>
                </a:lnTo>
                <a:lnTo>
                  <a:pt x="1338664" y="622722"/>
                </a:lnTo>
                <a:lnTo>
                  <a:pt x="1332467" y="622722"/>
                </a:lnTo>
                <a:lnTo>
                  <a:pt x="1326269" y="622722"/>
                </a:lnTo>
                <a:lnTo>
                  <a:pt x="1320072" y="622722"/>
                </a:lnTo>
                <a:lnTo>
                  <a:pt x="1313874" y="622722"/>
                </a:lnTo>
                <a:lnTo>
                  <a:pt x="1307677" y="622722"/>
                </a:lnTo>
                <a:lnTo>
                  <a:pt x="1301479" y="622722"/>
                </a:lnTo>
                <a:lnTo>
                  <a:pt x="1295282" y="622722"/>
                </a:lnTo>
                <a:lnTo>
                  <a:pt x="1289084" y="622722"/>
                </a:lnTo>
                <a:lnTo>
                  <a:pt x="1282887" y="622722"/>
                </a:lnTo>
                <a:lnTo>
                  <a:pt x="1276689" y="622722"/>
                </a:lnTo>
                <a:lnTo>
                  <a:pt x="1270492" y="622722"/>
                </a:lnTo>
                <a:lnTo>
                  <a:pt x="1264294" y="622722"/>
                </a:lnTo>
                <a:lnTo>
                  <a:pt x="1258097" y="622722"/>
                </a:lnTo>
                <a:lnTo>
                  <a:pt x="1251899" y="622722"/>
                </a:lnTo>
                <a:lnTo>
                  <a:pt x="1245702" y="622722"/>
                </a:lnTo>
                <a:lnTo>
                  <a:pt x="1239504" y="622722"/>
                </a:lnTo>
                <a:lnTo>
                  <a:pt x="1233306" y="622722"/>
                </a:lnTo>
                <a:lnTo>
                  <a:pt x="1227109" y="622722"/>
                </a:lnTo>
                <a:lnTo>
                  <a:pt x="1220911" y="622722"/>
                </a:lnTo>
                <a:lnTo>
                  <a:pt x="1214714" y="622722"/>
                </a:lnTo>
                <a:lnTo>
                  <a:pt x="1208516" y="622722"/>
                </a:lnTo>
                <a:lnTo>
                  <a:pt x="1202319" y="622722"/>
                </a:lnTo>
                <a:lnTo>
                  <a:pt x="1196121" y="622722"/>
                </a:lnTo>
                <a:lnTo>
                  <a:pt x="1189924" y="622722"/>
                </a:lnTo>
                <a:lnTo>
                  <a:pt x="1183726" y="622722"/>
                </a:lnTo>
                <a:lnTo>
                  <a:pt x="1177529" y="622722"/>
                </a:lnTo>
                <a:lnTo>
                  <a:pt x="1171331" y="622722"/>
                </a:lnTo>
                <a:lnTo>
                  <a:pt x="1165134" y="622722"/>
                </a:lnTo>
                <a:lnTo>
                  <a:pt x="1158936" y="622722"/>
                </a:lnTo>
                <a:lnTo>
                  <a:pt x="1152739" y="622722"/>
                </a:lnTo>
                <a:lnTo>
                  <a:pt x="1146541" y="622722"/>
                </a:lnTo>
                <a:lnTo>
                  <a:pt x="1140344" y="622722"/>
                </a:lnTo>
                <a:lnTo>
                  <a:pt x="1134146" y="622722"/>
                </a:lnTo>
                <a:lnTo>
                  <a:pt x="1127949" y="622722"/>
                </a:lnTo>
                <a:lnTo>
                  <a:pt x="1121751" y="622722"/>
                </a:lnTo>
                <a:lnTo>
                  <a:pt x="1115554" y="622722"/>
                </a:lnTo>
                <a:lnTo>
                  <a:pt x="1109356" y="622722"/>
                </a:lnTo>
                <a:lnTo>
                  <a:pt x="1103159" y="622722"/>
                </a:lnTo>
                <a:lnTo>
                  <a:pt x="1096961" y="622722"/>
                </a:lnTo>
                <a:lnTo>
                  <a:pt x="1090763" y="622722"/>
                </a:lnTo>
                <a:lnTo>
                  <a:pt x="1084566" y="622722"/>
                </a:lnTo>
                <a:lnTo>
                  <a:pt x="1078368" y="622722"/>
                </a:lnTo>
                <a:lnTo>
                  <a:pt x="1072171" y="622722"/>
                </a:lnTo>
                <a:lnTo>
                  <a:pt x="1065973" y="622722"/>
                </a:lnTo>
                <a:lnTo>
                  <a:pt x="1059776" y="622722"/>
                </a:lnTo>
                <a:lnTo>
                  <a:pt x="1053578" y="622722"/>
                </a:lnTo>
                <a:lnTo>
                  <a:pt x="1047381" y="622722"/>
                </a:lnTo>
                <a:lnTo>
                  <a:pt x="1041183" y="622722"/>
                </a:lnTo>
                <a:lnTo>
                  <a:pt x="1034986" y="622722"/>
                </a:lnTo>
                <a:lnTo>
                  <a:pt x="1028788" y="622722"/>
                </a:lnTo>
                <a:lnTo>
                  <a:pt x="1022591" y="622722"/>
                </a:lnTo>
                <a:lnTo>
                  <a:pt x="1016393" y="622722"/>
                </a:lnTo>
                <a:lnTo>
                  <a:pt x="1010196" y="622722"/>
                </a:lnTo>
                <a:lnTo>
                  <a:pt x="1003998" y="622722"/>
                </a:lnTo>
                <a:lnTo>
                  <a:pt x="997801" y="622722"/>
                </a:lnTo>
                <a:lnTo>
                  <a:pt x="991603" y="622722"/>
                </a:lnTo>
                <a:lnTo>
                  <a:pt x="985406" y="622722"/>
                </a:lnTo>
                <a:lnTo>
                  <a:pt x="979208" y="622722"/>
                </a:lnTo>
                <a:lnTo>
                  <a:pt x="973011" y="622722"/>
                </a:lnTo>
                <a:lnTo>
                  <a:pt x="966813" y="622722"/>
                </a:lnTo>
                <a:lnTo>
                  <a:pt x="960615" y="622722"/>
                </a:lnTo>
                <a:lnTo>
                  <a:pt x="954418" y="622722"/>
                </a:lnTo>
                <a:lnTo>
                  <a:pt x="948220" y="622722"/>
                </a:lnTo>
                <a:lnTo>
                  <a:pt x="942023" y="622722"/>
                </a:lnTo>
                <a:lnTo>
                  <a:pt x="935825" y="622722"/>
                </a:lnTo>
                <a:lnTo>
                  <a:pt x="929628" y="622722"/>
                </a:lnTo>
                <a:lnTo>
                  <a:pt x="923430" y="622722"/>
                </a:lnTo>
                <a:lnTo>
                  <a:pt x="917233" y="622722"/>
                </a:lnTo>
                <a:lnTo>
                  <a:pt x="911035" y="622722"/>
                </a:lnTo>
                <a:lnTo>
                  <a:pt x="904838" y="622722"/>
                </a:lnTo>
                <a:lnTo>
                  <a:pt x="898640" y="622722"/>
                </a:lnTo>
                <a:lnTo>
                  <a:pt x="892443" y="622722"/>
                </a:lnTo>
                <a:lnTo>
                  <a:pt x="886245" y="622722"/>
                </a:lnTo>
                <a:lnTo>
                  <a:pt x="880048" y="622722"/>
                </a:lnTo>
                <a:lnTo>
                  <a:pt x="873850" y="622722"/>
                </a:lnTo>
                <a:lnTo>
                  <a:pt x="867653" y="622722"/>
                </a:lnTo>
                <a:lnTo>
                  <a:pt x="861455" y="622722"/>
                </a:lnTo>
                <a:lnTo>
                  <a:pt x="855258" y="622722"/>
                </a:lnTo>
                <a:lnTo>
                  <a:pt x="849060" y="622722"/>
                </a:lnTo>
                <a:lnTo>
                  <a:pt x="842863" y="622722"/>
                </a:lnTo>
                <a:lnTo>
                  <a:pt x="836665" y="622722"/>
                </a:lnTo>
                <a:lnTo>
                  <a:pt x="830468" y="622722"/>
                </a:lnTo>
                <a:lnTo>
                  <a:pt x="824270" y="622722"/>
                </a:lnTo>
                <a:lnTo>
                  <a:pt x="818072" y="622722"/>
                </a:lnTo>
                <a:lnTo>
                  <a:pt x="811875" y="622722"/>
                </a:lnTo>
                <a:lnTo>
                  <a:pt x="805677" y="622722"/>
                </a:lnTo>
                <a:lnTo>
                  <a:pt x="799480" y="622722"/>
                </a:lnTo>
                <a:lnTo>
                  <a:pt x="793282" y="622722"/>
                </a:lnTo>
                <a:lnTo>
                  <a:pt x="787085" y="622722"/>
                </a:lnTo>
                <a:lnTo>
                  <a:pt x="780887" y="622722"/>
                </a:lnTo>
                <a:lnTo>
                  <a:pt x="774690" y="622722"/>
                </a:lnTo>
                <a:lnTo>
                  <a:pt x="768492" y="622722"/>
                </a:lnTo>
                <a:lnTo>
                  <a:pt x="762295" y="622722"/>
                </a:lnTo>
                <a:lnTo>
                  <a:pt x="756097" y="622722"/>
                </a:lnTo>
                <a:lnTo>
                  <a:pt x="749900" y="622722"/>
                </a:lnTo>
                <a:lnTo>
                  <a:pt x="743702" y="622722"/>
                </a:lnTo>
                <a:lnTo>
                  <a:pt x="737505" y="622722"/>
                </a:lnTo>
                <a:lnTo>
                  <a:pt x="731307" y="622722"/>
                </a:lnTo>
                <a:lnTo>
                  <a:pt x="725110" y="622722"/>
                </a:lnTo>
                <a:lnTo>
                  <a:pt x="718912" y="622722"/>
                </a:lnTo>
                <a:lnTo>
                  <a:pt x="712715" y="622722"/>
                </a:lnTo>
                <a:lnTo>
                  <a:pt x="706517" y="622722"/>
                </a:lnTo>
                <a:lnTo>
                  <a:pt x="700320" y="622722"/>
                </a:lnTo>
                <a:lnTo>
                  <a:pt x="694122" y="622722"/>
                </a:lnTo>
                <a:lnTo>
                  <a:pt x="687924" y="622722"/>
                </a:lnTo>
                <a:lnTo>
                  <a:pt x="681727" y="622722"/>
                </a:lnTo>
                <a:lnTo>
                  <a:pt x="675529" y="622722"/>
                </a:lnTo>
                <a:lnTo>
                  <a:pt x="669332" y="622722"/>
                </a:lnTo>
                <a:lnTo>
                  <a:pt x="663134" y="622722"/>
                </a:lnTo>
                <a:lnTo>
                  <a:pt x="656937" y="622722"/>
                </a:lnTo>
                <a:lnTo>
                  <a:pt x="650739" y="622722"/>
                </a:lnTo>
                <a:lnTo>
                  <a:pt x="644542" y="622722"/>
                </a:lnTo>
                <a:lnTo>
                  <a:pt x="638344" y="622722"/>
                </a:lnTo>
                <a:lnTo>
                  <a:pt x="632147" y="622722"/>
                </a:lnTo>
                <a:lnTo>
                  <a:pt x="625949" y="622722"/>
                </a:lnTo>
                <a:lnTo>
                  <a:pt x="619752" y="622722"/>
                </a:lnTo>
                <a:lnTo>
                  <a:pt x="613554" y="622722"/>
                </a:lnTo>
                <a:lnTo>
                  <a:pt x="607357" y="622722"/>
                </a:lnTo>
                <a:lnTo>
                  <a:pt x="601159" y="622722"/>
                </a:lnTo>
                <a:lnTo>
                  <a:pt x="594962" y="622722"/>
                </a:lnTo>
                <a:lnTo>
                  <a:pt x="588764" y="622722"/>
                </a:lnTo>
                <a:lnTo>
                  <a:pt x="582567" y="622722"/>
                </a:lnTo>
                <a:lnTo>
                  <a:pt x="576369" y="622722"/>
                </a:lnTo>
                <a:lnTo>
                  <a:pt x="570172" y="622722"/>
                </a:lnTo>
                <a:lnTo>
                  <a:pt x="563974" y="622722"/>
                </a:lnTo>
                <a:lnTo>
                  <a:pt x="557777" y="622722"/>
                </a:lnTo>
                <a:lnTo>
                  <a:pt x="551579" y="622722"/>
                </a:lnTo>
                <a:lnTo>
                  <a:pt x="545381" y="622722"/>
                </a:lnTo>
                <a:lnTo>
                  <a:pt x="539184" y="622722"/>
                </a:lnTo>
                <a:lnTo>
                  <a:pt x="532986" y="622722"/>
                </a:lnTo>
                <a:lnTo>
                  <a:pt x="526789" y="622722"/>
                </a:lnTo>
                <a:lnTo>
                  <a:pt x="520591" y="622722"/>
                </a:lnTo>
                <a:lnTo>
                  <a:pt x="514394" y="622722"/>
                </a:lnTo>
                <a:lnTo>
                  <a:pt x="508196" y="622722"/>
                </a:lnTo>
                <a:lnTo>
                  <a:pt x="501999" y="622722"/>
                </a:lnTo>
                <a:lnTo>
                  <a:pt x="495801" y="622722"/>
                </a:lnTo>
                <a:lnTo>
                  <a:pt x="489604" y="622722"/>
                </a:lnTo>
                <a:lnTo>
                  <a:pt x="483406" y="622722"/>
                </a:lnTo>
                <a:lnTo>
                  <a:pt x="477209" y="622722"/>
                </a:lnTo>
                <a:lnTo>
                  <a:pt x="471011" y="622722"/>
                </a:lnTo>
                <a:lnTo>
                  <a:pt x="464814" y="622722"/>
                </a:lnTo>
                <a:lnTo>
                  <a:pt x="458616" y="622722"/>
                </a:lnTo>
                <a:lnTo>
                  <a:pt x="452419" y="622722"/>
                </a:lnTo>
                <a:lnTo>
                  <a:pt x="446221" y="622722"/>
                </a:lnTo>
                <a:lnTo>
                  <a:pt x="440024" y="622722"/>
                </a:lnTo>
                <a:lnTo>
                  <a:pt x="433826" y="622722"/>
                </a:lnTo>
                <a:lnTo>
                  <a:pt x="427629" y="622722"/>
                </a:lnTo>
                <a:lnTo>
                  <a:pt x="421431" y="622722"/>
                </a:lnTo>
                <a:lnTo>
                  <a:pt x="415234" y="622722"/>
                </a:lnTo>
                <a:lnTo>
                  <a:pt x="409036" y="622722"/>
                </a:lnTo>
                <a:lnTo>
                  <a:pt x="402838" y="622722"/>
                </a:lnTo>
                <a:lnTo>
                  <a:pt x="396641" y="622722"/>
                </a:lnTo>
                <a:lnTo>
                  <a:pt x="390443" y="622722"/>
                </a:lnTo>
                <a:lnTo>
                  <a:pt x="384246" y="622722"/>
                </a:lnTo>
                <a:lnTo>
                  <a:pt x="378048" y="622722"/>
                </a:lnTo>
                <a:lnTo>
                  <a:pt x="371851" y="622722"/>
                </a:lnTo>
                <a:lnTo>
                  <a:pt x="365653" y="622722"/>
                </a:lnTo>
                <a:lnTo>
                  <a:pt x="359456" y="622722"/>
                </a:lnTo>
                <a:lnTo>
                  <a:pt x="353258" y="622722"/>
                </a:lnTo>
                <a:lnTo>
                  <a:pt x="347061" y="622722"/>
                </a:lnTo>
                <a:lnTo>
                  <a:pt x="340863" y="622722"/>
                </a:lnTo>
                <a:lnTo>
                  <a:pt x="334666" y="622722"/>
                </a:lnTo>
                <a:lnTo>
                  <a:pt x="328468" y="622722"/>
                </a:lnTo>
                <a:lnTo>
                  <a:pt x="322271" y="622722"/>
                </a:lnTo>
                <a:lnTo>
                  <a:pt x="316073" y="622722"/>
                </a:lnTo>
                <a:lnTo>
                  <a:pt x="309876" y="622722"/>
                </a:lnTo>
                <a:lnTo>
                  <a:pt x="303678" y="622722"/>
                </a:lnTo>
                <a:lnTo>
                  <a:pt x="297481" y="622722"/>
                </a:lnTo>
                <a:lnTo>
                  <a:pt x="291283" y="622722"/>
                </a:lnTo>
                <a:lnTo>
                  <a:pt x="285086" y="622722"/>
                </a:lnTo>
                <a:lnTo>
                  <a:pt x="278888" y="622722"/>
                </a:lnTo>
                <a:lnTo>
                  <a:pt x="272690" y="622722"/>
                </a:lnTo>
                <a:lnTo>
                  <a:pt x="266493" y="622722"/>
                </a:lnTo>
                <a:lnTo>
                  <a:pt x="260295" y="622722"/>
                </a:lnTo>
                <a:lnTo>
                  <a:pt x="254098" y="622722"/>
                </a:lnTo>
                <a:lnTo>
                  <a:pt x="247900" y="622722"/>
                </a:lnTo>
                <a:lnTo>
                  <a:pt x="241703" y="622722"/>
                </a:lnTo>
                <a:lnTo>
                  <a:pt x="235505" y="622722"/>
                </a:lnTo>
                <a:lnTo>
                  <a:pt x="229308" y="622722"/>
                </a:lnTo>
                <a:lnTo>
                  <a:pt x="223110" y="622722"/>
                </a:lnTo>
                <a:lnTo>
                  <a:pt x="216913" y="622722"/>
                </a:lnTo>
                <a:lnTo>
                  <a:pt x="210715" y="622722"/>
                </a:lnTo>
                <a:lnTo>
                  <a:pt x="204518" y="622722"/>
                </a:lnTo>
                <a:lnTo>
                  <a:pt x="198320" y="622722"/>
                </a:lnTo>
                <a:lnTo>
                  <a:pt x="192123" y="622722"/>
                </a:lnTo>
                <a:lnTo>
                  <a:pt x="185925" y="622722"/>
                </a:lnTo>
                <a:lnTo>
                  <a:pt x="179728" y="622722"/>
                </a:lnTo>
                <a:lnTo>
                  <a:pt x="173530" y="622722"/>
                </a:lnTo>
                <a:lnTo>
                  <a:pt x="167333" y="622722"/>
                </a:lnTo>
                <a:lnTo>
                  <a:pt x="161135" y="622722"/>
                </a:lnTo>
                <a:lnTo>
                  <a:pt x="154938" y="622722"/>
                </a:lnTo>
                <a:lnTo>
                  <a:pt x="148740" y="622722"/>
                </a:lnTo>
                <a:lnTo>
                  <a:pt x="142543" y="622722"/>
                </a:lnTo>
                <a:lnTo>
                  <a:pt x="136345" y="622722"/>
                </a:lnTo>
                <a:lnTo>
                  <a:pt x="130147" y="622722"/>
                </a:lnTo>
                <a:lnTo>
                  <a:pt x="123950" y="622722"/>
                </a:lnTo>
                <a:lnTo>
                  <a:pt x="117752" y="622722"/>
                </a:lnTo>
                <a:lnTo>
                  <a:pt x="111555" y="622722"/>
                </a:lnTo>
                <a:lnTo>
                  <a:pt x="105357" y="622722"/>
                </a:lnTo>
                <a:lnTo>
                  <a:pt x="99160" y="622722"/>
                </a:lnTo>
                <a:lnTo>
                  <a:pt x="92962" y="622722"/>
                </a:lnTo>
                <a:lnTo>
                  <a:pt x="86765" y="622722"/>
                </a:lnTo>
                <a:lnTo>
                  <a:pt x="80567" y="622722"/>
                </a:lnTo>
                <a:lnTo>
                  <a:pt x="74370" y="622722"/>
                </a:lnTo>
                <a:lnTo>
                  <a:pt x="68172" y="622722"/>
                </a:lnTo>
                <a:lnTo>
                  <a:pt x="61975" y="622722"/>
                </a:lnTo>
                <a:lnTo>
                  <a:pt x="55777" y="622722"/>
                </a:lnTo>
                <a:lnTo>
                  <a:pt x="49580" y="622722"/>
                </a:lnTo>
                <a:lnTo>
                  <a:pt x="43382" y="622722"/>
                </a:lnTo>
                <a:lnTo>
                  <a:pt x="37185" y="622722"/>
                </a:lnTo>
                <a:lnTo>
                  <a:pt x="30987" y="622722"/>
                </a:lnTo>
                <a:lnTo>
                  <a:pt x="24790" y="622722"/>
                </a:lnTo>
                <a:lnTo>
                  <a:pt x="18592" y="622722"/>
                </a:lnTo>
                <a:lnTo>
                  <a:pt x="12395" y="622722"/>
                </a:lnTo>
                <a:lnTo>
                  <a:pt x="6197" y="622722"/>
                </a:lnTo>
                <a:lnTo>
                  <a:pt x="0" y="62272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9" name="pl97">
            <a:extLst>
              <a:ext uri="{FF2B5EF4-FFF2-40B4-BE49-F238E27FC236}">
                <a16:creationId xmlns:a16="http://schemas.microsoft.com/office/drawing/2014/main" id="{07918B6E-8C52-B431-A1F9-5B033E7316CF}"/>
              </a:ext>
            </a:extLst>
          </p:cNvPr>
          <p:cNvSpPr/>
          <p:nvPr/>
        </p:nvSpPr>
        <p:spPr>
          <a:xfrm>
            <a:off x="6492869" y="4283493"/>
            <a:ext cx="2412901" cy="441771"/>
          </a:xfrm>
          <a:custGeom>
            <a:avLst/>
            <a:gdLst/>
            <a:ahLst/>
            <a:cxnLst/>
            <a:rect l="0" t="0" r="0" b="0"/>
            <a:pathLst>
              <a:path w="3166933" h="579825">
                <a:moveTo>
                  <a:pt x="0" y="240321"/>
                </a:moveTo>
                <a:lnTo>
                  <a:pt x="6197" y="234967"/>
                </a:lnTo>
                <a:lnTo>
                  <a:pt x="12395" y="229615"/>
                </a:lnTo>
                <a:lnTo>
                  <a:pt x="18592" y="224286"/>
                </a:lnTo>
                <a:lnTo>
                  <a:pt x="24790" y="218963"/>
                </a:lnTo>
                <a:lnTo>
                  <a:pt x="30987" y="213668"/>
                </a:lnTo>
                <a:lnTo>
                  <a:pt x="37185" y="208383"/>
                </a:lnTo>
                <a:lnTo>
                  <a:pt x="43382" y="203131"/>
                </a:lnTo>
                <a:lnTo>
                  <a:pt x="49580" y="197893"/>
                </a:lnTo>
                <a:lnTo>
                  <a:pt x="55777" y="192693"/>
                </a:lnTo>
                <a:lnTo>
                  <a:pt x="61975" y="187513"/>
                </a:lnTo>
                <a:lnTo>
                  <a:pt x="68172" y="182372"/>
                </a:lnTo>
                <a:lnTo>
                  <a:pt x="74370" y="177259"/>
                </a:lnTo>
                <a:lnTo>
                  <a:pt x="80567" y="172186"/>
                </a:lnTo>
                <a:lnTo>
                  <a:pt x="86765" y="167150"/>
                </a:lnTo>
                <a:lnTo>
                  <a:pt x="92962" y="162153"/>
                </a:lnTo>
                <a:lnTo>
                  <a:pt x="99160" y="157203"/>
                </a:lnTo>
                <a:lnTo>
                  <a:pt x="105357" y="152291"/>
                </a:lnTo>
                <a:lnTo>
                  <a:pt x="111555" y="147437"/>
                </a:lnTo>
                <a:lnTo>
                  <a:pt x="117752" y="142617"/>
                </a:lnTo>
                <a:lnTo>
                  <a:pt x="123950" y="137868"/>
                </a:lnTo>
                <a:lnTo>
                  <a:pt x="130147" y="133149"/>
                </a:lnTo>
                <a:lnTo>
                  <a:pt x="136345" y="128513"/>
                </a:lnTo>
                <a:lnTo>
                  <a:pt x="142543" y="123902"/>
                </a:lnTo>
                <a:lnTo>
                  <a:pt x="148740" y="119389"/>
                </a:lnTo>
                <a:lnTo>
                  <a:pt x="154938" y="114894"/>
                </a:lnTo>
                <a:lnTo>
                  <a:pt x="161135" y="110512"/>
                </a:lnTo>
                <a:lnTo>
                  <a:pt x="167333" y="106140"/>
                </a:lnTo>
                <a:lnTo>
                  <a:pt x="173530" y="101897"/>
                </a:lnTo>
                <a:lnTo>
                  <a:pt x="179728" y="97664"/>
                </a:lnTo>
                <a:lnTo>
                  <a:pt x="185925" y="93559"/>
                </a:lnTo>
                <a:lnTo>
                  <a:pt x="192123" y="89474"/>
                </a:lnTo>
                <a:lnTo>
                  <a:pt x="198320" y="85513"/>
                </a:lnTo>
                <a:lnTo>
                  <a:pt x="204518" y="81582"/>
                </a:lnTo>
                <a:lnTo>
                  <a:pt x="210715" y="77770"/>
                </a:lnTo>
                <a:lnTo>
                  <a:pt x="216913" y="74001"/>
                </a:lnTo>
                <a:lnTo>
                  <a:pt x="223110" y="70345"/>
                </a:lnTo>
                <a:lnTo>
                  <a:pt x="229308" y="66744"/>
                </a:lnTo>
                <a:lnTo>
                  <a:pt x="235505" y="63249"/>
                </a:lnTo>
                <a:lnTo>
                  <a:pt x="241703" y="59822"/>
                </a:lnTo>
                <a:lnTo>
                  <a:pt x="247900" y="56492"/>
                </a:lnTo>
                <a:lnTo>
                  <a:pt x="254098" y="53246"/>
                </a:lnTo>
                <a:lnTo>
                  <a:pt x="260295" y="50086"/>
                </a:lnTo>
                <a:lnTo>
                  <a:pt x="266493" y="47025"/>
                </a:lnTo>
                <a:lnTo>
                  <a:pt x="272690" y="44040"/>
                </a:lnTo>
                <a:lnTo>
                  <a:pt x="278888" y="41168"/>
                </a:lnTo>
                <a:lnTo>
                  <a:pt x="285086" y="38361"/>
                </a:lnTo>
                <a:lnTo>
                  <a:pt x="291283" y="35683"/>
                </a:lnTo>
                <a:lnTo>
                  <a:pt x="297481" y="33058"/>
                </a:lnTo>
                <a:lnTo>
                  <a:pt x="303678" y="30577"/>
                </a:lnTo>
                <a:lnTo>
                  <a:pt x="309876" y="28136"/>
                </a:lnTo>
                <a:lnTo>
                  <a:pt x="316073" y="25855"/>
                </a:lnTo>
                <a:lnTo>
                  <a:pt x="322271" y="23602"/>
                </a:lnTo>
                <a:lnTo>
                  <a:pt x="328468" y="21523"/>
                </a:lnTo>
                <a:lnTo>
                  <a:pt x="334666" y="19459"/>
                </a:lnTo>
                <a:lnTo>
                  <a:pt x="340863" y="17585"/>
                </a:lnTo>
                <a:lnTo>
                  <a:pt x="347061" y="15724"/>
                </a:lnTo>
                <a:lnTo>
                  <a:pt x="353258" y="14043"/>
                </a:lnTo>
                <a:lnTo>
                  <a:pt x="359456" y="12388"/>
                </a:lnTo>
                <a:lnTo>
                  <a:pt x="365653" y="10900"/>
                </a:lnTo>
                <a:lnTo>
                  <a:pt x="371851" y="9452"/>
                </a:lnTo>
                <a:lnTo>
                  <a:pt x="378048" y="8156"/>
                </a:lnTo>
                <a:lnTo>
                  <a:pt x="384246" y="6915"/>
                </a:lnTo>
                <a:lnTo>
                  <a:pt x="390443" y="5812"/>
                </a:lnTo>
                <a:lnTo>
                  <a:pt x="396641" y="4777"/>
                </a:lnTo>
                <a:lnTo>
                  <a:pt x="402838" y="3867"/>
                </a:lnTo>
                <a:lnTo>
                  <a:pt x="409036" y="3038"/>
                </a:lnTo>
                <a:lnTo>
                  <a:pt x="415234" y="2318"/>
                </a:lnTo>
                <a:lnTo>
                  <a:pt x="421431" y="1694"/>
                </a:lnTo>
                <a:lnTo>
                  <a:pt x="427629" y="1164"/>
                </a:lnTo>
                <a:lnTo>
                  <a:pt x="433826" y="742"/>
                </a:lnTo>
                <a:lnTo>
                  <a:pt x="440024" y="401"/>
                </a:lnTo>
                <a:lnTo>
                  <a:pt x="446221" y="179"/>
                </a:lnTo>
                <a:lnTo>
                  <a:pt x="452419" y="24"/>
                </a:lnTo>
                <a:lnTo>
                  <a:pt x="458616" y="0"/>
                </a:lnTo>
                <a:lnTo>
                  <a:pt x="464814" y="28"/>
                </a:lnTo>
                <a:lnTo>
                  <a:pt x="471011" y="198"/>
                </a:lnTo>
                <a:lnTo>
                  <a:pt x="477209" y="406"/>
                </a:lnTo>
                <a:lnTo>
                  <a:pt x="483406" y="767"/>
                </a:lnTo>
                <a:lnTo>
                  <a:pt x="489604" y="1153"/>
                </a:lnTo>
                <a:lnTo>
                  <a:pt x="495801" y="1701"/>
                </a:lnTo>
                <a:lnTo>
                  <a:pt x="501999" y="2261"/>
                </a:lnTo>
                <a:lnTo>
                  <a:pt x="508196" y="2991"/>
                </a:lnTo>
                <a:lnTo>
                  <a:pt x="514394" y="3733"/>
                </a:lnTo>
                <a:lnTo>
                  <a:pt x="520591" y="4629"/>
                </a:lnTo>
                <a:lnTo>
                  <a:pt x="526789" y="5548"/>
                </a:lnTo>
                <a:lnTo>
                  <a:pt x="532986" y="6605"/>
                </a:lnTo>
                <a:lnTo>
                  <a:pt x="539184" y="7696"/>
                </a:lnTo>
                <a:lnTo>
                  <a:pt x="545381" y="8911"/>
                </a:lnTo>
                <a:lnTo>
                  <a:pt x="551579" y="10169"/>
                </a:lnTo>
                <a:lnTo>
                  <a:pt x="557777" y="11535"/>
                </a:lnTo>
                <a:lnTo>
                  <a:pt x="563974" y="12954"/>
                </a:lnTo>
                <a:lnTo>
                  <a:pt x="570172" y="14468"/>
                </a:lnTo>
                <a:lnTo>
                  <a:pt x="576369" y="16042"/>
                </a:lnTo>
                <a:lnTo>
                  <a:pt x="582567" y="17698"/>
                </a:lnTo>
                <a:lnTo>
                  <a:pt x="588764" y="19422"/>
                </a:lnTo>
                <a:lnTo>
                  <a:pt x="594962" y="21213"/>
                </a:lnTo>
                <a:lnTo>
                  <a:pt x="601159" y="23080"/>
                </a:lnTo>
                <a:lnTo>
                  <a:pt x="607357" y="25003"/>
                </a:lnTo>
                <a:lnTo>
                  <a:pt x="613554" y="27007"/>
                </a:lnTo>
                <a:lnTo>
                  <a:pt x="619752" y="29055"/>
                </a:lnTo>
                <a:lnTo>
                  <a:pt x="625949" y="31188"/>
                </a:lnTo>
                <a:lnTo>
                  <a:pt x="632147" y="33356"/>
                </a:lnTo>
                <a:lnTo>
                  <a:pt x="638344" y="35613"/>
                </a:lnTo>
                <a:lnTo>
                  <a:pt x="644542" y="37895"/>
                </a:lnTo>
                <a:lnTo>
                  <a:pt x="650739" y="40269"/>
                </a:lnTo>
                <a:lnTo>
                  <a:pt x="656937" y="42658"/>
                </a:lnTo>
                <a:lnTo>
                  <a:pt x="663134" y="45142"/>
                </a:lnTo>
                <a:lnTo>
                  <a:pt x="669332" y="47633"/>
                </a:lnTo>
                <a:lnTo>
                  <a:pt x="675529" y="50220"/>
                </a:lnTo>
                <a:lnTo>
                  <a:pt x="681727" y="52814"/>
                </a:lnTo>
                <a:lnTo>
                  <a:pt x="687924" y="55491"/>
                </a:lnTo>
                <a:lnTo>
                  <a:pt x="694122" y="58180"/>
                </a:lnTo>
                <a:lnTo>
                  <a:pt x="700320" y="60941"/>
                </a:lnTo>
                <a:lnTo>
                  <a:pt x="706517" y="63719"/>
                </a:lnTo>
                <a:lnTo>
                  <a:pt x="712715" y="66558"/>
                </a:lnTo>
                <a:lnTo>
                  <a:pt x="718912" y="69417"/>
                </a:lnTo>
                <a:lnTo>
                  <a:pt x="725110" y="72328"/>
                </a:lnTo>
                <a:lnTo>
                  <a:pt x="731307" y="75263"/>
                </a:lnTo>
                <a:lnTo>
                  <a:pt x="737505" y="78240"/>
                </a:lnTo>
                <a:lnTo>
                  <a:pt x="743702" y="81244"/>
                </a:lnTo>
                <a:lnTo>
                  <a:pt x="749900" y="84281"/>
                </a:lnTo>
                <a:lnTo>
                  <a:pt x="756097" y="87346"/>
                </a:lnTo>
                <a:lnTo>
                  <a:pt x="762295" y="90439"/>
                </a:lnTo>
                <a:lnTo>
                  <a:pt x="768492" y="93559"/>
                </a:lnTo>
                <a:lnTo>
                  <a:pt x="774690" y="96700"/>
                </a:lnTo>
                <a:lnTo>
                  <a:pt x="780887" y="99870"/>
                </a:lnTo>
                <a:lnTo>
                  <a:pt x="787085" y="103054"/>
                </a:lnTo>
                <a:lnTo>
                  <a:pt x="793282" y="106267"/>
                </a:lnTo>
                <a:lnTo>
                  <a:pt x="799480" y="109489"/>
                </a:lnTo>
                <a:lnTo>
                  <a:pt x="805677" y="112738"/>
                </a:lnTo>
                <a:lnTo>
                  <a:pt x="811875" y="115994"/>
                </a:lnTo>
                <a:lnTo>
                  <a:pt x="818072" y="119273"/>
                </a:lnTo>
                <a:lnTo>
                  <a:pt x="824270" y="122556"/>
                </a:lnTo>
                <a:lnTo>
                  <a:pt x="830468" y="125860"/>
                </a:lnTo>
                <a:lnTo>
                  <a:pt x="836665" y="129166"/>
                </a:lnTo>
                <a:lnTo>
                  <a:pt x="842863" y="132489"/>
                </a:lnTo>
                <a:lnTo>
                  <a:pt x="849060" y="135813"/>
                </a:lnTo>
                <a:lnTo>
                  <a:pt x="855258" y="139149"/>
                </a:lnTo>
                <a:lnTo>
                  <a:pt x="861455" y="142487"/>
                </a:lnTo>
                <a:lnTo>
                  <a:pt x="867653" y="145831"/>
                </a:lnTo>
                <a:lnTo>
                  <a:pt x="873850" y="149176"/>
                </a:lnTo>
                <a:lnTo>
                  <a:pt x="880048" y="152524"/>
                </a:lnTo>
                <a:lnTo>
                  <a:pt x="886245" y="155872"/>
                </a:lnTo>
                <a:lnTo>
                  <a:pt x="892443" y="159220"/>
                </a:lnTo>
                <a:lnTo>
                  <a:pt x="898640" y="162566"/>
                </a:lnTo>
                <a:lnTo>
                  <a:pt x="904838" y="165909"/>
                </a:lnTo>
                <a:lnTo>
                  <a:pt x="911035" y="169249"/>
                </a:lnTo>
                <a:lnTo>
                  <a:pt x="917233" y="172583"/>
                </a:lnTo>
                <a:lnTo>
                  <a:pt x="923430" y="175912"/>
                </a:lnTo>
                <a:lnTo>
                  <a:pt x="929628" y="179234"/>
                </a:lnTo>
                <a:lnTo>
                  <a:pt x="935825" y="182547"/>
                </a:lnTo>
                <a:lnTo>
                  <a:pt x="942023" y="185854"/>
                </a:lnTo>
                <a:lnTo>
                  <a:pt x="948220" y="189148"/>
                </a:lnTo>
                <a:lnTo>
                  <a:pt x="954418" y="192436"/>
                </a:lnTo>
                <a:lnTo>
                  <a:pt x="960615" y="195707"/>
                </a:lnTo>
                <a:lnTo>
                  <a:pt x="966813" y="198972"/>
                </a:lnTo>
                <a:lnTo>
                  <a:pt x="973011" y="202217"/>
                </a:lnTo>
                <a:lnTo>
                  <a:pt x="979208" y="205456"/>
                </a:lnTo>
                <a:lnTo>
                  <a:pt x="985406" y="208671"/>
                </a:lnTo>
                <a:lnTo>
                  <a:pt x="991603" y="211883"/>
                </a:lnTo>
                <a:lnTo>
                  <a:pt x="997801" y="215065"/>
                </a:lnTo>
                <a:lnTo>
                  <a:pt x="1003998" y="218245"/>
                </a:lnTo>
                <a:lnTo>
                  <a:pt x="1010196" y="221392"/>
                </a:lnTo>
                <a:lnTo>
                  <a:pt x="1016393" y="224536"/>
                </a:lnTo>
                <a:lnTo>
                  <a:pt x="1022591" y="227647"/>
                </a:lnTo>
                <a:lnTo>
                  <a:pt x="1028788" y="230752"/>
                </a:lnTo>
                <a:lnTo>
                  <a:pt x="1034986" y="233825"/>
                </a:lnTo>
                <a:lnTo>
                  <a:pt x="1041183" y="236889"/>
                </a:lnTo>
                <a:lnTo>
                  <a:pt x="1047381" y="239923"/>
                </a:lnTo>
                <a:lnTo>
                  <a:pt x="1053578" y="242943"/>
                </a:lnTo>
                <a:lnTo>
                  <a:pt x="1059776" y="245935"/>
                </a:lnTo>
                <a:lnTo>
                  <a:pt x="1065973" y="248911"/>
                </a:lnTo>
                <a:lnTo>
                  <a:pt x="1072171" y="251859"/>
                </a:lnTo>
                <a:lnTo>
                  <a:pt x="1078368" y="254787"/>
                </a:lnTo>
                <a:lnTo>
                  <a:pt x="1084566" y="257691"/>
                </a:lnTo>
                <a:lnTo>
                  <a:pt x="1090763" y="260571"/>
                </a:lnTo>
                <a:lnTo>
                  <a:pt x="1096961" y="263429"/>
                </a:lnTo>
                <a:lnTo>
                  <a:pt x="1103159" y="266258"/>
                </a:lnTo>
                <a:lnTo>
                  <a:pt x="1109356" y="269069"/>
                </a:lnTo>
                <a:lnTo>
                  <a:pt x="1115554" y="271847"/>
                </a:lnTo>
                <a:lnTo>
                  <a:pt x="1121751" y="274610"/>
                </a:lnTo>
                <a:lnTo>
                  <a:pt x="1127949" y="277336"/>
                </a:lnTo>
                <a:lnTo>
                  <a:pt x="1134146" y="280049"/>
                </a:lnTo>
                <a:lnTo>
                  <a:pt x="1140344" y="282722"/>
                </a:lnTo>
                <a:lnTo>
                  <a:pt x="1146541" y="285386"/>
                </a:lnTo>
                <a:lnTo>
                  <a:pt x="1152739" y="288006"/>
                </a:lnTo>
                <a:lnTo>
                  <a:pt x="1158936" y="290619"/>
                </a:lnTo>
                <a:lnTo>
                  <a:pt x="1165134" y="293185"/>
                </a:lnTo>
                <a:lnTo>
                  <a:pt x="1171331" y="295746"/>
                </a:lnTo>
                <a:lnTo>
                  <a:pt x="1177529" y="298258"/>
                </a:lnTo>
                <a:lnTo>
                  <a:pt x="1183726" y="300766"/>
                </a:lnTo>
                <a:lnTo>
                  <a:pt x="1189924" y="303227"/>
                </a:lnTo>
                <a:lnTo>
                  <a:pt x="1196121" y="305680"/>
                </a:lnTo>
                <a:lnTo>
                  <a:pt x="1202319" y="308090"/>
                </a:lnTo>
                <a:lnTo>
                  <a:pt x="1208516" y="310488"/>
                </a:lnTo>
                <a:lnTo>
                  <a:pt x="1214714" y="312848"/>
                </a:lnTo>
                <a:lnTo>
                  <a:pt x="1220911" y="315191"/>
                </a:lnTo>
                <a:lnTo>
                  <a:pt x="1227109" y="317500"/>
                </a:lnTo>
                <a:lnTo>
                  <a:pt x="1233306" y="319790"/>
                </a:lnTo>
                <a:lnTo>
                  <a:pt x="1239504" y="322049"/>
                </a:lnTo>
                <a:lnTo>
                  <a:pt x="1245702" y="324285"/>
                </a:lnTo>
                <a:lnTo>
                  <a:pt x="1251899" y="326494"/>
                </a:lnTo>
                <a:lnTo>
                  <a:pt x="1258097" y="328677"/>
                </a:lnTo>
                <a:lnTo>
                  <a:pt x="1264294" y="330837"/>
                </a:lnTo>
                <a:lnTo>
                  <a:pt x="1270492" y="332968"/>
                </a:lnTo>
                <a:lnTo>
                  <a:pt x="1276689" y="335079"/>
                </a:lnTo>
                <a:lnTo>
                  <a:pt x="1282887" y="337158"/>
                </a:lnTo>
                <a:lnTo>
                  <a:pt x="1289084" y="339222"/>
                </a:lnTo>
                <a:lnTo>
                  <a:pt x="1295282" y="341251"/>
                </a:lnTo>
                <a:lnTo>
                  <a:pt x="1301479" y="343267"/>
                </a:lnTo>
                <a:lnTo>
                  <a:pt x="1307677" y="345247"/>
                </a:lnTo>
                <a:lnTo>
                  <a:pt x="1313874" y="347217"/>
                </a:lnTo>
                <a:lnTo>
                  <a:pt x="1320072" y="349148"/>
                </a:lnTo>
                <a:lnTo>
                  <a:pt x="1326269" y="351073"/>
                </a:lnTo>
                <a:lnTo>
                  <a:pt x="1332467" y="352957"/>
                </a:lnTo>
                <a:lnTo>
                  <a:pt x="1338664" y="354837"/>
                </a:lnTo>
                <a:lnTo>
                  <a:pt x="1344862" y="356676"/>
                </a:lnTo>
                <a:lnTo>
                  <a:pt x="1351059" y="358510"/>
                </a:lnTo>
                <a:lnTo>
                  <a:pt x="1357257" y="360307"/>
                </a:lnTo>
                <a:lnTo>
                  <a:pt x="1363454" y="362097"/>
                </a:lnTo>
                <a:lnTo>
                  <a:pt x="1369652" y="363853"/>
                </a:lnTo>
                <a:lnTo>
                  <a:pt x="1375849" y="365600"/>
                </a:lnTo>
                <a:lnTo>
                  <a:pt x="1382047" y="367317"/>
                </a:lnTo>
                <a:lnTo>
                  <a:pt x="1388245" y="369022"/>
                </a:lnTo>
                <a:lnTo>
                  <a:pt x="1394442" y="370701"/>
                </a:lnTo>
                <a:lnTo>
                  <a:pt x="1400640" y="372365"/>
                </a:lnTo>
                <a:lnTo>
                  <a:pt x="1406837" y="374008"/>
                </a:lnTo>
                <a:lnTo>
                  <a:pt x="1413035" y="375634"/>
                </a:lnTo>
                <a:lnTo>
                  <a:pt x="1419232" y="377240"/>
                </a:lnTo>
                <a:lnTo>
                  <a:pt x="1425430" y="378829"/>
                </a:lnTo>
                <a:lnTo>
                  <a:pt x="1431627" y="380402"/>
                </a:lnTo>
                <a:lnTo>
                  <a:pt x="1437825" y="381955"/>
                </a:lnTo>
                <a:lnTo>
                  <a:pt x="1444022" y="383495"/>
                </a:lnTo>
                <a:lnTo>
                  <a:pt x="1450220" y="385014"/>
                </a:lnTo>
                <a:lnTo>
                  <a:pt x="1456417" y="386522"/>
                </a:lnTo>
                <a:lnTo>
                  <a:pt x="1462615" y="388009"/>
                </a:lnTo>
                <a:lnTo>
                  <a:pt x="1468812" y="389487"/>
                </a:lnTo>
                <a:lnTo>
                  <a:pt x="1475010" y="390943"/>
                </a:lnTo>
                <a:lnTo>
                  <a:pt x="1481207" y="392393"/>
                </a:lnTo>
                <a:lnTo>
                  <a:pt x="1487405" y="393819"/>
                </a:lnTo>
                <a:lnTo>
                  <a:pt x="1493602" y="395241"/>
                </a:lnTo>
                <a:lnTo>
                  <a:pt x="1499800" y="396639"/>
                </a:lnTo>
                <a:lnTo>
                  <a:pt x="1505997" y="398035"/>
                </a:lnTo>
                <a:lnTo>
                  <a:pt x="1512195" y="399407"/>
                </a:lnTo>
                <a:lnTo>
                  <a:pt x="1518393" y="400777"/>
                </a:lnTo>
                <a:lnTo>
                  <a:pt x="1524590" y="402126"/>
                </a:lnTo>
                <a:lnTo>
                  <a:pt x="1530788" y="403471"/>
                </a:lnTo>
                <a:lnTo>
                  <a:pt x="1536985" y="404797"/>
                </a:lnTo>
                <a:lnTo>
                  <a:pt x="1543183" y="406119"/>
                </a:lnTo>
                <a:lnTo>
                  <a:pt x="1549380" y="407425"/>
                </a:lnTo>
                <a:lnTo>
                  <a:pt x="1555578" y="408724"/>
                </a:lnTo>
                <a:lnTo>
                  <a:pt x="1561775" y="410010"/>
                </a:lnTo>
                <a:lnTo>
                  <a:pt x="1567973" y="411289"/>
                </a:lnTo>
                <a:lnTo>
                  <a:pt x="1574170" y="412556"/>
                </a:lnTo>
                <a:lnTo>
                  <a:pt x="1580368" y="413815"/>
                </a:lnTo>
                <a:lnTo>
                  <a:pt x="1586565" y="415065"/>
                </a:lnTo>
                <a:lnTo>
                  <a:pt x="1592763" y="416306"/>
                </a:lnTo>
                <a:lnTo>
                  <a:pt x="1598960" y="417540"/>
                </a:lnTo>
                <a:lnTo>
                  <a:pt x="1605158" y="418764"/>
                </a:lnTo>
                <a:lnTo>
                  <a:pt x="1611355" y="419982"/>
                </a:lnTo>
                <a:lnTo>
                  <a:pt x="1617553" y="421190"/>
                </a:lnTo>
                <a:lnTo>
                  <a:pt x="1623750" y="422393"/>
                </a:lnTo>
                <a:lnTo>
                  <a:pt x="1629948" y="423586"/>
                </a:lnTo>
                <a:lnTo>
                  <a:pt x="1636145" y="424775"/>
                </a:lnTo>
                <a:lnTo>
                  <a:pt x="1642343" y="425954"/>
                </a:lnTo>
                <a:lnTo>
                  <a:pt x="1648540" y="427131"/>
                </a:lnTo>
                <a:lnTo>
                  <a:pt x="1654738" y="428296"/>
                </a:lnTo>
                <a:lnTo>
                  <a:pt x="1660936" y="429461"/>
                </a:lnTo>
                <a:lnTo>
                  <a:pt x="1667133" y="430614"/>
                </a:lnTo>
                <a:lnTo>
                  <a:pt x="1673331" y="431767"/>
                </a:lnTo>
                <a:lnTo>
                  <a:pt x="1679528" y="432909"/>
                </a:lnTo>
                <a:lnTo>
                  <a:pt x="1685726" y="434050"/>
                </a:lnTo>
                <a:lnTo>
                  <a:pt x="1691923" y="435181"/>
                </a:lnTo>
                <a:lnTo>
                  <a:pt x="1698121" y="436311"/>
                </a:lnTo>
                <a:lnTo>
                  <a:pt x="1704318" y="437433"/>
                </a:lnTo>
                <a:lnTo>
                  <a:pt x="1710516" y="438552"/>
                </a:lnTo>
                <a:lnTo>
                  <a:pt x="1716713" y="439664"/>
                </a:lnTo>
                <a:lnTo>
                  <a:pt x="1722911" y="440774"/>
                </a:lnTo>
                <a:lnTo>
                  <a:pt x="1729108" y="441877"/>
                </a:lnTo>
                <a:lnTo>
                  <a:pt x="1735306" y="442976"/>
                </a:lnTo>
                <a:lnTo>
                  <a:pt x="1741503" y="444070"/>
                </a:lnTo>
                <a:lnTo>
                  <a:pt x="1747701" y="445161"/>
                </a:lnTo>
                <a:lnTo>
                  <a:pt x="1753898" y="446246"/>
                </a:lnTo>
                <a:lnTo>
                  <a:pt x="1760096" y="447327"/>
                </a:lnTo>
                <a:lnTo>
                  <a:pt x="1766293" y="448404"/>
                </a:lnTo>
                <a:lnTo>
                  <a:pt x="1772491" y="449476"/>
                </a:lnTo>
                <a:lnTo>
                  <a:pt x="1778688" y="450545"/>
                </a:lnTo>
                <a:lnTo>
                  <a:pt x="1784886" y="451607"/>
                </a:lnTo>
                <a:lnTo>
                  <a:pt x="1791084" y="452668"/>
                </a:lnTo>
                <a:lnTo>
                  <a:pt x="1797281" y="453721"/>
                </a:lnTo>
                <a:lnTo>
                  <a:pt x="1803479" y="454773"/>
                </a:lnTo>
                <a:lnTo>
                  <a:pt x="1809676" y="455818"/>
                </a:lnTo>
                <a:lnTo>
                  <a:pt x="1815874" y="456861"/>
                </a:lnTo>
                <a:lnTo>
                  <a:pt x="1822071" y="457896"/>
                </a:lnTo>
                <a:lnTo>
                  <a:pt x="1828269" y="458931"/>
                </a:lnTo>
                <a:lnTo>
                  <a:pt x="1834466" y="459956"/>
                </a:lnTo>
                <a:lnTo>
                  <a:pt x="1840664" y="460981"/>
                </a:lnTo>
                <a:lnTo>
                  <a:pt x="1846861" y="461998"/>
                </a:lnTo>
                <a:lnTo>
                  <a:pt x="1853059" y="463013"/>
                </a:lnTo>
                <a:lnTo>
                  <a:pt x="1859256" y="464020"/>
                </a:lnTo>
                <a:lnTo>
                  <a:pt x="1865454" y="465025"/>
                </a:lnTo>
                <a:lnTo>
                  <a:pt x="1871651" y="466022"/>
                </a:lnTo>
                <a:lnTo>
                  <a:pt x="1877849" y="467016"/>
                </a:lnTo>
                <a:lnTo>
                  <a:pt x="1884046" y="468003"/>
                </a:lnTo>
                <a:lnTo>
                  <a:pt x="1890244" y="468986"/>
                </a:lnTo>
                <a:lnTo>
                  <a:pt x="1896441" y="469962"/>
                </a:lnTo>
                <a:lnTo>
                  <a:pt x="1902639" y="470934"/>
                </a:lnTo>
                <a:lnTo>
                  <a:pt x="1908836" y="471899"/>
                </a:lnTo>
                <a:lnTo>
                  <a:pt x="1915034" y="472859"/>
                </a:lnTo>
                <a:lnTo>
                  <a:pt x="1921231" y="473812"/>
                </a:lnTo>
                <a:lnTo>
                  <a:pt x="1927429" y="474759"/>
                </a:lnTo>
                <a:lnTo>
                  <a:pt x="1933627" y="475701"/>
                </a:lnTo>
                <a:lnTo>
                  <a:pt x="1939824" y="476635"/>
                </a:lnTo>
                <a:lnTo>
                  <a:pt x="1946022" y="477564"/>
                </a:lnTo>
                <a:lnTo>
                  <a:pt x="1952219" y="478484"/>
                </a:lnTo>
                <a:lnTo>
                  <a:pt x="1958417" y="479400"/>
                </a:lnTo>
                <a:lnTo>
                  <a:pt x="1964614" y="480306"/>
                </a:lnTo>
                <a:lnTo>
                  <a:pt x="1970812" y="481208"/>
                </a:lnTo>
                <a:lnTo>
                  <a:pt x="1977009" y="482099"/>
                </a:lnTo>
                <a:lnTo>
                  <a:pt x="1983207" y="482987"/>
                </a:lnTo>
                <a:lnTo>
                  <a:pt x="1989404" y="483863"/>
                </a:lnTo>
                <a:lnTo>
                  <a:pt x="1995602" y="484736"/>
                </a:lnTo>
                <a:lnTo>
                  <a:pt x="2001799" y="485595"/>
                </a:lnTo>
                <a:lnTo>
                  <a:pt x="2007997" y="486453"/>
                </a:lnTo>
                <a:lnTo>
                  <a:pt x="2014194" y="487297"/>
                </a:lnTo>
                <a:lnTo>
                  <a:pt x="2020392" y="488138"/>
                </a:lnTo>
                <a:lnTo>
                  <a:pt x="2026589" y="488965"/>
                </a:lnTo>
                <a:lnTo>
                  <a:pt x="2032787" y="489788"/>
                </a:lnTo>
                <a:lnTo>
                  <a:pt x="2038984" y="490599"/>
                </a:lnTo>
                <a:lnTo>
                  <a:pt x="2045182" y="491405"/>
                </a:lnTo>
                <a:lnTo>
                  <a:pt x="2051379" y="492198"/>
                </a:lnTo>
                <a:lnTo>
                  <a:pt x="2057577" y="492986"/>
                </a:lnTo>
                <a:lnTo>
                  <a:pt x="2063774" y="493762"/>
                </a:lnTo>
                <a:lnTo>
                  <a:pt x="2069972" y="494530"/>
                </a:lnTo>
                <a:lnTo>
                  <a:pt x="2076170" y="495288"/>
                </a:lnTo>
                <a:lnTo>
                  <a:pt x="2082367" y="496038"/>
                </a:lnTo>
                <a:lnTo>
                  <a:pt x="2088565" y="496778"/>
                </a:lnTo>
                <a:lnTo>
                  <a:pt x="2094762" y="497507"/>
                </a:lnTo>
                <a:lnTo>
                  <a:pt x="2100960" y="498229"/>
                </a:lnTo>
                <a:lnTo>
                  <a:pt x="2107157" y="498938"/>
                </a:lnTo>
                <a:lnTo>
                  <a:pt x="2113355" y="499641"/>
                </a:lnTo>
                <a:lnTo>
                  <a:pt x="2119552" y="500331"/>
                </a:lnTo>
                <a:lnTo>
                  <a:pt x="2125750" y="501014"/>
                </a:lnTo>
                <a:lnTo>
                  <a:pt x="2131947" y="501683"/>
                </a:lnTo>
                <a:lnTo>
                  <a:pt x="2138145" y="502348"/>
                </a:lnTo>
                <a:lnTo>
                  <a:pt x="2144342" y="502996"/>
                </a:lnTo>
                <a:lnTo>
                  <a:pt x="2150540" y="503641"/>
                </a:lnTo>
                <a:lnTo>
                  <a:pt x="2156737" y="504269"/>
                </a:lnTo>
                <a:lnTo>
                  <a:pt x="2162935" y="504895"/>
                </a:lnTo>
                <a:lnTo>
                  <a:pt x="2169132" y="505502"/>
                </a:lnTo>
                <a:lnTo>
                  <a:pt x="2175330" y="506107"/>
                </a:lnTo>
                <a:lnTo>
                  <a:pt x="2181527" y="506694"/>
                </a:lnTo>
                <a:lnTo>
                  <a:pt x="2187725" y="507279"/>
                </a:lnTo>
                <a:lnTo>
                  <a:pt x="2193922" y="507847"/>
                </a:lnTo>
                <a:lnTo>
                  <a:pt x="2200120" y="508411"/>
                </a:lnTo>
                <a:lnTo>
                  <a:pt x="2206318" y="508960"/>
                </a:lnTo>
                <a:lnTo>
                  <a:pt x="2212515" y="509504"/>
                </a:lnTo>
                <a:lnTo>
                  <a:pt x="2218713" y="510034"/>
                </a:lnTo>
                <a:lnTo>
                  <a:pt x="2224910" y="510557"/>
                </a:lnTo>
                <a:lnTo>
                  <a:pt x="2231108" y="511069"/>
                </a:lnTo>
                <a:lnTo>
                  <a:pt x="2237305" y="511572"/>
                </a:lnTo>
                <a:lnTo>
                  <a:pt x="2243503" y="512065"/>
                </a:lnTo>
                <a:lnTo>
                  <a:pt x="2249700" y="512550"/>
                </a:lnTo>
                <a:lnTo>
                  <a:pt x="2255898" y="513025"/>
                </a:lnTo>
                <a:lnTo>
                  <a:pt x="2262095" y="513490"/>
                </a:lnTo>
                <a:lnTo>
                  <a:pt x="2268293" y="513948"/>
                </a:lnTo>
                <a:lnTo>
                  <a:pt x="2274490" y="514394"/>
                </a:lnTo>
                <a:lnTo>
                  <a:pt x="2280688" y="514835"/>
                </a:lnTo>
                <a:lnTo>
                  <a:pt x="2286885" y="515264"/>
                </a:lnTo>
                <a:lnTo>
                  <a:pt x="2293083" y="515688"/>
                </a:lnTo>
                <a:lnTo>
                  <a:pt x="2299280" y="516100"/>
                </a:lnTo>
                <a:lnTo>
                  <a:pt x="2305478" y="516509"/>
                </a:lnTo>
                <a:lnTo>
                  <a:pt x="2311675" y="516904"/>
                </a:lnTo>
                <a:lnTo>
                  <a:pt x="2317873" y="517297"/>
                </a:lnTo>
                <a:lnTo>
                  <a:pt x="2324070" y="517677"/>
                </a:lnTo>
                <a:lnTo>
                  <a:pt x="2330268" y="518056"/>
                </a:lnTo>
                <a:lnTo>
                  <a:pt x="2336465" y="518421"/>
                </a:lnTo>
                <a:lnTo>
                  <a:pt x="2342663" y="518785"/>
                </a:lnTo>
                <a:lnTo>
                  <a:pt x="2348861" y="519136"/>
                </a:lnTo>
                <a:lnTo>
                  <a:pt x="2355058" y="519487"/>
                </a:lnTo>
                <a:lnTo>
                  <a:pt x="2361256" y="519826"/>
                </a:lnTo>
                <a:lnTo>
                  <a:pt x="2367453" y="520164"/>
                </a:lnTo>
                <a:lnTo>
                  <a:pt x="2373651" y="520492"/>
                </a:lnTo>
                <a:lnTo>
                  <a:pt x="2379848" y="520818"/>
                </a:lnTo>
                <a:lnTo>
                  <a:pt x="2386046" y="521135"/>
                </a:lnTo>
                <a:lnTo>
                  <a:pt x="2392243" y="521450"/>
                </a:lnTo>
                <a:lnTo>
                  <a:pt x="2398441" y="521759"/>
                </a:lnTo>
                <a:lnTo>
                  <a:pt x="2404638" y="522063"/>
                </a:lnTo>
                <a:lnTo>
                  <a:pt x="2410836" y="522363"/>
                </a:lnTo>
                <a:lnTo>
                  <a:pt x="2417033" y="522659"/>
                </a:lnTo>
                <a:lnTo>
                  <a:pt x="2423231" y="522952"/>
                </a:lnTo>
                <a:lnTo>
                  <a:pt x="2429428" y="523240"/>
                </a:lnTo>
                <a:lnTo>
                  <a:pt x="2435626" y="523526"/>
                </a:lnTo>
                <a:lnTo>
                  <a:pt x="2441823" y="523808"/>
                </a:lnTo>
                <a:lnTo>
                  <a:pt x="2448021" y="524088"/>
                </a:lnTo>
                <a:lnTo>
                  <a:pt x="2454218" y="524365"/>
                </a:lnTo>
                <a:lnTo>
                  <a:pt x="2460416" y="524640"/>
                </a:lnTo>
                <a:lnTo>
                  <a:pt x="2466613" y="524913"/>
                </a:lnTo>
                <a:lnTo>
                  <a:pt x="2472811" y="525184"/>
                </a:lnTo>
                <a:lnTo>
                  <a:pt x="2479009" y="525454"/>
                </a:lnTo>
                <a:lnTo>
                  <a:pt x="2485206" y="525723"/>
                </a:lnTo>
                <a:lnTo>
                  <a:pt x="2491404" y="525991"/>
                </a:lnTo>
                <a:lnTo>
                  <a:pt x="2497601" y="526258"/>
                </a:lnTo>
                <a:lnTo>
                  <a:pt x="2503799" y="526525"/>
                </a:lnTo>
                <a:lnTo>
                  <a:pt x="2509996" y="526792"/>
                </a:lnTo>
                <a:lnTo>
                  <a:pt x="2516194" y="527059"/>
                </a:lnTo>
                <a:lnTo>
                  <a:pt x="2522391" y="527327"/>
                </a:lnTo>
                <a:lnTo>
                  <a:pt x="2528589" y="527596"/>
                </a:lnTo>
                <a:lnTo>
                  <a:pt x="2534786" y="527865"/>
                </a:lnTo>
                <a:lnTo>
                  <a:pt x="2540984" y="528136"/>
                </a:lnTo>
                <a:lnTo>
                  <a:pt x="2547181" y="528407"/>
                </a:lnTo>
                <a:lnTo>
                  <a:pt x="2553379" y="528682"/>
                </a:lnTo>
                <a:lnTo>
                  <a:pt x="2559576" y="528957"/>
                </a:lnTo>
                <a:lnTo>
                  <a:pt x="2565774" y="529235"/>
                </a:lnTo>
                <a:lnTo>
                  <a:pt x="2571971" y="529516"/>
                </a:lnTo>
                <a:lnTo>
                  <a:pt x="2578169" y="529799"/>
                </a:lnTo>
                <a:lnTo>
                  <a:pt x="2584366" y="530085"/>
                </a:lnTo>
                <a:lnTo>
                  <a:pt x="2590564" y="530374"/>
                </a:lnTo>
                <a:lnTo>
                  <a:pt x="2596761" y="530667"/>
                </a:lnTo>
                <a:lnTo>
                  <a:pt x="2602959" y="530963"/>
                </a:lnTo>
                <a:lnTo>
                  <a:pt x="2609156" y="531263"/>
                </a:lnTo>
                <a:lnTo>
                  <a:pt x="2615354" y="531567"/>
                </a:lnTo>
                <a:lnTo>
                  <a:pt x="2621552" y="531875"/>
                </a:lnTo>
                <a:lnTo>
                  <a:pt x="2627749" y="532187"/>
                </a:lnTo>
                <a:lnTo>
                  <a:pt x="2633947" y="532505"/>
                </a:lnTo>
                <a:lnTo>
                  <a:pt x="2640144" y="532825"/>
                </a:lnTo>
                <a:lnTo>
                  <a:pt x="2646342" y="533153"/>
                </a:lnTo>
                <a:lnTo>
                  <a:pt x="2652539" y="533482"/>
                </a:lnTo>
                <a:lnTo>
                  <a:pt x="2658737" y="533821"/>
                </a:lnTo>
                <a:lnTo>
                  <a:pt x="2664934" y="534161"/>
                </a:lnTo>
                <a:lnTo>
                  <a:pt x="2671132" y="534511"/>
                </a:lnTo>
                <a:lnTo>
                  <a:pt x="2677329" y="534862"/>
                </a:lnTo>
                <a:lnTo>
                  <a:pt x="2683527" y="535223"/>
                </a:lnTo>
                <a:lnTo>
                  <a:pt x="2689724" y="535586"/>
                </a:lnTo>
                <a:lnTo>
                  <a:pt x="2695922" y="535958"/>
                </a:lnTo>
                <a:lnTo>
                  <a:pt x="2702119" y="536333"/>
                </a:lnTo>
                <a:lnTo>
                  <a:pt x="2708317" y="536718"/>
                </a:lnTo>
                <a:lnTo>
                  <a:pt x="2714514" y="537106"/>
                </a:lnTo>
                <a:lnTo>
                  <a:pt x="2720712" y="537502"/>
                </a:lnTo>
                <a:lnTo>
                  <a:pt x="2726909" y="537904"/>
                </a:lnTo>
                <a:lnTo>
                  <a:pt x="2733107" y="538313"/>
                </a:lnTo>
                <a:lnTo>
                  <a:pt x="2739304" y="538727"/>
                </a:lnTo>
                <a:lnTo>
                  <a:pt x="2745502" y="539149"/>
                </a:lnTo>
                <a:lnTo>
                  <a:pt x="2751699" y="539577"/>
                </a:lnTo>
                <a:lnTo>
                  <a:pt x="2757897" y="540012"/>
                </a:lnTo>
                <a:lnTo>
                  <a:pt x="2764095" y="540454"/>
                </a:lnTo>
                <a:lnTo>
                  <a:pt x="2770292" y="540902"/>
                </a:lnTo>
                <a:lnTo>
                  <a:pt x="2776490" y="541358"/>
                </a:lnTo>
                <a:lnTo>
                  <a:pt x="2782687" y="541818"/>
                </a:lnTo>
                <a:lnTo>
                  <a:pt x="2788885" y="542288"/>
                </a:lnTo>
                <a:lnTo>
                  <a:pt x="2795082" y="542762"/>
                </a:lnTo>
                <a:lnTo>
                  <a:pt x="2801280" y="543246"/>
                </a:lnTo>
                <a:lnTo>
                  <a:pt x="2807477" y="543733"/>
                </a:lnTo>
                <a:lnTo>
                  <a:pt x="2813675" y="544230"/>
                </a:lnTo>
                <a:lnTo>
                  <a:pt x="2819872" y="544730"/>
                </a:lnTo>
                <a:lnTo>
                  <a:pt x="2826070" y="545241"/>
                </a:lnTo>
                <a:lnTo>
                  <a:pt x="2832267" y="545753"/>
                </a:lnTo>
                <a:lnTo>
                  <a:pt x="2838465" y="546278"/>
                </a:lnTo>
                <a:lnTo>
                  <a:pt x="2844662" y="546803"/>
                </a:lnTo>
                <a:lnTo>
                  <a:pt x="2850860" y="547340"/>
                </a:lnTo>
                <a:lnTo>
                  <a:pt x="2857057" y="547879"/>
                </a:lnTo>
                <a:lnTo>
                  <a:pt x="2863255" y="548428"/>
                </a:lnTo>
                <a:lnTo>
                  <a:pt x="2869452" y="548979"/>
                </a:lnTo>
                <a:lnTo>
                  <a:pt x="2875650" y="549540"/>
                </a:lnTo>
                <a:lnTo>
                  <a:pt x="2881847" y="550104"/>
                </a:lnTo>
                <a:lnTo>
                  <a:pt x="2888045" y="550675"/>
                </a:lnTo>
                <a:lnTo>
                  <a:pt x="2894243" y="551251"/>
                </a:lnTo>
                <a:lnTo>
                  <a:pt x="2900440" y="551833"/>
                </a:lnTo>
                <a:lnTo>
                  <a:pt x="2906638" y="552420"/>
                </a:lnTo>
                <a:lnTo>
                  <a:pt x="2912835" y="553013"/>
                </a:lnTo>
                <a:lnTo>
                  <a:pt x="2919033" y="553611"/>
                </a:lnTo>
                <a:lnTo>
                  <a:pt x="2925230" y="554214"/>
                </a:lnTo>
                <a:lnTo>
                  <a:pt x="2931428" y="554822"/>
                </a:lnTo>
                <a:lnTo>
                  <a:pt x="2937625" y="555434"/>
                </a:lnTo>
                <a:lnTo>
                  <a:pt x="2943823" y="556052"/>
                </a:lnTo>
                <a:lnTo>
                  <a:pt x="2950020" y="556672"/>
                </a:lnTo>
                <a:lnTo>
                  <a:pt x="2956218" y="557299"/>
                </a:lnTo>
                <a:lnTo>
                  <a:pt x="2962415" y="557928"/>
                </a:lnTo>
                <a:lnTo>
                  <a:pt x="2968613" y="558563"/>
                </a:lnTo>
                <a:lnTo>
                  <a:pt x="2974810" y="559199"/>
                </a:lnTo>
                <a:lnTo>
                  <a:pt x="2981008" y="559842"/>
                </a:lnTo>
                <a:lnTo>
                  <a:pt x="2987205" y="560485"/>
                </a:lnTo>
                <a:lnTo>
                  <a:pt x="2993403" y="561134"/>
                </a:lnTo>
                <a:lnTo>
                  <a:pt x="2999600" y="561784"/>
                </a:lnTo>
                <a:lnTo>
                  <a:pt x="3005798" y="562439"/>
                </a:lnTo>
                <a:lnTo>
                  <a:pt x="3011995" y="563095"/>
                </a:lnTo>
                <a:lnTo>
                  <a:pt x="3018193" y="563755"/>
                </a:lnTo>
                <a:lnTo>
                  <a:pt x="3024390" y="564416"/>
                </a:lnTo>
                <a:lnTo>
                  <a:pt x="3030588" y="565080"/>
                </a:lnTo>
                <a:lnTo>
                  <a:pt x="3036786" y="565745"/>
                </a:lnTo>
                <a:lnTo>
                  <a:pt x="3042983" y="566413"/>
                </a:lnTo>
                <a:lnTo>
                  <a:pt x="3049181" y="567081"/>
                </a:lnTo>
                <a:lnTo>
                  <a:pt x="3055378" y="567752"/>
                </a:lnTo>
                <a:lnTo>
                  <a:pt x="3061576" y="568423"/>
                </a:lnTo>
                <a:lnTo>
                  <a:pt x="3067773" y="569095"/>
                </a:lnTo>
                <a:lnTo>
                  <a:pt x="3073971" y="569768"/>
                </a:lnTo>
                <a:lnTo>
                  <a:pt x="3080168" y="570442"/>
                </a:lnTo>
                <a:lnTo>
                  <a:pt x="3086366" y="571116"/>
                </a:lnTo>
                <a:lnTo>
                  <a:pt x="3092563" y="571790"/>
                </a:lnTo>
                <a:lnTo>
                  <a:pt x="3098761" y="572464"/>
                </a:lnTo>
                <a:lnTo>
                  <a:pt x="3104958" y="573138"/>
                </a:lnTo>
                <a:lnTo>
                  <a:pt x="3111156" y="573812"/>
                </a:lnTo>
                <a:lnTo>
                  <a:pt x="3117353" y="574485"/>
                </a:lnTo>
                <a:lnTo>
                  <a:pt x="3123551" y="575157"/>
                </a:lnTo>
                <a:lnTo>
                  <a:pt x="3129748" y="575828"/>
                </a:lnTo>
                <a:lnTo>
                  <a:pt x="3135946" y="576498"/>
                </a:lnTo>
                <a:lnTo>
                  <a:pt x="3142143" y="577167"/>
                </a:lnTo>
                <a:lnTo>
                  <a:pt x="3148341" y="577834"/>
                </a:lnTo>
                <a:lnTo>
                  <a:pt x="3154538" y="578500"/>
                </a:lnTo>
                <a:lnTo>
                  <a:pt x="3160736" y="579162"/>
                </a:lnTo>
                <a:lnTo>
                  <a:pt x="3166933" y="579825"/>
                </a:lnTo>
              </a:path>
            </a:pathLst>
          </a:custGeom>
          <a:ln w="27101" cap="flat">
            <a:solidFill>
              <a:srgbClr val="FFE5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0" name="pl98">
            <a:extLst>
              <a:ext uri="{FF2B5EF4-FFF2-40B4-BE49-F238E27FC236}">
                <a16:creationId xmlns:a16="http://schemas.microsoft.com/office/drawing/2014/main" id="{B264396B-133A-15BD-47B1-C571D0306DA6}"/>
              </a:ext>
            </a:extLst>
          </p:cNvPr>
          <p:cNvSpPr/>
          <p:nvPr/>
        </p:nvSpPr>
        <p:spPr>
          <a:xfrm>
            <a:off x="6372225" y="4790108"/>
            <a:ext cx="2654192" cy="0"/>
          </a:xfrm>
          <a:custGeom>
            <a:avLst/>
            <a:gdLst/>
            <a:ahLst/>
            <a:cxnLst/>
            <a:rect l="0" t="0" r="0" b="0"/>
            <a:pathLst>
              <a:path w="3483627">
                <a:moveTo>
                  <a:pt x="0" y="0"/>
                </a:moveTo>
                <a:lnTo>
                  <a:pt x="34836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1" name="pl99">
            <a:extLst>
              <a:ext uri="{FF2B5EF4-FFF2-40B4-BE49-F238E27FC236}">
                <a16:creationId xmlns:a16="http://schemas.microsoft.com/office/drawing/2014/main" id="{579E83ED-FCFA-DA5E-15B8-3B5F3C30A8DD}"/>
              </a:ext>
            </a:extLst>
          </p:cNvPr>
          <p:cNvSpPr/>
          <p:nvPr/>
        </p:nvSpPr>
        <p:spPr>
          <a:xfrm>
            <a:off x="6425643" y="4790108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2" name="pl100">
            <a:extLst>
              <a:ext uri="{FF2B5EF4-FFF2-40B4-BE49-F238E27FC236}">
                <a16:creationId xmlns:a16="http://schemas.microsoft.com/office/drawing/2014/main" id="{2BAA4283-B298-A341-E90E-E9996F6FBA0B}"/>
              </a:ext>
            </a:extLst>
          </p:cNvPr>
          <p:cNvSpPr/>
          <p:nvPr/>
        </p:nvSpPr>
        <p:spPr>
          <a:xfrm>
            <a:off x="7242638" y="4790108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3" name="pl101">
            <a:extLst>
              <a:ext uri="{FF2B5EF4-FFF2-40B4-BE49-F238E27FC236}">
                <a16:creationId xmlns:a16="http://schemas.microsoft.com/office/drawing/2014/main" id="{D5986863-FF75-446B-A9B8-53F4EF86D324}"/>
              </a:ext>
            </a:extLst>
          </p:cNvPr>
          <p:cNvSpPr/>
          <p:nvPr/>
        </p:nvSpPr>
        <p:spPr>
          <a:xfrm>
            <a:off x="8059634" y="4790108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4" name="pl102">
            <a:extLst>
              <a:ext uri="{FF2B5EF4-FFF2-40B4-BE49-F238E27FC236}">
                <a16:creationId xmlns:a16="http://schemas.microsoft.com/office/drawing/2014/main" id="{D28DA7C1-2FDF-A6C0-A4C2-3BCDEE05AEDA}"/>
              </a:ext>
            </a:extLst>
          </p:cNvPr>
          <p:cNvSpPr/>
          <p:nvPr/>
        </p:nvSpPr>
        <p:spPr>
          <a:xfrm>
            <a:off x="8876629" y="4790108"/>
            <a:ext cx="0" cy="26510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5" name="tx103">
            <a:extLst>
              <a:ext uri="{FF2B5EF4-FFF2-40B4-BE49-F238E27FC236}">
                <a16:creationId xmlns:a16="http://schemas.microsoft.com/office/drawing/2014/main" id="{57418109-8623-A7F8-AA2D-B11EBEC3A1F4}"/>
              </a:ext>
            </a:extLst>
          </p:cNvPr>
          <p:cNvSpPr/>
          <p:nvPr/>
        </p:nvSpPr>
        <p:spPr>
          <a:xfrm>
            <a:off x="6401965" y="4836537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66" name="tx104">
            <a:extLst>
              <a:ext uri="{FF2B5EF4-FFF2-40B4-BE49-F238E27FC236}">
                <a16:creationId xmlns:a16="http://schemas.microsoft.com/office/drawing/2014/main" id="{95EAABAF-3328-F5E4-1FCE-0055689400F4}"/>
              </a:ext>
            </a:extLst>
          </p:cNvPr>
          <p:cNvSpPr/>
          <p:nvPr/>
        </p:nvSpPr>
        <p:spPr>
          <a:xfrm>
            <a:off x="7218960" y="4837618"/>
            <a:ext cx="47356" cy="6116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567" name="tx105">
            <a:extLst>
              <a:ext uri="{FF2B5EF4-FFF2-40B4-BE49-F238E27FC236}">
                <a16:creationId xmlns:a16="http://schemas.microsoft.com/office/drawing/2014/main" id="{3C46E0FA-913A-BADD-9629-07B071BB20A5}"/>
              </a:ext>
            </a:extLst>
          </p:cNvPr>
          <p:cNvSpPr/>
          <p:nvPr/>
        </p:nvSpPr>
        <p:spPr>
          <a:xfrm>
            <a:off x="8012277" y="4836537"/>
            <a:ext cx="94713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568" name="tx106">
            <a:extLst>
              <a:ext uri="{FF2B5EF4-FFF2-40B4-BE49-F238E27FC236}">
                <a16:creationId xmlns:a16="http://schemas.microsoft.com/office/drawing/2014/main" id="{75ACD5EE-A86C-329D-7BBD-78C22FA40D07}"/>
              </a:ext>
            </a:extLst>
          </p:cNvPr>
          <p:cNvSpPr/>
          <p:nvPr/>
        </p:nvSpPr>
        <p:spPr>
          <a:xfrm>
            <a:off x="8829272" y="4836537"/>
            <a:ext cx="94713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569" name="tx107">
            <a:extLst>
              <a:ext uri="{FF2B5EF4-FFF2-40B4-BE49-F238E27FC236}">
                <a16:creationId xmlns:a16="http://schemas.microsoft.com/office/drawing/2014/main" id="{E6FDB244-6639-1173-8668-9310DEF510C9}"/>
              </a:ext>
            </a:extLst>
          </p:cNvPr>
          <p:cNvSpPr/>
          <p:nvPr/>
        </p:nvSpPr>
        <p:spPr>
          <a:xfrm>
            <a:off x="7666812" y="4951422"/>
            <a:ext cx="65016" cy="761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570" name="rc108">
            <a:extLst>
              <a:ext uri="{FF2B5EF4-FFF2-40B4-BE49-F238E27FC236}">
                <a16:creationId xmlns:a16="http://schemas.microsoft.com/office/drawing/2014/main" id="{83AFF283-701C-1BF6-FC1F-CB2D09ACA879}"/>
              </a:ext>
            </a:extLst>
          </p:cNvPr>
          <p:cNvSpPr/>
          <p:nvPr/>
        </p:nvSpPr>
        <p:spPr>
          <a:xfrm>
            <a:off x="6495102" y="5059167"/>
            <a:ext cx="2408437" cy="27324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1" name="tx109">
            <a:extLst>
              <a:ext uri="{FF2B5EF4-FFF2-40B4-BE49-F238E27FC236}">
                <a16:creationId xmlns:a16="http://schemas.microsoft.com/office/drawing/2014/main" id="{C9EDFFBD-EE7A-1E58-4125-C558A93E11E1}"/>
              </a:ext>
            </a:extLst>
          </p:cNvPr>
          <p:cNvSpPr/>
          <p:nvPr/>
        </p:nvSpPr>
        <p:spPr>
          <a:xfrm>
            <a:off x="6393072" y="5156447"/>
            <a:ext cx="644657" cy="774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Time Window</a:t>
            </a:r>
          </a:p>
        </p:txBody>
      </p:sp>
      <p:sp>
        <p:nvSpPr>
          <p:cNvPr id="578" name="rc116">
            <a:extLst>
              <a:ext uri="{FF2B5EF4-FFF2-40B4-BE49-F238E27FC236}">
                <a16:creationId xmlns:a16="http://schemas.microsoft.com/office/drawing/2014/main" id="{CF6F82B6-D8E9-548E-CCFA-4F736A8BC021}"/>
              </a:ext>
            </a:extLst>
          </p:cNvPr>
          <p:cNvSpPr/>
          <p:nvPr/>
        </p:nvSpPr>
        <p:spPr>
          <a:xfrm>
            <a:off x="7225091" y="5090097"/>
            <a:ext cx="167204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9" name="rc117">
            <a:extLst>
              <a:ext uri="{FF2B5EF4-FFF2-40B4-BE49-F238E27FC236}">
                <a16:creationId xmlns:a16="http://schemas.microsoft.com/office/drawing/2014/main" id="{B41BE3F0-8460-FCEA-2C10-048BE219E674}"/>
              </a:ext>
            </a:extLst>
          </p:cNvPr>
          <p:cNvSpPr/>
          <p:nvPr/>
        </p:nvSpPr>
        <p:spPr>
          <a:xfrm>
            <a:off x="7238805" y="5103812"/>
            <a:ext cx="139775" cy="139776"/>
          </a:xfrm>
          <a:prstGeom prst="rect">
            <a:avLst/>
          </a:prstGeom>
          <a:ln w="27101" cap="flat">
            <a:solidFill>
              <a:srgbClr val="FDC1BD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0" name="rc118">
            <a:extLst>
              <a:ext uri="{FF2B5EF4-FFF2-40B4-BE49-F238E27FC236}">
                <a16:creationId xmlns:a16="http://schemas.microsoft.com/office/drawing/2014/main" id="{4DADB4E4-CBEE-D083-2DC8-4C0BDB10DC29}"/>
              </a:ext>
            </a:extLst>
          </p:cNvPr>
          <p:cNvSpPr/>
          <p:nvPr/>
        </p:nvSpPr>
        <p:spPr>
          <a:xfrm>
            <a:off x="7549136" y="5090097"/>
            <a:ext cx="167204" cy="16720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1" name="rc119">
            <a:extLst>
              <a:ext uri="{FF2B5EF4-FFF2-40B4-BE49-F238E27FC236}">
                <a16:creationId xmlns:a16="http://schemas.microsoft.com/office/drawing/2014/main" id="{0DA7BB16-BCAA-1893-D156-6619F77EE8B1}"/>
              </a:ext>
            </a:extLst>
          </p:cNvPr>
          <p:cNvSpPr/>
          <p:nvPr/>
        </p:nvSpPr>
        <p:spPr>
          <a:xfrm>
            <a:off x="7562850" y="5103812"/>
            <a:ext cx="139775" cy="139776"/>
          </a:xfrm>
          <a:prstGeom prst="rect">
            <a:avLst/>
          </a:prstGeom>
          <a:ln w="27101" cap="flat">
            <a:solidFill>
              <a:srgbClr val="FFE5E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5" name="tx123">
            <a:extLst>
              <a:ext uri="{FF2B5EF4-FFF2-40B4-BE49-F238E27FC236}">
                <a16:creationId xmlns:a16="http://schemas.microsoft.com/office/drawing/2014/main" id="{6EE03A5D-06D6-F67D-5F2C-354D57CF4B7C}"/>
              </a:ext>
            </a:extLst>
          </p:cNvPr>
          <p:cNvSpPr/>
          <p:nvPr/>
        </p:nvSpPr>
        <p:spPr>
          <a:xfrm>
            <a:off x="7445316" y="5143223"/>
            <a:ext cx="47356" cy="609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586" name="tx124">
            <a:extLst>
              <a:ext uri="{FF2B5EF4-FFF2-40B4-BE49-F238E27FC236}">
                <a16:creationId xmlns:a16="http://schemas.microsoft.com/office/drawing/2014/main" id="{BAC4080A-9D7E-B331-5D46-2B4530E62201}"/>
              </a:ext>
            </a:extLst>
          </p:cNvPr>
          <p:cNvSpPr/>
          <p:nvPr/>
        </p:nvSpPr>
        <p:spPr>
          <a:xfrm>
            <a:off x="7769361" y="5141935"/>
            <a:ext cx="47356" cy="6224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22025120-8785-838B-D055-695C43E89A30}"/>
              </a:ext>
            </a:extLst>
          </p:cNvPr>
          <p:cNvSpPr txBox="1"/>
          <p:nvPr/>
        </p:nvSpPr>
        <p:spPr>
          <a:xfrm>
            <a:off x="1303415" y="821536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E0441001-985B-3AFB-4B50-6DDD712ABA5F}"/>
              </a:ext>
            </a:extLst>
          </p:cNvPr>
          <p:cNvSpPr txBox="1"/>
          <p:nvPr/>
        </p:nvSpPr>
        <p:spPr>
          <a:xfrm>
            <a:off x="3650844" y="797838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4F61D988-F1D5-FDF0-A1B1-8EF5C66137BE}"/>
              </a:ext>
            </a:extLst>
          </p:cNvPr>
          <p:cNvSpPr txBox="1"/>
          <p:nvPr/>
        </p:nvSpPr>
        <p:spPr>
          <a:xfrm>
            <a:off x="6067425" y="821536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E1180A2A-2D7A-D9E6-5BAA-9B8D57B02251}"/>
              </a:ext>
            </a:extLst>
          </p:cNvPr>
          <p:cNvSpPr txBox="1"/>
          <p:nvPr/>
        </p:nvSpPr>
        <p:spPr>
          <a:xfrm>
            <a:off x="1289069" y="2436812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B54211BA-5174-F738-4C84-51904E21D31C}"/>
              </a:ext>
            </a:extLst>
          </p:cNvPr>
          <p:cNvSpPr txBox="1"/>
          <p:nvPr/>
        </p:nvSpPr>
        <p:spPr>
          <a:xfrm>
            <a:off x="3620323" y="2454693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E.</a:t>
            </a: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FA30EB6A-584D-0A4A-9B22-CA2D5DECBFB3}"/>
              </a:ext>
            </a:extLst>
          </p:cNvPr>
          <p:cNvSpPr txBox="1"/>
          <p:nvPr/>
        </p:nvSpPr>
        <p:spPr>
          <a:xfrm>
            <a:off x="6067425" y="2436812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F.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1BCDFB0-2A83-B945-6632-2A5CEAF49EAC}"/>
              </a:ext>
            </a:extLst>
          </p:cNvPr>
          <p:cNvSpPr txBox="1"/>
          <p:nvPr/>
        </p:nvSpPr>
        <p:spPr>
          <a:xfrm>
            <a:off x="1306524" y="4034035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G.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5516556-F4C2-F29C-6129-246B9FD5F5B1}"/>
              </a:ext>
            </a:extLst>
          </p:cNvPr>
          <p:cNvSpPr txBox="1"/>
          <p:nvPr/>
        </p:nvSpPr>
        <p:spPr>
          <a:xfrm>
            <a:off x="3629025" y="4023086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H.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D4E7C955-5201-017E-806B-6DD11800892D}"/>
              </a:ext>
            </a:extLst>
          </p:cNvPr>
          <p:cNvSpPr txBox="1"/>
          <p:nvPr/>
        </p:nvSpPr>
        <p:spPr>
          <a:xfrm>
            <a:off x="6143625" y="4037012"/>
            <a:ext cx="41271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4099</TotalTime>
  <Words>180</Words>
  <Application>Microsoft Office PowerPoint</Application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15</cp:revision>
  <dcterms:created xsi:type="dcterms:W3CDTF">2015-07-14T21:05:00Z</dcterms:created>
  <dcterms:modified xsi:type="dcterms:W3CDTF">2026-02-24T17:29:08Z</dcterms:modified>
</cp:coreProperties>
</file>