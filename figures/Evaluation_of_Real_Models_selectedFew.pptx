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0db397d3151d9bf253ccb2285e54501b8b199d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724025" y="836612"/>
            <a:ext cx="4114800" cy="3657600"/>
            <a:chOff x="1724025" y="836612"/>
            <a:chExt cx="4114800" cy="3657600"/>
          </a:xfrm>
        </p:grpSpPr>
        <p:sp>
          <p:nvSpPr>
            <p:cNvPr id="3" name="rc3"/>
            <p:cNvSpPr/>
            <p:nvPr/>
          </p:nvSpPr>
          <p:spPr>
            <a:xfrm>
              <a:off x="1724025" y="836612"/>
              <a:ext cx="41148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724025" y="836612"/>
              <a:ext cx="2057399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52963" y="906201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52963" y="144712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52963" y="1252165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52963" y="1057208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014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32399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04785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52963" y="154460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152963" y="1349644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52963" y="1154687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52963" y="959729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223821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96207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68592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40978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83633" y="1060533"/>
              <a:ext cx="1157344" cy="469121"/>
            </a:xfrm>
            <a:custGeom>
              <a:avLst/>
              <a:pathLst>
                <a:path w="1157344" h="469121">
                  <a:moveTo>
                    <a:pt x="0" y="469121"/>
                  </a:moveTo>
                  <a:lnTo>
                    <a:pt x="23619" y="466181"/>
                  </a:lnTo>
                  <a:lnTo>
                    <a:pt x="47238" y="462628"/>
                  </a:lnTo>
                  <a:lnTo>
                    <a:pt x="70857" y="459065"/>
                  </a:lnTo>
                  <a:lnTo>
                    <a:pt x="94477" y="455219"/>
                  </a:lnTo>
                  <a:lnTo>
                    <a:pt x="118096" y="451194"/>
                  </a:lnTo>
                  <a:lnTo>
                    <a:pt x="141715" y="446818"/>
                  </a:lnTo>
                  <a:lnTo>
                    <a:pt x="165334" y="442157"/>
                  </a:lnTo>
                  <a:lnTo>
                    <a:pt x="188954" y="436963"/>
                  </a:lnTo>
                  <a:lnTo>
                    <a:pt x="212573" y="431381"/>
                  </a:lnTo>
                  <a:lnTo>
                    <a:pt x="236192" y="426208"/>
                  </a:lnTo>
                  <a:lnTo>
                    <a:pt x="259812" y="420393"/>
                  </a:lnTo>
                  <a:lnTo>
                    <a:pt x="283431" y="414205"/>
                  </a:lnTo>
                  <a:lnTo>
                    <a:pt x="307050" y="407697"/>
                  </a:lnTo>
                  <a:lnTo>
                    <a:pt x="330669" y="400762"/>
                  </a:lnTo>
                  <a:lnTo>
                    <a:pt x="354289" y="393388"/>
                  </a:lnTo>
                  <a:lnTo>
                    <a:pt x="377908" y="385707"/>
                  </a:lnTo>
                  <a:lnTo>
                    <a:pt x="401527" y="377842"/>
                  </a:lnTo>
                  <a:lnTo>
                    <a:pt x="425146" y="369703"/>
                  </a:lnTo>
                  <a:lnTo>
                    <a:pt x="448766" y="361138"/>
                  </a:lnTo>
                  <a:lnTo>
                    <a:pt x="472385" y="352307"/>
                  </a:lnTo>
                  <a:lnTo>
                    <a:pt x="496004" y="343361"/>
                  </a:lnTo>
                  <a:lnTo>
                    <a:pt x="519624" y="333862"/>
                  </a:lnTo>
                  <a:lnTo>
                    <a:pt x="543243" y="324288"/>
                  </a:lnTo>
                  <a:lnTo>
                    <a:pt x="566862" y="314750"/>
                  </a:lnTo>
                  <a:lnTo>
                    <a:pt x="590481" y="304972"/>
                  </a:lnTo>
                  <a:lnTo>
                    <a:pt x="614101" y="294819"/>
                  </a:lnTo>
                  <a:lnTo>
                    <a:pt x="637720" y="284133"/>
                  </a:lnTo>
                  <a:lnTo>
                    <a:pt x="661339" y="273397"/>
                  </a:lnTo>
                  <a:lnTo>
                    <a:pt x="684958" y="262441"/>
                  </a:lnTo>
                  <a:lnTo>
                    <a:pt x="708578" y="251742"/>
                  </a:lnTo>
                  <a:lnTo>
                    <a:pt x="732197" y="240580"/>
                  </a:lnTo>
                  <a:lnTo>
                    <a:pt x="755816" y="229421"/>
                  </a:lnTo>
                  <a:lnTo>
                    <a:pt x="779436" y="218156"/>
                  </a:lnTo>
                  <a:lnTo>
                    <a:pt x="803055" y="206398"/>
                  </a:lnTo>
                  <a:lnTo>
                    <a:pt x="826674" y="194503"/>
                  </a:lnTo>
                  <a:lnTo>
                    <a:pt x="850293" y="183028"/>
                  </a:lnTo>
                  <a:lnTo>
                    <a:pt x="873913" y="170460"/>
                  </a:lnTo>
                  <a:lnTo>
                    <a:pt x="897532" y="157764"/>
                  </a:lnTo>
                  <a:lnTo>
                    <a:pt x="921151" y="145372"/>
                  </a:lnTo>
                  <a:lnTo>
                    <a:pt x="944771" y="132451"/>
                  </a:lnTo>
                  <a:lnTo>
                    <a:pt x="968390" y="118965"/>
                  </a:lnTo>
                  <a:lnTo>
                    <a:pt x="992009" y="105045"/>
                  </a:lnTo>
                  <a:lnTo>
                    <a:pt x="1015628" y="90112"/>
                  </a:lnTo>
                  <a:lnTo>
                    <a:pt x="1039248" y="75403"/>
                  </a:lnTo>
                  <a:lnTo>
                    <a:pt x="1062867" y="60148"/>
                  </a:lnTo>
                  <a:lnTo>
                    <a:pt x="1086486" y="44257"/>
                  </a:lnTo>
                  <a:lnTo>
                    <a:pt x="1110105" y="29651"/>
                  </a:lnTo>
                  <a:lnTo>
                    <a:pt x="1133725" y="14922"/>
                  </a:lnTo>
                  <a:lnTo>
                    <a:pt x="115734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483633" y="936199"/>
              <a:ext cx="1157344" cy="599964"/>
            </a:xfrm>
            <a:custGeom>
              <a:avLst/>
              <a:pathLst>
                <a:path w="1157344" h="599964">
                  <a:moveTo>
                    <a:pt x="0" y="586947"/>
                  </a:moveTo>
                  <a:lnTo>
                    <a:pt x="23619" y="583870"/>
                  </a:lnTo>
                  <a:lnTo>
                    <a:pt x="47238" y="578447"/>
                  </a:lnTo>
                  <a:lnTo>
                    <a:pt x="70857" y="573880"/>
                  </a:lnTo>
                  <a:lnTo>
                    <a:pt x="94477" y="570972"/>
                  </a:lnTo>
                  <a:lnTo>
                    <a:pt x="118096" y="568869"/>
                  </a:lnTo>
                  <a:lnTo>
                    <a:pt x="141715" y="561942"/>
                  </a:lnTo>
                  <a:lnTo>
                    <a:pt x="165334" y="559743"/>
                  </a:lnTo>
                  <a:lnTo>
                    <a:pt x="188954" y="552000"/>
                  </a:lnTo>
                  <a:lnTo>
                    <a:pt x="212573" y="553547"/>
                  </a:lnTo>
                  <a:lnTo>
                    <a:pt x="236192" y="544268"/>
                  </a:lnTo>
                  <a:lnTo>
                    <a:pt x="259812" y="534988"/>
                  </a:lnTo>
                  <a:lnTo>
                    <a:pt x="283431" y="528675"/>
                  </a:lnTo>
                  <a:lnTo>
                    <a:pt x="307050" y="520768"/>
                  </a:lnTo>
                  <a:lnTo>
                    <a:pt x="330669" y="508962"/>
                  </a:lnTo>
                  <a:lnTo>
                    <a:pt x="354289" y="501640"/>
                  </a:lnTo>
                  <a:lnTo>
                    <a:pt x="377908" y="495074"/>
                  </a:lnTo>
                  <a:lnTo>
                    <a:pt x="401527" y="484906"/>
                  </a:lnTo>
                  <a:lnTo>
                    <a:pt x="425146" y="475333"/>
                  </a:lnTo>
                  <a:lnTo>
                    <a:pt x="448766" y="464592"/>
                  </a:lnTo>
                  <a:lnTo>
                    <a:pt x="472385" y="455120"/>
                  </a:lnTo>
                  <a:lnTo>
                    <a:pt x="496004" y="440496"/>
                  </a:lnTo>
                  <a:lnTo>
                    <a:pt x="519624" y="432158"/>
                  </a:lnTo>
                  <a:lnTo>
                    <a:pt x="543243" y="416685"/>
                  </a:lnTo>
                  <a:lnTo>
                    <a:pt x="566862" y="406836"/>
                  </a:lnTo>
                  <a:lnTo>
                    <a:pt x="590481" y="395740"/>
                  </a:lnTo>
                  <a:lnTo>
                    <a:pt x="614101" y="371685"/>
                  </a:lnTo>
                  <a:lnTo>
                    <a:pt x="637720" y="352642"/>
                  </a:lnTo>
                  <a:lnTo>
                    <a:pt x="661339" y="346251"/>
                  </a:lnTo>
                  <a:lnTo>
                    <a:pt x="684958" y="339284"/>
                  </a:lnTo>
                  <a:lnTo>
                    <a:pt x="708578" y="328353"/>
                  </a:lnTo>
                  <a:lnTo>
                    <a:pt x="732197" y="317643"/>
                  </a:lnTo>
                  <a:lnTo>
                    <a:pt x="755816" y="295925"/>
                  </a:lnTo>
                  <a:lnTo>
                    <a:pt x="779436" y="290616"/>
                  </a:lnTo>
                  <a:lnTo>
                    <a:pt x="803055" y="270893"/>
                  </a:lnTo>
                  <a:lnTo>
                    <a:pt x="826674" y="257229"/>
                  </a:lnTo>
                  <a:lnTo>
                    <a:pt x="850293" y="236671"/>
                  </a:lnTo>
                  <a:lnTo>
                    <a:pt x="873913" y="222442"/>
                  </a:lnTo>
                  <a:lnTo>
                    <a:pt x="897532" y="214870"/>
                  </a:lnTo>
                  <a:lnTo>
                    <a:pt x="921151" y="200358"/>
                  </a:lnTo>
                  <a:lnTo>
                    <a:pt x="944771" y="183615"/>
                  </a:lnTo>
                  <a:lnTo>
                    <a:pt x="968390" y="165638"/>
                  </a:lnTo>
                  <a:lnTo>
                    <a:pt x="992009" y="140970"/>
                  </a:lnTo>
                  <a:lnTo>
                    <a:pt x="1015628" y="129142"/>
                  </a:lnTo>
                  <a:lnTo>
                    <a:pt x="1039248" y="109308"/>
                  </a:lnTo>
                  <a:lnTo>
                    <a:pt x="1062867" y="83905"/>
                  </a:lnTo>
                  <a:lnTo>
                    <a:pt x="1086486" y="67094"/>
                  </a:lnTo>
                  <a:lnTo>
                    <a:pt x="1110105" y="40357"/>
                  </a:lnTo>
                  <a:lnTo>
                    <a:pt x="1133725" y="16868"/>
                  </a:lnTo>
                  <a:lnTo>
                    <a:pt x="1157344" y="0"/>
                  </a:lnTo>
                  <a:lnTo>
                    <a:pt x="1157344" y="248668"/>
                  </a:lnTo>
                  <a:lnTo>
                    <a:pt x="1133725" y="261644"/>
                  </a:lnTo>
                  <a:lnTo>
                    <a:pt x="1110105" y="267612"/>
                  </a:lnTo>
                  <a:lnTo>
                    <a:pt x="1086486" y="270088"/>
                  </a:lnTo>
                  <a:lnTo>
                    <a:pt x="1062867" y="285058"/>
                  </a:lnTo>
                  <a:lnTo>
                    <a:pt x="1039248" y="290165"/>
                  </a:lnTo>
                  <a:lnTo>
                    <a:pt x="1015628" y="299750"/>
                  </a:lnTo>
                  <a:lnTo>
                    <a:pt x="992009" y="317788"/>
                  </a:lnTo>
                  <a:lnTo>
                    <a:pt x="968390" y="320961"/>
                  </a:lnTo>
                  <a:lnTo>
                    <a:pt x="944771" y="329956"/>
                  </a:lnTo>
                  <a:lnTo>
                    <a:pt x="921151" y="339054"/>
                  </a:lnTo>
                  <a:lnTo>
                    <a:pt x="897532" y="349325"/>
                  </a:lnTo>
                  <a:lnTo>
                    <a:pt x="873913" y="367147"/>
                  </a:lnTo>
                  <a:lnTo>
                    <a:pt x="850293" y="378053"/>
                  </a:lnTo>
                  <a:lnTo>
                    <a:pt x="826674" y="380445"/>
                  </a:lnTo>
                  <a:lnTo>
                    <a:pt x="803055" y="390570"/>
                  </a:lnTo>
                  <a:lnTo>
                    <a:pt x="779436" y="394364"/>
                  </a:lnTo>
                  <a:lnTo>
                    <a:pt x="755816" y="411585"/>
                  </a:lnTo>
                  <a:lnTo>
                    <a:pt x="732197" y="412185"/>
                  </a:lnTo>
                  <a:lnTo>
                    <a:pt x="708578" y="423799"/>
                  </a:lnTo>
                  <a:lnTo>
                    <a:pt x="684958" y="434265"/>
                  </a:lnTo>
                  <a:lnTo>
                    <a:pt x="661339" y="449211"/>
                  </a:lnTo>
                  <a:lnTo>
                    <a:pt x="637720" y="464292"/>
                  </a:lnTo>
                  <a:lnTo>
                    <a:pt x="614101" y="466621"/>
                  </a:lnTo>
                  <a:lnTo>
                    <a:pt x="590481" y="462872"/>
                  </a:lnTo>
                  <a:lnTo>
                    <a:pt x="566862" y="471333"/>
                  </a:lnTo>
                  <a:lnTo>
                    <a:pt x="543243" y="480558"/>
                  </a:lnTo>
                  <a:lnTo>
                    <a:pt x="519624" y="484235"/>
                  </a:lnTo>
                  <a:lnTo>
                    <a:pt x="496004" y="494893"/>
                  </a:lnTo>
                  <a:lnTo>
                    <a:pt x="472385" y="498162"/>
                  </a:lnTo>
                  <a:lnTo>
                    <a:pt x="448766" y="506352"/>
                  </a:lnTo>
                  <a:lnTo>
                    <a:pt x="425146" y="512740"/>
                  </a:lnTo>
                  <a:lnTo>
                    <a:pt x="401527" y="519445"/>
                  </a:lnTo>
                  <a:lnTo>
                    <a:pt x="377908" y="525009"/>
                  </a:lnTo>
                  <a:lnTo>
                    <a:pt x="354289" y="533804"/>
                  </a:lnTo>
                  <a:lnTo>
                    <a:pt x="330669" y="541231"/>
                  </a:lnTo>
                  <a:lnTo>
                    <a:pt x="307050" y="543294"/>
                  </a:lnTo>
                  <a:lnTo>
                    <a:pt x="283431" y="548403"/>
                  </a:lnTo>
                  <a:lnTo>
                    <a:pt x="259812" y="554466"/>
                  </a:lnTo>
                  <a:lnTo>
                    <a:pt x="236192" y="556816"/>
                  </a:lnTo>
                  <a:lnTo>
                    <a:pt x="212573" y="557883"/>
                  </a:lnTo>
                  <a:lnTo>
                    <a:pt x="188954" y="570593"/>
                  </a:lnTo>
                  <a:lnTo>
                    <a:pt x="165334" y="573238"/>
                  </a:lnTo>
                  <a:lnTo>
                    <a:pt x="141715" y="580362"/>
                  </a:lnTo>
                  <a:lnTo>
                    <a:pt x="118096" y="582186"/>
                  </a:lnTo>
                  <a:lnTo>
                    <a:pt x="94477" y="588134"/>
                  </a:lnTo>
                  <a:lnTo>
                    <a:pt x="70857" y="592919"/>
                  </a:lnTo>
                  <a:lnTo>
                    <a:pt x="47238" y="595476"/>
                  </a:lnTo>
                  <a:lnTo>
                    <a:pt x="23619" y="597159"/>
                  </a:lnTo>
                  <a:lnTo>
                    <a:pt x="0" y="599964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83633" y="936199"/>
              <a:ext cx="1157344" cy="586947"/>
            </a:xfrm>
            <a:custGeom>
              <a:avLst/>
              <a:pathLst>
                <a:path w="1157344" h="586947">
                  <a:moveTo>
                    <a:pt x="0" y="586947"/>
                  </a:moveTo>
                  <a:lnTo>
                    <a:pt x="23619" y="583870"/>
                  </a:lnTo>
                  <a:lnTo>
                    <a:pt x="47238" y="578447"/>
                  </a:lnTo>
                  <a:lnTo>
                    <a:pt x="70857" y="573880"/>
                  </a:lnTo>
                  <a:lnTo>
                    <a:pt x="94477" y="570972"/>
                  </a:lnTo>
                  <a:lnTo>
                    <a:pt x="118096" y="568869"/>
                  </a:lnTo>
                  <a:lnTo>
                    <a:pt x="141715" y="561942"/>
                  </a:lnTo>
                  <a:lnTo>
                    <a:pt x="165334" y="559743"/>
                  </a:lnTo>
                  <a:lnTo>
                    <a:pt x="188954" y="552000"/>
                  </a:lnTo>
                  <a:lnTo>
                    <a:pt x="212573" y="553547"/>
                  </a:lnTo>
                  <a:lnTo>
                    <a:pt x="236192" y="544268"/>
                  </a:lnTo>
                  <a:lnTo>
                    <a:pt x="259812" y="534988"/>
                  </a:lnTo>
                  <a:lnTo>
                    <a:pt x="283431" y="528675"/>
                  </a:lnTo>
                  <a:lnTo>
                    <a:pt x="307050" y="520768"/>
                  </a:lnTo>
                  <a:lnTo>
                    <a:pt x="330669" y="508962"/>
                  </a:lnTo>
                  <a:lnTo>
                    <a:pt x="354289" y="501640"/>
                  </a:lnTo>
                  <a:lnTo>
                    <a:pt x="377908" y="495074"/>
                  </a:lnTo>
                  <a:lnTo>
                    <a:pt x="401527" y="484906"/>
                  </a:lnTo>
                  <a:lnTo>
                    <a:pt x="425146" y="475333"/>
                  </a:lnTo>
                  <a:lnTo>
                    <a:pt x="448766" y="464592"/>
                  </a:lnTo>
                  <a:lnTo>
                    <a:pt x="472385" y="455120"/>
                  </a:lnTo>
                  <a:lnTo>
                    <a:pt x="496004" y="440496"/>
                  </a:lnTo>
                  <a:lnTo>
                    <a:pt x="519624" y="432158"/>
                  </a:lnTo>
                  <a:lnTo>
                    <a:pt x="543243" y="416685"/>
                  </a:lnTo>
                  <a:lnTo>
                    <a:pt x="566862" y="406836"/>
                  </a:lnTo>
                  <a:lnTo>
                    <a:pt x="590481" y="395740"/>
                  </a:lnTo>
                  <a:lnTo>
                    <a:pt x="614101" y="371685"/>
                  </a:lnTo>
                  <a:lnTo>
                    <a:pt x="637720" y="352642"/>
                  </a:lnTo>
                  <a:lnTo>
                    <a:pt x="661339" y="346251"/>
                  </a:lnTo>
                  <a:lnTo>
                    <a:pt x="684958" y="339284"/>
                  </a:lnTo>
                  <a:lnTo>
                    <a:pt x="708578" y="328353"/>
                  </a:lnTo>
                  <a:lnTo>
                    <a:pt x="732197" y="317643"/>
                  </a:lnTo>
                  <a:lnTo>
                    <a:pt x="755816" y="295925"/>
                  </a:lnTo>
                  <a:lnTo>
                    <a:pt x="779436" y="290616"/>
                  </a:lnTo>
                  <a:lnTo>
                    <a:pt x="803055" y="270893"/>
                  </a:lnTo>
                  <a:lnTo>
                    <a:pt x="826674" y="257229"/>
                  </a:lnTo>
                  <a:lnTo>
                    <a:pt x="850293" y="236671"/>
                  </a:lnTo>
                  <a:lnTo>
                    <a:pt x="873913" y="222442"/>
                  </a:lnTo>
                  <a:lnTo>
                    <a:pt x="897532" y="214870"/>
                  </a:lnTo>
                  <a:lnTo>
                    <a:pt x="921151" y="200358"/>
                  </a:lnTo>
                  <a:lnTo>
                    <a:pt x="944771" y="183615"/>
                  </a:lnTo>
                  <a:lnTo>
                    <a:pt x="968390" y="165638"/>
                  </a:lnTo>
                  <a:lnTo>
                    <a:pt x="992009" y="140970"/>
                  </a:lnTo>
                  <a:lnTo>
                    <a:pt x="1015628" y="129142"/>
                  </a:lnTo>
                  <a:lnTo>
                    <a:pt x="1039248" y="109308"/>
                  </a:lnTo>
                  <a:lnTo>
                    <a:pt x="1062867" y="83905"/>
                  </a:lnTo>
                  <a:lnTo>
                    <a:pt x="1086486" y="67094"/>
                  </a:lnTo>
                  <a:lnTo>
                    <a:pt x="1110105" y="40357"/>
                  </a:lnTo>
                  <a:lnTo>
                    <a:pt x="1133725" y="16868"/>
                  </a:lnTo>
                  <a:lnTo>
                    <a:pt x="11573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483633" y="1184867"/>
              <a:ext cx="1157344" cy="351296"/>
            </a:xfrm>
            <a:custGeom>
              <a:avLst/>
              <a:pathLst>
                <a:path w="1157344" h="351296">
                  <a:moveTo>
                    <a:pt x="1157344" y="0"/>
                  </a:moveTo>
                  <a:lnTo>
                    <a:pt x="1133725" y="12976"/>
                  </a:lnTo>
                  <a:lnTo>
                    <a:pt x="1110105" y="18944"/>
                  </a:lnTo>
                  <a:lnTo>
                    <a:pt x="1086486" y="21420"/>
                  </a:lnTo>
                  <a:lnTo>
                    <a:pt x="1062867" y="36390"/>
                  </a:lnTo>
                  <a:lnTo>
                    <a:pt x="1039248" y="41497"/>
                  </a:lnTo>
                  <a:lnTo>
                    <a:pt x="1015628" y="51082"/>
                  </a:lnTo>
                  <a:lnTo>
                    <a:pt x="992009" y="69120"/>
                  </a:lnTo>
                  <a:lnTo>
                    <a:pt x="968390" y="72293"/>
                  </a:lnTo>
                  <a:lnTo>
                    <a:pt x="944771" y="81288"/>
                  </a:lnTo>
                  <a:lnTo>
                    <a:pt x="921151" y="90386"/>
                  </a:lnTo>
                  <a:lnTo>
                    <a:pt x="897532" y="100657"/>
                  </a:lnTo>
                  <a:lnTo>
                    <a:pt x="873913" y="118479"/>
                  </a:lnTo>
                  <a:lnTo>
                    <a:pt x="850293" y="129385"/>
                  </a:lnTo>
                  <a:lnTo>
                    <a:pt x="826674" y="131777"/>
                  </a:lnTo>
                  <a:lnTo>
                    <a:pt x="803055" y="141902"/>
                  </a:lnTo>
                  <a:lnTo>
                    <a:pt x="779436" y="145696"/>
                  </a:lnTo>
                  <a:lnTo>
                    <a:pt x="755816" y="162917"/>
                  </a:lnTo>
                  <a:lnTo>
                    <a:pt x="732197" y="163517"/>
                  </a:lnTo>
                  <a:lnTo>
                    <a:pt x="708578" y="175131"/>
                  </a:lnTo>
                  <a:lnTo>
                    <a:pt x="684958" y="185597"/>
                  </a:lnTo>
                  <a:lnTo>
                    <a:pt x="661339" y="200543"/>
                  </a:lnTo>
                  <a:lnTo>
                    <a:pt x="637720" y="215624"/>
                  </a:lnTo>
                  <a:lnTo>
                    <a:pt x="614101" y="217953"/>
                  </a:lnTo>
                  <a:lnTo>
                    <a:pt x="590481" y="214204"/>
                  </a:lnTo>
                  <a:lnTo>
                    <a:pt x="566862" y="222665"/>
                  </a:lnTo>
                  <a:lnTo>
                    <a:pt x="543243" y="231890"/>
                  </a:lnTo>
                  <a:lnTo>
                    <a:pt x="519624" y="235567"/>
                  </a:lnTo>
                  <a:lnTo>
                    <a:pt x="496004" y="246225"/>
                  </a:lnTo>
                  <a:lnTo>
                    <a:pt x="472385" y="249494"/>
                  </a:lnTo>
                  <a:lnTo>
                    <a:pt x="448766" y="257684"/>
                  </a:lnTo>
                  <a:lnTo>
                    <a:pt x="425146" y="264072"/>
                  </a:lnTo>
                  <a:lnTo>
                    <a:pt x="401527" y="270777"/>
                  </a:lnTo>
                  <a:lnTo>
                    <a:pt x="377908" y="276341"/>
                  </a:lnTo>
                  <a:lnTo>
                    <a:pt x="354289" y="285136"/>
                  </a:lnTo>
                  <a:lnTo>
                    <a:pt x="330669" y="292563"/>
                  </a:lnTo>
                  <a:lnTo>
                    <a:pt x="307050" y="294626"/>
                  </a:lnTo>
                  <a:lnTo>
                    <a:pt x="283431" y="299735"/>
                  </a:lnTo>
                  <a:lnTo>
                    <a:pt x="259812" y="305798"/>
                  </a:lnTo>
                  <a:lnTo>
                    <a:pt x="236192" y="308148"/>
                  </a:lnTo>
                  <a:lnTo>
                    <a:pt x="212573" y="309215"/>
                  </a:lnTo>
                  <a:lnTo>
                    <a:pt x="188954" y="321925"/>
                  </a:lnTo>
                  <a:lnTo>
                    <a:pt x="165334" y="324570"/>
                  </a:lnTo>
                  <a:lnTo>
                    <a:pt x="141715" y="331694"/>
                  </a:lnTo>
                  <a:lnTo>
                    <a:pt x="118096" y="333518"/>
                  </a:lnTo>
                  <a:lnTo>
                    <a:pt x="94477" y="339466"/>
                  </a:lnTo>
                  <a:lnTo>
                    <a:pt x="70857" y="344251"/>
                  </a:lnTo>
                  <a:lnTo>
                    <a:pt x="47238" y="346808"/>
                  </a:lnTo>
                  <a:lnTo>
                    <a:pt x="23619" y="348491"/>
                  </a:lnTo>
                  <a:lnTo>
                    <a:pt x="0" y="3512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52963" y="906201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2028178" y="150290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66022" y="130795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966022" y="111299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66022" y="917983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2118169" y="15446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18169" y="13496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118169" y="11546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118169" y="9597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23821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96207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168592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40978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143057" y="162710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665129" y="162710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06437" y="16271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578822" y="16271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204568" y="1774545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1192385" y="1171482"/>
              <a:ext cx="1273057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Amyloid PET - PiB Z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3781425" y="836612"/>
              <a:ext cx="2057400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210363" y="906201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210363" y="150087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210363" y="132441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210363" y="114795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210363" y="97149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364583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781394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198205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615015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210363" y="141264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210363" y="1236182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210363" y="105972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72989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989799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406610" y="906201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0363" y="906201"/>
              <a:ext cx="1558872" cy="659961"/>
            </a:xfrm>
            <a:custGeom>
              <a:avLst/>
              <a:pathLst>
                <a:path w="1558872" h="659961">
                  <a:moveTo>
                    <a:pt x="0" y="659961"/>
                  </a:move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906437" y="1359704"/>
              <a:ext cx="862798" cy="206458"/>
            </a:xfrm>
            <a:custGeom>
              <a:avLst/>
              <a:pathLst>
                <a:path w="862798" h="206458">
                  <a:moveTo>
                    <a:pt x="862798" y="206458"/>
                  </a:moveTo>
                  <a:lnTo>
                    <a:pt x="862798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206458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4948498" y="1371849"/>
              <a:ext cx="1118275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1.64 years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948498" y="1572441"/>
              <a:ext cx="1219526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2.34 years</a:t>
              </a:r>
            </a:p>
          </p:txBody>
        </p:sp>
        <p:sp>
          <p:nvSpPr>
            <p:cNvPr id="63" name="pt63"/>
            <p:cNvSpPr/>
            <p:nvPr/>
          </p:nvSpPr>
          <p:spPr>
            <a:xfrm>
              <a:off x="4918665" y="1227757"/>
              <a:ext cx="49651" cy="49651"/>
            </a:xfrm>
            <a:prstGeom prst="ellipse">
              <a:avLst/>
            </a:prstGeom>
            <a:solidFill>
              <a:srgbClr val="9C0059">
                <a:alpha val="100000"/>
              </a:srgbClr>
            </a:solidFill>
            <a:ln w="9000" cap="rnd">
              <a:solidFill>
                <a:srgbClr val="9C00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24093" y="1445916"/>
              <a:ext cx="49651" cy="49651"/>
            </a:xfrm>
            <a:prstGeom prst="ellipse">
              <a:avLst/>
            </a:prstGeom>
            <a:solidFill>
              <a:srgbClr val="170089">
                <a:alpha val="100000"/>
              </a:srgbClr>
            </a:solidFill>
            <a:ln w="9000" cap="rnd">
              <a:solidFill>
                <a:srgbClr val="1700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944925" y="1234966"/>
              <a:ext cx="49651" cy="49651"/>
            </a:xfrm>
            <a:prstGeom prst="ellipse">
              <a:avLst/>
            </a:prstGeom>
            <a:solidFill>
              <a:srgbClr val="BA0047">
                <a:alpha val="100000"/>
              </a:srgbClr>
            </a:solidFill>
            <a:ln w="9000" cap="rnd">
              <a:solidFill>
                <a:srgbClr val="BA00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385485" y="1470164"/>
              <a:ext cx="49651" cy="49651"/>
            </a:xfrm>
            <a:prstGeom prst="ellipse">
              <a:avLst/>
            </a:prstGeom>
            <a:solidFill>
              <a:srgbClr val="9E0058">
                <a:alpha val="100000"/>
              </a:srgbClr>
            </a:solidFill>
            <a:ln w="9000" cap="rnd">
              <a:solidFill>
                <a:srgbClr val="9E00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357202" y="1488855"/>
              <a:ext cx="49651" cy="49651"/>
            </a:xfrm>
            <a:prstGeom prst="ellipse">
              <a:avLst/>
            </a:prstGeom>
            <a:solidFill>
              <a:srgbClr val="670074">
                <a:alpha val="100000"/>
              </a:srgbClr>
            </a:solidFill>
            <a:ln w="9000" cap="rnd">
              <a:solidFill>
                <a:srgbClr val="6700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164981" y="1133732"/>
              <a:ext cx="49651" cy="49651"/>
            </a:xfrm>
            <a:prstGeom prst="ellipse">
              <a:avLst/>
            </a:prstGeom>
            <a:solidFill>
              <a:srgbClr val="9B005A">
                <a:alpha val="100000"/>
              </a:srgbClr>
            </a:solidFill>
            <a:ln w="9000" cap="rnd">
              <a:solidFill>
                <a:srgbClr val="9B0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615220" y="962002"/>
              <a:ext cx="49651" cy="49651"/>
            </a:xfrm>
            <a:prstGeom prst="ellipse">
              <a:avLst/>
            </a:prstGeom>
            <a:solidFill>
              <a:srgbClr val="E40027">
                <a:alpha val="100000"/>
              </a:srgbClr>
            </a:solidFill>
            <a:ln w="9000" cap="rnd">
              <a:solidFill>
                <a:srgbClr val="E400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605564" y="1053508"/>
              <a:ext cx="49651" cy="49651"/>
            </a:xfrm>
            <a:prstGeom prst="ellipse">
              <a:avLst/>
            </a:prstGeom>
            <a:solidFill>
              <a:srgbClr val="CC003B">
                <a:alpha val="100000"/>
              </a:srgbClr>
            </a:solidFill>
            <a:ln w="9000" cap="rnd">
              <a:solidFill>
                <a:srgbClr val="CC00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7329" y="1500351"/>
              <a:ext cx="49651" cy="49651"/>
            </a:xfrm>
            <a:prstGeom prst="ellipse">
              <a:avLst/>
            </a:prstGeom>
            <a:solidFill>
              <a:srgbClr val="96005D">
                <a:alpha val="100000"/>
              </a:srgbClr>
            </a:solidFill>
            <a:ln w="9000" cap="rnd">
              <a:solidFill>
                <a:srgbClr val="96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524978" y="1404421"/>
              <a:ext cx="49651" cy="49651"/>
            </a:xfrm>
            <a:prstGeom prst="ellipse">
              <a:avLst/>
            </a:prstGeom>
            <a:solidFill>
              <a:srgbClr val="74006E">
                <a:alpha val="100000"/>
              </a:srgbClr>
            </a:solidFill>
            <a:ln w="9000" cap="rnd">
              <a:solidFill>
                <a:srgbClr val="7400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924350" y="1231802"/>
              <a:ext cx="49651" cy="49651"/>
            </a:xfrm>
            <a:prstGeom prst="ellipse">
              <a:avLst/>
            </a:prstGeom>
            <a:solidFill>
              <a:srgbClr val="E60026">
                <a:alpha val="100000"/>
              </a:srgbClr>
            </a:solidFill>
            <a:ln w="9000" cap="rnd">
              <a:solidFill>
                <a:srgbClr val="E600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678153" y="1346932"/>
              <a:ext cx="49651" cy="49651"/>
            </a:xfrm>
            <a:prstGeom prst="ellipse">
              <a:avLst/>
            </a:prstGeom>
            <a:solidFill>
              <a:srgbClr val="590079">
                <a:alpha val="100000"/>
              </a:srgbClr>
            </a:solidFill>
            <a:ln w="9000" cap="rnd">
              <a:solidFill>
                <a:srgbClr val="5900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567209" y="1269853"/>
              <a:ext cx="49651" cy="49651"/>
            </a:xfrm>
            <a:prstGeom prst="ellipse">
              <a:avLst/>
            </a:prstGeom>
            <a:solidFill>
              <a:srgbClr val="9F0057">
                <a:alpha val="100000"/>
              </a:srgbClr>
            </a:solidFill>
            <a:ln w="9000" cap="rnd">
              <a:solidFill>
                <a:srgbClr val="9F0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640300" y="1364125"/>
              <a:ext cx="49651" cy="49651"/>
            </a:xfrm>
            <a:prstGeom prst="ellipse">
              <a:avLst/>
            </a:prstGeom>
            <a:solidFill>
              <a:srgbClr val="880064">
                <a:alpha val="100000"/>
              </a:srgbClr>
            </a:solidFill>
            <a:ln w="9000" cap="rnd">
              <a:solidFill>
                <a:srgbClr val="88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417611" y="1020870"/>
              <a:ext cx="49651" cy="49651"/>
            </a:xfrm>
            <a:prstGeom prst="ellipse">
              <a:avLst/>
            </a:prstGeom>
            <a:solidFill>
              <a:srgbClr val="D60033">
                <a:alpha val="100000"/>
              </a:srgbClr>
            </a:solidFill>
            <a:ln w="9000" cap="rnd">
              <a:solidFill>
                <a:srgbClr val="D600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603810" y="940758"/>
              <a:ext cx="49651" cy="49651"/>
            </a:xfrm>
            <a:prstGeom prst="ellipse">
              <a:avLst/>
            </a:prstGeom>
            <a:solidFill>
              <a:srgbClr val="FE0002">
                <a:alpha val="100000"/>
              </a:srgbClr>
            </a:solidFill>
            <a:ln w="9000" cap="rnd">
              <a:solidFill>
                <a:srgbClr val="FE00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535440" y="1393881"/>
              <a:ext cx="49651" cy="49651"/>
            </a:xfrm>
            <a:prstGeom prst="ellipse">
              <a:avLst/>
            </a:prstGeom>
            <a:solidFill>
              <a:srgbClr val="AF004D">
                <a:alpha val="100000"/>
              </a:srgbClr>
            </a:solidFill>
            <a:ln w="9000" cap="rnd">
              <a:solidFill>
                <a:srgbClr val="AF00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426382" y="1438171"/>
              <a:ext cx="49651" cy="49651"/>
            </a:xfrm>
            <a:prstGeom prst="ellipse">
              <a:avLst/>
            </a:prstGeom>
            <a:solidFill>
              <a:srgbClr val="96005C">
                <a:alpha val="100000"/>
              </a:srgbClr>
            </a:solidFill>
            <a:ln w="9000" cap="rnd">
              <a:solidFill>
                <a:srgbClr val="960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786953" y="1304342"/>
              <a:ext cx="49651" cy="49651"/>
            </a:xfrm>
            <a:prstGeom prst="ellipse">
              <a:avLst/>
            </a:prstGeom>
            <a:solidFill>
              <a:srgbClr val="9F0057">
                <a:alpha val="100000"/>
              </a:srgbClr>
            </a:solidFill>
            <a:ln w="9000" cap="rnd">
              <a:solidFill>
                <a:srgbClr val="9F0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947025" y="1186067"/>
              <a:ext cx="49651" cy="49651"/>
            </a:xfrm>
            <a:prstGeom prst="ellipse">
              <a:avLst/>
            </a:prstGeom>
            <a:solidFill>
              <a:srgbClr val="E70024">
                <a:alpha val="100000"/>
              </a:srgbClr>
            </a:solidFill>
            <a:ln w="9000" cap="rnd">
              <a:solidFill>
                <a:srgbClr val="E7002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411641" y="948527"/>
              <a:ext cx="49651" cy="49651"/>
            </a:xfrm>
            <a:prstGeom prst="ellipse">
              <a:avLst/>
            </a:prstGeom>
            <a:solidFill>
              <a:srgbClr val="C00043">
                <a:alpha val="100000"/>
              </a:srgbClr>
            </a:solidFill>
            <a:ln w="9000" cap="rnd">
              <a:solidFill>
                <a:srgbClr val="C000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60029" y="1337497"/>
              <a:ext cx="49651" cy="49651"/>
            </a:xfrm>
            <a:prstGeom prst="ellipse">
              <a:avLst/>
            </a:prstGeom>
            <a:solidFill>
              <a:srgbClr val="A50054">
                <a:alpha val="100000"/>
              </a:srgbClr>
            </a:solidFill>
            <a:ln w="9000" cap="rnd">
              <a:solidFill>
                <a:srgbClr val="A500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332177" y="1453029"/>
              <a:ext cx="49651" cy="49651"/>
            </a:xfrm>
            <a:prstGeom prst="ellipse">
              <a:avLst/>
            </a:prstGeom>
            <a:solidFill>
              <a:srgbClr val="A50054">
                <a:alpha val="100000"/>
              </a:srgbClr>
            </a:solidFill>
            <a:ln w="9000" cap="rnd">
              <a:solidFill>
                <a:srgbClr val="A500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14859" y="1285515"/>
              <a:ext cx="49651" cy="49651"/>
            </a:xfrm>
            <a:prstGeom prst="ellipse">
              <a:avLst/>
            </a:prstGeom>
            <a:solidFill>
              <a:srgbClr val="C7003E">
                <a:alpha val="100000"/>
              </a:srgbClr>
            </a:solidFill>
            <a:ln w="9000" cap="rnd">
              <a:solidFill>
                <a:srgbClr val="C700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283095" y="1088083"/>
              <a:ext cx="49651" cy="49651"/>
            </a:xfrm>
            <a:prstGeom prst="ellipse">
              <a:avLst/>
            </a:prstGeom>
            <a:solidFill>
              <a:srgbClr val="D90031">
                <a:alpha val="100000"/>
              </a:srgbClr>
            </a:solidFill>
            <a:ln w="9000" cap="rnd">
              <a:solidFill>
                <a:srgbClr val="D900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168381" y="1132979"/>
              <a:ext cx="49651" cy="49651"/>
            </a:xfrm>
            <a:prstGeom prst="ellipse">
              <a:avLst/>
            </a:prstGeom>
            <a:solidFill>
              <a:srgbClr val="E0002A">
                <a:alpha val="100000"/>
              </a:srgbClr>
            </a:solidFill>
            <a:ln w="9000" cap="rnd">
              <a:solidFill>
                <a:srgbClr val="E000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583187" y="1345118"/>
              <a:ext cx="49651" cy="49651"/>
            </a:xfrm>
            <a:prstGeom prst="ellipse">
              <a:avLst/>
            </a:prstGeom>
            <a:solidFill>
              <a:srgbClr val="7B006B">
                <a:alpha val="100000"/>
              </a:srgbClr>
            </a:solidFill>
            <a:ln w="9000" cap="rnd">
              <a:solidFill>
                <a:srgbClr val="7B0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54193" y="1423794"/>
              <a:ext cx="49651" cy="49651"/>
            </a:xfrm>
            <a:prstGeom prst="ellipse">
              <a:avLst/>
            </a:prstGeom>
            <a:solidFill>
              <a:srgbClr val="800068">
                <a:alpha val="100000"/>
              </a:srgbClr>
            </a:solidFill>
            <a:ln w="9000" cap="rnd">
              <a:solidFill>
                <a:srgbClr val="8000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993130" y="1252567"/>
              <a:ext cx="49651" cy="49651"/>
            </a:xfrm>
            <a:prstGeom prst="ellipse">
              <a:avLst/>
            </a:prstGeom>
            <a:solidFill>
              <a:srgbClr val="AB0050">
                <a:alpha val="100000"/>
              </a:srgbClr>
            </a:solidFill>
            <a:ln w="9000" cap="rnd">
              <a:solidFill>
                <a:srgbClr val="AB00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447402" y="1407221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658196" y="967898"/>
              <a:ext cx="49651" cy="49651"/>
            </a:xfrm>
            <a:prstGeom prst="ellipse">
              <a:avLst/>
            </a:prstGeom>
            <a:solidFill>
              <a:srgbClr val="B2004C">
                <a:alpha val="100000"/>
              </a:srgbClr>
            </a:solidFill>
            <a:ln w="9000" cap="rnd">
              <a:solidFill>
                <a:srgbClr val="B200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835053" y="1325633"/>
              <a:ext cx="49651" cy="49651"/>
            </a:xfrm>
            <a:prstGeom prst="ellipse">
              <a:avLst/>
            </a:prstGeom>
            <a:solidFill>
              <a:srgbClr val="3F0082">
                <a:alpha val="100000"/>
              </a:srgbClr>
            </a:solidFill>
            <a:ln w="9000" cap="rnd">
              <a:solidFill>
                <a:srgbClr val="3F00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608886" y="1324020"/>
              <a:ext cx="49651" cy="49651"/>
            </a:xfrm>
            <a:prstGeom prst="ellipse">
              <a:avLst/>
            </a:prstGeom>
            <a:solidFill>
              <a:srgbClr val="AB0050">
                <a:alpha val="100000"/>
              </a:srgbClr>
            </a:solidFill>
            <a:ln w="9000" cap="rnd">
              <a:solidFill>
                <a:srgbClr val="AB00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210363" y="906201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4023422" y="137089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23422" y="119449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23422" y="101803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75569" y="14126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175569" y="12361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175569" y="10597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572989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989799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406610" y="1566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4510833" y="16270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927644" y="16271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344455" y="16271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092902" y="1746714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10" name="tx110"/>
            <p:cNvSpPr/>
            <p:nvPr/>
          </p:nvSpPr>
          <p:spPr>
            <a:xfrm rot="-5400000">
              <a:off x="2996306" y="1170629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1724025" y="1976051"/>
              <a:ext cx="2057399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152963" y="2045640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152963" y="2628636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152963" y="2460553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152963" y="229247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152963" y="2124387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460014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932399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404785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152963" y="2544594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152963" y="237651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152963" y="2208429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223821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696207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168592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640978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412775" y="2333424"/>
              <a:ext cx="1228202" cy="159815"/>
            </a:xfrm>
            <a:custGeom>
              <a:avLst/>
              <a:pathLst>
                <a:path w="1228202" h="159815">
                  <a:moveTo>
                    <a:pt x="0" y="159815"/>
                  </a:moveTo>
                  <a:lnTo>
                    <a:pt x="23619" y="157881"/>
                  </a:lnTo>
                  <a:lnTo>
                    <a:pt x="47238" y="155377"/>
                  </a:lnTo>
                  <a:lnTo>
                    <a:pt x="70857" y="152696"/>
                  </a:lnTo>
                  <a:lnTo>
                    <a:pt x="94477" y="148721"/>
                  </a:lnTo>
                  <a:lnTo>
                    <a:pt x="118096" y="144362"/>
                  </a:lnTo>
                  <a:lnTo>
                    <a:pt x="141715" y="141025"/>
                  </a:lnTo>
                  <a:lnTo>
                    <a:pt x="165334" y="137063"/>
                  </a:lnTo>
                  <a:lnTo>
                    <a:pt x="188954" y="133457"/>
                  </a:lnTo>
                  <a:lnTo>
                    <a:pt x="212573" y="129351"/>
                  </a:lnTo>
                  <a:lnTo>
                    <a:pt x="236192" y="125481"/>
                  </a:lnTo>
                  <a:lnTo>
                    <a:pt x="259812" y="122977"/>
                  </a:lnTo>
                  <a:lnTo>
                    <a:pt x="283431" y="119684"/>
                  </a:lnTo>
                  <a:lnTo>
                    <a:pt x="307050" y="116611"/>
                  </a:lnTo>
                  <a:lnTo>
                    <a:pt x="330669" y="112138"/>
                  </a:lnTo>
                  <a:lnTo>
                    <a:pt x="354289" y="107074"/>
                  </a:lnTo>
                  <a:lnTo>
                    <a:pt x="377908" y="103617"/>
                  </a:lnTo>
                  <a:lnTo>
                    <a:pt x="401527" y="98845"/>
                  </a:lnTo>
                  <a:lnTo>
                    <a:pt x="425146" y="93098"/>
                  </a:lnTo>
                  <a:lnTo>
                    <a:pt x="448766" y="88912"/>
                  </a:lnTo>
                  <a:lnTo>
                    <a:pt x="472385" y="84794"/>
                  </a:lnTo>
                  <a:lnTo>
                    <a:pt x="496004" y="81117"/>
                  </a:lnTo>
                  <a:lnTo>
                    <a:pt x="519624" y="75922"/>
                  </a:lnTo>
                  <a:lnTo>
                    <a:pt x="543243" y="70294"/>
                  </a:lnTo>
                  <a:lnTo>
                    <a:pt x="566862" y="66097"/>
                  </a:lnTo>
                  <a:lnTo>
                    <a:pt x="590481" y="62180"/>
                  </a:lnTo>
                  <a:lnTo>
                    <a:pt x="614101" y="57263"/>
                  </a:lnTo>
                  <a:lnTo>
                    <a:pt x="637720" y="51802"/>
                  </a:lnTo>
                  <a:lnTo>
                    <a:pt x="661339" y="46939"/>
                  </a:lnTo>
                  <a:lnTo>
                    <a:pt x="684958" y="42279"/>
                  </a:lnTo>
                  <a:lnTo>
                    <a:pt x="708578" y="35835"/>
                  </a:lnTo>
                  <a:lnTo>
                    <a:pt x="732197" y="29621"/>
                  </a:lnTo>
                  <a:lnTo>
                    <a:pt x="755816" y="27854"/>
                  </a:lnTo>
                  <a:lnTo>
                    <a:pt x="779436" y="26049"/>
                  </a:lnTo>
                  <a:lnTo>
                    <a:pt x="803055" y="21735"/>
                  </a:lnTo>
                  <a:lnTo>
                    <a:pt x="826674" y="19323"/>
                  </a:lnTo>
                  <a:lnTo>
                    <a:pt x="850293" y="18018"/>
                  </a:lnTo>
                  <a:lnTo>
                    <a:pt x="873913" y="13407"/>
                  </a:lnTo>
                  <a:lnTo>
                    <a:pt x="897532" y="10891"/>
                  </a:lnTo>
                  <a:lnTo>
                    <a:pt x="921151" y="7806"/>
                  </a:lnTo>
                  <a:lnTo>
                    <a:pt x="944771" y="5493"/>
                  </a:lnTo>
                  <a:lnTo>
                    <a:pt x="968390" y="3970"/>
                  </a:lnTo>
                  <a:lnTo>
                    <a:pt x="992009" y="3970"/>
                  </a:lnTo>
                  <a:lnTo>
                    <a:pt x="1015628" y="3253"/>
                  </a:lnTo>
                  <a:lnTo>
                    <a:pt x="1039248" y="2057"/>
                  </a:lnTo>
                  <a:lnTo>
                    <a:pt x="1062867" y="1366"/>
                  </a:lnTo>
                  <a:lnTo>
                    <a:pt x="1086486" y="933"/>
                  </a:lnTo>
                  <a:lnTo>
                    <a:pt x="1110105" y="2521"/>
                  </a:lnTo>
                  <a:lnTo>
                    <a:pt x="1133725" y="1713"/>
                  </a:lnTo>
                  <a:lnTo>
                    <a:pt x="1157344" y="555"/>
                  </a:lnTo>
                  <a:lnTo>
                    <a:pt x="1180963" y="87"/>
                  </a:lnTo>
                  <a:lnTo>
                    <a:pt x="1204583" y="0"/>
                  </a:lnTo>
                  <a:lnTo>
                    <a:pt x="1228202" y="1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2412775" y="2075639"/>
              <a:ext cx="1228202" cy="599964"/>
            </a:xfrm>
            <a:custGeom>
              <a:avLst/>
              <a:pathLst>
                <a:path w="1228202" h="599964">
                  <a:moveTo>
                    <a:pt x="0" y="235236"/>
                  </a:moveTo>
                  <a:lnTo>
                    <a:pt x="23619" y="233148"/>
                  </a:lnTo>
                  <a:lnTo>
                    <a:pt x="47238" y="230537"/>
                  </a:lnTo>
                  <a:lnTo>
                    <a:pt x="70857" y="226201"/>
                  </a:lnTo>
                  <a:lnTo>
                    <a:pt x="94477" y="220879"/>
                  </a:lnTo>
                  <a:lnTo>
                    <a:pt x="118096" y="216439"/>
                  </a:lnTo>
                  <a:lnTo>
                    <a:pt x="141715" y="211910"/>
                  </a:lnTo>
                  <a:lnTo>
                    <a:pt x="165334" y="206220"/>
                  </a:lnTo>
                  <a:lnTo>
                    <a:pt x="188954" y="204028"/>
                  </a:lnTo>
                  <a:lnTo>
                    <a:pt x="212573" y="199620"/>
                  </a:lnTo>
                  <a:lnTo>
                    <a:pt x="236192" y="195235"/>
                  </a:lnTo>
                  <a:lnTo>
                    <a:pt x="259812" y="193838"/>
                  </a:lnTo>
                  <a:lnTo>
                    <a:pt x="283431" y="191287"/>
                  </a:lnTo>
                  <a:lnTo>
                    <a:pt x="307050" y="188294"/>
                  </a:lnTo>
                  <a:lnTo>
                    <a:pt x="330669" y="183256"/>
                  </a:lnTo>
                  <a:lnTo>
                    <a:pt x="354289" y="176868"/>
                  </a:lnTo>
                  <a:lnTo>
                    <a:pt x="377908" y="171135"/>
                  </a:lnTo>
                  <a:lnTo>
                    <a:pt x="401527" y="166675"/>
                  </a:lnTo>
                  <a:lnTo>
                    <a:pt x="425146" y="161759"/>
                  </a:lnTo>
                  <a:lnTo>
                    <a:pt x="448766" y="158035"/>
                  </a:lnTo>
                  <a:lnTo>
                    <a:pt x="472385" y="154707"/>
                  </a:lnTo>
                  <a:lnTo>
                    <a:pt x="496004" y="149179"/>
                  </a:lnTo>
                  <a:lnTo>
                    <a:pt x="519624" y="142250"/>
                  </a:lnTo>
                  <a:lnTo>
                    <a:pt x="543243" y="136794"/>
                  </a:lnTo>
                  <a:lnTo>
                    <a:pt x="566862" y="134146"/>
                  </a:lnTo>
                  <a:lnTo>
                    <a:pt x="590481" y="128928"/>
                  </a:lnTo>
                  <a:lnTo>
                    <a:pt x="614101" y="124500"/>
                  </a:lnTo>
                  <a:lnTo>
                    <a:pt x="637720" y="116302"/>
                  </a:lnTo>
                  <a:lnTo>
                    <a:pt x="661339" y="111269"/>
                  </a:lnTo>
                  <a:lnTo>
                    <a:pt x="684958" y="103073"/>
                  </a:lnTo>
                  <a:lnTo>
                    <a:pt x="708578" y="93886"/>
                  </a:lnTo>
                  <a:lnTo>
                    <a:pt x="732197" y="83867"/>
                  </a:lnTo>
                  <a:lnTo>
                    <a:pt x="755816" y="80739"/>
                  </a:lnTo>
                  <a:lnTo>
                    <a:pt x="779436" y="74838"/>
                  </a:lnTo>
                  <a:lnTo>
                    <a:pt x="803055" y="69722"/>
                  </a:lnTo>
                  <a:lnTo>
                    <a:pt x="826674" y="62530"/>
                  </a:lnTo>
                  <a:lnTo>
                    <a:pt x="850293" y="56970"/>
                  </a:lnTo>
                  <a:lnTo>
                    <a:pt x="873913" y="49397"/>
                  </a:lnTo>
                  <a:lnTo>
                    <a:pt x="897532" y="44955"/>
                  </a:lnTo>
                  <a:lnTo>
                    <a:pt x="921151" y="39754"/>
                  </a:lnTo>
                  <a:lnTo>
                    <a:pt x="944771" y="34308"/>
                  </a:lnTo>
                  <a:lnTo>
                    <a:pt x="968390" y="32537"/>
                  </a:lnTo>
                  <a:lnTo>
                    <a:pt x="992009" y="27553"/>
                  </a:lnTo>
                  <a:lnTo>
                    <a:pt x="1015628" y="24200"/>
                  </a:lnTo>
                  <a:lnTo>
                    <a:pt x="1039248" y="19095"/>
                  </a:lnTo>
                  <a:lnTo>
                    <a:pt x="1062867" y="15194"/>
                  </a:lnTo>
                  <a:lnTo>
                    <a:pt x="1086486" y="13156"/>
                  </a:lnTo>
                  <a:lnTo>
                    <a:pt x="1110105" y="11684"/>
                  </a:lnTo>
                  <a:lnTo>
                    <a:pt x="1133725" y="7876"/>
                  </a:lnTo>
                  <a:lnTo>
                    <a:pt x="1157344" y="4672"/>
                  </a:lnTo>
                  <a:lnTo>
                    <a:pt x="1180963" y="2078"/>
                  </a:lnTo>
                  <a:lnTo>
                    <a:pt x="1204583" y="1287"/>
                  </a:lnTo>
                  <a:lnTo>
                    <a:pt x="1228202" y="0"/>
                  </a:lnTo>
                  <a:lnTo>
                    <a:pt x="1228202" y="515890"/>
                  </a:lnTo>
                  <a:lnTo>
                    <a:pt x="1204583" y="514282"/>
                  </a:lnTo>
                  <a:lnTo>
                    <a:pt x="1180963" y="513666"/>
                  </a:lnTo>
                  <a:lnTo>
                    <a:pt x="1157344" y="512009"/>
                  </a:lnTo>
                  <a:lnTo>
                    <a:pt x="1133725" y="511119"/>
                  </a:lnTo>
                  <a:lnTo>
                    <a:pt x="1110105" y="508927"/>
                  </a:lnTo>
                  <a:lnTo>
                    <a:pt x="1086486" y="504279"/>
                  </a:lnTo>
                  <a:lnTo>
                    <a:pt x="1062867" y="503109"/>
                  </a:lnTo>
                  <a:lnTo>
                    <a:pt x="1039248" y="500589"/>
                  </a:lnTo>
                  <a:lnTo>
                    <a:pt x="1015628" y="497877"/>
                  </a:lnTo>
                  <a:lnTo>
                    <a:pt x="992009" y="495957"/>
                  </a:lnTo>
                  <a:lnTo>
                    <a:pt x="968390" y="490974"/>
                  </a:lnTo>
                  <a:lnTo>
                    <a:pt x="944771" y="492248"/>
                  </a:lnTo>
                  <a:lnTo>
                    <a:pt x="921151" y="491428"/>
                  </a:lnTo>
                  <a:lnTo>
                    <a:pt x="897532" y="492397"/>
                  </a:lnTo>
                  <a:lnTo>
                    <a:pt x="873913" y="492988"/>
                  </a:lnTo>
                  <a:lnTo>
                    <a:pt x="850293" y="494636"/>
                  </a:lnTo>
                  <a:lnTo>
                    <a:pt x="826674" y="491687"/>
                  </a:lnTo>
                  <a:lnTo>
                    <a:pt x="803055" y="489318"/>
                  </a:lnTo>
                  <a:lnTo>
                    <a:pt x="779436" y="492831"/>
                  </a:lnTo>
                  <a:lnTo>
                    <a:pt x="755816" y="490539"/>
                  </a:lnTo>
                  <a:lnTo>
                    <a:pt x="732197" y="490945"/>
                  </a:lnTo>
                  <a:lnTo>
                    <a:pt x="708578" y="493354"/>
                  </a:lnTo>
                  <a:lnTo>
                    <a:pt x="684958" y="497056"/>
                  </a:lnTo>
                  <a:lnTo>
                    <a:pt x="661339" y="498180"/>
                  </a:lnTo>
                  <a:lnTo>
                    <a:pt x="637720" y="502872"/>
                  </a:lnTo>
                  <a:lnTo>
                    <a:pt x="614101" y="505596"/>
                  </a:lnTo>
                  <a:lnTo>
                    <a:pt x="590481" y="511003"/>
                  </a:lnTo>
                  <a:lnTo>
                    <a:pt x="566862" y="513619"/>
                  </a:lnTo>
                  <a:lnTo>
                    <a:pt x="543243" y="519365"/>
                  </a:lnTo>
                  <a:lnTo>
                    <a:pt x="519624" y="525165"/>
                  </a:lnTo>
                  <a:lnTo>
                    <a:pt x="496004" y="528625"/>
                  </a:lnTo>
                  <a:lnTo>
                    <a:pt x="472385" y="530452"/>
                  </a:lnTo>
                  <a:lnTo>
                    <a:pt x="448766" y="535360"/>
                  </a:lnTo>
                  <a:lnTo>
                    <a:pt x="425146" y="540007"/>
                  </a:lnTo>
                  <a:lnTo>
                    <a:pt x="401527" y="546585"/>
                  </a:lnTo>
                  <a:lnTo>
                    <a:pt x="377908" y="551671"/>
                  </a:lnTo>
                  <a:lnTo>
                    <a:pt x="354289" y="552851"/>
                  </a:lnTo>
                  <a:lnTo>
                    <a:pt x="330669" y="556590"/>
                  </a:lnTo>
                  <a:lnTo>
                    <a:pt x="307050" y="560498"/>
                  </a:lnTo>
                  <a:lnTo>
                    <a:pt x="283431" y="563652"/>
                  </a:lnTo>
                  <a:lnTo>
                    <a:pt x="259812" y="567685"/>
                  </a:lnTo>
                  <a:lnTo>
                    <a:pt x="236192" y="571297"/>
                  </a:lnTo>
                  <a:lnTo>
                    <a:pt x="212573" y="574652"/>
                  </a:lnTo>
                  <a:lnTo>
                    <a:pt x="188954" y="578456"/>
                  </a:lnTo>
                  <a:lnTo>
                    <a:pt x="165334" y="583476"/>
                  </a:lnTo>
                  <a:lnTo>
                    <a:pt x="141715" y="585711"/>
                  </a:lnTo>
                  <a:lnTo>
                    <a:pt x="118096" y="587855"/>
                  </a:lnTo>
                  <a:lnTo>
                    <a:pt x="94477" y="592133"/>
                  </a:lnTo>
                  <a:lnTo>
                    <a:pt x="70857" y="594761"/>
                  </a:lnTo>
                  <a:lnTo>
                    <a:pt x="47238" y="595789"/>
                  </a:lnTo>
                  <a:lnTo>
                    <a:pt x="23619" y="598185"/>
                  </a:lnTo>
                  <a:lnTo>
                    <a:pt x="0" y="599964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412775" y="2075639"/>
              <a:ext cx="1228202" cy="235236"/>
            </a:xfrm>
            <a:custGeom>
              <a:avLst/>
              <a:pathLst>
                <a:path w="1228202" h="235236">
                  <a:moveTo>
                    <a:pt x="0" y="235236"/>
                  </a:moveTo>
                  <a:lnTo>
                    <a:pt x="23619" y="233148"/>
                  </a:lnTo>
                  <a:lnTo>
                    <a:pt x="47238" y="230537"/>
                  </a:lnTo>
                  <a:lnTo>
                    <a:pt x="70857" y="226201"/>
                  </a:lnTo>
                  <a:lnTo>
                    <a:pt x="94477" y="220879"/>
                  </a:lnTo>
                  <a:lnTo>
                    <a:pt x="118096" y="216439"/>
                  </a:lnTo>
                  <a:lnTo>
                    <a:pt x="141715" y="211910"/>
                  </a:lnTo>
                  <a:lnTo>
                    <a:pt x="165334" y="206220"/>
                  </a:lnTo>
                  <a:lnTo>
                    <a:pt x="188954" y="204028"/>
                  </a:lnTo>
                  <a:lnTo>
                    <a:pt x="212573" y="199620"/>
                  </a:lnTo>
                  <a:lnTo>
                    <a:pt x="236192" y="195235"/>
                  </a:lnTo>
                  <a:lnTo>
                    <a:pt x="259812" y="193838"/>
                  </a:lnTo>
                  <a:lnTo>
                    <a:pt x="283431" y="191287"/>
                  </a:lnTo>
                  <a:lnTo>
                    <a:pt x="307050" y="188294"/>
                  </a:lnTo>
                  <a:lnTo>
                    <a:pt x="330669" y="183256"/>
                  </a:lnTo>
                  <a:lnTo>
                    <a:pt x="354289" y="176868"/>
                  </a:lnTo>
                  <a:lnTo>
                    <a:pt x="377908" y="171135"/>
                  </a:lnTo>
                  <a:lnTo>
                    <a:pt x="401527" y="166675"/>
                  </a:lnTo>
                  <a:lnTo>
                    <a:pt x="425146" y="161759"/>
                  </a:lnTo>
                  <a:lnTo>
                    <a:pt x="448766" y="158035"/>
                  </a:lnTo>
                  <a:lnTo>
                    <a:pt x="472385" y="154707"/>
                  </a:lnTo>
                  <a:lnTo>
                    <a:pt x="496004" y="149179"/>
                  </a:lnTo>
                  <a:lnTo>
                    <a:pt x="519624" y="142250"/>
                  </a:lnTo>
                  <a:lnTo>
                    <a:pt x="543243" y="136794"/>
                  </a:lnTo>
                  <a:lnTo>
                    <a:pt x="566862" y="134146"/>
                  </a:lnTo>
                  <a:lnTo>
                    <a:pt x="590481" y="128928"/>
                  </a:lnTo>
                  <a:lnTo>
                    <a:pt x="614101" y="124500"/>
                  </a:lnTo>
                  <a:lnTo>
                    <a:pt x="637720" y="116302"/>
                  </a:lnTo>
                  <a:lnTo>
                    <a:pt x="661339" y="111269"/>
                  </a:lnTo>
                  <a:lnTo>
                    <a:pt x="684958" y="103073"/>
                  </a:lnTo>
                  <a:lnTo>
                    <a:pt x="708578" y="93886"/>
                  </a:lnTo>
                  <a:lnTo>
                    <a:pt x="732197" y="83867"/>
                  </a:lnTo>
                  <a:lnTo>
                    <a:pt x="755816" y="80739"/>
                  </a:lnTo>
                  <a:lnTo>
                    <a:pt x="779436" y="74838"/>
                  </a:lnTo>
                  <a:lnTo>
                    <a:pt x="803055" y="69722"/>
                  </a:lnTo>
                  <a:lnTo>
                    <a:pt x="826674" y="62530"/>
                  </a:lnTo>
                  <a:lnTo>
                    <a:pt x="850293" y="56970"/>
                  </a:lnTo>
                  <a:lnTo>
                    <a:pt x="873913" y="49397"/>
                  </a:lnTo>
                  <a:lnTo>
                    <a:pt x="897532" y="44955"/>
                  </a:lnTo>
                  <a:lnTo>
                    <a:pt x="921151" y="39754"/>
                  </a:lnTo>
                  <a:lnTo>
                    <a:pt x="944771" y="34308"/>
                  </a:lnTo>
                  <a:lnTo>
                    <a:pt x="968390" y="32537"/>
                  </a:lnTo>
                  <a:lnTo>
                    <a:pt x="992009" y="27553"/>
                  </a:lnTo>
                  <a:lnTo>
                    <a:pt x="1015628" y="24200"/>
                  </a:lnTo>
                  <a:lnTo>
                    <a:pt x="1039248" y="19095"/>
                  </a:lnTo>
                  <a:lnTo>
                    <a:pt x="1062867" y="15194"/>
                  </a:lnTo>
                  <a:lnTo>
                    <a:pt x="1086486" y="13156"/>
                  </a:lnTo>
                  <a:lnTo>
                    <a:pt x="1110105" y="11684"/>
                  </a:lnTo>
                  <a:lnTo>
                    <a:pt x="1133725" y="7876"/>
                  </a:lnTo>
                  <a:lnTo>
                    <a:pt x="1157344" y="4672"/>
                  </a:lnTo>
                  <a:lnTo>
                    <a:pt x="1180963" y="2078"/>
                  </a:lnTo>
                  <a:lnTo>
                    <a:pt x="1204583" y="1287"/>
                  </a:lnTo>
                  <a:lnTo>
                    <a:pt x="12282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412775" y="2564957"/>
              <a:ext cx="1228202" cy="110646"/>
            </a:xfrm>
            <a:custGeom>
              <a:avLst/>
              <a:pathLst>
                <a:path w="1228202" h="110646">
                  <a:moveTo>
                    <a:pt x="1228202" y="26571"/>
                  </a:moveTo>
                  <a:lnTo>
                    <a:pt x="1204583" y="24963"/>
                  </a:lnTo>
                  <a:lnTo>
                    <a:pt x="1180963" y="24347"/>
                  </a:lnTo>
                  <a:lnTo>
                    <a:pt x="1157344" y="22691"/>
                  </a:lnTo>
                  <a:lnTo>
                    <a:pt x="1133725" y="21801"/>
                  </a:lnTo>
                  <a:lnTo>
                    <a:pt x="1110105" y="19609"/>
                  </a:lnTo>
                  <a:lnTo>
                    <a:pt x="1086486" y="14961"/>
                  </a:lnTo>
                  <a:lnTo>
                    <a:pt x="1062867" y="13790"/>
                  </a:lnTo>
                  <a:lnTo>
                    <a:pt x="1039248" y="11270"/>
                  </a:lnTo>
                  <a:lnTo>
                    <a:pt x="1015628" y="8559"/>
                  </a:lnTo>
                  <a:lnTo>
                    <a:pt x="992009" y="6638"/>
                  </a:lnTo>
                  <a:lnTo>
                    <a:pt x="968390" y="1655"/>
                  </a:lnTo>
                  <a:lnTo>
                    <a:pt x="944771" y="2930"/>
                  </a:lnTo>
                  <a:lnTo>
                    <a:pt x="921151" y="2109"/>
                  </a:lnTo>
                  <a:lnTo>
                    <a:pt x="897532" y="3078"/>
                  </a:lnTo>
                  <a:lnTo>
                    <a:pt x="873913" y="3669"/>
                  </a:lnTo>
                  <a:lnTo>
                    <a:pt x="850293" y="5317"/>
                  </a:lnTo>
                  <a:lnTo>
                    <a:pt x="826674" y="2368"/>
                  </a:lnTo>
                  <a:lnTo>
                    <a:pt x="803055" y="0"/>
                  </a:lnTo>
                  <a:lnTo>
                    <a:pt x="779436" y="3512"/>
                  </a:lnTo>
                  <a:lnTo>
                    <a:pt x="755816" y="1220"/>
                  </a:lnTo>
                  <a:lnTo>
                    <a:pt x="732197" y="1626"/>
                  </a:lnTo>
                  <a:lnTo>
                    <a:pt x="708578" y="4036"/>
                  </a:lnTo>
                  <a:lnTo>
                    <a:pt x="684958" y="7738"/>
                  </a:lnTo>
                  <a:lnTo>
                    <a:pt x="661339" y="8861"/>
                  </a:lnTo>
                  <a:lnTo>
                    <a:pt x="637720" y="13553"/>
                  </a:lnTo>
                  <a:lnTo>
                    <a:pt x="614101" y="16278"/>
                  </a:lnTo>
                  <a:lnTo>
                    <a:pt x="590481" y="21684"/>
                  </a:lnTo>
                  <a:lnTo>
                    <a:pt x="566862" y="24300"/>
                  </a:lnTo>
                  <a:lnTo>
                    <a:pt x="543243" y="30046"/>
                  </a:lnTo>
                  <a:lnTo>
                    <a:pt x="519624" y="35846"/>
                  </a:lnTo>
                  <a:lnTo>
                    <a:pt x="496004" y="39307"/>
                  </a:lnTo>
                  <a:lnTo>
                    <a:pt x="472385" y="41133"/>
                  </a:lnTo>
                  <a:lnTo>
                    <a:pt x="448766" y="46041"/>
                  </a:lnTo>
                  <a:lnTo>
                    <a:pt x="425146" y="50689"/>
                  </a:lnTo>
                  <a:lnTo>
                    <a:pt x="401527" y="57266"/>
                  </a:lnTo>
                  <a:lnTo>
                    <a:pt x="377908" y="62352"/>
                  </a:lnTo>
                  <a:lnTo>
                    <a:pt x="354289" y="63533"/>
                  </a:lnTo>
                  <a:lnTo>
                    <a:pt x="330669" y="67272"/>
                  </a:lnTo>
                  <a:lnTo>
                    <a:pt x="307050" y="71179"/>
                  </a:lnTo>
                  <a:lnTo>
                    <a:pt x="283431" y="74334"/>
                  </a:lnTo>
                  <a:lnTo>
                    <a:pt x="259812" y="78367"/>
                  </a:lnTo>
                  <a:lnTo>
                    <a:pt x="236192" y="81979"/>
                  </a:lnTo>
                  <a:lnTo>
                    <a:pt x="212573" y="85333"/>
                  </a:lnTo>
                  <a:lnTo>
                    <a:pt x="188954" y="89138"/>
                  </a:lnTo>
                  <a:lnTo>
                    <a:pt x="165334" y="94157"/>
                  </a:lnTo>
                  <a:lnTo>
                    <a:pt x="141715" y="96392"/>
                  </a:lnTo>
                  <a:lnTo>
                    <a:pt x="118096" y="98537"/>
                  </a:lnTo>
                  <a:lnTo>
                    <a:pt x="94477" y="102814"/>
                  </a:lnTo>
                  <a:lnTo>
                    <a:pt x="70857" y="105443"/>
                  </a:lnTo>
                  <a:lnTo>
                    <a:pt x="47238" y="106470"/>
                  </a:lnTo>
                  <a:lnTo>
                    <a:pt x="23619" y="108866"/>
                  </a:lnTo>
                  <a:lnTo>
                    <a:pt x="0" y="1106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152963" y="2045640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2028178" y="250290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1966022" y="233482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1966022" y="216673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5" name="pl135"/>
            <p:cNvSpPr/>
            <p:nvPr/>
          </p:nvSpPr>
          <p:spPr>
            <a:xfrm>
              <a:off x="2118169" y="25445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118169" y="23765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118169" y="22084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223821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96207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168592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640978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2143057" y="276654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665129" y="276654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3106437" y="276654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3578822" y="276654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2204568" y="291398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147" name="tx147"/>
            <p:cNvSpPr/>
            <p:nvPr/>
          </p:nvSpPr>
          <p:spPr>
            <a:xfrm rot="-5400000">
              <a:off x="1130141" y="2310887"/>
              <a:ext cx="1397477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pTau181 - Nico Z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3781425" y="1976051"/>
              <a:ext cx="2057400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210363" y="2045640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210363" y="264031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210363" y="246385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10363" y="228739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210363" y="211093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364583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781394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98205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15015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210363" y="255208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210363" y="237562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210363" y="219916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572989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989799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406610" y="204564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210363" y="2045640"/>
              <a:ext cx="1558872" cy="659961"/>
            </a:xfrm>
            <a:custGeom>
              <a:avLst/>
              <a:pathLst>
                <a:path w="1558872" h="659961">
                  <a:moveTo>
                    <a:pt x="0" y="659961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4906437" y="2499143"/>
              <a:ext cx="862798" cy="206458"/>
            </a:xfrm>
            <a:custGeom>
              <a:avLst/>
              <a:pathLst>
                <a:path w="862798" h="206458">
                  <a:moveTo>
                    <a:pt x="862798" y="206458"/>
                  </a:moveTo>
                  <a:lnTo>
                    <a:pt x="862798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206458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4948498" y="2511288"/>
              <a:ext cx="1040301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4.8 years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948498" y="2711881"/>
              <a:ext cx="1219526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5.88 years</a:t>
              </a:r>
            </a:p>
          </p:txBody>
        </p:sp>
        <p:sp>
          <p:nvSpPr>
            <p:cNvPr id="168" name="pt168"/>
            <p:cNvSpPr/>
            <p:nvPr/>
          </p:nvSpPr>
          <p:spPr>
            <a:xfrm>
              <a:off x="4918665" y="2350944"/>
              <a:ext cx="49651" cy="49651"/>
            </a:xfrm>
            <a:prstGeom prst="ellipse">
              <a:avLst/>
            </a:prstGeom>
            <a:solidFill>
              <a:srgbClr val="8B0062">
                <a:alpha val="100000"/>
              </a:srgbClr>
            </a:solidFill>
            <a:ln w="9000" cap="rnd">
              <a:solidFill>
                <a:srgbClr val="8B00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293611" y="2527133"/>
              <a:ext cx="49651" cy="49651"/>
            </a:xfrm>
            <a:prstGeom prst="ellipse">
              <a:avLst/>
            </a:prstGeom>
            <a:solidFill>
              <a:srgbClr val="650075">
                <a:alpha val="100000"/>
              </a:srgbClr>
            </a:solidFill>
            <a:ln w="9000" cap="rnd">
              <a:solidFill>
                <a:srgbClr val="65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385485" y="2508436"/>
              <a:ext cx="49651" cy="49651"/>
            </a:xfrm>
            <a:prstGeom prst="ellipse">
              <a:avLst/>
            </a:prstGeom>
            <a:solidFill>
              <a:srgbClr val="8D0061">
                <a:alpha val="100000"/>
              </a:srgbClr>
            </a:solidFill>
            <a:ln w="9000" cap="rnd">
              <a:solidFill>
                <a:srgbClr val="8D00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550213" y="2060882"/>
              <a:ext cx="49651" cy="49651"/>
            </a:xfrm>
            <a:prstGeom prst="ellipse">
              <a:avLst/>
            </a:prstGeom>
            <a:solidFill>
              <a:srgbClr val="FB000A">
                <a:alpha val="100000"/>
              </a:srgbClr>
            </a:solidFill>
            <a:ln w="9000" cap="rnd">
              <a:solidFill>
                <a:srgbClr val="FB000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319480" y="2582521"/>
              <a:ext cx="49651" cy="49651"/>
            </a:xfrm>
            <a:prstGeom prst="ellipse">
              <a:avLst/>
            </a:prstGeom>
            <a:solidFill>
              <a:srgbClr val="1D0089">
                <a:alpha val="100000"/>
              </a:srgbClr>
            </a:solidFill>
            <a:ln w="9000" cap="rnd">
              <a:solidFill>
                <a:srgbClr val="1D00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524978" y="2575426"/>
              <a:ext cx="49651" cy="49651"/>
            </a:xfrm>
            <a:prstGeom prst="ellipse">
              <a:avLst/>
            </a:prstGeom>
            <a:solidFill>
              <a:srgbClr val="5E0078">
                <a:alpha val="100000"/>
              </a:srgbClr>
            </a:solidFill>
            <a:ln w="9000" cap="rnd">
              <a:solidFill>
                <a:srgbClr val="5E00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013481" y="2469184"/>
              <a:ext cx="49651" cy="49651"/>
            </a:xfrm>
            <a:prstGeom prst="ellipse">
              <a:avLst/>
            </a:prstGeom>
            <a:solidFill>
              <a:srgbClr val="650075">
                <a:alpha val="100000"/>
              </a:srgbClr>
            </a:solidFill>
            <a:ln w="9000" cap="rnd">
              <a:solidFill>
                <a:srgbClr val="65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545735" y="2486850"/>
              <a:ext cx="49651" cy="49651"/>
            </a:xfrm>
            <a:prstGeom prst="ellipse">
              <a:avLst/>
            </a:prstGeom>
            <a:solidFill>
              <a:srgbClr val="BE0044">
                <a:alpha val="100000"/>
              </a:srgbClr>
            </a:solidFill>
            <a:ln w="9000" cap="rnd">
              <a:solidFill>
                <a:srgbClr val="BE00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064695" y="2461345"/>
              <a:ext cx="49651" cy="49651"/>
            </a:xfrm>
            <a:prstGeom prst="ellipse">
              <a:avLst/>
            </a:prstGeom>
            <a:solidFill>
              <a:srgbClr val="CE0039">
                <a:alpha val="100000"/>
              </a:srgbClr>
            </a:solidFill>
            <a:ln w="9000" cap="rnd">
              <a:solidFill>
                <a:srgbClr val="CE00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332177" y="2550124"/>
              <a:ext cx="49651" cy="49651"/>
            </a:xfrm>
            <a:prstGeom prst="ellipse">
              <a:avLst/>
            </a:prstGeom>
            <a:solidFill>
              <a:srgbClr val="95005D">
                <a:alpha val="100000"/>
              </a:srgbClr>
            </a:solidFill>
            <a:ln w="9000" cap="rnd">
              <a:solidFill>
                <a:srgbClr val="9500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589293" y="2466225"/>
              <a:ext cx="49651" cy="49651"/>
            </a:xfrm>
            <a:prstGeom prst="ellipse">
              <a:avLst/>
            </a:prstGeom>
            <a:solidFill>
              <a:srgbClr val="850066">
                <a:alpha val="100000"/>
              </a:srgbClr>
            </a:solidFill>
            <a:ln w="9000" cap="rnd">
              <a:solidFill>
                <a:srgbClr val="8500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587071" y="2458802"/>
              <a:ext cx="49651" cy="49651"/>
            </a:xfrm>
            <a:prstGeom prst="ellipse">
              <a:avLst/>
            </a:prstGeom>
            <a:solidFill>
              <a:srgbClr val="B2004C">
                <a:alpha val="100000"/>
              </a:srgbClr>
            </a:solidFill>
            <a:ln w="9000" cap="rnd">
              <a:solidFill>
                <a:srgbClr val="B200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534544" y="2539543"/>
              <a:ext cx="49651" cy="49651"/>
            </a:xfrm>
            <a:prstGeom prst="ellipse">
              <a:avLst/>
            </a:prstGeom>
            <a:solidFill>
              <a:srgbClr val="97005C">
                <a:alpha val="100000"/>
              </a:srgbClr>
            </a:solidFill>
            <a:ln w="9000" cap="rnd">
              <a:solidFill>
                <a:srgbClr val="970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750700" y="2534471"/>
              <a:ext cx="49651" cy="49651"/>
            </a:xfrm>
            <a:prstGeom prst="ellipse">
              <a:avLst/>
            </a:prstGeom>
            <a:solidFill>
              <a:srgbClr val="850066">
                <a:alpha val="100000"/>
              </a:srgbClr>
            </a:solidFill>
            <a:ln w="9000" cap="rnd">
              <a:solidFill>
                <a:srgbClr val="8500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446707" y="2518036"/>
              <a:ext cx="49651" cy="49651"/>
            </a:xfrm>
            <a:prstGeom prst="ellipse">
              <a:avLst/>
            </a:prstGeom>
            <a:solidFill>
              <a:srgbClr val="5C0078">
                <a:alpha val="100000"/>
              </a:srgbClr>
            </a:solidFill>
            <a:ln w="9000" cap="rnd">
              <a:solidFill>
                <a:srgbClr val="5C00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4210363" y="2045640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4023422" y="251033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4023422" y="233392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023422" y="21574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4175569" y="25520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175569" y="23756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175569" y="21991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572989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4989799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406610" y="2705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4510833" y="276648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4927644" y="276654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344455" y="276654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4092902" y="2886153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97" name="tx197"/>
            <p:cNvSpPr/>
            <p:nvPr/>
          </p:nvSpPr>
          <p:spPr>
            <a:xfrm rot="-5400000">
              <a:off x="2996306" y="2310068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198" name="rc198"/>
            <p:cNvSpPr/>
            <p:nvPr/>
          </p:nvSpPr>
          <p:spPr>
            <a:xfrm>
              <a:off x="1724025" y="3115491"/>
              <a:ext cx="2057399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2152963" y="3185080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2152963" y="3808415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2152963" y="3576904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2152963" y="3345394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2460014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2932399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404785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2152963" y="369266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2152963" y="3461149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2152963" y="3229639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2223821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2696207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168592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640978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814303" y="3463505"/>
              <a:ext cx="826674" cy="190831"/>
            </a:xfrm>
            <a:custGeom>
              <a:avLst/>
              <a:pathLst>
                <a:path w="826674" h="190831">
                  <a:moveTo>
                    <a:pt x="0" y="190831"/>
                  </a:moveTo>
                  <a:lnTo>
                    <a:pt x="23619" y="187532"/>
                  </a:lnTo>
                  <a:lnTo>
                    <a:pt x="47238" y="184682"/>
                  </a:lnTo>
                  <a:lnTo>
                    <a:pt x="70857" y="181569"/>
                  </a:lnTo>
                  <a:lnTo>
                    <a:pt x="94477" y="177335"/>
                  </a:lnTo>
                  <a:lnTo>
                    <a:pt x="118096" y="173505"/>
                  </a:lnTo>
                  <a:lnTo>
                    <a:pt x="141715" y="169452"/>
                  </a:lnTo>
                  <a:lnTo>
                    <a:pt x="165334" y="165743"/>
                  </a:lnTo>
                  <a:lnTo>
                    <a:pt x="188954" y="160854"/>
                  </a:lnTo>
                  <a:lnTo>
                    <a:pt x="212573" y="156065"/>
                  </a:lnTo>
                  <a:lnTo>
                    <a:pt x="236192" y="151284"/>
                  </a:lnTo>
                  <a:lnTo>
                    <a:pt x="259812" y="147498"/>
                  </a:lnTo>
                  <a:lnTo>
                    <a:pt x="283431" y="142296"/>
                  </a:lnTo>
                  <a:lnTo>
                    <a:pt x="307050" y="136599"/>
                  </a:lnTo>
                  <a:lnTo>
                    <a:pt x="330669" y="131067"/>
                  </a:lnTo>
                  <a:lnTo>
                    <a:pt x="354289" y="125067"/>
                  </a:lnTo>
                  <a:lnTo>
                    <a:pt x="377908" y="118309"/>
                  </a:lnTo>
                  <a:lnTo>
                    <a:pt x="401527" y="111966"/>
                  </a:lnTo>
                  <a:lnTo>
                    <a:pt x="425146" y="104104"/>
                  </a:lnTo>
                  <a:lnTo>
                    <a:pt x="448766" y="98693"/>
                  </a:lnTo>
                  <a:lnTo>
                    <a:pt x="472385" y="92814"/>
                  </a:lnTo>
                  <a:lnTo>
                    <a:pt x="496004" y="84970"/>
                  </a:lnTo>
                  <a:lnTo>
                    <a:pt x="519624" y="81701"/>
                  </a:lnTo>
                  <a:lnTo>
                    <a:pt x="543243" y="75708"/>
                  </a:lnTo>
                  <a:lnTo>
                    <a:pt x="566862" y="69370"/>
                  </a:lnTo>
                  <a:lnTo>
                    <a:pt x="590481" y="65072"/>
                  </a:lnTo>
                  <a:lnTo>
                    <a:pt x="614101" y="59578"/>
                  </a:lnTo>
                  <a:lnTo>
                    <a:pt x="637720" y="51221"/>
                  </a:lnTo>
                  <a:lnTo>
                    <a:pt x="661339" y="44898"/>
                  </a:lnTo>
                  <a:lnTo>
                    <a:pt x="684958" y="36138"/>
                  </a:lnTo>
                  <a:lnTo>
                    <a:pt x="708578" y="29486"/>
                  </a:lnTo>
                  <a:lnTo>
                    <a:pt x="732197" y="22072"/>
                  </a:lnTo>
                  <a:lnTo>
                    <a:pt x="755816" y="16080"/>
                  </a:lnTo>
                  <a:lnTo>
                    <a:pt x="779436" y="7595"/>
                  </a:lnTo>
                  <a:lnTo>
                    <a:pt x="803055" y="6474"/>
                  </a:lnTo>
                  <a:lnTo>
                    <a:pt x="82667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2814303" y="3215078"/>
              <a:ext cx="826674" cy="599964"/>
            </a:xfrm>
            <a:custGeom>
              <a:avLst/>
              <a:pathLst>
                <a:path w="826674" h="599964">
                  <a:moveTo>
                    <a:pt x="0" y="278552"/>
                  </a:moveTo>
                  <a:lnTo>
                    <a:pt x="23619" y="277877"/>
                  </a:lnTo>
                  <a:lnTo>
                    <a:pt x="47238" y="277914"/>
                  </a:lnTo>
                  <a:lnTo>
                    <a:pt x="70857" y="278593"/>
                  </a:lnTo>
                  <a:lnTo>
                    <a:pt x="94477" y="271108"/>
                  </a:lnTo>
                  <a:lnTo>
                    <a:pt x="118096" y="262272"/>
                  </a:lnTo>
                  <a:lnTo>
                    <a:pt x="141715" y="259023"/>
                  </a:lnTo>
                  <a:lnTo>
                    <a:pt x="165334" y="257447"/>
                  </a:lnTo>
                  <a:lnTo>
                    <a:pt x="188954" y="249112"/>
                  </a:lnTo>
                  <a:lnTo>
                    <a:pt x="212573" y="239516"/>
                  </a:lnTo>
                  <a:lnTo>
                    <a:pt x="236192" y="230761"/>
                  </a:lnTo>
                  <a:lnTo>
                    <a:pt x="259812" y="226449"/>
                  </a:lnTo>
                  <a:lnTo>
                    <a:pt x="283431" y="218296"/>
                  </a:lnTo>
                  <a:lnTo>
                    <a:pt x="307050" y="211223"/>
                  </a:lnTo>
                  <a:lnTo>
                    <a:pt x="330669" y="202455"/>
                  </a:lnTo>
                  <a:lnTo>
                    <a:pt x="354289" y="194228"/>
                  </a:lnTo>
                  <a:lnTo>
                    <a:pt x="377908" y="186595"/>
                  </a:lnTo>
                  <a:lnTo>
                    <a:pt x="401527" y="179427"/>
                  </a:lnTo>
                  <a:lnTo>
                    <a:pt x="425146" y="170719"/>
                  </a:lnTo>
                  <a:lnTo>
                    <a:pt x="448766" y="163244"/>
                  </a:lnTo>
                  <a:lnTo>
                    <a:pt x="472385" y="152886"/>
                  </a:lnTo>
                  <a:lnTo>
                    <a:pt x="496004" y="139738"/>
                  </a:lnTo>
                  <a:lnTo>
                    <a:pt x="519624" y="135621"/>
                  </a:lnTo>
                  <a:lnTo>
                    <a:pt x="543243" y="126917"/>
                  </a:lnTo>
                  <a:lnTo>
                    <a:pt x="566862" y="117435"/>
                  </a:lnTo>
                  <a:lnTo>
                    <a:pt x="590481" y="111681"/>
                  </a:lnTo>
                  <a:lnTo>
                    <a:pt x="614101" y="101979"/>
                  </a:lnTo>
                  <a:lnTo>
                    <a:pt x="637720" y="89275"/>
                  </a:lnTo>
                  <a:lnTo>
                    <a:pt x="661339" y="77615"/>
                  </a:lnTo>
                  <a:lnTo>
                    <a:pt x="684958" y="64752"/>
                  </a:lnTo>
                  <a:lnTo>
                    <a:pt x="708578" y="52949"/>
                  </a:lnTo>
                  <a:lnTo>
                    <a:pt x="732197" y="42680"/>
                  </a:lnTo>
                  <a:lnTo>
                    <a:pt x="755816" y="32123"/>
                  </a:lnTo>
                  <a:lnTo>
                    <a:pt x="779436" y="19283"/>
                  </a:lnTo>
                  <a:lnTo>
                    <a:pt x="803055" y="13086"/>
                  </a:lnTo>
                  <a:lnTo>
                    <a:pt x="826674" y="0"/>
                  </a:lnTo>
                  <a:lnTo>
                    <a:pt x="826674" y="496854"/>
                  </a:lnTo>
                  <a:lnTo>
                    <a:pt x="803055" y="496716"/>
                  </a:lnTo>
                  <a:lnTo>
                    <a:pt x="779436" y="492762"/>
                  </a:lnTo>
                  <a:lnTo>
                    <a:pt x="755816" y="496892"/>
                  </a:lnTo>
                  <a:lnTo>
                    <a:pt x="732197" y="498318"/>
                  </a:lnTo>
                  <a:lnTo>
                    <a:pt x="708578" y="502877"/>
                  </a:lnTo>
                  <a:lnTo>
                    <a:pt x="684958" y="504379"/>
                  </a:lnTo>
                  <a:lnTo>
                    <a:pt x="661339" y="509036"/>
                  </a:lnTo>
                  <a:lnTo>
                    <a:pt x="637720" y="510021"/>
                  </a:lnTo>
                  <a:lnTo>
                    <a:pt x="614101" y="514031"/>
                  </a:lnTo>
                  <a:lnTo>
                    <a:pt x="590481" y="515316"/>
                  </a:lnTo>
                  <a:lnTo>
                    <a:pt x="566862" y="518159"/>
                  </a:lnTo>
                  <a:lnTo>
                    <a:pt x="543243" y="521354"/>
                  </a:lnTo>
                  <a:lnTo>
                    <a:pt x="519624" y="524636"/>
                  </a:lnTo>
                  <a:lnTo>
                    <a:pt x="496004" y="527057"/>
                  </a:lnTo>
                  <a:lnTo>
                    <a:pt x="472385" y="529597"/>
                  </a:lnTo>
                  <a:lnTo>
                    <a:pt x="448766" y="530997"/>
                  </a:lnTo>
                  <a:lnTo>
                    <a:pt x="425146" y="534343"/>
                  </a:lnTo>
                  <a:lnTo>
                    <a:pt x="401527" y="541360"/>
                  </a:lnTo>
                  <a:lnTo>
                    <a:pt x="377908" y="546877"/>
                  </a:lnTo>
                  <a:lnTo>
                    <a:pt x="354289" y="552760"/>
                  </a:lnTo>
                  <a:lnTo>
                    <a:pt x="330669" y="556534"/>
                  </a:lnTo>
                  <a:lnTo>
                    <a:pt x="307050" y="558829"/>
                  </a:lnTo>
                  <a:lnTo>
                    <a:pt x="283431" y="563151"/>
                  </a:lnTo>
                  <a:lnTo>
                    <a:pt x="259812" y="565402"/>
                  </a:lnTo>
                  <a:lnTo>
                    <a:pt x="236192" y="568660"/>
                  </a:lnTo>
                  <a:lnTo>
                    <a:pt x="212573" y="569470"/>
                  </a:lnTo>
                  <a:lnTo>
                    <a:pt x="188954" y="569450"/>
                  </a:lnTo>
                  <a:lnTo>
                    <a:pt x="165334" y="570893"/>
                  </a:lnTo>
                  <a:lnTo>
                    <a:pt x="141715" y="576737"/>
                  </a:lnTo>
                  <a:lnTo>
                    <a:pt x="118096" y="581593"/>
                  </a:lnTo>
                  <a:lnTo>
                    <a:pt x="94477" y="580418"/>
                  </a:lnTo>
                  <a:lnTo>
                    <a:pt x="70857" y="581399"/>
                  </a:lnTo>
                  <a:lnTo>
                    <a:pt x="47238" y="588304"/>
                  </a:lnTo>
                  <a:lnTo>
                    <a:pt x="23619" y="594041"/>
                  </a:lnTo>
                  <a:lnTo>
                    <a:pt x="0" y="599964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14303" y="3215078"/>
              <a:ext cx="826674" cy="278593"/>
            </a:xfrm>
            <a:custGeom>
              <a:avLst/>
              <a:pathLst>
                <a:path w="826674" h="278593">
                  <a:moveTo>
                    <a:pt x="0" y="278552"/>
                  </a:moveTo>
                  <a:lnTo>
                    <a:pt x="23619" y="277877"/>
                  </a:lnTo>
                  <a:lnTo>
                    <a:pt x="47238" y="277914"/>
                  </a:lnTo>
                  <a:lnTo>
                    <a:pt x="70857" y="278593"/>
                  </a:lnTo>
                  <a:lnTo>
                    <a:pt x="94477" y="271108"/>
                  </a:lnTo>
                  <a:lnTo>
                    <a:pt x="118096" y="262272"/>
                  </a:lnTo>
                  <a:lnTo>
                    <a:pt x="141715" y="259023"/>
                  </a:lnTo>
                  <a:lnTo>
                    <a:pt x="165334" y="257447"/>
                  </a:lnTo>
                  <a:lnTo>
                    <a:pt x="188954" y="249112"/>
                  </a:lnTo>
                  <a:lnTo>
                    <a:pt x="212573" y="239516"/>
                  </a:lnTo>
                  <a:lnTo>
                    <a:pt x="236192" y="230761"/>
                  </a:lnTo>
                  <a:lnTo>
                    <a:pt x="259812" y="226449"/>
                  </a:lnTo>
                  <a:lnTo>
                    <a:pt x="283431" y="218296"/>
                  </a:lnTo>
                  <a:lnTo>
                    <a:pt x="307050" y="211223"/>
                  </a:lnTo>
                  <a:lnTo>
                    <a:pt x="330669" y="202455"/>
                  </a:lnTo>
                  <a:lnTo>
                    <a:pt x="354289" y="194228"/>
                  </a:lnTo>
                  <a:lnTo>
                    <a:pt x="377908" y="186595"/>
                  </a:lnTo>
                  <a:lnTo>
                    <a:pt x="401527" y="179427"/>
                  </a:lnTo>
                  <a:lnTo>
                    <a:pt x="425146" y="170719"/>
                  </a:lnTo>
                  <a:lnTo>
                    <a:pt x="448766" y="163244"/>
                  </a:lnTo>
                  <a:lnTo>
                    <a:pt x="472385" y="152886"/>
                  </a:lnTo>
                  <a:lnTo>
                    <a:pt x="496004" y="139738"/>
                  </a:lnTo>
                  <a:lnTo>
                    <a:pt x="519624" y="135621"/>
                  </a:lnTo>
                  <a:lnTo>
                    <a:pt x="543243" y="126917"/>
                  </a:lnTo>
                  <a:lnTo>
                    <a:pt x="566862" y="117435"/>
                  </a:lnTo>
                  <a:lnTo>
                    <a:pt x="590481" y="111681"/>
                  </a:lnTo>
                  <a:lnTo>
                    <a:pt x="614101" y="101979"/>
                  </a:lnTo>
                  <a:lnTo>
                    <a:pt x="637720" y="89275"/>
                  </a:lnTo>
                  <a:lnTo>
                    <a:pt x="661339" y="77615"/>
                  </a:lnTo>
                  <a:lnTo>
                    <a:pt x="684958" y="64752"/>
                  </a:lnTo>
                  <a:lnTo>
                    <a:pt x="708578" y="52949"/>
                  </a:lnTo>
                  <a:lnTo>
                    <a:pt x="732197" y="42680"/>
                  </a:lnTo>
                  <a:lnTo>
                    <a:pt x="755816" y="32123"/>
                  </a:lnTo>
                  <a:lnTo>
                    <a:pt x="779436" y="19283"/>
                  </a:lnTo>
                  <a:lnTo>
                    <a:pt x="803055" y="13086"/>
                  </a:lnTo>
                  <a:lnTo>
                    <a:pt x="82667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814303" y="3707840"/>
              <a:ext cx="826674" cy="107202"/>
            </a:xfrm>
            <a:custGeom>
              <a:avLst/>
              <a:pathLst>
                <a:path w="826674" h="107202">
                  <a:moveTo>
                    <a:pt x="826674" y="4091"/>
                  </a:moveTo>
                  <a:lnTo>
                    <a:pt x="803055" y="3954"/>
                  </a:lnTo>
                  <a:lnTo>
                    <a:pt x="779436" y="0"/>
                  </a:lnTo>
                  <a:lnTo>
                    <a:pt x="755816" y="4129"/>
                  </a:lnTo>
                  <a:lnTo>
                    <a:pt x="732197" y="5555"/>
                  </a:lnTo>
                  <a:lnTo>
                    <a:pt x="708578" y="10114"/>
                  </a:lnTo>
                  <a:lnTo>
                    <a:pt x="684958" y="11616"/>
                  </a:lnTo>
                  <a:lnTo>
                    <a:pt x="661339" y="16273"/>
                  </a:lnTo>
                  <a:lnTo>
                    <a:pt x="637720" y="17258"/>
                  </a:lnTo>
                  <a:lnTo>
                    <a:pt x="614101" y="21269"/>
                  </a:lnTo>
                  <a:lnTo>
                    <a:pt x="590481" y="22554"/>
                  </a:lnTo>
                  <a:lnTo>
                    <a:pt x="566862" y="25396"/>
                  </a:lnTo>
                  <a:lnTo>
                    <a:pt x="543243" y="28591"/>
                  </a:lnTo>
                  <a:lnTo>
                    <a:pt x="519624" y="31873"/>
                  </a:lnTo>
                  <a:lnTo>
                    <a:pt x="496004" y="34294"/>
                  </a:lnTo>
                  <a:lnTo>
                    <a:pt x="472385" y="36834"/>
                  </a:lnTo>
                  <a:lnTo>
                    <a:pt x="448766" y="38234"/>
                  </a:lnTo>
                  <a:lnTo>
                    <a:pt x="425146" y="41580"/>
                  </a:lnTo>
                  <a:lnTo>
                    <a:pt x="401527" y="48598"/>
                  </a:lnTo>
                  <a:lnTo>
                    <a:pt x="377908" y="54115"/>
                  </a:lnTo>
                  <a:lnTo>
                    <a:pt x="354289" y="59998"/>
                  </a:lnTo>
                  <a:lnTo>
                    <a:pt x="330669" y="63772"/>
                  </a:lnTo>
                  <a:lnTo>
                    <a:pt x="307050" y="66067"/>
                  </a:lnTo>
                  <a:lnTo>
                    <a:pt x="283431" y="70389"/>
                  </a:lnTo>
                  <a:lnTo>
                    <a:pt x="259812" y="72639"/>
                  </a:lnTo>
                  <a:lnTo>
                    <a:pt x="236192" y="75898"/>
                  </a:lnTo>
                  <a:lnTo>
                    <a:pt x="212573" y="76707"/>
                  </a:lnTo>
                  <a:lnTo>
                    <a:pt x="188954" y="76687"/>
                  </a:lnTo>
                  <a:lnTo>
                    <a:pt x="165334" y="78130"/>
                  </a:lnTo>
                  <a:lnTo>
                    <a:pt x="141715" y="83974"/>
                  </a:lnTo>
                  <a:lnTo>
                    <a:pt x="118096" y="88831"/>
                  </a:lnTo>
                  <a:lnTo>
                    <a:pt x="94477" y="87655"/>
                  </a:lnTo>
                  <a:lnTo>
                    <a:pt x="70857" y="88636"/>
                  </a:lnTo>
                  <a:lnTo>
                    <a:pt x="47238" y="95541"/>
                  </a:lnTo>
                  <a:lnTo>
                    <a:pt x="23619" y="101279"/>
                  </a:lnTo>
                  <a:lnTo>
                    <a:pt x="0" y="1072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152963" y="3185080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2028178" y="365096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966022" y="341945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966022" y="318794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21" name="pl221"/>
            <p:cNvSpPr/>
            <p:nvPr/>
          </p:nvSpPr>
          <p:spPr>
            <a:xfrm>
              <a:off x="2118169" y="36926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2118169" y="34611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2118169" y="32296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2223821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2696207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168592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640978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143057" y="3905979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665129" y="390597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106437" y="390597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578822" y="390597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2204568" y="4053423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233" name="tx233"/>
            <p:cNvSpPr/>
            <p:nvPr/>
          </p:nvSpPr>
          <p:spPr>
            <a:xfrm rot="-5400000">
              <a:off x="971580" y="3450974"/>
              <a:ext cx="1715895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Jucker Z</a:t>
              </a:r>
            </a:p>
          </p:txBody>
        </p:sp>
        <p:sp>
          <p:nvSpPr>
            <p:cNvPr id="234" name="rc234"/>
            <p:cNvSpPr/>
            <p:nvPr/>
          </p:nvSpPr>
          <p:spPr>
            <a:xfrm>
              <a:off x="3781425" y="3115491"/>
              <a:ext cx="2057400" cy="113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4210363" y="3185080"/>
              <a:ext cx="1558872" cy="659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4210363" y="377975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0363" y="360329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210363" y="342683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210363" y="325037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364583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4781394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198205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615015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4210363" y="3691521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4210363" y="351506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4210363" y="3338600"/>
              <a:ext cx="1558872" cy="0"/>
            </a:xfrm>
            <a:custGeom>
              <a:avLst/>
              <a:pathLst>
                <a:path w="1558872" h="0">
                  <a:moveTo>
                    <a:pt x="0" y="0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4572989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4989799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406610" y="3185080"/>
              <a:ext cx="0" cy="659961"/>
            </a:xfrm>
            <a:custGeom>
              <a:avLst/>
              <a:pathLst>
                <a:path w="0" h="659961">
                  <a:moveTo>
                    <a:pt x="0" y="65996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4210363" y="3185080"/>
              <a:ext cx="1558872" cy="659961"/>
            </a:xfrm>
            <a:custGeom>
              <a:avLst/>
              <a:pathLst>
                <a:path w="1558872" h="659961">
                  <a:moveTo>
                    <a:pt x="0" y="659961"/>
                  </a:moveTo>
                  <a:lnTo>
                    <a:pt x="1558872" y="0"/>
                  </a:lnTo>
                  <a:lnTo>
                    <a:pt x="15588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6437" y="3638582"/>
              <a:ext cx="862798" cy="206458"/>
            </a:xfrm>
            <a:custGeom>
              <a:avLst/>
              <a:pathLst>
                <a:path w="862798" h="206458">
                  <a:moveTo>
                    <a:pt x="862798" y="206458"/>
                  </a:moveTo>
                  <a:lnTo>
                    <a:pt x="862798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206458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tx252"/>
            <p:cNvSpPr/>
            <p:nvPr/>
          </p:nvSpPr>
          <p:spPr>
            <a:xfrm>
              <a:off x="4948498" y="3650727"/>
              <a:ext cx="1118275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6.58 years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4948498" y="3851320"/>
              <a:ext cx="1219526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8.14 years</a:t>
              </a:r>
            </a:p>
          </p:txBody>
        </p:sp>
        <p:sp>
          <p:nvSpPr>
            <p:cNvPr id="254" name="pt254"/>
            <p:cNvSpPr/>
            <p:nvPr/>
          </p:nvSpPr>
          <p:spPr>
            <a:xfrm>
              <a:off x="4415647" y="3675400"/>
              <a:ext cx="49651" cy="49651"/>
            </a:xfrm>
            <a:prstGeom prst="ellipse">
              <a:avLst/>
            </a:prstGeom>
            <a:solidFill>
              <a:srgbClr val="76006D">
                <a:alpha val="100000"/>
              </a:srgbClr>
            </a:solidFill>
            <a:ln w="9000" cap="rnd">
              <a:solidFill>
                <a:srgbClr val="760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918665" y="3473338"/>
              <a:ext cx="49651" cy="49651"/>
            </a:xfrm>
            <a:prstGeom prst="ellipse">
              <a:avLst/>
            </a:prstGeom>
            <a:solidFill>
              <a:srgbClr val="94005E">
                <a:alpha val="100000"/>
              </a:srgbClr>
            </a:solidFill>
            <a:ln w="9000" cap="rnd">
              <a:solidFill>
                <a:srgbClr val="9400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560712" y="3698144"/>
              <a:ext cx="49651" cy="49651"/>
            </a:xfrm>
            <a:prstGeom prst="ellipse">
              <a:avLst/>
            </a:prstGeom>
            <a:solidFill>
              <a:srgbClr val="630075">
                <a:alpha val="100000"/>
              </a:srgbClr>
            </a:solidFill>
            <a:ln w="9000" cap="rnd">
              <a:solidFill>
                <a:srgbClr val="6300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418843" y="3399361"/>
              <a:ext cx="49651" cy="49651"/>
            </a:xfrm>
            <a:prstGeom prst="ellipse">
              <a:avLst/>
            </a:prstGeom>
            <a:solidFill>
              <a:srgbClr val="A20055">
                <a:alpha val="100000"/>
              </a:srgbClr>
            </a:solidFill>
            <a:ln w="9000" cap="rnd">
              <a:solidFill>
                <a:srgbClr val="A200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115760" y="3701923"/>
              <a:ext cx="49651" cy="49651"/>
            </a:xfrm>
            <a:prstGeom prst="ellipse">
              <a:avLst/>
            </a:prstGeom>
            <a:solidFill>
              <a:srgbClr val="630076">
                <a:alpha val="100000"/>
              </a:srgbClr>
            </a:solidFill>
            <a:ln w="9000" cap="rnd">
              <a:solidFill>
                <a:srgbClr val="6300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460968" y="3570127"/>
              <a:ext cx="49651" cy="49651"/>
            </a:xfrm>
            <a:prstGeom prst="ellipse">
              <a:avLst/>
            </a:prstGeom>
            <a:solidFill>
              <a:srgbClr val="420081">
                <a:alpha val="100000"/>
              </a:srgbClr>
            </a:solidFill>
            <a:ln w="9000" cap="rnd">
              <a:solidFill>
                <a:srgbClr val="4200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192785" y="3449143"/>
              <a:ext cx="49651" cy="49651"/>
            </a:xfrm>
            <a:prstGeom prst="ellipse">
              <a:avLst/>
            </a:prstGeom>
            <a:solidFill>
              <a:srgbClr val="76006D">
                <a:alpha val="100000"/>
              </a:srgbClr>
            </a:solidFill>
            <a:ln w="9000" cap="rnd">
              <a:solidFill>
                <a:srgbClr val="760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264737" y="3306497"/>
              <a:ext cx="49651" cy="49651"/>
            </a:xfrm>
            <a:prstGeom prst="ellipse">
              <a:avLst/>
            </a:prstGeom>
            <a:solidFill>
              <a:srgbClr val="B60049">
                <a:alpha val="100000"/>
              </a:srgbClr>
            </a:solidFill>
            <a:ln w="9000" cap="rnd">
              <a:solidFill>
                <a:srgbClr val="B600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266357" y="3754757"/>
              <a:ext cx="49651" cy="49651"/>
            </a:xfrm>
            <a:prstGeom prst="ellipse">
              <a:avLst/>
            </a:prstGeom>
            <a:solidFill>
              <a:srgbClr val="700070">
                <a:alpha val="100000"/>
              </a:srgbClr>
            </a:solidFill>
            <a:ln w="9000" cap="rnd">
              <a:solidFill>
                <a:srgbClr val="700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930612" y="3722567"/>
              <a:ext cx="49651" cy="49651"/>
            </a:xfrm>
            <a:prstGeom prst="ellipse">
              <a:avLst/>
            </a:prstGeom>
            <a:solidFill>
              <a:srgbClr val="5A0079">
                <a:alpha val="100000"/>
              </a:srgbClr>
            </a:solidFill>
            <a:ln w="9000" cap="rnd">
              <a:solidFill>
                <a:srgbClr val="5A00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229234" y="3292120"/>
              <a:ext cx="49651" cy="49651"/>
            </a:xfrm>
            <a:prstGeom prst="ellipse">
              <a:avLst/>
            </a:prstGeom>
            <a:solidFill>
              <a:srgbClr val="DB002F">
                <a:alpha val="100000"/>
              </a:srgbClr>
            </a:solidFill>
            <a:ln w="9000" cap="rnd">
              <a:solidFill>
                <a:srgbClr val="DB00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579182" y="3527232"/>
              <a:ext cx="49651" cy="49651"/>
            </a:xfrm>
            <a:prstGeom prst="ellipse">
              <a:avLst/>
            </a:prstGeom>
            <a:solidFill>
              <a:srgbClr val="76006D">
                <a:alpha val="100000"/>
              </a:srgbClr>
            </a:solidFill>
            <a:ln w="9000" cap="rnd">
              <a:solidFill>
                <a:srgbClr val="760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621015" y="3371737"/>
              <a:ext cx="49651" cy="49651"/>
            </a:xfrm>
            <a:prstGeom prst="ellipse">
              <a:avLst/>
            </a:prstGeom>
            <a:solidFill>
              <a:srgbClr val="AF004E">
                <a:alpha val="100000"/>
              </a:srgbClr>
            </a:solidFill>
            <a:ln w="9000" cap="rnd">
              <a:solidFill>
                <a:srgbClr val="AF0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894582" y="3610541"/>
              <a:ext cx="49651" cy="49651"/>
            </a:xfrm>
            <a:prstGeom prst="ellipse">
              <a:avLst/>
            </a:prstGeom>
            <a:solidFill>
              <a:srgbClr val="6C0072">
                <a:alpha val="100000"/>
              </a:srgbClr>
            </a:solidFill>
            <a:ln w="9000" cap="rnd">
              <a:solidFill>
                <a:srgbClr val="6C00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417611" y="3311207"/>
              <a:ext cx="49651" cy="49651"/>
            </a:xfrm>
            <a:prstGeom prst="ellipse">
              <a:avLst/>
            </a:prstGeom>
            <a:solidFill>
              <a:srgbClr val="BE0044">
                <a:alpha val="100000"/>
              </a:srgbClr>
            </a:solidFill>
            <a:ln w="9000" cap="rnd">
              <a:solidFill>
                <a:srgbClr val="BE00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888930" y="3713011"/>
              <a:ext cx="49651" cy="49651"/>
            </a:xfrm>
            <a:prstGeom prst="ellipse">
              <a:avLst/>
            </a:prstGeom>
            <a:solidFill>
              <a:srgbClr val="630076">
                <a:alpha val="100000"/>
              </a:srgbClr>
            </a:solidFill>
            <a:ln w="9000" cap="rnd">
              <a:solidFill>
                <a:srgbClr val="6300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961943" y="3736771"/>
              <a:ext cx="49651" cy="49651"/>
            </a:xfrm>
            <a:prstGeom prst="ellipse">
              <a:avLst/>
            </a:prstGeom>
            <a:solidFill>
              <a:srgbClr val="7D006A">
                <a:alpha val="100000"/>
              </a:srgbClr>
            </a:solidFill>
            <a:ln w="9000" cap="rnd">
              <a:solidFill>
                <a:srgbClr val="7D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960637" y="3600973"/>
              <a:ext cx="49651" cy="49651"/>
            </a:xfrm>
            <a:prstGeom prst="ellipse">
              <a:avLst/>
            </a:prstGeom>
            <a:solidFill>
              <a:srgbClr val="810068">
                <a:alpha val="100000"/>
              </a:srgbClr>
            </a:solidFill>
            <a:ln w="9000" cap="rnd">
              <a:solidFill>
                <a:srgbClr val="8100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426382" y="3735750"/>
              <a:ext cx="49651" cy="49651"/>
            </a:xfrm>
            <a:prstGeom prst="ellipse">
              <a:avLst/>
            </a:prstGeom>
            <a:solidFill>
              <a:srgbClr val="8F0060">
                <a:alpha val="100000"/>
              </a:srgbClr>
            </a:solidFill>
            <a:ln w="9000" cap="rnd">
              <a:solidFill>
                <a:srgbClr val="8F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86953" y="3518747"/>
              <a:ext cx="49651" cy="49651"/>
            </a:xfrm>
            <a:prstGeom prst="ellipse">
              <a:avLst/>
            </a:prstGeom>
            <a:solidFill>
              <a:srgbClr val="96005C">
                <a:alpha val="100000"/>
              </a:srgbClr>
            </a:solidFill>
            <a:ln w="9000" cap="rnd">
              <a:solidFill>
                <a:srgbClr val="960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761885" y="3661624"/>
              <a:ext cx="49651" cy="49651"/>
            </a:xfrm>
            <a:prstGeom prst="ellipse">
              <a:avLst/>
            </a:prstGeom>
            <a:solidFill>
              <a:srgbClr val="860065">
                <a:alpha val="100000"/>
              </a:srgbClr>
            </a:solidFill>
            <a:ln w="9000" cap="rnd">
              <a:solidFill>
                <a:srgbClr val="8600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16778" y="3691644"/>
              <a:ext cx="49651" cy="49651"/>
            </a:xfrm>
            <a:prstGeom prst="ellipse">
              <a:avLst/>
            </a:prstGeom>
            <a:solidFill>
              <a:srgbClr val="7C006A">
                <a:alpha val="100000"/>
              </a:srgbClr>
            </a:solidFill>
            <a:ln w="9000" cap="rnd">
              <a:solidFill>
                <a:srgbClr val="7C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745735" y="3606962"/>
              <a:ext cx="49651" cy="49651"/>
            </a:xfrm>
            <a:prstGeom prst="ellipse">
              <a:avLst/>
            </a:prstGeom>
            <a:solidFill>
              <a:srgbClr val="CA003C">
                <a:alpha val="100000"/>
              </a:srgbClr>
            </a:solidFill>
            <a:ln w="9000" cap="rnd">
              <a:solidFill>
                <a:srgbClr val="CA0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614859" y="3599464"/>
              <a:ext cx="49651" cy="49651"/>
            </a:xfrm>
            <a:prstGeom prst="ellipse">
              <a:avLst/>
            </a:prstGeom>
            <a:solidFill>
              <a:srgbClr val="B4004B">
                <a:alpha val="100000"/>
              </a:srgbClr>
            </a:solidFill>
            <a:ln w="9000" cap="rnd">
              <a:solidFill>
                <a:srgbClr val="B40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468364" y="3451068"/>
              <a:ext cx="49651" cy="49651"/>
            </a:xfrm>
            <a:prstGeom prst="ellipse">
              <a:avLst/>
            </a:prstGeom>
            <a:solidFill>
              <a:srgbClr val="880064">
                <a:alpha val="100000"/>
              </a:srgbClr>
            </a:solidFill>
            <a:ln w="9000" cap="rnd">
              <a:solidFill>
                <a:srgbClr val="88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450299" y="3600290"/>
              <a:ext cx="49651" cy="49651"/>
            </a:xfrm>
            <a:prstGeom prst="ellipse">
              <a:avLst/>
            </a:prstGeom>
            <a:solidFill>
              <a:srgbClr val="78006C">
                <a:alpha val="100000"/>
              </a:srgbClr>
            </a:solidFill>
            <a:ln w="9000" cap="rnd">
              <a:solidFill>
                <a:srgbClr val="7800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664581" y="3305751"/>
              <a:ext cx="49651" cy="49651"/>
            </a:xfrm>
            <a:prstGeom prst="ellipse">
              <a:avLst/>
            </a:prstGeom>
            <a:solidFill>
              <a:srgbClr val="C8003D">
                <a:alpha val="100000"/>
              </a:srgbClr>
            </a:solidFill>
            <a:ln w="9000" cap="rnd">
              <a:solidFill>
                <a:srgbClr val="C800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85424" y="3332184"/>
              <a:ext cx="49651" cy="49651"/>
            </a:xfrm>
            <a:prstGeom prst="ellipse">
              <a:avLst/>
            </a:prstGeom>
            <a:solidFill>
              <a:srgbClr val="CF0038">
                <a:alpha val="100000"/>
              </a:srgbClr>
            </a:solidFill>
            <a:ln w="9000" cap="rnd">
              <a:solidFill>
                <a:srgbClr val="CF00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783770" y="3474499"/>
              <a:ext cx="49651" cy="49651"/>
            </a:xfrm>
            <a:prstGeom prst="ellipse">
              <a:avLst/>
            </a:prstGeom>
            <a:solidFill>
              <a:srgbClr val="A20056">
                <a:alpha val="100000"/>
              </a:srgbClr>
            </a:solidFill>
            <a:ln w="9000" cap="rnd">
              <a:solidFill>
                <a:srgbClr val="A200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735153" y="3640925"/>
              <a:ext cx="49651" cy="49651"/>
            </a:xfrm>
            <a:prstGeom prst="ellipse">
              <a:avLst/>
            </a:prstGeom>
            <a:solidFill>
              <a:srgbClr val="A30055">
                <a:alpha val="100000"/>
              </a:srgbClr>
            </a:solidFill>
            <a:ln w="9000" cap="rnd">
              <a:solidFill>
                <a:srgbClr val="A300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657338" y="3244909"/>
              <a:ext cx="49651" cy="49651"/>
            </a:xfrm>
            <a:prstGeom prst="ellipse">
              <a:avLst/>
            </a:prstGeom>
            <a:solidFill>
              <a:srgbClr val="BB0046">
                <a:alpha val="100000"/>
              </a:srgbClr>
            </a:solidFill>
            <a:ln w="9000" cap="rnd">
              <a:solidFill>
                <a:srgbClr val="BB00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411288" y="3351142"/>
              <a:ext cx="49651" cy="49651"/>
            </a:xfrm>
            <a:prstGeom prst="ellipse">
              <a:avLst/>
            </a:prstGeom>
            <a:solidFill>
              <a:srgbClr val="C9003C">
                <a:alpha val="100000"/>
              </a:srgbClr>
            </a:solidFill>
            <a:ln w="9000" cap="rnd">
              <a:solidFill>
                <a:srgbClr val="C90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133555" y="3414654"/>
              <a:ext cx="49651" cy="49651"/>
            </a:xfrm>
            <a:prstGeom prst="ellipse">
              <a:avLst/>
            </a:prstGeom>
            <a:solidFill>
              <a:srgbClr val="CA003C">
                <a:alpha val="100000"/>
              </a:srgbClr>
            </a:solidFill>
            <a:ln w="9000" cap="rnd">
              <a:solidFill>
                <a:srgbClr val="CA0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352081" y="3679620"/>
              <a:ext cx="49651" cy="49651"/>
            </a:xfrm>
            <a:prstGeom prst="ellipse">
              <a:avLst/>
            </a:prstGeom>
            <a:solidFill>
              <a:srgbClr val="B60049">
                <a:alpha val="100000"/>
              </a:srgbClr>
            </a:solidFill>
            <a:ln w="9000" cap="rnd">
              <a:solidFill>
                <a:srgbClr val="B600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583187" y="3564850"/>
              <a:ext cx="49651" cy="49651"/>
            </a:xfrm>
            <a:prstGeom prst="ellipse">
              <a:avLst/>
            </a:prstGeom>
            <a:solidFill>
              <a:srgbClr val="7C006A">
                <a:alpha val="100000"/>
              </a:srgbClr>
            </a:solidFill>
            <a:ln w="9000" cap="rnd">
              <a:solidFill>
                <a:srgbClr val="7C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366231" y="3701659"/>
              <a:ext cx="49651" cy="49651"/>
            </a:xfrm>
            <a:prstGeom prst="ellipse">
              <a:avLst/>
            </a:prstGeom>
            <a:solidFill>
              <a:srgbClr val="880064">
                <a:alpha val="100000"/>
              </a:srgbClr>
            </a:solidFill>
            <a:ln w="9000" cap="rnd">
              <a:solidFill>
                <a:srgbClr val="8800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426593" y="3381076"/>
              <a:ext cx="49651" cy="49651"/>
            </a:xfrm>
            <a:prstGeom prst="ellipse">
              <a:avLst/>
            </a:prstGeom>
            <a:solidFill>
              <a:srgbClr val="A90051">
                <a:alpha val="100000"/>
              </a:srgbClr>
            </a:solidFill>
            <a:ln w="9000" cap="rnd">
              <a:solidFill>
                <a:srgbClr val="A900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867218" y="3582621"/>
              <a:ext cx="49651" cy="49651"/>
            </a:xfrm>
            <a:prstGeom prst="ellipse">
              <a:avLst/>
            </a:prstGeom>
            <a:solidFill>
              <a:srgbClr val="830066">
                <a:alpha val="100000"/>
              </a:srgbClr>
            </a:solidFill>
            <a:ln w="9000" cap="rnd">
              <a:solidFill>
                <a:srgbClr val="8300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900179" y="3667979"/>
              <a:ext cx="49651" cy="49651"/>
            </a:xfrm>
            <a:prstGeom prst="ellipse">
              <a:avLst/>
            </a:prstGeom>
            <a:solidFill>
              <a:srgbClr val="96005C">
                <a:alpha val="100000"/>
              </a:srgbClr>
            </a:solidFill>
            <a:ln w="9000" cap="rnd">
              <a:solidFill>
                <a:srgbClr val="960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670847" y="3370280"/>
              <a:ext cx="49651" cy="49651"/>
            </a:xfrm>
            <a:prstGeom prst="ellipse">
              <a:avLst/>
            </a:prstGeom>
            <a:solidFill>
              <a:srgbClr val="BD0045">
                <a:alpha val="100000"/>
              </a:srgbClr>
            </a:solidFill>
            <a:ln w="9000" cap="rnd">
              <a:solidFill>
                <a:srgbClr val="BD0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301828" y="3536779"/>
              <a:ext cx="49651" cy="49651"/>
            </a:xfrm>
            <a:prstGeom prst="ellipse">
              <a:avLst/>
            </a:prstGeom>
            <a:solidFill>
              <a:srgbClr val="AC0050">
                <a:alpha val="100000"/>
              </a:srgbClr>
            </a:solidFill>
            <a:ln w="9000" cap="rnd">
              <a:solidFill>
                <a:srgbClr val="AC00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4210363" y="3185080"/>
              <a:ext cx="1558872" cy="659961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tx296"/>
            <p:cNvSpPr/>
            <p:nvPr/>
          </p:nvSpPr>
          <p:spPr>
            <a:xfrm>
              <a:off x="4023422" y="364977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4023422" y="34733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4023422" y="329690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99" name="pl299"/>
            <p:cNvSpPr/>
            <p:nvPr/>
          </p:nvSpPr>
          <p:spPr>
            <a:xfrm>
              <a:off x="4175569" y="36915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175569" y="3515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4175569" y="33386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4572989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4989799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406610" y="384504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tx305"/>
            <p:cNvSpPr/>
            <p:nvPr/>
          </p:nvSpPr>
          <p:spPr>
            <a:xfrm>
              <a:off x="4510833" y="390592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4927644" y="390597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5344455" y="390597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4092902" y="4025592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309" name="tx309"/>
            <p:cNvSpPr/>
            <p:nvPr/>
          </p:nvSpPr>
          <p:spPr>
            <a:xfrm rot="-5400000">
              <a:off x="2996306" y="3449508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310" name="rc310"/>
            <p:cNvSpPr/>
            <p:nvPr/>
          </p:nvSpPr>
          <p:spPr>
            <a:xfrm>
              <a:off x="2986815" y="4106853"/>
              <a:ext cx="1589219" cy="38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tx311"/>
            <p:cNvSpPr/>
            <p:nvPr/>
          </p:nvSpPr>
          <p:spPr>
            <a:xfrm>
              <a:off x="3056404" y="4321092"/>
              <a:ext cx="295020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EYO</a:t>
              </a:r>
            </a:p>
          </p:txBody>
        </p:sp>
        <p:pic>
          <p:nvPicPr>
            <p:cNvPr id="312" name="pic3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9165" y="4176442"/>
              <a:ext cx="1097280" cy="219455"/>
            </a:xfrm>
            <a:prstGeom prst="rect">
              <a:avLst/>
            </a:prstGeom>
          </p:spPr>
        </p:pic>
        <p:sp>
          <p:nvSpPr>
            <p:cNvPr id="313" name="pl313"/>
            <p:cNvSpPr/>
            <p:nvPr/>
          </p:nvSpPr>
          <p:spPr>
            <a:xfrm>
              <a:off x="3650224" y="4352006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991981" y="4352006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4333738" y="4352006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3650224" y="417644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991981" y="417644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4333738" y="4176442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tx319"/>
            <p:cNvSpPr/>
            <p:nvPr/>
          </p:nvSpPr>
          <p:spPr>
            <a:xfrm>
              <a:off x="3569460" y="4463795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3911217" y="4463795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4302660" y="446379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2026-02-17T15:57:56Z</dcterms:modified>
</cp:coreProperties>
</file>