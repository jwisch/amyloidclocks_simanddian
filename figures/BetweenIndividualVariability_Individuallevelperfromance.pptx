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3520282" y="581025"/>
            <a:ext cx="3657600" cy="6400800"/>
            <a:chOff x="3520282" y="581025"/>
            <a:chExt cx="3657600" cy="6400800"/>
          </a:xfrm>
        </p:grpSpPr>
        <p:sp>
          <p:nvSpPr>
            <p:cNvPr id="3" name="rc3"/>
            <p:cNvSpPr/>
            <p:nvPr/>
          </p:nvSpPr>
          <p:spPr>
            <a:xfrm>
              <a:off x="3520281" y="581025"/>
              <a:ext cx="36576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520281" y="581025"/>
              <a:ext cx="3657600" cy="1600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589870" y="878303"/>
              <a:ext cx="3518421" cy="3952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3749798" y="972971"/>
              <a:ext cx="3198565" cy="282587"/>
            </a:xfrm>
            <a:custGeom>
              <a:avLst/>
              <a:pathLst>
                <a:path w="3198565" h="282587">
                  <a:moveTo>
                    <a:pt x="0" y="23603"/>
                  </a:moveTo>
                  <a:lnTo>
                    <a:pt x="6259" y="22617"/>
                  </a:lnTo>
                  <a:lnTo>
                    <a:pt x="12518" y="21676"/>
                  </a:lnTo>
                  <a:lnTo>
                    <a:pt x="18778" y="20735"/>
                  </a:lnTo>
                  <a:lnTo>
                    <a:pt x="25037" y="19818"/>
                  </a:lnTo>
                  <a:lnTo>
                    <a:pt x="31297" y="18926"/>
                  </a:lnTo>
                  <a:lnTo>
                    <a:pt x="37556" y="18034"/>
                  </a:lnTo>
                  <a:lnTo>
                    <a:pt x="43815" y="17188"/>
                  </a:lnTo>
                  <a:lnTo>
                    <a:pt x="50075" y="16345"/>
                  </a:lnTo>
                  <a:lnTo>
                    <a:pt x="56334" y="15522"/>
                  </a:lnTo>
                  <a:lnTo>
                    <a:pt x="62594" y="14730"/>
                  </a:lnTo>
                  <a:lnTo>
                    <a:pt x="68853" y="13939"/>
                  </a:lnTo>
                  <a:lnTo>
                    <a:pt x="75113" y="13189"/>
                  </a:lnTo>
                  <a:lnTo>
                    <a:pt x="81372" y="12449"/>
                  </a:lnTo>
                  <a:lnTo>
                    <a:pt x="87631" y="11723"/>
                  </a:lnTo>
                  <a:lnTo>
                    <a:pt x="93891" y="11036"/>
                  </a:lnTo>
                  <a:lnTo>
                    <a:pt x="100150" y="10348"/>
                  </a:lnTo>
                  <a:lnTo>
                    <a:pt x="106410" y="9698"/>
                  </a:lnTo>
                  <a:lnTo>
                    <a:pt x="112669" y="9064"/>
                  </a:lnTo>
                  <a:lnTo>
                    <a:pt x="118929" y="8438"/>
                  </a:lnTo>
                  <a:lnTo>
                    <a:pt x="125188" y="7858"/>
                  </a:lnTo>
                  <a:lnTo>
                    <a:pt x="131447" y="7279"/>
                  </a:lnTo>
                  <a:lnTo>
                    <a:pt x="137707" y="6731"/>
                  </a:lnTo>
                  <a:lnTo>
                    <a:pt x="143966" y="6205"/>
                  </a:lnTo>
                  <a:lnTo>
                    <a:pt x="150226" y="5682"/>
                  </a:lnTo>
                  <a:lnTo>
                    <a:pt x="156485" y="5212"/>
                  </a:lnTo>
                  <a:lnTo>
                    <a:pt x="162745" y="4741"/>
                  </a:lnTo>
                  <a:lnTo>
                    <a:pt x="169004" y="4297"/>
                  </a:lnTo>
                  <a:lnTo>
                    <a:pt x="175263" y="3883"/>
                  </a:lnTo>
                  <a:lnTo>
                    <a:pt x="181523" y="3468"/>
                  </a:lnTo>
                  <a:lnTo>
                    <a:pt x="187782" y="3104"/>
                  </a:lnTo>
                  <a:lnTo>
                    <a:pt x="194042" y="2745"/>
                  </a:lnTo>
                  <a:lnTo>
                    <a:pt x="200301" y="2406"/>
                  </a:lnTo>
                  <a:lnTo>
                    <a:pt x="206560" y="2103"/>
                  </a:lnTo>
                  <a:lnTo>
                    <a:pt x="212820" y="1799"/>
                  </a:lnTo>
                  <a:lnTo>
                    <a:pt x="219079" y="1541"/>
                  </a:lnTo>
                  <a:lnTo>
                    <a:pt x="225339" y="1294"/>
                  </a:lnTo>
                  <a:lnTo>
                    <a:pt x="231598" y="1060"/>
                  </a:lnTo>
                  <a:lnTo>
                    <a:pt x="237858" y="868"/>
                  </a:lnTo>
                  <a:lnTo>
                    <a:pt x="244117" y="677"/>
                  </a:lnTo>
                  <a:lnTo>
                    <a:pt x="250376" y="523"/>
                  </a:lnTo>
                  <a:lnTo>
                    <a:pt x="256636" y="388"/>
                  </a:lnTo>
                  <a:lnTo>
                    <a:pt x="262895" y="259"/>
                  </a:lnTo>
                  <a:lnTo>
                    <a:pt x="269155" y="179"/>
                  </a:lnTo>
                  <a:lnTo>
                    <a:pt x="275414" y="99"/>
                  </a:lnTo>
                  <a:lnTo>
                    <a:pt x="281674" y="49"/>
                  </a:lnTo>
                  <a:lnTo>
                    <a:pt x="287933" y="24"/>
                  </a:lnTo>
                  <a:lnTo>
                    <a:pt x="294192" y="0"/>
                  </a:lnTo>
                  <a:lnTo>
                    <a:pt x="300452" y="29"/>
                  </a:lnTo>
                  <a:lnTo>
                    <a:pt x="306711" y="59"/>
                  </a:lnTo>
                  <a:lnTo>
                    <a:pt x="312971" y="112"/>
                  </a:lnTo>
                  <a:lnTo>
                    <a:pt x="319230" y="196"/>
                  </a:lnTo>
                  <a:lnTo>
                    <a:pt x="325490" y="280"/>
                  </a:lnTo>
                  <a:lnTo>
                    <a:pt x="331749" y="411"/>
                  </a:lnTo>
                  <a:lnTo>
                    <a:pt x="338008" y="548"/>
                  </a:lnTo>
                  <a:lnTo>
                    <a:pt x="344268" y="703"/>
                  </a:lnTo>
                  <a:lnTo>
                    <a:pt x="350527" y="893"/>
                  </a:lnTo>
                  <a:lnTo>
                    <a:pt x="356787" y="1083"/>
                  </a:lnTo>
                  <a:lnTo>
                    <a:pt x="363046" y="1312"/>
                  </a:lnTo>
                  <a:lnTo>
                    <a:pt x="369305" y="1554"/>
                  </a:lnTo>
                  <a:lnTo>
                    <a:pt x="375565" y="1807"/>
                  </a:lnTo>
                  <a:lnTo>
                    <a:pt x="381824" y="2100"/>
                  </a:lnTo>
                  <a:lnTo>
                    <a:pt x="388084" y="2392"/>
                  </a:lnTo>
                  <a:lnTo>
                    <a:pt x="394343" y="2718"/>
                  </a:lnTo>
                  <a:lnTo>
                    <a:pt x="400603" y="3060"/>
                  </a:lnTo>
                  <a:lnTo>
                    <a:pt x="406862" y="3408"/>
                  </a:lnTo>
                  <a:lnTo>
                    <a:pt x="413121" y="3799"/>
                  </a:lnTo>
                  <a:lnTo>
                    <a:pt x="419381" y="4191"/>
                  </a:lnTo>
                  <a:lnTo>
                    <a:pt x="425640" y="4608"/>
                  </a:lnTo>
                  <a:lnTo>
                    <a:pt x="431900" y="5047"/>
                  </a:lnTo>
                  <a:lnTo>
                    <a:pt x="438159" y="5487"/>
                  </a:lnTo>
                  <a:lnTo>
                    <a:pt x="444419" y="5972"/>
                  </a:lnTo>
                  <a:lnTo>
                    <a:pt x="450678" y="6457"/>
                  </a:lnTo>
                  <a:lnTo>
                    <a:pt x="456937" y="6962"/>
                  </a:lnTo>
                  <a:lnTo>
                    <a:pt x="463197" y="7493"/>
                  </a:lnTo>
                  <a:lnTo>
                    <a:pt x="469456" y="8024"/>
                  </a:lnTo>
                  <a:lnTo>
                    <a:pt x="475716" y="8593"/>
                  </a:lnTo>
                  <a:lnTo>
                    <a:pt x="481975" y="9168"/>
                  </a:lnTo>
                  <a:lnTo>
                    <a:pt x="488235" y="9756"/>
                  </a:lnTo>
                  <a:lnTo>
                    <a:pt x="494494" y="10373"/>
                  </a:lnTo>
                  <a:lnTo>
                    <a:pt x="500753" y="10990"/>
                  </a:lnTo>
                  <a:lnTo>
                    <a:pt x="507013" y="11638"/>
                  </a:lnTo>
                  <a:lnTo>
                    <a:pt x="513272" y="12296"/>
                  </a:lnTo>
                  <a:lnTo>
                    <a:pt x="519532" y="12962"/>
                  </a:lnTo>
                  <a:lnTo>
                    <a:pt x="525791" y="13659"/>
                  </a:lnTo>
                  <a:lnTo>
                    <a:pt x="532050" y="14357"/>
                  </a:lnTo>
                  <a:lnTo>
                    <a:pt x="538310" y="15078"/>
                  </a:lnTo>
                  <a:lnTo>
                    <a:pt x="544569" y="15814"/>
                  </a:lnTo>
                  <a:lnTo>
                    <a:pt x="550829" y="16552"/>
                  </a:lnTo>
                  <a:lnTo>
                    <a:pt x="557088" y="17323"/>
                  </a:lnTo>
                  <a:lnTo>
                    <a:pt x="563348" y="18095"/>
                  </a:lnTo>
                  <a:lnTo>
                    <a:pt x="569607" y="18884"/>
                  </a:lnTo>
                  <a:lnTo>
                    <a:pt x="575866" y="19690"/>
                  </a:lnTo>
                  <a:lnTo>
                    <a:pt x="582126" y="20497"/>
                  </a:lnTo>
                  <a:lnTo>
                    <a:pt x="588385" y="21334"/>
                  </a:lnTo>
                  <a:lnTo>
                    <a:pt x="594645" y="22173"/>
                  </a:lnTo>
                  <a:lnTo>
                    <a:pt x="600904" y="23025"/>
                  </a:lnTo>
                  <a:lnTo>
                    <a:pt x="607164" y="23895"/>
                  </a:lnTo>
                  <a:lnTo>
                    <a:pt x="613423" y="24765"/>
                  </a:lnTo>
                  <a:lnTo>
                    <a:pt x="619682" y="25660"/>
                  </a:lnTo>
                  <a:lnTo>
                    <a:pt x="625942" y="26560"/>
                  </a:lnTo>
                  <a:lnTo>
                    <a:pt x="632201" y="27467"/>
                  </a:lnTo>
                  <a:lnTo>
                    <a:pt x="638461" y="28394"/>
                  </a:lnTo>
                  <a:lnTo>
                    <a:pt x="644720" y="29322"/>
                  </a:lnTo>
                  <a:lnTo>
                    <a:pt x="650980" y="30268"/>
                  </a:lnTo>
                  <a:lnTo>
                    <a:pt x="657239" y="31221"/>
                  </a:lnTo>
                  <a:lnTo>
                    <a:pt x="663498" y="32178"/>
                  </a:lnTo>
                  <a:lnTo>
                    <a:pt x="669758" y="33156"/>
                  </a:lnTo>
                  <a:lnTo>
                    <a:pt x="676017" y="34133"/>
                  </a:lnTo>
                  <a:lnTo>
                    <a:pt x="682277" y="35124"/>
                  </a:lnTo>
                  <a:lnTo>
                    <a:pt x="688536" y="36124"/>
                  </a:lnTo>
                  <a:lnTo>
                    <a:pt x="694796" y="37124"/>
                  </a:lnTo>
                  <a:lnTo>
                    <a:pt x="701055" y="38145"/>
                  </a:lnTo>
                  <a:lnTo>
                    <a:pt x="707314" y="39165"/>
                  </a:lnTo>
                  <a:lnTo>
                    <a:pt x="713574" y="40195"/>
                  </a:lnTo>
                  <a:lnTo>
                    <a:pt x="719833" y="41234"/>
                  </a:lnTo>
                  <a:lnTo>
                    <a:pt x="726093" y="42273"/>
                  </a:lnTo>
                  <a:lnTo>
                    <a:pt x="732352" y="43328"/>
                  </a:lnTo>
                  <a:lnTo>
                    <a:pt x="738611" y="44385"/>
                  </a:lnTo>
                  <a:lnTo>
                    <a:pt x="744871" y="45446"/>
                  </a:lnTo>
                  <a:lnTo>
                    <a:pt x="751130" y="46518"/>
                  </a:lnTo>
                  <a:lnTo>
                    <a:pt x="757390" y="47590"/>
                  </a:lnTo>
                  <a:lnTo>
                    <a:pt x="763649" y="48672"/>
                  </a:lnTo>
                  <a:lnTo>
                    <a:pt x="769909" y="49758"/>
                  </a:lnTo>
                  <a:lnTo>
                    <a:pt x="776168" y="50846"/>
                  </a:lnTo>
                  <a:lnTo>
                    <a:pt x="782427" y="51943"/>
                  </a:lnTo>
                  <a:lnTo>
                    <a:pt x="788687" y="53040"/>
                  </a:lnTo>
                  <a:lnTo>
                    <a:pt x="794946" y="54145"/>
                  </a:lnTo>
                  <a:lnTo>
                    <a:pt x="801206" y="55252"/>
                  </a:lnTo>
                  <a:lnTo>
                    <a:pt x="807465" y="56361"/>
                  </a:lnTo>
                  <a:lnTo>
                    <a:pt x="813725" y="57477"/>
                  </a:lnTo>
                  <a:lnTo>
                    <a:pt x="819984" y="58593"/>
                  </a:lnTo>
                  <a:lnTo>
                    <a:pt x="826243" y="59713"/>
                  </a:lnTo>
                  <a:lnTo>
                    <a:pt x="832503" y="60836"/>
                  </a:lnTo>
                  <a:lnTo>
                    <a:pt x="838762" y="61959"/>
                  </a:lnTo>
                  <a:lnTo>
                    <a:pt x="845022" y="63087"/>
                  </a:lnTo>
                  <a:lnTo>
                    <a:pt x="851281" y="64216"/>
                  </a:lnTo>
                  <a:lnTo>
                    <a:pt x="857541" y="65346"/>
                  </a:lnTo>
                  <a:lnTo>
                    <a:pt x="863800" y="66478"/>
                  </a:lnTo>
                  <a:lnTo>
                    <a:pt x="870059" y="67611"/>
                  </a:lnTo>
                  <a:lnTo>
                    <a:pt x="876319" y="68745"/>
                  </a:lnTo>
                  <a:lnTo>
                    <a:pt x="882578" y="69880"/>
                  </a:lnTo>
                  <a:lnTo>
                    <a:pt x="888838" y="71015"/>
                  </a:lnTo>
                  <a:lnTo>
                    <a:pt x="895097" y="72151"/>
                  </a:lnTo>
                  <a:lnTo>
                    <a:pt x="901356" y="73287"/>
                  </a:lnTo>
                  <a:lnTo>
                    <a:pt x="907616" y="74422"/>
                  </a:lnTo>
                  <a:lnTo>
                    <a:pt x="913875" y="75557"/>
                  </a:lnTo>
                  <a:lnTo>
                    <a:pt x="920135" y="76692"/>
                  </a:lnTo>
                  <a:lnTo>
                    <a:pt x="926394" y="77826"/>
                  </a:lnTo>
                  <a:lnTo>
                    <a:pt x="932654" y="78959"/>
                  </a:lnTo>
                  <a:lnTo>
                    <a:pt x="938913" y="80091"/>
                  </a:lnTo>
                  <a:lnTo>
                    <a:pt x="945172" y="81221"/>
                  </a:lnTo>
                  <a:lnTo>
                    <a:pt x="951432" y="82351"/>
                  </a:lnTo>
                  <a:lnTo>
                    <a:pt x="957691" y="83477"/>
                  </a:lnTo>
                  <a:lnTo>
                    <a:pt x="963951" y="84603"/>
                  </a:lnTo>
                  <a:lnTo>
                    <a:pt x="970210" y="85727"/>
                  </a:lnTo>
                  <a:lnTo>
                    <a:pt x="976470" y="86847"/>
                  </a:lnTo>
                  <a:lnTo>
                    <a:pt x="982729" y="87968"/>
                  </a:lnTo>
                  <a:lnTo>
                    <a:pt x="988988" y="89082"/>
                  </a:lnTo>
                  <a:lnTo>
                    <a:pt x="995248" y="90196"/>
                  </a:lnTo>
                  <a:lnTo>
                    <a:pt x="1001507" y="91306"/>
                  </a:lnTo>
                  <a:lnTo>
                    <a:pt x="1007767" y="92413"/>
                  </a:lnTo>
                  <a:lnTo>
                    <a:pt x="1014026" y="93519"/>
                  </a:lnTo>
                  <a:lnTo>
                    <a:pt x="1020286" y="94618"/>
                  </a:lnTo>
                  <a:lnTo>
                    <a:pt x="1026545" y="95715"/>
                  </a:lnTo>
                  <a:lnTo>
                    <a:pt x="1032804" y="96810"/>
                  </a:lnTo>
                  <a:lnTo>
                    <a:pt x="1039064" y="97897"/>
                  </a:lnTo>
                  <a:lnTo>
                    <a:pt x="1045323" y="98985"/>
                  </a:lnTo>
                  <a:lnTo>
                    <a:pt x="1051583" y="100065"/>
                  </a:lnTo>
                  <a:lnTo>
                    <a:pt x="1057842" y="101142"/>
                  </a:lnTo>
                  <a:lnTo>
                    <a:pt x="1064101" y="102217"/>
                  </a:lnTo>
                  <a:lnTo>
                    <a:pt x="1070361" y="103283"/>
                  </a:lnTo>
                  <a:lnTo>
                    <a:pt x="1076620" y="104349"/>
                  </a:lnTo>
                  <a:lnTo>
                    <a:pt x="1082880" y="105407"/>
                  </a:lnTo>
                  <a:lnTo>
                    <a:pt x="1089139" y="106461"/>
                  </a:lnTo>
                  <a:lnTo>
                    <a:pt x="1095399" y="107513"/>
                  </a:lnTo>
                  <a:lnTo>
                    <a:pt x="1101658" y="108554"/>
                  </a:lnTo>
                  <a:lnTo>
                    <a:pt x="1107917" y="109594"/>
                  </a:lnTo>
                  <a:lnTo>
                    <a:pt x="1114177" y="110628"/>
                  </a:lnTo>
                  <a:lnTo>
                    <a:pt x="1120436" y="111655"/>
                  </a:lnTo>
                  <a:lnTo>
                    <a:pt x="1126696" y="112682"/>
                  </a:lnTo>
                  <a:lnTo>
                    <a:pt x="1132955" y="113695"/>
                  </a:lnTo>
                  <a:lnTo>
                    <a:pt x="1139215" y="114708"/>
                  </a:lnTo>
                  <a:lnTo>
                    <a:pt x="1145474" y="115715"/>
                  </a:lnTo>
                  <a:lnTo>
                    <a:pt x="1151733" y="116713"/>
                  </a:lnTo>
                  <a:lnTo>
                    <a:pt x="1157993" y="117711"/>
                  </a:lnTo>
                  <a:lnTo>
                    <a:pt x="1164252" y="118696"/>
                  </a:lnTo>
                  <a:lnTo>
                    <a:pt x="1170512" y="119679"/>
                  </a:lnTo>
                  <a:lnTo>
                    <a:pt x="1176771" y="120657"/>
                  </a:lnTo>
                  <a:lnTo>
                    <a:pt x="1183031" y="121624"/>
                  </a:lnTo>
                  <a:lnTo>
                    <a:pt x="1189290" y="122591"/>
                  </a:lnTo>
                  <a:lnTo>
                    <a:pt x="1195549" y="123546"/>
                  </a:lnTo>
                  <a:lnTo>
                    <a:pt x="1201809" y="124497"/>
                  </a:lnTo>
                  <a:lnTo>
                    <a:pt x="1208068" y="125445"/>
                  </a:lnTo>
                  <a:lnTo>
                    <a:pt x="1214328" y="126380"/>
                  </a:lnTo>
                  <a:lnTo>
                    <a:pt x="1220587" y="127314"/>
                  </a:lnTo>
                  <a:lnTo>
                    <a:pt x="1226846" y="128238"/>
                  </a:lnTo>
                  <a:lnTo>
                    <a:pt x="1233106" y="129156"/>
                  </a:lnTo>
                  <a:lnTo>
                    <a:pt x="1239365" y="130073"/>
                  </a:lnTo>
                  <a:lnTo>
                    <a:pt x="1245625" y="130974"/>
                  </a:lnTo>
                  <a:lnTo>
                    <a:pt x="1251884" y="131874"/>
                  </a:lnTo>
                  <a:lnTo>
                    <a:pt x="1258144" y="132766"/>
                  </a:lnTo>
                  <a:lnTo>
                    <a:pt x="1264403" y="133650"/>
                  </a:lnTo>
                  <a:lnTo>
                    <a:pt x="1270662" y="134534"/>
                  </a:lnTo>
                  <a:lnTo>
                    <a:pt x="1276922" y="135401"/>
                  </a:lnTo>
                  <a:lnTo>
                    <a:pt x="1283181" y="136267"/>
                  </a:lnTo>
                  <a:lnTo>
                    <a:pt x="1289441" y="137127"/>
                  </a:lnTo>
                  <a:lnTo>
                    <a:pt x="1295700" y="137975"/>
                  </a:lnTo>
                  <a:lnTo>
                    <a:pt x="1301960" y="138824"/>
                  </a:lnTo>
                  <a:lnTo>
                    <a:pt x="1308219" y="139659"/>
                  </a:lnTo>
                  <a:lnTo>
                    <a:pt x="1314478" y="140490"/>
                  </a:lnTo>
                  <a:lnTo>
                    <a:pt x="1320738" y="141317"/>
                  </a:lnTo>
                  <a:lnTo>
                    <a:pt x="1326997" y="142130"/>
                  </a:lnTo>
                  <a:lnTo>
                    <a:pt x="1333257" y="142944"/>
                  </a:lnTo>
                  <a:lnTo>
                    <a:pt x="1339516" y="143745"/>
                  </a:lnTo>
                  <a:lnTo>
                    <a:pt x="1345776" y="144542"/>
                  </a:lnTo>
                  <a:lnTo>
                    <a:pt x="1352035" y="145335"/>
                  </a:lnTo>
                  <a:lnTo>
                    <a:pt x="1358294" y="146114"/>
                  </a:lnTo>
                  <a:lnTo>
                    <a:pt x="1364554" y="146893"/>
                  </a:lnTo>
                  <a:lnTo>
                    <a:pt x="1370813" y="147662"/>
                  </a:lnTo>
                  <a:lnTo>
                    <a:pt x="1377073" y="148423"/>
                  </a:lnTo>
                  <a:lnTo>
                    <a:pt x="1383332" y="149184"/>
                  </a:lnTo>
                  <a:lnTo>
                    <a:pt x="1389592" y="149928"/>
                  </a:lnTo>
                  <a:lnTo>
                    <a:pt x="1395851" y="150672"/>
                  </a:lnTo>
                  <a:lnTo>
                    <a:pt x="1402110" y="151408"/>
                  </a:lnTo>
                  <a:lnTo>
                    <a:pt x="1408370" y="152135"/>
                  </a:lnTo>
                  <a:lnTo>
                    <a:pt x="1414629" y="152862"/>
                  </a:lnTo>
                  <a:lnTo>
                    <a:pt x="1420889" y="153574"/>
                  </a:lnTo>
                  <a:lnTo>
                    <a:pt x="1427148" y="154284"/>
                  </a:lnTo>
                  <a:lnTo>
                    <a:pt x="1433407" y="154988"/>
                  </a:lnTo>
                  <a:lnTo>
                    <a:pt x="1439667" y="155681"/>
                  </a:lnTo>
                  <a:lnTo>
                    <a:pt x="1445926" y="156374"/>
                  </a:lnTo>
                  <a:lnTo>
                    <a:pt x="1452186" y="157054"/>
                  </a:lnTo>
                  <a:lnTo>
                    <a:pt x="1458445" y="157731"/>
                  </a:lnTo>
                  <a:lnTo>
                    <a:pt x="1464705" y="158404"/>
                  </a:lnTo>
                  <a:lnTo>
                    <a:pt x="1470964" y="159064"/>
                  </a:lnTo>
                  <a:lnTo>
                    <a:pt x="1477223" y="159724"/>
                  </a:lnTo>
                  <a:lnTo>
                    <a:pt x="1483483" y="160374"/>
                  </a:lnTo>
                  <a:lnTo>
                    <a:pt x="1489742" y="161018"/>
                  </a:lnTo>
                  <a:lnTo>
                    <a:pt x="1496002" y="161660"/>
                  </a:lnTo>
                  <a:lnTo>
                    <a:pt x="1502261" y="162289"/>
                  </a:lnTo>
                  <a:lnTo>
                    <a:pt x="1508521" y="162917"/>
                  </a:lnTo>
                  <a:lnTo>
                    <a:pt x="1514780" y="163537"/>
                  </a:lnTo>
                  <a:lnTo>
                    <a:pt x="1521039" y="164150"/>
                  </a:lnTo>
                  <a:lnTo>
                    <a:pt x="1527299" y="164763"/>
                  </a:lnTo>
                  <a:lnTo>
                    <a:pt x="1533558" y="165360"/>
                  </a:lnTo>
                  <a:lnTo>
                    <a:pt x="1539818" y="165958"/>
                  </a:lnTo>
                  <a:lnTo>
                    <a:pt x="1546077" y="166549"/>
                  </a:lnTo>
                  <a:lnTo>
                    <a:pt x="1552337" y="167132"/>
                  </a:lnTo>
                  <a:lnTo>
                    <a:pt x="1558596" y="167715"/>
                  </a:lnTo>
                  <a:lnTo>
                    <a:pt x="1564855" y="168285"/>
                  </a:lnTo>
                  <a:lnTo>
                    <a:pt x="1571115" y="168853"/>
                  </a:lnTo>
                  <a:lnTo>
                    <a:pt x="1577374" y="169416"/>
                  </a:lnTo>
                  <a:lnTo>
                    <a:pt x="1583634" y="169970"/>
                  </a:lnTo>
                  <a:lnTo>
                    <a:pt x="1589893" y="170524"/>
                  </a:lnTo>
                  <a:lnTo>
                    <a:pt x="1596152" y="171067"/>
                  </a:lnTo>
                  <a:lnTo>
                    <a:pt x="1602412" y="171607"/>
                  </a:lnTo>
                  <a:lnTo>
                    <a:pt x="1608671" y="172144"/>
                  </a:lnTo>
                  <a:lnTo>
                    <a:pt x="1614931" y="172670"/>
                  </a:lnTo>
                  <a:lnTo>
                    <a:pt x="1621190" y="173196"/>
                  </a:lnTo>
                  <a:lnTo>
                    <a:pt x="1627450" y="173714"/>
                  </a:lnTo>
                  <a:lnTo>
                    <a:pt x="1633709" y="174227"/>
                  </a:lnTo>
                  <a:lnTo>
                    <a:pt x="1639968" y="174738"/>
                  </a:lnTo>
                  <a:lnTo>
                    <a:pt x="1646228" y="175238"/>
                  </a:lnTo>
                  <a:lnTo>
                    <a:pt x="1652487" y="175738"/>
                  </a:lnTo>
                  <a:lnTo>
                    <a:pt x="1658747" y="176232"/>
                  </a:lnTo>
                  <a:lnTo>
                    <a:pt x="1665006" y="176719"/>
                  </a:lnTo>
                  <a:lnTo>
                    <a:pt x="1671266" y="177206"/>
                  </a:lnTo>
                  <a:lnTo>
                    <a:pt x="1677525" y="177681"/>
                  </a:lnTo>
                  <a:lnTo>
                    <a:pt x="1683784" y="178157"/>
                  </a:lnTo>
                  <a:lnTo>
                    <a:pt x="1690044" y="178626"/>
                  </a:lnTo>
                  <a:lnTo>
                    <a:pt x="1696303" y="179089"/>
                  </a:lnTo>
                  <a:lnTo>
                    <a:pt x="1702563" y="179553"/>
                  </a:lnTo>
                  <a:lnTo>
                    <a:pt x="1708822" y="180005"/>
                  </a:lnTo>
                  <a:lnTo>
                    <a:pt x="1715082" y="180457"/>
                  </a:lnTo>
                  <a:lnTo>
                    <a:pt x="1721341" y="180905"/>
                  </a:lnTo>
                  <a:lnTo>
                    <a:pt x="1727600" y="181345"/>
                  </a:lnTo>
                  <a:lnTo>
                    <a:pt x="1733860" y="181785"/>
                  </a:lnTo>
                  <a:lnTo>
                    <a:pt x="1740119" y="182217"/>
                  </a:lnTo>
                  <a:lnTo>
                    <a:pt x="1746379" y="182646"/>
                  </a:lnTo>
                  <a:lnTo>
                    <a:pt x="1752638" y="183073"/>
                  </a:lnTo>
                  <a:lnTo>
                    <a:pt x="1758897" y="183491"/>
                  </a:lnTo>
                  <a:lnTo>
                    <a:pt x="1765157" y="183909"/>
                  </a:lnTo>
                  <a:lnTo>
                    <a:pt x="1771416" y="184321"/>
                  </a:lnTo>
                  <a:lnTo>
                    <a:pt x="1777676" y="184729"/>
                  </a:lnTo>
                  <a:lnTo>
                    <a:pt x="1783935" y="185136"/>
                  </a:lnTo>
                  <a:lnTo>
                    <a:pt x="1790195" y="185534"/>
                  </a:lnTo>
                  <a:lnTo>
                    <a:pt x="1796454" y="185931"/>
                  </a:lnTo>
                  <a:lnTo>
                    <a:pt x="1802713" y="186324"/>
                  </a:lnTo>
                  <a:lnTo>
                    <a:pt x="1808973" y="186712"/>
                  </a:lnTo>
                  <a:lnTo>
                    <a:pt x="1815232" y="187100"/>
                  </a:lnTo>
                  <a:lnTo>
                    <a:pt x="1821492" y="187479"/>
                  </a:lnTo>
                  <a:lnTo>
                    <a:pt x="1827751" y="187857"/>
                  </a:lnTo>
                  <a:lnTo>
                    <a:pt x="1834011" y="188232"/>
                  </a:lnTo>
                  <a:lnTo>
                    <a:pt x="1840270" y="188601"/>
                  </a:lnTo>
                  <a:lnTo>
                    <a:pt x="1846529" y="188970"/>
                  </a:lnTo>
                  <a:lnTo>
                    <a:pt x="1852789" y="189331"/>
                  </a:lnTo>
                  <a:lnTo>
                    <a:pt x="1859048" y="189692"/>
                  </a:lnTo>
                  <a:lnTo>
                    <a:pt x="1865308" y="190049"/>
                  </a:lnTo>
                  <a:lnTo>
                    <a:pt x="1871567" y="190400"/>
                  </a:lnTo>
                  <a:lnTo>
                    <a:pt x="1877827" y="190752"/>
                  </a:lnTo>
                  <a:lnTo>
                    <a:pt x="1884086" y="191097"/>
                  </a:lnTo>
                  <a:lnTo>
                    <a:pt x="1890345" y="191440"/>
                  </a:lnTo>
                  <a:lnTo>
                    <a:pt x="1896605" y="191781"/>
                  </a:lnTo>
                  <a:lnTo>
                    <a:pt x="1902864" y="192115"/>
                  </a:lnTo>
                  <a:lnTo>
                    <a:pt x="1909124" y="192450"/>
                  </a:lnTo>
                  <a:lnTo>
                    <a:pt x="1915383" y="192779"/>
                  </a:lnTo>
                  <a:lnTo>
                    <a:pt x="1921642" y="193106"/>
                  </a:lnTo>
                  <a:lnTo>
                    <a:pt x="1927902" y="193432"/>
                  </a:lnTo>
                  <a:lnTo>
                    <a:pt x="1934161" y="193750"/>
                  </a:lnTo>
                  <a:lnTo>
                    <a:pt x="1940421" y="194069"/>
                  </a:lnTo>
                  <a:lnTo>
                    <a:pt x="1946680" y="194383"/>
                  </a:lnTo>
                  <a:lnTo>
                    <a:pt x="1952940" y="194694"/>
                  </a:lnTo>
                  <a:lnTo>
                    <a:pt x="1959199" y="195005"/>
                  </a:lnTo>
                  <a:lnTo>
                    <a:pt x="1965458" y="195309"/>
                  </a:lnTo>
                  <a:lnTo>
                    <a:pt x="1971718" y="195613"/>
                  </a:lnTo>
                  <a:lnTo>
                    <a:pt x="1977977" y="195913"/>
                  </a:lnTo>
                  <a:lnTo>
                    <a:pt x="1984237" y="196210"/>
                  </a:lnTo>
                  <a:lnTo>
                    <a:pt x="1990496" y="196506"/>
                  </a:lnTo>
                  <a:lnTo>
                    <a:pt x="1996756" y="196796"/>
                  </a:lnTo>
                  <a:lnTo>
                    <a:pt x="2003015" y="197085"/>
                  </a:lnTo>
                  <a:lnTo>
                    <a:pt x="2009274" y="197373"/>
                  </a:lnTo>
                  <a:lnTo>
                    <a:pt x="2015534" y="197655"/>
                  </a:lnTo>
                  <a:lnTo>
                    <a:pt x="2021793" y="197937"/>
                  </a:lnTo>
                  <a:lnTo>
                    <a:pt x="2028053" y="198215"/>
                  </a:lnTo>
                  <a:lnTo>
                    <a:pt x="2034312" y="198490"/>
                  </a:lnTo>
                  <a:lnTo>
                    <a:pt x="2040572" y="198765"/>
                  </a:lnTo>
                  <a:lnTo>
                    <a:pt x="2046831" y="199034"/>
                  </a:lnTo>
                  <a:lnTo>
                    <a:pt x="2053090" y="199303"/>
                  </a:lnTo>
                  <a:lnTo>
                    <a:pt x="2059350" y="199568"/>
                  </a:lnTo>
                  <a:lnTo>
                    <a:pt x="2065609" y="199831"/>
                  </a:lnTo>
                  <a:lnTo>
                    <a:pt x="2071869" y="200093"/>
                  </a:lnTo>
                  <a:lnTo>
                    <a:pt x="2078128" y="200350"/>
                  </a:lnTo>
                  <a:lnTo>
                    <a:pt x="2084388" y="200606"/>
                  </a:lnTo>
                  <a:lnTo>
                    <a:pt x="2090647" y="200860"/>
                  </a:lnTo>
                  <a:lnTo>
                    <a:pt x="2096906" y="201110"/>
                  </a:lnTo>
                  <a:lnTo>
                    <a:pt x="2103166" y="201360"/>
                  </a:lnTo>
                  <a:lnTo>
                    <a:pt x="2109425" y="201605"/>
                  </a:lnTo>
                  <a:lnTo>
                    <a:pt x="2115685" y="201850"/>
                  </a:lnTo>
                  <a:lnTo>
                    <a:pt x="2121944" y="202092"/>
                  </a:lnTo>
                  <a:lnTo>
                    <a:pt x="2128203" y="202331"/>
                  </a:lnTo>
                  <a:lnTo>
                    <a:pt x="2134463" y="202570"/>
                  </a:lnTo>
                  <a:lnTo>
                    <a:pt x="2140722" y="202804"/>
                  </a:lnTo>
                  <a:lnTo>
                    <a:pt x="2146982" y="203037"/>
                  </a:lnTo>
                  <a:lnTo>
                    <a:pt x="2153241" y="203269"/>
                  </a:lnTo>
                  <a:lnTo>
                    <a:pt x="2159501" y="203497"/>
                  </a:lnTo>
                  <a:lnTo>
                    <a:pt x="2165760" y="203724"/>
                  </a:lnTo>
                  <a:lnTo>
                    <a:pt x="2172019" y="203949"/>
                  </a:lnTo>
                  <a:lnTo>
                    <a:pt x="2178279" y="204171"/>
                  </a:lnTo>
                  <a:lnTo>
                    <a:pt x="2184538" y="204393"/>
                  </a:lnTo>
                  <a:lnTo>
                    <a:pt x="2190798" y="204610"/>
                  </a:lnTo>
                  <a:lnTo>
                    <a:pt x="2197057" y="204827"/>
                  </a:lnTo>
                  <a:lnTo>
                    <a:pt x="2203317" y="205041"/>
                  </a:lnTo>
                  <a:lnTo>
                    <a:pt x="2209576" y="205254"/>
                  </a:lnTo>
                  <a:lnTo>
                    <a:pt x="2215835" y="205466"/>
                  </a:lnTo>
                  <a:lnTo>
                    <a:pt x="2222095" y="205673"/>
                  </a:lnTo>
                  <a:lnTo>
                    <a:pt x="2228354" y="205880"/>
                  </a:lnTo>
                  <a:lnTo>
                    <a:pt x="2234614" y="206086"/>
                  </a:lnTo>
                  <a:lnTo>
                    <a:pt x="2240873" y="206288"/>
                  </a:lnTo>
                  <a:lnTo>
                    <a:pt x="2247133" y="206491"/>
                  </a:lnTo>
                  <a:lnTo>
                    <a:pt x="2253392" y="206689"/>
                  </a:lnTo>
                  <a:lnTo>
                    <a:pt x="2259651" y="206888"/>
                  </a:lnTo>
                  <a:lnTo>
                    <a:pt x="2265911" y="207084"/>
                  </a:lnTo>
                  <a:lnTo>
                    <a:pt x="2272170" y="207278"/>
                  </a:lnTo>
                  <a:lnTo>
                    <a:pt x="2278430" y="207471"/>
                  </a:lnTo>
                  <a:lnTo>
                    <a:pt x="2284689" y="207662"/>
                  </a:lnTo>
                  <a:lnTo>
                    <a:pt x="2290948" y="207851"/>
                  </a:lnTo>
                  <a:lnTo>
                    <a:pt x="2297208" y="208040"/>
                  </a:lnTo>
                  <a:lnTo>
                    <a:pt x="2303467" y="208225"/>
                  </a:lnTo>
                  <a:lnTo>
                    <a:pt x="2309727" y="208410"/>
                  </a:lnTo>
                  <a:lnTo>
                    <a:pt x="2315986" y="208593"/>
                  </a:lnTo>
                  <a:lnTo>
                    <a:pt x="2322246" y="208775"/>
                  </a:lnTo>
                  <a:lnTo>
                    <a:pt x="2328505" y="208956"/>
                  </a:lnTo>
                  <a:lnTo>
                    <a:pt x="2334764" y="209133"/>
                  </a:lnTo>
                  <a:lnTo>
                    <a:pt x="2341024" y="209311"/>
                  </a:lnTo>
                  <a:lnTo>
                    <a:pt x="2347283" y="209487"/>
                  </a:lnTo>
                  <a:lnTo>
                    <a:pt x="2353543" y="209661"/>
                  </a:lnTo>
                  <a:lnTo>
                    <a:pt x="2359802" y="209835"/>
                  </a:lnTo>
                  <a:lnTo>
                    <a:pt x="2366062" y="210006"/>
                  </a:lnTo>
                  <a:lnTo>
                    <a:pt x="2372321" y="210177"/>
                  </a:lnTo>
                  <a:lnTo>
                    <a:pt x="2378580" y="210346"/>
                  </a:lnTo>
                  <a:lnTo>
                    <a:pt x="2384840" y="210513"/>
                  </a:lnTo>
                  <a:lnTo>
                    <a:pt x="2391099" y="210681"/>
                  </a:lnTo>
                  <a:lnTo>
                    <a:pt x="2397359" y="210846"/>
                  </a:lnTo>
                  <a:lnTo>
                    <a:pt x="2403618" y="211010"/>
                  </a:lnTo>
                  <a:lnTo>
                    <a:pt x="2409878" y="211174"/>
                  </a:lnTo>
                  <a:lnTo>
                    <a:pt x="2416137" y="211336"/>
                  </a:lnTo>
                  <a:lnTo>
                    <a:pt x="2422396" y="211497"/>
                  </a:lnTo>
                  <a:lnTo>
                    <a:pt x="2428656" y="211657"/>
                  </a:lnTo>
                  <a:lnTo>
                    <a:pt x="2434915" y="211816"/>
                  </a:lnTo>
                  <a:lnTo>
                    <a:pt x="2441175" y="211975"/>
                  </a:lnTo>
                  <a:lnTo>
                    <a:pt x="2447434" y="212131"/>
                  </a:lnTo>
                  <a:lnTo>
                    <a:pt x="2453693" y="212288"/>
                  </a:lnTo>
                  <a:lnTo>
                    <a:pt x="2459953" y="212443"/>
                  </a:lnTo>
                  <a:lnTo>
                    <a:pt x="2466212" y="212598"/>
                  </a:lnTo>
                  <a:lnTo>
                    <a:pt x="2472472" y="212752"/>
                  </a:lnTo>
                  <a:lnTo>
                    <a:pt x="2478731" y="212905"/>
                  </a:lnTo>
                  <a:lnTo>
                    <a:pt x="2484991" y="213057"/>
                  </a:lnTo>
                  <a:lnTo>
                    <a:pt x="2491250" y="213209"/>
                  </a:lnTo>
                  <a:lnTo>
                    <a:pt x="2497509" y="213359"/>
                  </a:lnTo>
                  <a:lnTo>
                    <a:pt x="2503769" y="213510"/>
                  </a:lnTo>
                  <a:lnTo>
                    <a:pt x="2510028" y="213659"/>
                  </a:lnTo>
                  <a:lnTo>
                    <a:pt x="2516288" y="213809"/>
                  </a:lnTo>
                  <a:lnTo>
                    <a:pt x="2522547" y="213957"/>
                  </a:lnTo>
                  <a:lnTo>
                    <a:pt x="2528807" y="214105"/>
                  </a:lnTo>
                  <a:lnTo>
                    <a:pt x="2535066" y="214253"/>
                  </a:lnTo>
                  <a:lnTo>
                    <a:pt x="2541325" y="214400"/>
                  </a:lnTo>
                  <a:lnTo>
                    <a:pt x="2547585" y="214547"/>
                  </a:lnTo>
                  <a:lnTo>
                    <a:pt x="2553844" y="214693"/>
                  </a:lnTo>
                  <a:lnTo>
                    <a:pt x="2560104" y="214839"/>
                  </a:lnTo>
                  <a:lnTo>
                    <a:pt x="2566363" y="214985"/>
                  </a:lnTo>
                  <a:lnTo>
                    <a:pt x="2572623" y="215131"/>
                  </a:lnTo>
                  <a:lnTo>
                    <a:pt x="2578882" y="215276"/>
                  </a:lnTo>
                  <a:lnTo>
                    <a:pt x="2585141" y="215421"/>
                  </a:lnTo>
                  <a:lnTo>
                    <a:pt x="2591401" y="215566"/>
                  </a:lnTo>
                  <a:lnTo>
                    <a:pt x="2597660" y="215711"/>
                  </a:lnTo>
                  <a:lnTo>
                    <a:pt x="2603920" y="215856"/>
                  </a:lnTo>
                  <a:lnTo>
                    <a:pt x="2610179" y="216001"/>
                  </a:lnTo>
                  <a:lnTo>
                    <a:pt x="2616438" y="216146"/>
                  </a:lnTo>
                  <a:lnTo>
                    <a:pt x="2622698" y="216291"/>
                  </a:lnTo>
                  <a:lnTo>
                    <a:pt x="2628957" y="216436"/>
                  </a:lnTo>
                  <a:lnTo>
                    <a:pt x="2635217" y="216581"/>
                  </a:lnTo>
                  <a:lnTo>
                    <a:pt x="2641476" y="216727"/>
                  </a:lnTo>
                  <a:lnTo>
                    <a:pt x="2647736" y="216872"/>
                  </a:lnTo>
                  <a:lnTo>
                    <a:pt x="2653995" y="217018"/>
                  </a:lnTo>
                  <a:lnTo>
                    <a:pt x="2660254" y="217164"/>
                  </a:lnTo>
                  <a:lnTo>
                    <a:pt x="2666514" y="217310"/>
                  </a:lnTo>
                  <a:lnTo>
                    <a:pt x="2672773" y="217457"/>
                  </a:lnTo>
                  <a:lnTo>
                    <a:pt x="2679033" y="217604"/>
                  </a:lnTo>
                  <a:lnTo>
                    <a:pt x="2685292" y="217752"/>
                  </a:lnTo>
                  <a:lnTo>
                    <a:pt x="2691552" y="217900"/>
                  </a:lnTo>
                  <a:lnTo>
                    <a:pt x="2697811" y="218048"/>
                  </a:lnTo>
                  <a:lnTo>
                    <a:pt x="2704070" y="218197"/>
                  </a:lnTo>
                  <a:lnTo>
                    <a:pt x="2710330" y="218347"/>
                  </a:lnTo>
                  <a:lnTo>
                    <a:pt x="2716589" y="218497"/>
                  </a:lnTo>
                  <a:lnTo>
                    <a:pt x="2722849" y="218648"/>
                  </a:lnTo>
                  <a:lnTo>
                    <a:pt x="2729108" y="218799"/>
                  </a:lnTo>
                  <a:lnTo>
                    <a:pt x="2735368" y="218952"/>
                  </a:lnTo>
                  <a:lnTo>
                    <a:pt x="2741627" y="219104"/>
                  </a:lnTo>
                  <a:lnTo>
                    <a:pt x="2747886" y="219258"/>
                  </a:lnTo>
                  <a:lnTo>
                    <a:pt x="2754146" y="219413"/>
                  </a:lnTo>
                  <a:lnTo>
                    <a:pt x="2760405" y="219568"/>
                  </a:lnTo>
                  <a:lnTo>
                    <a:pt x="2766665" y="219725"/>
                  </a:lnTo>
                  <a:lnTo>
                    <a:pt x="2772924" y="219882"/>
                  </a:lnTo>
                  <a:lnTo>
                    <a:pt x="2779184" y="220040"/>
                  </a:lnTo>
                  <a:lnTo>
                    <a:pt x="2785443" y="220199"/>
                  </a:lnTo>
                  <a:lnTo>
                    <a:pt x="2791702" y="220359"/>
                  </a:lnTo>
                  <a:lnTo>
                    <a:pt x="2797962" y="220521"/>
                  </a:lnTo>
                  <a:lnTo>
                    <a:pt x="2804221" y="220683"/>
                  </a:lnTo>
                  <a:lnTo>
                    <a:pt x="2810481" y="220846"/>
                  </a:lnTo>
                  <a:lnTo>
                    <a:pt x="2816740" y="221011"/>
                  </a:lnTo>
                  <a:lnTo>
                    <a:pt x="2822999" y="221176"/>
                  </a:lnTo>
                  <a:lnTo>
                    <a:pt x="2829259" y="221344"/>
                  </a:lnTo>
                  <a:lnTo>
                    <a:pt x="2835518" y="221512"/>
                  </a:lnTo>
                  <a:lnTo>
                    <a:pt x="2841778" y="221681"/>
                  </a:lnTo>
                  <a:lnTo>
                    <a:pt x="2848037" y="221852"/>
                  </a:lnTo>
                  <a:lnTo>
                    <a:pt x="2854297" y="222024"/>
                  </a:lnTo>
                  <a:lnTo>
                    <a:pt x="2860556" y="222197"/>
                  </a:lnTo>
                  <a:lnTo>
                    <a:pt x="2866815" y="222372"/>
                  </a:lnTo>
                  <a:lnTo>
                    <a:pt x="2873075" y="222548"/>
                  </a:lnTo>
                  <a:lnTo>
                    <a:pt x="2879334" y="222726"/>
                  </a:lnTo>
                  <a:lnTo>
                    <a:pt x="2885594" y="222905"/>
                  </a:lnTo>
                  <a:lnTo>
                    <a:pt x="2891853" y="223085"/>
                  </a:lnTo>
                  <a:lnTo>
                    <a:pt x="2898113" y="223267"/>
                  </a:lnTo>
                  <a:lnTo>
                    <a:pt x="2904372" y="223450"/>
                  </a:lnTo>
                  <a:lnTo>
                    <a:pt x="2910631" y="223636"/>
                  </a:lnTo>
                  <a:lnTo>
                    <a:pt x="2916891" y="223822"/>
                  </a:lnTo>
                  <a:lnTo>
                    <a:pt x="2923150" y="224010"/>
                  </a:lnTo>
                  <a:lnTo>
                    <a:pt x="2929410" y="224200"/>
                  </a:lnTo>
                  <a:lnTo>
                    <a:pt x="2935669" y="224391"/>
                  </a:lnTo>
                  <a:lnTo>
                    <a:pt x="2941929" y="224584"/>
                  </a:lnTo>
                  <a:lnTo>
                    <a:pt x="2948188" y="224779"/>
                  </a:lnTo>
                  <a:lnTo>
                    <a:pt x="2954447" y="224975"/>
                  </a:lnTo>
                  <a:lnTo>
                    <a:pt x="2960707" y="225173"/>
                  </a:lnTo>
                  <a:lnTo>
                    <a:pt x="2966966" y="225372"/>
                  </a:lnTo>
                  <a:lnTo>
                    <a:pt x="2973226" y="225574"/>
                  </a:lnTo>
                  <a:lnTo>
                    <a:pt x="2979485" y="225777"/>
                  </a:lnTo>
                  <a:lnTo>
                    <a:pt x="2985744" y="225981"/>
                  </a:lnTo>
                  <a:lnTo>
                    <a:pt x="2992004" y="226189"/>
                  </a:lnTo>
                  <a:lnTo>
                    <a:pt x="2998263" y="226396"/>
                  </a:lnTo>
                  <a:lnTo>
                    <a:pt x="3004523" y="226607"/>
                  </a:lnTo>
                  <a:lnTo>
                    <a:pt x="3010782" y="226819"/>
                  </a:lnTo>
                  <a:lnTo>
                    <a:pt x="3017042" y="227031"/>
                  </a:lnTo>
                  <a:lnTo>
                    <a:pt x="3023301" y="227248"/>
                  </a:lnTo>
                  <a:lnTo>
                    <a:pt x="3029560" y="227464"/>
                  </a:lnTo>
                  <a:lnTo>
                    <a:pt x="3035820" y="227683"/>
                  </a:lnTo>
                  <a:lnTo>
                    <a:pt x="3042079" y="227904"/>
                  </a:lnTo>
                  <a:lnTo>
                    <a:pt x="3048339" y="228125"/>
                  </a:lnTo>
                  <a:lnTo>
                    <a:pt x="3054598" y="228351"/>
                  </a:lnTo>
                  <a:lnTo>
                    <a:pt x="3060858" y="228577"/>
                  </a:lnTo>
                  <a:lnTo>
                    <a:pt x="3067117" y="228805"/>
                  </a:lnTo>
                  <a:lnTo>
                    <a:pt x="3073376" y="229035"/>
                  </a:lnTo>
                  <a:lnTo>
                    <a:pt x="3079636" y="229265"/>
                  </a:lnTo>
                  <a:lnTo>
                    <a:pt x="3085895" y="229500"/>
                  </a:lnTo>
                  <a:lnTo>
                    <a:pt x="3092155" y="229735"/>
                  </a:lnTo>
                  <a:lnTo>
                    <a:pt x="3098414" y="229971"/>
                  </a:lnTo>
                  <a:lnTo>
                    <a:pt x="3104674" y="230211"/>
                  </a:lnTo>
                  <a:lnTo>
                    <a:pt x="3110933" y="230450"/>
                  </a:lnTo>
                  <a:lnTo>
                    <a:pt x="3117192" y="230693"/>
                  </a:lnTo>
                  <a:lnTo>
                    <a:pt x="3123452" y="230938"/>
                  </a:lnTo>
                  <a:lnTo>
                    <a:pt x="3129711" y="231183"/>
                  </a:lnTo>
                  <a:lnTo>
                    <a:pt x="3135971" y="231431"/>
                  </a:lnTo>
                  <a:lnTo>
                    <a:pt x="3142230" y="231680"/>
                  </a:lnTo>
                  <a:lnTo>
                    <a:pt x="3148489" y="231931"/>
                  </a:lnTo>
                  <a:lnTo>
                    <a:pt x="3154749" y="232184"/>
                  </a:lnTo>
                  <a:lnTo>
                    <a:pt x="3161008" y="232438"/>
                  </a:lnTo>
                  <a:lnTo>
                    <a:pt x="3167268" y="232695"/>
                  </a:lnTo>
                  <a:lnTo>
                    <a:pt x="3173527" y="232952"/>
                  </a:lnTo>
                  <a:lnTo>
                    <a:pt x="3179787" y="233212"/>
                  </a:lnTo>
                  <a:lnTo>
                    <a:pt x="3186046" y="233474"/>
                  </a:lnTo>
                  <a:lnTo>
                    <a:pt x="3192305" y="233735"/>
                  </a:lnTo>
                  <a:lnTo>
                    <a:pt x="3198565" y="234001"/>
                  </a:lnTo>
                  <a:lnTo>
                    <a:pt x="3198565" y="282587"/>
                  </a:lnTo>
                  <a:lnTo>
                    <a:pt x="3192305" y="282587"/>
                  </a:lnTo>
                  <a:lnTo>
                    <a:pt x="3186046" y="282587"/>
                  </a:lnTo>
                  <a:lnTo>
                    <a:pt x="3179787" y="282587"/>
                  </a:lnTo>
                  <a:lnTo>
                    <a:pt x="3173527" y="282587"/>
                  </a:lnTo>
                  <a:lnTo>
                    <a:pt x="3167268" y="282587"/>
                  </a:lnTo>
                  <a:lnTo>
                    <a:pt x="3161008" y="282587"/>
                  </a:lnTo>
                  <a:lnTo>
                    <a:pt x="3154749" y="282587"/>
                  </a:lnTo>
                  <a:lnTo>
                    <a:pt x="3148489" y="282587"/>
                  </a:lnTo>
                  <a:lnTo>
                    <a:pt x="3142230" y="282587"/>
                  </a:lnTo>
                  <a:lnTo>
                    <a:pt x="3135971" y="282587"/>
                  </a:lnTo>
                  <a:lnTo>
                    <a:pt x="3129711" y="282587"/>
                  </a:lnTo>
                  <a:lnTo>
                    <a:pt x="3123452" y="282587"/>
                  </a:lnTo>
                  <a:lnTo>
                    <a:pt x="3117192" y="282587"/>
                  </a:lnTo>
                  <a:lnTo>
                    <a:pt x="3110933" y="282587"/>
                  </a:lnTo>
                  <a:lnTo>
                    <a:pt x="3104674" y="282587"/>
                  </a:lnTo>
                  <a:lnTo>
                    <a:pt x="3098414" y="282587"/>
                  </a:lnTo>
                  <a:lnTo>
                    <a:pt x="3092155" y="282587"/>
                  </a:lnTo>
                  <a:lnTo>
                    <a:pt x="3085895" y="282587"/>
                  </a:lnTo>
                  <a:lnTo>
                    <a:pt x="3079636" y="282587"/>
                  </a:lnTo>
                  <a:lnTo>
                    <a:pt x="3073376" y="282587"/>
                  </a:lnTo>
                  <a:lnTo>
                    <a:pt x="3067117" y="282587"/>
                  </a:lnTo>
                  <a:lnTo>
                    <a:pt x="3060858" y="282587"/>
                  </a:lnTo>
                  <a:lnTo>
                    <a:pt x="3054598" y="282587"/>
                  </a:lnTo>
                  <a:lnTo>
                    <a:pt x="3048339" y="282587"/>
                  </a:lnTo>
                  <a:lnTo>
                    <a:pt x="3042079" y="282587"/>
                  </a:lnTo>
                  <a:lnTo>
                    <a:pt x="3035820" y="282587"/>
                  </a:lnTo>
                  <a:lnTo>
                    <a:pt x="3029560" y="282587"/>
                  </a:lnTo>
                  <a:lnTo>
                    <a:pt x="3023301" y="282587"/>
                  </a:lnTo>
                  <a:lnTo>
                    <a:pt x="3017042" y="282587"/>
                  </a:lnTo>
                  <a:lnTo>
                    <a:pt x="3010782" y="282587"/>
                  </a:lnTo>
                  <a:lnTo>
                    <a:pt x="3004523" y="282587"/>
                  </a:lnTo>
                  <a:lnTo>
                    <a:pt x="2998263" y="282587"/>
                  </a:lnTo>
                  <a:lnTo>
                    <a:pt x="2992004" y="282587"/>
                  </a:lnTo>
                  <a:lnTo>
                    <a:pt x="2985744" y="282587"/>
                  </a:lnTo>
                  <a:lnTo>
                    <a:pt x="2979485" y="282587"/>
                  </a:lnTo>
                  <a:lnTo>
                    <a:pt x="2973226" y="282587"/>
                  </a:lnTo>
                  <a:lnTo>
                    <a:pt x="2966966" y="282587"/>
                  </a:lnTo>
                  <a:lnTo>
                    <a:pt x="2960707" y="282587"/>
                  </a:lnTo>
                  <a:lnTo>
                    <a:pt x="2954447" y="282587"/>
                  </a:lnTo>
                  <a:lnTo>
                    <a:pt x="2948188" y="282587"/>
                  </a:lnTo>
                  <a:lnTo>
                    <a:pt x="2941929" y="282587"/>
                  </a:lnTo>
                  <a:lnTo>
                    <a:pt x="2935669" y="282587"/>
                  </a:lnTo>
                  <a:lnTo>
                    <a:pt x="2929410" y="282587"/>
                  </a:lnTo>
                  <a:lnTo>
                    <a:pt x="2923150" y="282587"/>
                  </a:lnTo>
                  <a:lnTo>
                    <a:pt x="2916891" y="282587"/>
                  </a:lnTo>
                  <a:lnTo>
                    <a:pt x="2910631" y="282587"/>
                  </a:lnTo>
                  <a:lnTo>
                    <a:pt x="2904372" y="282587"/>
                  </a:lnTo>
                  <a:lnTo>
                    <a:pt x="2898113" y="282587"/>
                  </a:lnTo>
                  <a:lnTo>
                    <a:pt x="2891853" y="282587"/>
                  </a:lnTo>
                  <a:lnTo>
                    <a:pt x="2885594" y="282587"/>
                  </a:lnTo>
                  <a:lnTo>
                    <a:pt x="2879334" y="282587"/>
                  </a:lnTo>
                  <a:lnTo>
                    <a:pt x="2873075" y="282587"/>
                  </a:lnTo>
                  <a:lnTo>
                    <a:pt x="2866815" y="282587"/>
                  </a:lnTo>
                  <a:lnTo>
                    <a:pt x="2860556" y="282587"/>
                  </a:lnTo>
                  <a:lnTo>
                    <a:pt x="2854297" y="282587"/>
                  </a:lnTo>
                  <a:lnTo>
                    <a:pt x="2848037" y="282587"/>
                  </a:lnTo>
                  <a:lnTo>
                    <a:pt x="2841778" y="282587"/>
                  </a:lnTo>
                  <a:lnTo>
                    <a:pt x="2835518" y="282587"/>
                  </a:lnTo>
                  <a:lnTo>
                    <a:pt x="2829259" y="282587"/>
                  </a:lnTo>
                  <a:lnTo>
                    <a:pt x="2822999" y="282587"/>
                  </a:lnTo>
                  <a:lnTo>
                    <a:pt x="2816740" y="282587"/>
                  </a:lnTo>
                  <a:lnTo>
                    <a:pt x="2810481" y="282587"/>
                  </a:lnTo>
                  <a:lnTo>
                    <a:pt x="2804221" y="282587"/>
                  </a:lnTo>
                  <a:lnTo>
                    <a:pt x="2797962" y="282587"/>
                  </a:lnTo>
                  <a:lnTo>
                    <a:pt x="2791702" y="282587"/>
                  </a:lnTo>
                  <a:lnTo>
                    <a:pt x="2785443" y="282587"/>
                  </a:lnTo>
                  <a:lnTo>
                    <a:pt x="2779184" y="282587"/>
                  </a:lnTo>
                  <a:lnTo>
                    <a:pt x="2772924" y="282587"/>
                  </a:lnTo>
                  <a:lnTo>
                    <a:pt x="2766665" y="282587"/>
                  </a:lnTo>
                  <a:lnTo>
                    <a:pt x="2760405" y="282587"/>
                  </a:lnTo>
                  <a:lnTo>
                    <a:pt x="2754146" y="282587"/>
                  </a:lnTo>
                  <a:lnTo>
                    <a:pt x="2747886" y="282587"/>
                  </a:lnTo>
                  <a:lnTo>
                    <a:pt x="2741627" y="282587"/>
                  </a:lnTo>
                  <a:lnTo>
                    <a:pt x="2735368" y="282587"/>
                  </a:lnTo>
                  <a:lnTo>
                    <a:pt x="2729108" y="282587"/>
                  </a:lnTo>
                  <a:lnTo>
                    <a:pt x="2722849" y="282587"/>
                  </a:lnTo>
                  <a:lnTo>
                    <a:pt x="2716589" y="282587"/>
                  </a:lnTo>
                  <a:lnTo>
                    <a:pt x="2710330" y="282587"/>
                  </a:lnTo>
                  <a:lnTo>
                    <a:pt x="2704070" y="282587"/>
                  </a:lnTo>
                  <a:lnTo>
                    <a:pt x="2697811" y="282587"/>
                  </a:lnTo>
                  <a:lnTo>
                    <a:pt x="2691552" y="282587"/>
                  </a:lnTo>
                  <a:lnTo>
                    <a:pt x="2685292" y="282587"/>
                  </a:lnTo>
                  <a:lnTo>
                    <a:pt x="2679033" y="282587"/>
                  </a:lnTo>
                  <a:lnTo>
                    <a:pt x="2672773" y="282587"/>
                  </a:lnTo>
                  <a:lnTo>
                    <a:pt x="2666514" y="282587"/>
                  </a:lnTo>
                  <a:lnTo>
                    <a:pt x="2660254" y="282587"/>
                  </a:lnTo>
                  <a:lnTo>
                    <a:pt x="2653995" y="282587"/>
                  </a:lnTo>
                  <a:lnTo>
                    <a:pt x="2647736" y="282587"/>
                  </a:lnTo>
                  <a:lnTo>
                    <a:pt x="2641476" y="282587"/>
                  </a:lnTo>
                  <a:lnTo>
                    <a:pt x="2635217" y="282587"/>
                  </a:lnTo>
                  <a:lnTo>
                    <a:pt x="2628957" y="282587"/>
                  </a:lnTo>
                  <a:lnTo>
                    <a:pt x="2622698" y="282587"/>
                  </a:lnTo>
                  <a:lnTo>
                    <a:pt x="2616438" y="282587"/>
                  </a:lnTo>
                  <a:lnTo>
                    <a:pt x="2610179" y="282587"/>
                  </a:lnTo>
                  <a:lnTo>
                    <a:pt x="2603920" y="282587"/>
                  </a:lnTo>
                  <a:lnTo>
                    <a:pt x="2597660" y="282587"/>
                  </a:lnTo>
                  <a:lnTo>
                    <a:pt x="2591401" y="282587"/>
                  </a:lnTo>
                  <a:lnTo>
                    <a:pt x="2585141" y="282587"/>
                  </a:lnTo>
                  <a:lnTo>
                    <a:pt x="2578882" y="282587"/>
                  </a:lnTo>
                  <a:lnTo>
                    <a:pt x="2572623" y="282587"/>
                  </a:lnTo>
                  <a:lnTo>
                    <a:pt x="2566363" y="282587"/>
                  </a:lnTo>
                  <a:lnTo>
                    <a:pt x="2560104" y="282587"/>
                  </a:lnTo>
                  <a:lnTo>
                    <a:pt x="2553844" y="282587"/>
                  </a:lnTo>
                  <a:lnTo>
                    <a:pt x="2547585" y="282587"/>
                  </a:lnTo>
                  <a:lnTo>
                    <a:pt x="2541325" y="282587"/>
                  </a:lnTo>
                  <a:lnTo>
                    <a:pt x="2535066" y="282587"/>
                  </a:lnTo>
                  <a:lnTo>
                    <a:pt x="2528807" y="282587"/>
                  </a:lnTo>
                  <a:lnTo>
                    <a:pt x="2522547" y="282587"/>
                  </a:lnTo>
                  <a:lnTo>
                    <a:pt x="2516288" y="282587"/>
                  </a:lnTo>
                  <a:lnTo>
                    <a:pt x="2510028" y="282587"/>
                  </a:lnTo>
                  <a:lnTo>
                    <a:pt x="2503769" y="282587"/>
                  </a:lnTo>
                  <a:lnTo>
                    <a:pt x="2497509" y="282587"/>
                  </a:lnTo>
                  <a:lnTo>
                    <a:pt x="2491250" y="282587"/>
                  </a:lnTo>
                  <a:lnTo>
                    <a:pt x="2484991" y="282587"/>
                  </a:lnTo>
                  <a:lnTo>
                    <a:pt x="2478731" y="282587"/>
                  </a:lnTo>
                  <a:lnTo>
                    <a:pt x="2472472" y="282587"/>
                  </a:lnTo>
                  <a:lnTo>
                    <a:pt x="2466212" y="282587"/>
                  </a:lnTo>
                  <a:lnTo>
                    <a:pt x="2459953" y="282587"/>
                  </a:lnTo>
                  <a:lnTo>
                    <a:pt x="2453693" y="282587"/>
                  </a:lnTo>
                  <a:lnTo>
                    <a:pt x="2447434" y="282587"/>
                  </a:lnTo>
                  <a:lnTo>
                    <a:pt x="2441175" y="282587"/>
                  </a:lnTo>
                  <a:lnTo>
                    <a:pt x="2434915" y="282587"/>
                  </a:lnTo>
                  <a:lnTo>
                    <a:pt x="2428656" y="282587"/>
                  </a:lnTo>
                  <a:lnTo>
                    <a:pt x="2422396" y="282587"/>
                  </a:lnTo>
                  <a:lnTo>
                    <a:pt x="2416137" y="282587"/>
                  </a:lnTo>
                  <a:lnTo>
                    <a:pt x="2409878" y="282587"/>
                  </a:lnTo>
                  <a:lnTo>
                    <a:pt x="2403618" y="282587"/>
                  </a:lnTo>
                  <a:lnTo>
                    <a:pt x="2397359" y="282587"/>
                  </a:lnTo>
                  <a:lnTo>
                    <a:pt x="2391099" y="282587"/>
                  </a:lnTo>
                  <a:lnTo>
                    <a:pt x="2384840" y="282587"/>
                  </a:lnTo>
                  <a:lnTo>
                    <a:pt x="2378580" y="282587"/>
                  </a:lnTo>
                  <a:lnTo>
                    <a:pt x="2372321" y="282587"/>
                  </a:lnTo>
                  <a:lnTo>
                    <a:pt x="2366062" y="282587"/>
                  </a:lnTo>
                  <a:lnTo>
                    <a:pt x="2359802" y="282587"/>
                  </a:lnTo>
                  <a:lnTo>
                    <a:pt x="2353543" y="282587"/>
                  </a:lnTo>
                  <a:lnTo>
                    <a:pt x="2347283" y="282587"/>
                  </a:lnTo>
                  <a:lnTo>
                    <a:pt x="2341024" y="282587"/>
                  </a:lnTo>
                  <a:lnTo>
                    <a:pt x="2334764" y="282587"/>
                  </a:lnTo>
                  <a:lnTo>
                    <a:pt x="2328505" y="282587"/>
                  </a:lnTo>
                  <a:lnTo>
                    <a:pt x="2322246" y="282587"/>
                  </a:lnTo>
                  <a:lnTo>
                    <a:pt x="2315986" y="282587"/>
                  </a:lnTo>
                  <a:lnTo>
                    <a:pt x="2309727" y="282587"/>
                  </a:lnTo>
                  <a:lnTo>
                    <a:pt x="2303467" y="282587"/>
                  </a:lnTo>
                  <a:lnTo>
                    <a:pt x="2297208" y="282587"/>
                  </a:lnTo>
                  <a:lnTo>
                    <a:pt x="2290948" y="282587"/>
                  </a:lnTo>
                  <a:lnTo>
                    <a:pt x="2284689" y="282587"/>
                  </a:lnTo>
                  <a:lnTo>
                    <a:pt x="2278430" y="282587"/>
                  </a:lnTo>
                  <a:lnTo>
                    <a:pt x="2272170" y="282587"/>
                  </a:lnTo>
                  <a:lnTo>
                    <a:pt x="2265911" y="282587"/>
                  </a:lnTo>
                  <a:lnTo>
                    <a:pt x="2259651" y="282587"/>
                  </a:lnTo>
                  <a:lnTo>
                    <a:pt x="2253392" y="282587"/>
                  </a:lnTo>
                  <a:lnTo>
                    <a:pt x="2247133" y="282587"/>
                  </a:lnTo>
                  <a:lnTo>
                    <a:pt x="2240873" y="282587"/>
                  </a:lnTo>
                  <a:lnTo>
                    <a:pt x="2234614" y="282587"/>
                  </a:lnTo>
                  <a:lnTo>
                    <a:pt x="2228354" y="282587"/>
                  </a:lnTo>
                  <a:lnTo>
                    <a:pt x="2222095" y="282587"/>
                  </a:lnTo>
                  <a:lnTo>
                    <a:pt x="2215835" y="282587"/>
                  </a:lnTo>
                  <a:lnTo>
                    <a:pt x="2209576" y="282587"/>
                  </a:lnTo>
                  <a:lnTo>
                    <a:pt x="2203317" y="282587"/>
                  </a:lnTo>
                  <a:lnTo>
                    <a:pt x="2197057" y="282587"/>
                  </a:lnTo>
                  <a:lnTo>
                    <a:pt x="2190798" y="282587"/>
                  </a:lnTo>
                  <a:lnTo>
                    <a:pt x="2184538" y="282587"/>
                  </a:lnTo>
                  <a:lnTo>
                    <a:pt x="2178279" y="282587"/>
                  </a:lnTo>
                  <a:lnTo>
                    <a:pt x="2172019" y="282587"/>
                  </a:lnTo>
                  <a:lnTo>
                    <a:pt x="2165760" y="282587"/>
                  </a:lnTo>
                  <a:lnTo>
                    <a:pt x="2159501" y="282587"/>
                  </a:lnTo>
                  <a:lnTo>
                    <a:pt x="2153241" y="282587"/>
                  </a:lnTo>
                  <a:lnTo>
                    <a:pt x="2146982" y="282587"/>
                  </a:lnTo>
                  <a:lnTo>
                    <a:pt x="2140722" y="282587"/>
                  </a:lnTo>
                  <a:lnTo>
                    <a:pt x="2134463" y="282587"/>
                  </a:lnTo>
                  <a:lnTo>
                    <a:pt x="2128203" y="282587"/>
                  </a:lnTo>
                  <a:lnTo>
                    <a:pt x="2121944" y="282587"/>
                  </a:lnTo>
                  <a:lnTo>
                    <a:pt x="2115685" y="282587"/>
                  </a:lnTo>
                  <a:lnTo>
                    <a:pt x="2109425" y="282587"/>
                  </a:lnTo>
                  <a:lnTo>
                    <a:pt x="2103166" y="282587"/>
                  </a:lnTo>
                  <a:lnTo>
                    <a:pt x="2096906" y="282587"/>
                  </a:lnTo>
                  <a:lnTo>
                    <a:pt x="2090647" y="282587"/>
                  </a:lnTo>
                  <a:lnTo>
                    <a:pt x="2084388" y="282587"/>
                  </a:lnTo>
                  <a:lnTo>
                    <a:pt x="2078128" y="282587"/>
                  </a:lnTo>
                  <a:lnTo>
                    <a:pt x="2071869" y="282587"/>
                  </a:lnTo>
                  <a:lnTo>
                    <a:pt x="2065609" y="282587"/>
                  </a:lnTo>
                  <a:lnTo>
                    <a:pt x="2059350" y="282587"/>
                  </a:lnTo>
                  <a:lnTo>
                    <a:pt x="2053090" y="282587"/>
                  </a:lnTo>
                  <a:lnTo>
                    <a:pt x="2046831" y="282587"/>
                  </a:lnTo>
                  <a:lnTo>
                    <a:pt x="2040572" y="282587"/>
                  </a:lnTo>
                  <a:lnTo>
                    <a:pt x="2034312" y="282587"/>
                  </a:lnTo>
                  <a:lnTo>
                    <a:pt x="2028053" y="282587"/>
                  </a:lnTo>
                  <a:lnTo>
                    <a:pt x="2021793" y="282587"/>
                  </a:lnTo>
                  <a:lnTo>
                    <a:pt x="2015534" y="282587"/>
                  </a:lnTo>
                  <a:lnTo>
                    <a:pt x="2009274" y="282587"/>
                  </a:lnTo>
                  <a:lnTo>
                    <a:pt x="2003015" y="282587"/>
                  </a:lnTo>
                  <a:lnTo>
                    <a:pt x="1996756" y="282587"/>
                  </a:lnTo>
                  <a:lnTo>
                    <a:pt x="1990496" y="282587"/>
                  </a:lnTo>
                  <a:lnTo>
                    <a:pt x="1984237" y="282587"/>
                  </a:lnTo>
                  <a:lnTo>
                    <a:pt x="1977977" y="282587"/>
                  </a:lnTo>
                  <a:lnTo>
                    <a:pt x="1971718" y="282587"/>
                  </a:lnTo>
                  <a:lnTo>
                    <a:pt x="1965458" y="282587"/>
                  </a:lnTo>
                  <a:lnTo>
                    <a:pt x="1959199" y="282587"/>
                  </a:lnTo>
                  <a:lnTo>
                    <a:pt x="1952940" y="282587"/>
                  </a:lnTo>
                  <a:lnTo>
                    <a:pt x="1946680" y="282587"/>
                  </a:lnTo>
                  <a:lnTo>
                    <a:pt x="1940421" y="282587"/>
                  </a:lnTo>
                  <a:lnTo>
                    <a:pt x="1934161" y="282587"/>
                  </a:lnTo>
                  <a:lnTo>
                    <a:pt x="1927902" y="282587"/>
                  </a:lnTo>
                  <a:lnTo>
                    <a:pt x="1921642" y="282587"/>
                  </a:lnTo>
                  <a:lnTo>
                    <a:pt x="1915383" y="282587"/>
                  </a:lnTo>
                  <a:lnTo>
                    <a:pt x="1909124" y="282587"/>
                  </a:lnTo>
                  <a:lnTo>
                    <a:pt x="1902864" y="282587"/>
                  </a:lnTo>
                  <a:lnTo>
                    <a:pt x="1896605" y="282587"/>
                  </a:lnTo>
                  <a:lnTo>
                    <a:pt x="1890345" y="282587"/>
                  </a:lnTo>
                  <a:lnTo>
                    <a:pt x="1884086" y="282587"/>
                  </a:lnTo>
                  <a:lnTo>
                    <a:pt x="1877827" y="282587"/>
                  </a:lnTo>
                  <a:lnTo>
                    <a:pt x="1871567" y="282587"/>
                  </a:lnTo>
                  <a:lnTo>
                    <a:pt x="1865308" y="282587"/>
                  </a:lnTo>
                  <a:lnTo>
                    <a:pt x="1859048" y="282587"/>
                  </a:lnTo>
                  <a:lnTo>
                    <a:pt x="1852789" y="282587"/>
                  </a:lnTo>
                  <a:lnTo>
                    <a:pt x="1846529" y="282587"/>
                  </a:lnTo>
                  <a:lnTo>
                    <a:pt x="1840270" y="282587"/>
                  </a:lnTo>
                  <a:lnTo>
                    <a:pt x="1834011" y="282587"/>
                  </a:lnTo>
                  <a:lnTo>
                    <a:pt x="1827751" y="282587"/>
                  </a:lnTo>
                  <a:lnTo>
                    <a:pt x="1821492" y="282587"/>
                  </a:lnTo>
                  <a:lnTo>
                    <a:pt x="1815232" y="282587"/>
                  </a:lnTo>
                  <a:lnTo>
                    <a:pt x="1808973" y="282587"/>
                  </a:lnTo>
                  <a:lnTo>
                    <a:pt x="1802713" y="282587"/>
                  </a:lnTo>
                  <a:lnTo>
                    <a:pt x="1796454" y="282587"/>
                  </a:lnTo>
                  <a:lnTo>
                    <a:pt x="1790195" y="282587"/>
                  </a:lnTo>
                  <a:lnTo>
                    <a:pt x="1783935" y="282587"/>
                  </a:lnTo>
                  <a:lnTo>
                    <a:pt x="1777676" y="282587"/>
                  </a:lnTo>
                  <a:lnTo>
                    <a:pt x="1771416" y="282587"/>
                  </a:lnTo>
                  <a:lnTo>
                    <a:pt x="1765157" y="282587"/>
                  </a:lnTo>
                  <a:lnTo>
                    <a:pt x="1758897" y="282587"/>
                  </a:lnTo>
                  <a:lnTo>
                    <a:pt x="1752638" y="282587"/>
                  </a:lnTo>
                  <a:lnTo>
                    <a:pt x="1746379" y="282587"/>
                  </a:lnTo>
                  <a:lnTo>
                    <a:pt x="1740119" y="282587"/>
                  </a:lnTo>
                  <a:lnTo>
                    <a:pt x="1733860" y="282587"/>
                  </a:lnTo>
                  <a:lnTo>
                    <a:pt x="1727600" y="282587"/>
                  </a:lnTo>
                  <a:lnTo>
                    <a:pt x="1721341" y="282587"/>
                  </a:lnTo>
                  <a:lnTo>
                    <a:pt x="1715082" y="282587"/>
                  </a:lnTo>
                  <a:lnTo>
                    <a:pt x="1708822" y="282587"/>
                  </a:lnTo>
                  <a:lnTo>
                    <a:pt x="1702563" y="282587"/>
                  </a:lnTo>
                  <a:lnTo>
                    <a:pt x="1696303" y="282587"/>
                  </a:lnTo>
                  <a:lnTo>
                    <a:pt x="1690044" y="282587"/>
                  </a:lnTo>
                  <a:lnTo>
                    <a:pt x="1683784" y="282587"/>
                  </a:lnTo>
                  <a:lnTo>
                    <a:pt x="1677525" y="282587"/>
                  </a:lnTo>
                  <a:lnTo>
                    <a:pt x="1671266" y="282587"/>
                  </a:lnTo>
                  <a:lnTo>
                    <a:pt x="1665006" y="282587"/>
                  </a:lnTo>
                  <a:lnTo>
                    <a:pt x="1658747" y="282587"/>
                  </a:lnTo>
                  <a:lnTo>
                    <a:pt x="1652487" y="282587"/>
                  </a:lnTo>
                  <a:lnTo>
                    <a:pt x="1646228" y="282587"/>
                  </a:lnTo>
                  <a:lnTo>
                    <a:pt x="1639968" y="282587"/>
                  </a:lnTo>
                  <a:lnTo>
                    <a:pt x="1633709" y="282587"/>
                  </a:lnTo>
                  <a:lnTo>
                    <a:pt x="1627450" y="282587"/>
                  </a:lnTo>
                  <a:lnTo>
                    <a:pt x="1621190" y="282587"/>
                  </a:lnTo>
                  <a:lnTo>
                    <a:pt x="1614931" y="282587"/>
                  </a:lnTo>
                  <a:lnTo>
                    <a:pt x="1608671" y="282587"/>
                  </a:lnTo>
                  <a:lnTo>
                    <a:pt x="1602412" y="282587"/>
                  </a:lnTo>
                  <a:lnTo>
                    <a:pt x="1596152" y="282587"/>
                  </a:lnTo>
                  <a:lnTo>
                    <a:pt x="1589893" y="282587"/>
                  </a:lnTo>
                  <a:lnTo>
                    <a:pt x="1583634" y="282587"/>
                  </a:lnTo>
                  <a:lnTo>
                    <a:pt x="1577374" y="282587"/>
                  </a:lnTo>
                  <a:lnTo>
                    <a:pt x="1571115" y="282587"/>
                  </a:lnTo>
                  <a:lnTo>
                    <a:pt x="1564855" y="282587"/>
                  </a:lnTo>
                  <a:lnTo>
                    <a:pt x="1558596" y="282587"/>
                  </a:lnTo>
                  <a:lnTo>
                    <a:pt x="1552337" y="282587"/>
                  </a:lnTo>
                  <a:lnTo>
                    <a:pt x="1546077" y="282587"/>
                  </a:lnTo>
                  <a:lnTo>
                    <a:pt x="1539818" y="282587"/>
                  </a:lnTo>
                  <a:lnTo>
                    <a:pt x="1533558" y="282587"/>
                  </a:lnTo>
                  <a:lnTo>
                    <a:pt x="1527299" y="282587"/>
                  </a:lnTo>
                  <a:lnTo>
                    <a:pt x="1521039" y="282587"/>
                  </a:lnTo>
                  <a:lnTo>
                    <a:pt x="1514780" y="282587"/>
                  </a:lnTo>
                  <a:lnTo>
                    <a:pt x="1508521" y="282587"/>
                  </a:lnTo>
                  <a:lnTo>
                    <a:pt x="1502261" y="282587"/>
                  </a:lnTo>
                  <a:lnTo>
                    <a:pt x="1496002" y="282587"/>
                  </a:lnTo>
                  <a:lnTo>
                    <a:pt x="1489742" y="282587"/>
                  </a:lnTo>
                  <a:lnTo>
                    <a:pt x="1483483" y="282587"/>
                  </a:lnTo>
                  <a:lnTo>
                    <a:pt x="1477223" y="282587"/>
                  </a:lnTo>
                  <a:lnTo>
                    <a:pt x="1470964" y="282587"/>
                  </a:lnTo>
                  <a:lnTo>
                    <a:pt x="1464705" y="282587"/>
                  </a:lnTo>
                  <a:lnTo>
                    <a:pt x="1458445" y="282587"/>
                  </a:lnTo>
                  <a:lnTo>
                    <a:pt x="1452186" y="282587"/>
                  </a:lnTo>
                  <a:lnTo>
                    <a:pt x="1445926" y="282587"/>
                  </a:lnTo>
                  <a:lnTo>
                    <a:pt x="1439667" y="282587"/>
                  </a:lnTo>
                  <a:lnTo>
                    <a:pt x="1433407" y="282587"/>
                  </a:lnTo>
                  <a:lnTo>
                    <a:pt x="1427148" y="282587"/>
                  </a:lnTo>
                  <a:lnTo>
                    <a:pt x="1420889" y="282587"/>
                  </a:lnTo>
                  <a:lnTo>
                    <a:pt x="1414629" y="282587"/>
                  </a:lnTo>
                  <a:lnTo>
                    <a:pt x="1408370" y="282587"/>
                  </a:lnTo>
                  <a:lnTo>
                    <a:pt x="1402110" y="282587"/>
                  </a:lnTo>
                  <a:lnTo>
                    <a:pt x="1395851" y="282587"/>
                  </a:lnTo>
                  <a:lnTo>
                    <a:pt x="1389592" y="282587"/>
                  </a:lnTo>
                  <a:lnTo>
                    <a:pt x="1383332" y="282587"/>
                  </a:lnTo>
                  <a:lnTo>
                    <a:pt x="1377073" y="282587"/>
                  </a:lnTo>
                  <a:lnTo>
                    <a:pt x="1370813" y="282587"/>
                  </a:lnTo>
                  <a:lnTo>
                    <a:pt x="1364554" y="282587"/>
                  </a:lnTo>
                  <a:lnTo>
                    <a:pt x="1358294" y="282587"/>
                  </a:lnTo>
                  <a:lnTo>
                    <a:pt x="1352035" y="282587"/>
                  </a:lnTo>
                  <a:lnTo>
                    <a:pt x="1345776" y="282587"/>
                  </a:lnTo>
                  <a:lnTo>
                    <a:pt x="1339516" y="282587"/>
                  </a:lnTo>
                  <a:lnTo>
                    <a:pt x="1333257" y="282587"/>
                  </a:lnTo>
                  <a:lnTo>
                    <a:pt x="1326997" y="282587"/>
                  </a:lnTo>
                  <a:lnTo>
                    <a:pt x="1320738" y="282587"/>
                  </a:lnTo>
                  <a:lnTo>
                    <a:pt x="1314478" y="282587"/>
                  </a:lnTo>
                  <a:lnTo>
                    <a:pt x="1308219" y="282587"/>
                  </a:lnTo>
                  <a:lnTo>
                    <a:pt x="1301960" y="282587"/>
                  </a:lnTo>
                  <a:lnTo>
                    <a:pt x="1295700" y="282587"/>
                  </a:lnTo>
                  <a:lnTo>
                    <a:pt x="1289441" y="282587"/>
                  </a:lnTo>
                  <a:lnTo>
                    <a:pt x="1283181" y="282587"/>
                  </a:lnTo>
                  <a:lnTo>
                    <a:pt x="1276922" y="282587"/>
                  </a:lnTo>
                  <a:lnTo>
                    <a:pt x="1270662" y="282587"/>
                  </a:lnTo>
                  <a:lnTo>
                    <a:pt x="1264403" y="282587"/>
                  </a:lnTo>
                  <a:lnTo>
                    <a:pt x="1258144" y="282587"/>
                  </a:lnTo>
                  <a:lnTo>
                    <a:pt x="1251884" y="282587"/>
                  </a:lnTo>
                  <a:lnTo>
                    <a:pt x="1245625" y="282587"/>
                  </a:lnTo>
                  <a:lnTo>
                    <a:pt x="1239365" y="282587"/>
                  </a:lnTo>
                  <a:lnTo>
                    <a:pt x="1233106" y="282587"/>
                  </a:lnTo>
                  <a:lnTo>
                    <a:pt x="1226846" y="282587"/>
                  </a:lnTo>
                  <a:lnTo>
                    <a:pt x="1220587" y="282587"/>
                  </a:lnTo>
                  <a:lnTo>
                    <a:pt x="1214328" y="282587"/>
                  </a:lnTo>
                  <a:lnTo>
                    <a:pt x="1208068" y="282587"/>
                  </a:lnTo>
                  <a:lnTo>
                    <a:pt x="1201809" y="282587"/>
                  </a:lnTo>
                  <a:lnTo>
                    <a:pt x="1195549" y="282587"/>
                  </a:lnTo>
                  <a:lnTo>
                    <a:pt x="1189290" y="282587"/>
                  </a:lnTo>
                  <a:lnTo>
                    <a:pt x="1183031" y="282587"/>
                  </a:lnTo>
                  <a:lnTo>
                    <a:pt x="1176771" y="282587"/>
                  </a:lnTo>
                  <a:lnTo>
                    <a:pt x="1170512" y="282587"/>
                  </a:lnTo>
                  <a:lnTo>
                    <a:pt x="1164252" y="282587"/>
                  </a:lnTo>
                  <a:lnTo>
                    <a:pt x="1157993" y="282587"/>
                  </a:lnTo>
                  <a:lnTo>
                    <a:pt x="1151733" y="282587"/>
                  </a:lnTo>
                  <a:lnTo>
                    <a:pt x="1145474" y="282587"/>
                  </a:lnTo>
                  <a:lnTo>
                    <a:pt x="1139215" y="282587"/>
                  </a:lnTo>
                  <a:lnTo>
                    <a:pt x="1132955" y="282587"/>
                  </a:lnTo>
                  <a:lnTo>
                    <a:pt x="1126696" y="282587"/>
                  </a:lnTo>
                  <a:lnTo>
                    <a:pt x="1120436" y="282587"/>
                  </a:lnTo>
                  <a:lnTo>
                    <a:pt x="1114177" y="282587"/>
                  </a:lnTo>
                  <a:lnTo>
                    <a:pt x="1107917" y="282587"/>
                  </a:lnTo>
                  <a:lnTo>
                    <a:pt x="1101658" y="282587"/>
                  </a:lnTo>
                  <a:lnTo>
                    <a:pt x="1095399" y="282587"/>
                  </a:lnTo>
                  <a:lnTo>
                    <a:pt x="1089139" y="282587"/>
                  </a:lnTo>
                  <a:lnTo>
                    <a:pt x="1082880" y="282587"/>
                  </a:lnTo>
                  <a:lnTo>
                    <a:pt x="1076620" y="282587"/>
                  </a:lnTo>
                  <a:lnTo>
                    <a:pt x="1070361" y="282587"/>
                  </a:lnTo>
                  <a:lnTo>
                    <a:pt x="1064101" y="282587"/>
                  </a:lnTo>
                  <a:lnTo>
                    <a:pt x="1057842" y="282587"/>
                  </a:lnTo>
                  <a:lnTo>
                    <a:pt x="1051583" y="282587"/>
                  </a:lnTo>
                  <a:lnTo>
                    <a:pt x="1045323" y="282587"/>
                  </a:lnTo>
                  <a:lnTo>
                    <a:pt x="1039064" y="282587"/>
                  </a:lnTo>
                  <a:lnTo>
                    <a:pt x="1032804" y="282587"/>
                  </a:lnTo>
                  <a:lnTo>
                    <a:pt x="1026545" y="282587"/>
                  </a:lnTo>
                  <a:lnTo>
                    <a:pt x="1020286" y="282587"/>
                  </a:lnTo>
                  <a:lnTo>
                    <a:pt x="1014026" y="282587"/>
                  </a:lnTo>
                  <a:lnTo>
                    <a:pt x="1007767" y="282587"/>
                  </a:lnTo>
                  <a:lnTo>
                    <a:pt x="1001507" y="282587"/>
                  </a:lnTo>
                  <a:lnTo>
                    <a:pt x="995248" y="282587"/>
                  </a:lnTo>
                  <a:lnTo>
                    <a:pt x="988988" y="282587"/>
                  </a:lnTo>
                  <a:lnTo>
                    <a:pt x="982729" y="282587"/>
                  </a:lnTo>
                  <a:lnTo>
                    <a:pt x="976470" y="282587"/>
                  </a:lnTo>
                  <a:lnTo>
                    <a:pt x="970210" y="282587"/>
                  </a:lnTo>
                  <a:lnTo>
                    <a:pt x="963951" y="282587"/>
                  </a:lnTo>
                  <a:lnTo>
                    <a:pt x="957691" y="282587"/>
                  </a:lnTo>
                  <a:lnTo>
                    <a:pt x="951432" y="282587"/>
                  </a:lnTo>
                  <a:lnTo>
                    <a:pt x="945172" y="282587"/>
                  </a:lnTo>
                  <a:lnTo>
                    <a:pt x="938913" y="282587"/>
                  </a:lnTo>
                  <a:lnTo>
                    <a:pt x="932654" y="282587"/>
                  </a:lnTo>
                  <a:lnTo>
                    <a:pt x="926394" y="282587"/>
                  </a:lnTo>
                  <a:lnTo>
                    <a:pt x="920135" y="282587"/>
                  </a:lnTo>
                  <a:lnTo>
                    <a:pt x="913875" y="282587"/>
                  </a:lnTo>
                  <a:lnTo>
                    <a:pt x="907616" y="282587"/>
                  </a:lnTo>
                  <a:lnTo>
                    <a:pt x="901356" y="282587"/>
                  </a:lnTo>
                  <a:lnTo>
                    <a:pt x="895097" y="282587"/>
                  </a:lnTo>
                  <a:lnTo>
                    <a:pt x="888838" y="282587"/>
                  </a:lnTo>
                  <a:lnTo>
                    <a:pt x="882578" y="282587"/>
                  </a:lnTo>
                  <a:lnTo>
                    <a:pt x="876319" y="282587"/>
                  </a:lnTo>
                  <a:lnTo>
                    <a:pt x="870059" y="282587"/>
                  </a:lnTo>
                  <a:lnTo>
                    <a:pt x="863800" y="282587"/>
                  </a:lnTo>
                  <a:lnTo>
                    <a:pt x="857541" y="282587"/>
                  </a:lnTo>
                  <a:lnTo>
                    <a:pt x="851281" y="282587"/>
                  </a:lnTo>
                  <a:lnTo>
                    <a:pt x="845022" y="282587"/>
                  </a:lnTo>
                  <a:lnTo>
                    <a:pt x="838762" y="282587"/>
                  </a:lnTo>
                  <a:lnTo>
                    <a:pt x="832503" y="282587"/>
                  </a:lnTo>
                  <a:lnTo>
                    <a:pt x="826243" y="282587"/>
                  </a:lnTo>
                  <a:lnTo>
                    <a:pt x="819984" y="282587"/>
                  </a:lnTo>
                  <a:lnTo>
                    <a:pt x="813725" y="282587"/>
                  </a:lnTo>
                  <a:lnTo>
                    <a:pt x="807465" y="282587"/>
                  </a:lnTo>
                  <a:lnTo>
                    <a:pt x="801206" y="282587"/>
                  </a:lnTo>
                  <a:lnTo>
                    <a:pt x="794946" y="282587"/>
                  </a:lnTo>
                  <a:lnTo>
                    <a:pt x="788687" y="282587"/>
                  </a:lnTo>
                  <a:lnTo>
                    <a:pt x="782427" y="282587"/>
                  </a:lnTo>
                  <a:lnTo>
                    <a:pt x="776168" y="282587"/>
                  </a:lnTo>
                  <a:lnTo>
                    <a:pt x="769909" y="282587"/>
                  </a:lnTo>
                  <a:lnTo>
                    <a:pt x="763649" y="282587"/>
                  </a:lnTo>
                  <a:lnTo>
                    <a:pt x="757390" y="282587"/>
                  </a:lnTo>
                  <a:lnTo>
                    <a:pt x="751130" y="282587"/>
                  </a:lnTo>
                  <a:lnTo>
                    <a:pt x="744871" y="282587"/>
                  </a:lnTo>
                  <a:lnTo>
                    <a:pt x="738611" y="282587"/>
                  </a:lnTo>
                  <a:lnTo>
                    <a:pt x="732352" y="282587"/>
                  </a:lnTo>
                  <a:lnTo>
                    <a:pt x="726093" y="282587"/>
                  </a:lnTo>
                  <a:lnTo>
                    <a:pt x="719833" y="282587"/>
                  </a:lnTo>
                  <a:lnTo>
                    <a:pt x="713574" y="282587"/>
                  </a:lnTo>
                  <a:lnTo>
                    <a:pt x="707314" y="282587"/>
                  </a:lnTo>
                  <a:lnTo>
                    <a:pt x="701055" y="282587"/>
                  </a:lnTo>
                  <a:lnTo>
                    <a:pt x="694796" y="282587"/>
                  </a:lnTo>
                  <a:lnTo>
                    <a:pt x="688536" y="282587"/>
                  </a:lnTo>
                  <a:lnTo>
                    <a:pt x="682277" y="282587"/>
                  </a:lnTo>
                  <a:lnTo>
                    <a:pt x="676017" y="282587"/>
                  </a:lnTo>
                  <a:lnTo>
                    <a:pt x="669758" y="282587"/>
                  </a:lnTo>
                  <a:lnTo>
                    <a:pt x="663498" y="282587"/>
                  </a:lnTo>
                  <a:lnTo>
                    <a:pt x="657239" y="282587"/>
                  </a:lnTo>
                  <a:lnTo>
                    <a:pt x="650980" y="282587"/>
                  </a:lnTo>
                  <a:lnTo>
                    <a:pt x="644720" y="282587"/>
                  </a:lnTo>
                  <a:lnTo>
                    <a:pt x="638461" y="282587"/>
                  </a:lnTo>
                  <a:lnTo>
                    <a:pt x="632201" y="282587"/>
                  </a:lnTo>
                  <a:lnTo>
                    <a:pt x="625942" y="282587"/>
                  </a:lnTo>
                  <a:lnTo>
                    <a:pt x="619682" y="282587"/>
                  </a:lnTo>
                  <a:lnTo>
                    <a:pt x="613423" y="282587"/>
                  </a:lnTo>
                  <a:lnTo>
                    <a:pt x="607164" y="282587"/>
                  </a:lnTo>
                  <a:lnTo>
                    <a:pt x="600904" y="282587"/>
                  </a:lnTo>
                  <a:lnTo>
                    <a:pt x="594645" y="282587"/>
                  </a:lnTo>
                  <a:lnTo>
                    <a:pt x="588385" y="282587"/>
                  </a:lnTo>
                  <a:lnTo>
                    <a:pt x="582126" y="282587"/>
                  </a:lnTo>
                  <a:lnTo>
                    <a:pt x="575866" y="282587"/>
                  </a:lnTo>
                  <a:lnTo>
                    <a:pt x="569607" y="282587"/>
                  </a:lnTo>
                  <a:lnTo>
                    <a:pt x="563348" y="282587"/>
                  </a:lnTo>
                  <a:lnTo>
                    <a:pt x="557088" y="282587"/>
                  </a:lnTo>
                  <a:lnTo>
                    <a:pt x="550829" y="282587"/>
                  </a:lnTo>
                  <a:lnTo>
                    <a:pt x="544569" y="282587"/>
                  </a:lnTo>
                  <a:lnTo>
                    <a:pt x="538310" y="282587"/>
                  </a:lnTo>
                  <a:lnTo>
                    <a:pt x="532050" y="282587"/>
                  </a:lnTo>
                  <a:lnTo>
                    <a:pt x="525791" y="282587"/>
                  </a:lnTo>
                  <a:lnTo>
                    <a:pt x="519532" y="282587"/>
                  </a:lnTo>
                  <a:lnTo>
                    <a:pt x="513272" y="282587"/>
                  </a:lnTo>
                  <a:lnTo>
                    <a:pt x="507013" y="282587"/>
                  </a:lnTo>
                  <a:lnTo>
                    <a:pt x="500753" y="282587"/>
                  </a:lnTo>
                  <a:lnTo>
                    <a:pt x="494494" y="282587"/>
                  </a:lnTo>
                  <a:lnTo>
                    <a:pt x="488235" y="282587"/>
                  </a:lnTo>
                  <a:lnTo>
                    <a:pt x="481975" y="282587"/>
                  </a:lnTo>
                  <a:lnTo>
                    <a:pt x="475716" y="282587"/>
                  </a:lnTo>
                  <a:lnTo>
                    <a:pt x="469456" y="282587"/>
                  </a:lnTo>
                  <a:lnTo>
                    <a:pt x="463197" y="282587"/>
                  </a:lnTo>
                  <a:lnTo>
                    <a:pt x="456937" y="282587"/>
                  </a:lnTo>
                  <a:lnTo>
                    <a:pt x="450678" y="282587"/>
                  </a:lnTo>
                  <a:lnTo>
                    <a:pt x="444419" y="282587"/>
                  </a:lnTo>
                  <a:lnTo>
                    <a:pt x="438159" y="282587"/>
                  </a:lnTo>
                  <a:lnTo>
                    <a:pt x="431900" y="282587"/>
                  </a:lnTo>
                  <a:lnTo>
                    <a:pt x="425640" y="282587"/>
                  </a:lnTo>
                  <a:lnTo>
                    <a:pt x="419381" y="282587"/>
                  </a:lnTo>
                  <a:lnTo>
                    <a:pt x="413121" y="282587"/>
                  </a:lnTo>
                  <a:lnTo>
                    <a:pt x="406862" y="282587"/>
                  </a:lnTo>
                  <a:lnTo>
                    <a:pt x="400603" y="282587"/>
                  </a:lnTo>
                  <a:lnTo>
                    <a:pt x="394343" y="282587"/>
                  </a:lnTo>
                  <a:lnTo>
                    <a:pt x="388084" y="282587"/>
                  </a:lnTo>
                  <a:lnTo>
                    <a:pt x="381824" y="282587"/>
                  </a:lnTo>
                  <a:lnTo>
                    <a:pt x="375565" y="282587"/>
                  </a:lnTo>
                  <a:lnTo>
                    <a:pt x="369305" y="282587"/>
                  </a:lnTo>
                  <a:lnTo>
                    <a:pt x="363046" y="282587"/>
                  </a:lnTo>
                  <a:lnTo>
                    <a:pt x="356787" y="282587"/>
                  </a:lnTo>
                  <a:lnTo>
                    <a:pt x="350527" y="282587"/>
                  </a:lnTo>
                  <a:lnTo>
                    <a:pt x="344268" y="282587"/>
                  </a:lnTo>
                  <a:lnTo>
                    <a:pt x="338008" y="282587"/>
                  </a:lnTo>
                  <a:lnTo>
                    <a:pt x="331749" y="282587"/>
                  </a:lnTo>
                  <a:lnTo>
                    <a:pt x="325490" y="282587"/>
                  </a:lnTo>
                  <a:lnTo>
                    <a:pt x="319230" y="282587"/>
                  </a:lnTo>
                  <a:lnTo>
                    <a:pt x="312971" y="282587"/>
                  </a:lnTo>
                  <a:lnTo>
                    <a:pt x="306711" y="282587"/>
                  </a:lnTo>
                  <a:lnTo>
                    <a:pt x="300452" y="282587"/>
                  </a:lnTo>
                  <a:lnTo>
                    <a:pt x="294192" y="282587"/>
                  </a:lnTo>
                  <a:lnTo>
                    <a:pt x="287933" y="282587"/>
                  </a:lnTo>
                  <a:lnTo>
                    <a:pt x="281674" y="282587"/>
                  </a:lnTo>
                  <a:lnTo>
                    <a:pt x="275414" y="282587"/>
                  </a:lnTo>
                  <a:lnTo>
                    <a:pt x="269155" y="282587"/>
                  </a:lnTo>
                  <a:lnTo>
                    <a:pt x="262895" y="282587"/>
                  </a:lnTo>
                  <a:lnTo>
                    <a:pt x="256636" y="282587"/>
                  </a:lnTo>
                  <a:lnTo>
                    <a:pt x="250376" y="282587"/>
                  </a:lnTo>
                  <a:lnTo>
                    <a:pt x="244117" y="282587"/>
                  </a:lnTo>
                  <a:lnTo>
                    <a:pt x="237858" y="282587"/>
                  </a:lnTo>
                  <a:lnTo>
                    <a:pt x="231598" y="282587"/>
                  </a:lnTo>
                  <a:lnTo>
                    <a:pt x="225339" y="282587"/>
                  </a:lnTo>
                  <a:lnTo>
                    <a:pt x="219079" y="282587"/>
                  </a:lnTo>
                  <a:lnTo>
                    <a:pt x="212820" y="282587"/>
                  </a:lnTo>
                  <a:lnTo>
                    <a:pt x="206560" y="282587"/>
                  </a:lnTo>
                  <a:lnTo>
                    <a:pt x="200301" y="282587"/>
                  </a:lnTo>
                  <a:lnTo>
                    <a:pt x="194042" y="282587"/>
                  </a:lnTo>
                  <a:lnTo>
                    <a:pt x="187782" y="282587"/>
                  </a:lnTo>
                  <a:lnTo>
                    <a:pt x="181523" y="282587"/>
                  </a:lnTo>
                  <a:lnTo>
                    <a:pt x="175263" y="282587"/>
                  </a:lnTo>
                  <a:lnTo>
                    <a:pt x="169004" y="282587"/>
                  </a:lnTo>
                  <a:lnTo>
                    <a:pt x="162745" y="282587"/>
                  </a:lnTo>
                  <a:lnTo>
                    <a:pt x="156485" y="282587"/>
                  </a:lnTo>
                  <a:lnTo>
                    <a:pt x="150226" y="282587"/>
                  </a:lnTo>
                  <a:lnTo>
                    <a:pt x="143966" y="282587"/>
                  </a:lnTo>
                  <a:lnTo>
                    <a:pt x="137707" y="282587"/>
                  </a:lnTo>
                  <a:lnTo>
                    <a:pt x="131447" y="282587"/>
                  </a:lnTo>
                  <a:lnTo>
                    <a:pt x="125188" y="282587"/>
                  </a:lnTo>
                  <a:lnTo>
                    <a:pt x="118929" y="282587"/>
                  </a:lnTo>
                  <a:lnTo>
                    <a:pt x="112669" y="282587"/>
                  </a:lnTo>
                  <a:lnTo>
                    <a:pt x="106410" y="282587"/>
                  </a:lnTo>
                  <a:lnTo>
                    <a:pt x="100150" y="282587"/>
                  </a:lnTo>
                  <a:lnTo>
                    <a:pt x="93891" y="282587"/>
                  </a:lnTo>
                  <a:lnTo>
                    <a:pt x="87631" y="282587"/>
                  </a:lnTo>
                  <a:lnTo>
                    <a:pt x="81372" y="282587"/>
                  </a:lnTo>
                  <a:lnTo>
                    <a:pt x="75113" y="282587"/>
                  </a:lnTo>
                  <a:lnTo>
                    <a:pt x="68853" y="282587"/>
                  </a:lnTo>
                  <a:lnTo>
                    <a:pt x="62594" y="282587"/>
                  </a:lnTo>
                  <a:lnTo>
                    <a:pt x="56334" y="282587"/>
                  </a:lnTo>
                  <a:lnTo>
                    <a:pt x="50075" y="282587"/>
                  </a:lnTo>
                  <a:lnTo>
                    <a:pt x="43815" y="282587"/>
                  </a:lnTo>
                  <a:lnTo>
                    <a:pt x="37556" y="282587"/>
                  </a:lnTo>
                  <a:lnTo>
                    <a:pt x="31297" y="282587"/>
                  </a:lnTo>
                  <a:lnTo>
                    <a:pt x="25037" y="282587"/>
                  </a:lnTo>
                  <a:lnTo>
                    <a:pt x="18778" y="282587"/>
                  </a:lnTo>
                  <a:lnTo>
                    <a:pt x="12518" y="282587"/>
                  </a:lnTo>
                  <a:lnTo>
                    <a:pt x="6259" y="282587"/>
                  </a:lnTo>
                  <a:lnTo>
                    <a:pt x="0" y="28258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49798" y="972971"/>
              <a:ext cx="3198565" cy="234001"/>
            </a:xfrm>
            <a:custGeom>
              <a:avLst/>
              <a:pathLst>
                <a:path w="3198565" h="234001">
                  <a:moveTo>
                    <a:pt x="0" y="23603"/>
                  </a:moveTo>
                  <a:lnTo>
                    <a:pt x="6259" y="22617"/>
                  </a:lnTo>
                  <a:lnTo>
                    <a:pt x="12518" y="21676"/>
                  </a:lnTo>
                  <a:lnTo>
                    <a:pt x="18778" y="20735"/>
                  </a:lnTo>
                  <a:lnTo>
                    <a:pt x="25037" y="19818"/>
                  </a:lnTo>
                  <a:lnTo>
                    <a:pt x="31297" y="18926"/>
                  </a:lnTo>
                  <a:lnTo>
                    <a:pt x="37556" y="18034"/>
                  </a:lnTo>
                  <a:lnTo>
                    <a:pt x="43815" y="17188"/>
                  </a:lnTo>
                  <a:lnTo>
                    <a:pt x="50075" y="16345"/>
                  </a:lnTo>
                  <a:lnTo>
                    <a:pt x="56334" y="15522"/>
                  </a:lnTo>
                  <a:lnTo>
                    <a:pt x="62594" y="14730"/>
                  </a:lnTo>
                  <a:lnTo>
                    <a:pt x="68853" y="13939"/>
                  </a:lnTo>
                  <a:lnTo>
                    <a:pt x="75113" y="13189"/>
                  </a:lnTo>
                  <a:lnTo>
                    <a:pt x="81372" y="12449"/>
                  </a:lnTo>
                  <a:lnTo>
                    <a:pt x="87631" y="11723"/>
                  </a:lnTo>
                  <a:lnTo>
                    <a:pt x="93891" y="11036"/>
                  </a:lnTo>
                  <a:lnTo>
                    <a:pt x="100150" y="10348"/>
                  </a:lnTo>
                  <a:lnTo>
                    <a:pt x="106410" y="9698"/>
                  </a:lnTo>
                  <a:lnTo>
                    <a:pt x="112669" y="9064"/>
                  </a:lnTo>
                  <a:lnTo>
                    <a:pt x="118929" y="8438"/>
                  </a:lnTo>
                  <a:lnTo>
                    <a:pt x="125188" y="7858"/>
                  </a:lnTo>
                  <a:lnTo>
                    <a:pt x="131447" y="7279"/>
                  </a:lnTo>
                  <a:lnTo>
                    <a:pt x="137707" y="6731"/>
                  </a:lnTo>
                  <a:lnTo>
                    <a:pt x="143966" y="6205"/>
                  </a:lnTo>
                  <a:lnTo>
                    <a:pt x="150226" y="5682"/>
                  </a:lnTo>
                  <a:lnTo>
                    <a:pt x="156485" y="5212"/>
                  </a:lnTo>
                  <a:lnTo>
                    <a:pt x="162745" y="4741"/>
                  </a:lnTo>
                  <a:lnTo>
                    <a:pt x="169004" y="4297"/>
                  </a:lnTo>
                  <a:lnTo>
                    <a:pt x="175263" y="3883"/>
                  </a:lnTo>
                  <a:lnTo>
                    <a:pt x="181523" y="3468"/>
                  </a:lnTo>
                  <a:lnTo>
                    <a:pt x="187782" y="3104"/>
                  </a:lnTo>
                  <a:lnTo>
                    <a:pt x="194042" y="2745"/>
                  </a:lnTo>
                  <a:lnTo>
                    <a:pt x="200301" y="2406"/>
                  </a:lnTo>
                  <a:lnTo>
                    <a:pt x="206560" y="2103"/>
                  </a:lnTo>
                  <a:lnTo>
                    <a:pt x="212820" y="1799"/>
                  </a:lnTo>
                  <a:lnTo>
                    <a:pt x="219079" y="1541"/>
                  </a:lnTo>
                  <a:lnTo>
                    <a:pt x="225339" y="1294"/>
                  </a:lnTo>
                  <a:lnTo>
                    <a:pt x="231598" y="1060"/>
                  </a:lnTo>
                  <a:lnTo>
                    <a:pt x="237858" y="868"/>
                  </a:lnTo>
                  <a:lnTo>
                    <a:pt x="244117" y="677"/>
                  </a:lnTo>
                  <a:lnTo>
                    <a:pt x="250376" y="523"/>
                  </a:lnTo>
                  <a:lnTo>
                    <a:pt x="256636" y="388"/>
                  </a:lnTo>
                  <a:lnTo>
                    <a:pt x="262895" y="259"/>
                  </a:lnTo>
                  <a:lnTo>
                    <a:pt x="269155" y="179"/>
                  </a:lnTo>
                  <a:lnTo>
                    <a:pt x="275414" y="99"/>
                  </a:lnTo>
                  <a:lnTo>
                    <a:pt x="281674" y="49"/>
                  </a:lnTo>
                  <a:lnTo>
                    <a:pt x="287933" y="24"/>
                  </a:lnTo>
                  <a:lnTo>
                    <a:pt x="294192" y="0"/>
                  </a:lnTo>
                  <a:lnTo>
                    <a:pt x="300452" y="29"/>
                  </a:lnTo>
                  <a:lnTo>
                    <a:pt x="306711" y="59"/>
                  </a:lnTo>
                  <a:lnTo>
                    <a:pt x="312971" y="112"/>
                  </a:lnTo>
                  <a:lnTo>
                    <a:pt x="319230" y="196"/>
                  </a:lnTo>
                  <a:lnTo>
                    <a:pt x="325490" y="280"/>
                  </a:lnTo>
                  <a:lnTo>
                    <a:pt x="331749" y="411"/>
                  </a:lnTo>
                  <a:lnTo>
                    <a:pt x="338008" y="548"/>
                  </a:lnTo>
                  <a:lnTo>
                    <a:pt x="344268" y="703"/>
                  </a:lnTo>
                  <a:lnTo>
                    <a:pt x="350527" y="893"/>
                  </a:lnTo>
                  <a:lnTo>
                    <a:pt x="356787" y="1083"/>
                  </a:lnTo>
                  <a:lnTo>
                    <a:pt x="363046" y="1312"/>
                  </a:lnTo>
                  <a:lnTo>
                    <a:pt x="369305" y="1554"/>
                  </a:lnTo>
                  <a:lnTo>
                    <a:pt x="375565" y="1807"/>
                  </a:lnTo>
                  <a:lnTo>
                    <a:pt x="381824" y="2100"/>
                  </a:lnTo>
                  <a:lnTo>
                    <a:pt x="388084" y="2392"/>
                  </a:lnTo>
                  <a:lnTo>
                    <a:pt x="394343" y="2718"/>
                  </a:lnTo>
                  <a:lnTo>
                    <a:pt x="400603" y="3060"/>
                  </a:lnTo>
                  <a:lnTo>
                    <a:pt x="406862" y="3408"/>
                  </a:lnTo>
                  <a:lnTo>
                    <a:pt x="413121" y="3799"/>
                  </a:lnTo>
                  <a:lnTo>
                    <a:pt x="419381" y="4191"/>
                  </a:lnTo>
                  <a:lnTo>
                    <a:pt x="425640" y="4608"/>
                  </a:lnTo>
                  <a:lnTo>
                    <a:pt x="431900" y="5047"/>
                  </a:lnTo>
                  <a:lnTo>
                    <a:pt x="438159" y="5487"/>
                  </a:lnTo>
                  <a:lnTo>
                    <a:pt x="444419" y="5972"/>
                  </a:lnTo>
                  <a:lnTo>
                    <a:pt x="450678" y="6457"/>
                  </a:lnTo>
                  <a:lnTo>
                    <a:pt x="456937" y="6962"/>
                  </a:lnTo>
                  <a:lnTo>
                    <a:pt x="463197" y="7493"/>
                  </a:lnTo>
                  <a:lnTo>
                    <a:pt x="469456" y="8024"/>
                  </a:lnTo>
                  <a:lnTo>
                    <a:pt x="475716" y="8593"/>
                  </a:lnTo>
                  <a:lnTo>
                    <a:pt x="481975" y="9168"/>
                  </a:lnTo>
                  <a:lnTo>
                    <a:pt x="488235" y="9756"/>
                  </a:lnTo>
                  <a:lnTo>
                    <a:pt x="494494" y="10373"/>
                  </a:lnTo>
                  <a:lnTo>
                    <a:pt x="500753" y="10990"/>
                  </a:lnTo>
                  <a:lnTo>
                    <a:pt x="507013" y="11638"/>
                  </a:lnTo>
                  <a:lnTo>
                    <a:pt x="513272" y="12296"/>
                  </a:lnTo>
                  <a:lnTo>
                    <a:pt x="519532" y="12962"/>
                  </a:lnTo>
                  <a:lnTo>
                    <a:pt x="525791" y="13659"/>
                  </a:lnTo>
                  <a:lnTo>
                    <a:pt x="532050" y="14357"/>
                  </a:lnTo>
                  <a:lnTo>
                    <a:pt x="538310" y="15078"/>
                  </a:lnTo>
                  <a:lnTo>
                    <a:pt x="544569" y="15814"/>
                  </a:lnTo>
                  <a:lnTo>
                    <a:pt x="550829" y="16552"/>
                  </a:lnTo>
                  <a:lnTo>
                    <a:pt x="557088" y="17323"/>
                  </a:lnTo>
                  <a:lnTo>
                    <a:pt x="563348" y="18095"/>
                  </a:lnTo>
                  <a:lnTo>
                    <a:pt x="569607" y="18884"/>
                  </a:lnTo>
                  <a:lnTo>
                    <a:pt x="575866" y="19690"/>
                  </a:lnTo>
                  <a:lnTo>
                    <a:pt x="582126" y="20497"/>
                  </a:lnTo>
                  <a:lnTo>
                    <a:pt x="588385" y="21334"/>
                  </a:lnTo>
                  <a:lnTo>
                    <a:pt x="594645" y="22173"/>
                  </a:lnTo>
                  <a:lnTo>
                    <a:pt x="600904" y="23025"/>
                  </a:lnTo>
                  <a:lnTo>
                    <a:pt x="607164" y="23895"/>
                  </a:lnTo>
                  <a:lnTo>
                    <a:pt x="613423" y="24765"/>
                  </a:lnTo>
                  <a:lnTo>
                    <a:pt x="619682" y="25660"/>
                  </a:lnTo>
                  <a:lnTo>
                    <a:pt x="625942" y="26560"/>
                  </a:lnTo>
                  <a:lnTo>
                    <a:pt x="632201" y="27467"/>
                  </a:lnTo>
                  <a:lnTo>
                    <a:pt x="638461" y="28394"/>
                  </a:lnTo>
                  <a:lnTo>
                    <a:pt x="644720" y="29322"/>
                  </a:lnTo>
                  <a:lnTo>
                    <a:pt x="650980" y="30268"/>
                  </a:lnTo>
                  <a:lnTo>
                    <a:pt x="657239" y="31221"/>
                  </a:lnTo>
                  <a:lnTo>
                    <a:pt x="663498" y="32178"/>
                  </a:lnTo>
                  <a:lnTo>
                    <a:pt x="669758" y="33156"/>
                  </a:lnTo>
                  <a:lnTo>
                    <a:pt x="676017" y="34133"/>
                  </a:lnTo>
                  <a:lnTo>
                    <a:pt x="682277" y="35124"/>
                  </a:lnTo>
                  <a:lnTo>
                    <a:pt x="688536" y="36124"/>
                  </a:lnTo>
                  <a:lnTo>
                    <a:pt x="694796" y="37124"/>
                  </a:lnTo>
                  <a:lnTo>
                    <a:pt x="701055" y="38145"/>
                  </a:lnTo>
                  <a:lnTo>
                    <a:pt x="707314" y="39165"/>
                  </a:lnTo>
                  <a:lnTo>
                    <a:pt x="713574" y="40195"/>
                  </a:lnTo>
                  <a:lnTo>
                    <a:pt x="719833" y="41234"/>
                  </a:lnTo>
                  <a:lnTo>
                    <a:pt x="726093" y="42273"/>
                  </a:lnTo>
                  <a:lnTo>
                    <a:pt x="732352" y="43328"/>
                  </a:lnTo>
                  <a:lnTo>
                    <a:pt x="738611" y="44385"/>
                  </a:lnTo>
                  <a:lnTo>
                    <a:pt x="744871" y="45446"/>
                  </a:lnTo>
                  <a:lnTo>
                    <a:pt x="751130" y="46518"/>
                  </a:lnTo>
                  <a:lnTo>
                    <a:pt x="757390" y="47590"/>
                  </a:lnTo>
                  <a:lnTo>
                    <a:pt x="763649" y="48672"/>
                  </a:lnTo>
                  <a:lnTo>
                    <a:pt x="769909" y="49758"/>
                  </a:lnTo>
                  <a:lnTo>
                    <a:pt x="776168" y="50846"/>
                  </a:lnTo>
                  <a:lnTo>
                    <a:pt x="782427" y="51943"/>
                  </a:lnTo>
                  <a:lnTo>
                    <a:pt x="788687" y="53040"/>
                  </a:lnTo>
                  <a:lnTo>
                    <a:pt x="794946" y="54145"/>
                  </a:lnTo>
                  <a:lnTo>
                    <a:pt x="801206" y="55252"/>
                  </a:lnTo>
                  <a:lnTo>
                    <a:pt x="807465" y="56361"/>
                  </a:lnTo>
                  <a:lnTo>
                    <a:pt x="813725" y="57477"/>
                  </a:lnTo>
                  <a:lnTo>
                    <a:pt x="819984" y="58593"/>
                  </a:lnTo>
                  <a:lnTo>
                    <a:pt x="826243" y="59713"/>
                  </a:lnTo>
                  <a:lnTo>
                    <a:pt x="832503" y="60836"/>
                  </a:lnTo>
                  <a:lnTo>
                    <a:pt x="838762" y="61959"/>
                  </a:lnTo>
                  <a:lnTo>
                    <a:pt x="845022" y="63087"/>
                  </a:lnTo>
                  <a:lnTo>
                    <a:pt x="851281" y="64216"/>
                  </a:lnTo>
                  <a:lnTo>
                    <a:pt x="857541" y="65346"/>
                  </a:lnTo>
                  <a:lnTo>
                    <a:pt x="863800" y="66478"/>
                  </a:lnTo>
                  <a:lnTo>
                    <a:pt x="870059" y="67611"/>
                  </a:lnTo>
                  <a:lnTo>
                    <a:pt x="876319" y="68745"/>
                  </a:lnTo>
                  <a:lnTo>
                    <a:pt x="882578" y="69880"/>
                  </a:lnTo>
                  <a:lnTo>
                    <a:pt x="888838" y="71015"/>
                  </a:lnTo>
                  <a:lnTo>
                    <a:pt x="895097" y="72151"/>
                  </a:lnTo>
                  <a:lnTo>
                    <a:pt x="901356" y="73287"/>
                  </a:lnTo>
                  <a:lnTo>
                    <a:pt x="907616" y="74422"/>
                  </a:lnTo>
                  <a:lnTo>
                    <a:pt x="913875" y="75557"/>
                  </a:lnTo>
                  <a:lnTo>
                    <a:pt x="920135" y="76692"/>
                  </a:lnTo>
                  <a:lnTo>
                    <a:pt x="926394" y="77826"/>
                  </a:lnTo>
                  <a:lnTo>
                    <a:pt x="932654" y="78959"/>
                  </a:lnTo>
                  <a:lnTo>
                    <a:pt x="938913" y="80091"/>
                  </a:lnTo>
                  <a:lnTo>
                    <a:pt x="945172" y="81221"/>
                  </a:lnTo>
                  <a:lnTo>
                    <a:pt x="951432" y="82351"/>
                  </a:lnTo>
                  <a:lnTo>
                    <a:pt x="957691" y="83477"/>
                  </a:lnTo>
                  <a:lnTo>
                    <a:pt x="963951" y="84603"/>
                  </a:lnTo>
                  <a:lnTo>
                    <a:pt x="970210" y="85727"/>
                  </a:lnTo>
                  <a:lnTo>
                    <a:pt x="976470" y="86847"/>
                  </a:lnTo>
                  <a:lnTo>
                    <a:pt x="982729" y="87968"/>
                  </a:lnTo>
                  <a:lnTo>
                    <a:pt x="988988" y="89082"/>
                  </a:lnTo>
                  <a:lnTo>
                    <a:pt x="995248" y="90196"/>
                  </a:lnTo>
                  <a:lnTo>
                    <a:pt x="1001507" y="91306"/>
                  </a:lnTo>
                  <a:lnTo>
                    <a:pt x="1007767" y="92413"/>
                  </a:lnTo>
                  <a:lnTo>
                    <a:pt x="1014026" y="93519"/>
                  </a:lnTo>
                  <a:lnTo>
                    <a:pt x="1020286" y="94618"/>
                  </a:lnTo>
                  <a:lnTo>
                    <a:pt x="1026545" y="95715"/>
                  </a:lnTo>
                  <a:lnTo>
                    <a:pt x="1032804" y="96810"/>
                  </a:lnTo>
                  <a:lnTo>
                    <a:pt x="1039064" y="97897"/>
                  </a:lnTo>
                  <a:lnTo>
                    <a:pt x="1045323" y="98985"/>
                  </a:lnTo>
                  <a:lnTo>
                    <a:pt x="1051583" y="100065"/>
                  </a:lnTo>
                  <a:lnTo>
                    <a:pt x="1057842" y="101142"/>
                  </a:lnTo>
                  <a:lnTo>
                    <a:pt x="1064101" y="102217"/>
                  </a:lnTo>
                  <a:lnTo>
                    <a:pt x="1070361" y="103283"/>
                  </a:lnTo>
                  <a:lnTo>
                    <a:pt x="1076620" y="104349"/>
                  </a:lnTo>
                  <a:lnTo>
                    <a:pt x="1082880" y="105407"/>
                  </a:lnTo>
                  <a:lnTo>
                    <a:pt x="1089139" y="106461"/>
                  </a:lnTo>
                  <a:lnTo>
                    <a:pt x="1095399" y="107513"/>
                  </a:lnTo>
                  <a:lnTo>
                    <a:pt x="1101658" y="108554"/>
                  </a:lnTo>
                  <a:lnTo>
                    <a:pt x="1107917" y="109594"/>
                  </a:lnTo>
                  <a:lnTo>
                    <a:pt x="1114177" y="110628"/>
                  </a:lnTo>
                  <a:lnTo>
                    <a:pt x="1120436" y="111655"/>
                  </a:lnTo>
                  <a:lnTo>
                    <a:pt x="1126696" y="112682"/>
                  </a:lnTo>
                  <a:lnTo>
                    <a:pt x="1132955" y="113695"/>
                  </a:lnTo>
                  <a:lnTo>
                    <a:pt x="1139215" y="114708"/>
                  </a:lnTo>
                  <a:lnTo>
                    <a:pt x="1145474" y="115715"/>
                  </a:lnTo>
                  <a:lnTo>
                    <a:pt x="1151733" y="116713"/>
                  </a:lnTo>
                  <a:lnTo>
                    <a:pt x="1157993" y="117711"/>
                  </a:lnTo>
                  <a:lnTo>
                    <a:pt x="1164252" y="118696"/>
                  </a:lnTo>
                  <a:lnTo>
                    <a:pt x="1170512" y="119679"/>
                  </a:lnTo>
                  <a:lnTo>
                    <a:pt x="1176771" y="120657"/>
                  </a:lnTo>
                  <a:lnTo>
                    <a:pt x="1183031" y="121624"/>
                  </a:lnTo>
                  <a:lnTo>
                    <a:pt x="1189290" y="122591"/>
                  </a:lnTo>
                  <a:lnTo>
                    <a:pt x="1195549" y="123546"/>
                  </a:lnTo>
                  <a:lnTo>
                    <a:pt x="1201809" y="124497"/>
                  </a:lnTo>
                  <a:lnTo>
                    <a:pt x="1208068" y="125445"/>
                  </a:lnTo>
                  <a:lnTo>
                    <a:pt x="1214328" y="126380"/>
                  </a:lnTo>
                  <a:lnTo>
                    <a:pt x="1220587" y="127314"/>
                  </a:lnTo>
                  <a:lnTo>
                    <a:pt x="1226846" y="128238"/>
                  </a:lnTo>
                  <a:lnTo>
                    <a:pt x="1233106" y="129156"/>
                  </a:lnTo>
                  <a:lnTo>
                    <a:pt x="1239365" y="130073"/>
                  </a:lnTo>
                  <a:lnTo>
                    <a:pt x="1245625" y="130974"/>
                  </a:lnTo>
                  <a:lnTo>
                    <a:pt x="1251884" y="131874"/>
                  </a:lnTo>
                  <a:lnTo>
                    <a:pt x="1258144" y="132766"/>
                  </a:lnTo>
                  <a:lnTo>
                    <a:pt x="1264403" y="133650"/>
                  </a:lnTo>
                  <a:lnTo>
                    <a:pt x="1270662" y="134534"/>
                  </a:lnTo>
                  <a:lnTo>
                    <a:pt x="1276922" y="135401"/>
                  </a:lnTo>
                  <a:lnTo>
                    <a:pt x="1283181" y="136267"/>
                  </a:lnTo>
                  <a:lnTo>
                    <a:pt x="1289441" y="137127"/>
                  </a:lnTo>
                  <a:lnTo>
                    <a:pt x="1295700" y="137975"/>
                  </a:lnTo>
                  <a:lnTo>
                    <a:pt x="1301960" y="138824"/>
                  </a:lnTo>
                  <a:lnTo>
                    <a:pt x="1308219" y="139659"/>
                  </a:lnTo>
                  <a:lnTo>
                    <a:pt x="1314478" y="140490"/>
                  </a:lnTo>
                  <a:lnTo>
                    <a:pt x="1320738" y="141317"/>
                  </a:lnTo>
                  <a:lnTo>
                    <a:pt x="1326997" y="142130"/>
                  </a:lnTo>
                  <a:lnTo>
                    <a:pt x="1333257" y="142944"/>
                  </a:lnTo>
                  <a:lnTo>
                    <a:pt x="1339516" y="143745"/>
                  </a:lnTo>
                  <a:lnTo>
                    <a:pt x="1345776" y="144542"/>
                  </a:lnTo>
                  <a:lnTo>
                    <a:pt x="1352035" y="145335"/>
                  </a:lnTo>
                  <a:lnTo>
                    <a:pt x="1358294" y="146114"/>
                  </a:lnTo>
                  <a:lnTo>
                    <a:pt x="1364554" y="146893"/>
                  </a:lnTo>
                  <a:lnTo>
                    <a:pt x="1370813" y="147662"/>
                  </a:lnTo>
                  <a:lnTo>
                    <a:pt x="1377073" y="148423"/>
                  </a:lnTo>
                  <a:lnTo>
                    <a:pt x="1383332" y="149184"/>
                  </a:lnTo>
                  <a:lnTo>
                    <a:pt x="1389592" y="149928"/>
                  </a:lnTo>
                  <a:lnTo>
                    <a:pt x="1395851" y="150672"/>
                  </a:lnTo>
                  <a:lnTo>
                    <a:pt x="1402110" y="151408"/>
                  </a:lnTo>
                  <a:lnTo>
                    <a:pt x="1408370" y="152135"/>
                  </a:lnTo>
                  <a:lnTo>
                    <a:pt x="1414629" y="152862"/>
                  </a:lnTo>
                  <a:lnTo>
                    <a:pt x="1420889" y="153574"/>
                  </a:lnTo>
                  <a:lnTo>
                    <a:pt x="1427148" y="154284"/>
                  </a:lnTo>
                  <a:lnTo>
                    <a:pt x="1433407" y="154988"/>
                  </a:lnTo>
                  <a:lnTo>
                    <a:pt x="1439667" y="155681"/>
                  </a:lnTo>
                  <a:lnTo>
                    <a:pt x="1445926" y="156374"/>
                  </a:lnTo>
                  <a:lnTo>
                    <a:pt x="1452186" y="157054"/>
                  </a:lnTo>
                  <a:lnTo>
                    <a:pt x="1458445" y="157731"/>
                  </a:lnTo>
                  <a:lnTo>
                    <a:pt x="1464705" y="158404"/>
                  </a:lnTo>
                  <a:lnTo>
                    <a:pt x="1470964" y="159064"/>
                  </a:lnTo>
                  <a:lnTo>
                    <a:pt x="1477223" y="159724"/>
                  </a:lnTo>
                  <a:lnTo>
                    <a:pt x="1483483" y="160374"/>
                  </a:lnTo>
                  <a:lnTo>
                    <a:pt x="1489742" y="161018"/>
                  </a:lnTo>
                  <a:lnTo>
                    <a:pt x="1496002" y="161660"/>
                  </a:lnTo>
                  <a:lnTo>
                    <a:pt x="1502261" y="162289"/>
                  </a:lnTo>
                  <a:lnTo>
                    <a:pt x="1508521" y="162917"/>
                  </a:lnTo>
                  <a:lnTo>
                    <a:pt x="1514780" y="163537"/>
                  </a:lnTo>
                  <a:lnTo>
                    <a:pt x="1521039" y="164150"/>
                  </a:lnTo>
                  <a:lnTo>
                    <a:pt x="1527299" y="164763"/>
                  </a:lnTo>
                  <a:lnTo>
                    <a:pt x="1533558" y="165360"/>
                  </a:lnTo>
                  <a:lnTo>
                    <a:pt x="1539818" y="165958"/>
                  </a:lnTo>
                  <a:lnTo>
                    <a:pt x="1546077" y="166549"/>
                  </a:lnTo>
                  <a:lnTo>
                    <a:pt x="1552337" y="167132"/>
                  </a:lnTo>
                  <a:lnTo>
                    <a:pt x="1558596" y="167715"/>
                  </a:lnTo>
                  <a:lnTo>
                    <a:pt x="1564855" y="168285"/>
                  </a:lnTo>
                  <a:lnTo>
                    <a:pt x="1571115" y="168853"/>
                  </a:lnTo>
                  <a:lnTo>
                    <a:pt x="1577374" y="169416"/>
                  </a:lnTo>
                  <a:lnTo>
                    <a:pt x="1583634" y="169970"/>
                  </a:lnTo>
                  <a:lnTo>
                    <a:pt x="1589893" y="170524"/>
                  </a:lnTo>
                  <a:lnTo>
                    <a:pt x="1596152" y="171067"/>
                  </a:lnTo>
                  <a:lnTo>
                    <a:pt x="1602412" y="171607"/>
                  </a:lnTo>
                  <a:lnTo>
                    <a:pt x="1608671" y="172144"/>
                  </a:lnTo>
                  <a:lnTo>
                    <a:pt x="1614931" y="172670"/>
                  </a:lnTo>
                  <a:lnTo>
                    <a:pt x="1621190" y="173196"/>
                  </a:lnTo>
                  <a:lnTo>
                    <a:pt x="1627450" y="173714"/>
                  </a:lnTo>
                  <a:lnTo>
                    <a:pt x="1633709" y="174227"/>
                  </a:lnTo>
                  <a:lnTo>
                    <a:pt x="1639968" y="174738"/>
                  </a:lnTo>
                  <a:lnTo>
                    <a:pt x="1646228" y="175238"/>
                  </a:lnTo>
                  <a:lnTo>
                    <a:pt x="1652487" y="175738"/>
                  </a:lnTo>
                  <a:lnTo>
                    <a:pt x="1658747" y="176232"/>
                  </a:lnTo>
                  <a:lnTo>
                    <a:pt x="1665006" y="176719"/>
                  </a:lnTo>
                  <a:lnTo>
                    <a:pt x="1671266" y="177206"/>
                  </a:lnTo>
                  <a:lnTo>
                    <a:pt x="1677525" y="177681"/>
                  </a:lnTo>
                  <a:lnTo>
                    <a:pt x="1683784" y="178157"/>
                  </a:lnTo>
                  <a:lnTo>
                    <a:pt x="1690044" y="178626"/>
                  </a:lnTo>
                  <a:lnTo>
                    <a:pt x="1696303" y="179089"/>
                  </a:lnTo>
                  <a:lnTo>
                    <a:pt x="1702563" y="179553"/>
                  </a:lnTo>
                  <a:lnTo>
                    <a:pt x="1708822" y="180005"/>
                  </a:lnTo>
                  <a:lnTo>
                    <a:pt x="1715082" y="180457"/>
                  </a:lnTo>
                  <a:lnTo>
                    <a:pt x="1721341" y="180905"/>
                  </a:lnTo>
                  <a:lnTo>
                    <a:pt x="1727600" y="181345"/>
                  </a:lnTo>
                  <a:lnTo>
                    <a:pt x="1733860" y="181785"/>
                  </a:lnTo>
                  <a:lnTo>
                    <a:pt x="1740119" y="182217"/>
                  </a:lnTo>
                  <a:lnTo>
                    <a:pt x="1746379" y="182646"/>
                  </a:lnTo>
                  <a:lnTo>
                    <a:pt x="1752638" y="183073"/>
                  </a:lnTo>
                  <a:lnTo>
                    <a:pt x="1758897" y="183491"/>
                  </a:lnTo>
                  <a:lnTo>
                    <a:pt x="1765157" y="183909"/>
                  </a:lnTo>
                  <a:lnTo>
                    <a:pt x="1771416" y="184321"/>
                  </a:lnTo>
                  <a:lnTo>
                    <a:pt x="1777676" y="184729"/>
                  </a:lnTo>
                  <a:lnTo>
                    <a:pt x="1783935" y="185136"/>
                  </a:lnTo>
                  <a:lnTo>
                    <a:pt x="1790195" y="185534"/>
                  </a:lnTo>
                  <a:lnTo>
                    <a:pt x="1796454" y="185931"/>
                  </a:lnTo>
                  <a:lnTo>
                    <a:pt x="1802713" y="186324"/>
                  </a:lnTo>
                  <a:lnTo>
                    <a:pt x="1808973" y="186712"/>
                  </a:lnTo>
                  <a:lnTo>
                    <a:pt x="1815232" y="187100"/>
                  </a:lnTo>
                  <a:lnTo>
                    <a:pt x="1821492" y="187479"/>
                  </a:lnTo>
                  <a:lnTo>
                    <a:pt x="1827751" y="187857"/>
                  </a:lnTo>
                  <a:lnTo>
                    <a:pt x="1834011" y="188232"/>
                  </a:lnTo>
                  <a:lnTo>
                    <a:pt x="1840270" y="188601"/>
                  </a:lnTo>
                  <a:lnTo>
                    <a:pt x="1846529" y="188970"/>
                  </a:lnTo>
                  <a:lnTo>
                    <a:pt x="1852789" y="189331"/>
                  </a:lnTo>
                  <a:lnTo>
                    <a:pt x="1859048" y="189692"/>
                  </a:lnTo>
                  <a:lnTo>
                    <a:pt x="1865308" y="190049"/>
                  </a:lnTo>
                  <a:lnTo>
                    <a:pt x="1871567" y="190400"/>
                  </a:lnTo>
                  <a:lnTo>
                    <a:pt x="1877827" y="190752"/>
                  </a:lnTo>
                  <a:lnTo>
                    <a:pt x="1884086" y="191097"/>
                  </a:lnTo>
                  <a:lnTo>
                    <a:pt x="1890345" y="191440"/>
                  </a:lnTo>
                  <a:lnTo>
                    <a:pt x="1896605" y="191781"/>
                  </a:lnTo>
                  <a:lnTo>
                    <a:pt x="1902864" y="192115"/>
                  </a:lnTo>
                  <a:lnTo>
                    <a:pt x="1909124" y="192450"/>
                  </a:lnTo>
                  <a:lnTo>
                    <a:pt x="1915383" y="192779"/>
                  </a:lnTo>
                  <a:lnTo>
                    <a:pt x="1921642" y="193106"/>
                  </a:lnTo>
                  <a:lnTo>
                    <a:pt x="1927902" y="193432"/>
                  </a:lnTo>
                  <a:lnTo>
                    <a:pt x="1934161" y="193750"/>
                  </a:lnTo>
                  <a:lnTo>
                    <a:pt x="1940421" y="194069"/>
                  </a:lnTo>
                  <a:lnTo>
                    <a:pt x="1946680" y="194383"/>
                  </a:lnTo>
                  <a:lnTo>
                    <a:pt x="1952940" y="194694"/>
                  </a:lnTo>
                  <a:lnTo>
                    <a:pt x="1959199" y="195005"/>
                  </a:lnTo>
                  <a:lnTo>
                    <a:pt x="1965458" y="195309"/>
                  </a:lnTo>
                  <a:lnTo>
                    <a:pt x="1971718" y="195613"/>
                  </a:lnTo>
                  <a:lnTo>
                    <a:pt x="1977977" y="195913"/>
                  </a:lnTo>
                  <a:lnTo>
                    <a:pt x="1984237" y="196210"/>
                  </a:lnTo>
                  <a:lnTo>
                    <a:pt x="1990496" y="196506"/>
                  </a:lnTo>
                  <a:lnTo>
                    <a:pt x="1996756" y="196796"/>
                  </a:lnTo>
                  <a:lnTo>
                    <a:pt x="2003015" y="197085"/>
                  </a:lnTo>
                  <a:lnTo>
                    <a:pt x="2009274" y="197373"/>
                  </a:lnTo>
                  <a:lnTo>
                    <a:pt x="2015534" y="197655"/>
                  </a:lnTo>
                  <a:lnTo>
                    <a:pt x="2021793" y="197937"/>
                  </a:lnTo>
                  <a:lnTo>
                    <a:pt x="2028053" y="198215"/>
                  </a:lnTo>
                  <a:lnTo>
                    <a:pt x="2034312" y="198490"/>
                  </a:lnTo>
                  <a:lnTo>
                    <a:pt x="2040572" y="198765"/>
                  </a:lnTo>
                  <a:lnTo>
                    <a:pt x="2046831" y="199034"/>
                  </a:lnTo>
                  <a:lnTo>
                    <a:pt x="2053090" y="199303"/>
                  </a:lnTo>
                  <a:lnTo>
                    <a:pt x="2059350" y="199568"/>
                  </a:lnTo>
                  <a:lnTo>
                    <a:pt x="2065609" y="199831"/>
                  </a:lnTo>
                  <a:lnTo>
                    <a:pt x="2071869" y="200093"/>
                  </a:lnTo>
                  <a:lnTo>
                    <a:pt x="2078128" y="200350"/>
                  </a:lnTo>
                  <a:lnTo>
                    <a:pt x="2084388" y="200606"/>
                  </a:lnTo>
                  <a:lnTo>
                    <a:pt x="2090647" y="200860"/>
                  </a:lnTo>
                  <a:lnTo>
                    <a:pt x="2096906" y="201110"/>
                  </a:lnTo>
                  <a:lnTo>
                    <a:pt x="2103166" y="201360"/>
                  </a:lnTo>
                  <a:lnTo>
                    <a:pt x="2109425" y="201605"/>
                  </a:lnTo>
                  <a:lnTo>
                    <a:pt x="2115685" y="201850"/>
                  </a:lnTo>
                  <a:lnTo>
                    <a:pt x="2121944" y="202092"/>
                  </a:lnTo>
                  <a:lnTo>
                    <a:pt x="2128203" y="202331"/>
                  </a:lnTo>
                  <a:lnTo>
                    <a:pt x="2134463" y="202570"/>
                  </a:lnTo>
                  <a:lnTo>
                    <a:pt x="2140722" y="202804"/>
                  </a:lnTo>
                  <a:lnTo>
                    <a:pt x="2146982" y="203037"/>
                  </a:lnTo>
                  <a:lnTo>
                    <a:pt x="2153241" y="203269"/>
                  </a:lnTo>
                  <a:lnTo>
                    <a:pt x="2159501" y="203497"/>
                  </a:lnTo>
                  <a:lnTo>
                    <a:pt x="2165760" y="203724"/>
                  </a:lnTo>
                  <a:lnTo>
                    <a:pt x="2172019" y="203949"/>
                  </a:lnTo>
                  <a:lnTo>
                    <a:pt x="2178279" y="204171"/>
                  </a:lnTo>
                  <a:lnTo>
                    <a:pt x="2184538" y="204393"/>
                  </a:lnTo>
                  <a:lnTo>
                    <a:pt x="2190798" y="204610"/>
                  </a:lnTo>
                  <a:lnTo>
                    <a:pt x="2197057" y="204827"/>
                  </a:lnTo>
                  <a:lnTo>
                    <a:pt x="2203317" y="205041"/>
                  </a:lnTo>
                  <a:lnTo>
                    <a:pt x="2209576" y="205254"/>
                  </a:lnTo>
                  <a:lnTo>
                    <a:pt x="2215835" y="205466"/>
                  </a:lnTo>
                  <a:lnTo>
                    <a:pt x="2222095" y="205673"/>
                  </a:lnTo>
                  <a:lnTo>
                    <a:pt x="2228354" y="205880"/>
                  </a:lnTo>
                  <a:lnTo>
                    <a:pt x="2234614" y="206086"/>
                  </a:lnTo>
                  <a:lnTo>
                    <a:pt x="2240873" y="206288"/>
                  </a:lnTo>
                  <a:lnTo>
                    <a:pt x="2247133" y="206491"/>
                  </a:lnTo>
                  <a:lnTo>
                    <a:pt x="2253392" y="206689"/>
                  </a:lnTo>
                  <a:lnTo>
                    <a:pt x="2259651" y="206888"/>
                  </a:lnTo>
                  <a:lnTo>
                    <a:pt x="2265911" y="207084"/>
                  </a:lnTo>
                  <a:lnTo>
                    <a:pt x="2272170" y="207278"/>
                  </a:lnTo>
                  <a:lnTo>
                    <a:pt x="2278430" y="207471"/>
                  </a:lnTo>
                  <a:lnTo>
                    <a:pt x="2284689" y="207662"/>
                  </a:lnTo>
                  <a:lnTo>
                    <a:pt x="2290948" y="207851"/>
                  </a:lnTo>
                  <a:lnTo>
                    <a:pt x="2297208" y="208040"/>
                  </a:lnTo>
                  <a:lnTo>
                    <a:pt x="2303467" y="208225"/>
                  </a:lnTo>
                  <a:lnTo>
                    <a:pt x="2309727" y="208410"/>
                  </a:lnTo>
                  <a:lnTo>
                    <a:pt x="2315986" y="208593"/>
                  </a:lnTo>
                  <a:lnTo>
                    <a:pt x="2322246" y="208775"/>
                  </a:lnTo>
                  <a:lnTo>
                    <a:pt x="2328505" y="208956"/>
                  </a:lnTo>
                  <a:lnTo>
                    <a:pt x="2334764" y="209133"/>
                  </a:lnTo>
                  <a:lnTo>
                    <a:pt x="2341024" y="209311"/>
                  </a:lnTo>
                  <a:lnTo>
                    <a:pt x="2347283" y="209487"/>
                  </a:lnTo>
                  <a:lnTo>
                    <a:pt x="2353543" y="209661"/>
                  </a:lnTo>
                  <a:lnTo>
                    <a:pt x="2359802" y="209835"/>
                  </a:lnTo>
                  <a:lnTo>
                    <a:pt x="2366062" y="210006"/>
                  </a:lnTo>
                  <a:lnTo>
                    <a:pt x="2372321" y="210177"/>
                  </a:lnTo>
                  <a:lnTo>
                    <a:pt x="2378580" y="210346"/>
                  </a:lnTo>
                  <a:lnTo>
                    <a:pt x="2384840" y="210513"/>
                  </a:lnTo>
                  <a:lnTo>
                    <a:pt x="2391099" y="210681"/>
                  </a:lnTo>
                  <a:lnTo>
                    <a:pt x="2397359" y="210846"/>
                  </a:lnTo>
                  <a:lnTo>
                    <a:pt x="2403618" y="211010"/>
                  </a:lnTo>
                  <a:lnTo>
                    <a:pt x="2409878" y="211174"/>
                  </a:lnTo>
                  <a:lnTo>
                    <a:pt x="2416137" y="211336"/>
                  </a:lnTo>
                  <a:lnTo>
                    <a:pt x="2422396" y="211497"/>
                  </a:lnTo>
                  <a:lnTo>
                    <a:pt x="2428656" y="211657"/>
                  </a:lnTo>
                  <a:lnTo>
                    <a:pt x="2434915" y="211816"/>
                  </a:lnTo>
                  <a:lnTo>
                    <a:pt x="2441175" y="211975"/>
                  </a:lnTo>
                  <a:lnTo>
                    <a:pt x="2447434" y="212131"/>
                  </a:lnTo>
                  <a:lnTo>
                    <a:pt x="2453693" y="212288"/>
                  </a:lnTo>
                  <a:lnTo>
                    <a:pt x="2459953" y="212443"/>
                  </a:lnTo>
                  <a:lnTo>
                    <a:pt x="2466212" y="212598"/>
                  </a:lnTo>
                  <a:lnTo>
                    <a:pt x="2472472" y="212752"/>
                  </a:lnTo>
                  <a:lnTo>
                    <a:pt x="2478731" y="212905"/>
                  </a:lnTo>
                  <a:lnTo>
                    <a:pt x="2484991" y="213057"/>
                  </a:lnTo>
                  <a:lnTo>
                    <a:pt x="2491250" y="213209"/>
                  </a:lnTo>
                  <a:lnTo>
                    <a:pt x="2497509" y="213359"/>
                  </a:lnTo>
                  <a:lnTo>
                    <a:pt x="2503769" y="213510"/>
                  </a:lnTo>
                  <a:lnTo>
                    <a:pt x="2510028" y="213659"/>
                  </a:lnTo>
                  <a:lnTo>
                    <a:pt x="2516288" y="213809"/>
                  </a:lnTo>
                  <a:lnTo>
                    <a:pt x="2522547" y="213957"/>
                  </a:lnTo>
                  <a:lnTo>
                    <a:pt x="2528807" y="214105"/>
                  </a:lnTo>
                  <a:lnTo>
                    <a:pt x="2535066" y="214253"/>
                  </a:lnTo>
                  <a:lnTo>
                    <a:pt x="2541325" y="214400"/>
                  </a:lnTo>
                  <a:lnTo>
                    <a:pt x="2547585" y="214547"/>
                  </a:lnTo>
                  <a:lnTo>
                    <a:pt x="2553844" y="214693"/>
                  </a:lnTo>
                  <a:lnTo>
                    <a:pt x="2560104" y="214839"/>
                  </a:lnTo>
                  <a:lnTo>
                    <a:pt x="2566363" y="214985"/>
                  </a:lnTo>
                  <a:lnTo>
                    <a:pt x="2572623" y="215131"/>
                  </a:lnTo>
                  <a:lnTo>
                    <a:pt x="2578882" y="215276"/>
                  </a:lnTo>
                  <a:lnTo>
                    <a:pt x="2585141" y="215421"/>
                  </a:lnTo>
                  <a:lnTo>
                    <a:pt x="2591401" y="215566"/>
                  </a:lnTo>
                  <a:lnTo>
                    <a:pt x="2597660" y="215711"/>
                  </a:lnTo>
                  <a:lnTo>
                    <a:pt x="2603920" y="215856"/>
                  </a:lnTo>
                  <a:lnTo>
                    <a:pt x="2610179" y="216001"/>
                  </a:lnTo>
                  <a:lnTo>
                    <a:pt x="2616438" y="216146"/>
                  </a:lnTo>
                  <a:lnTo>
                    <a:pt x="2622698" y="216291"/>
                  </a:lnTo>
                  <a:lnTo>
                    <a:pt x="2628957" y="216436"/>
                  </a:lnTo>
                  <a:lnTo>
                    <a:pt x="2635217" y="216581"/>
                  </a:lnTo>
                  <a:lnTo>
                    <a:pt x="2641476" y="216727"/>
                  </a:lnTo>
                  <a:lnTo>
                    <a:pt x="2647736" y="216872"/>
                  </a:lnTo>
                  <a:lnTo>
                    <a:pt x="2653995" y="217018"/>
                  </a:lnTo>
                  <a:lnTo>
                    <a:pt x="2660254" y="217164"/>
                  </a:lnTo>
                  <a:lnTo>
                    <a:pt x="2666514" y="217310"/>
                  </a:lnTo>
                  <a:lnTo>
                    <a:pt x="2672773" y="217457"/>
                  </a:lnTo>
                  <a:lnTo>
                    <a:pt x="2679033" y="217604"/>
                  </a:lnTo>
                  <a:lnTo>
                    <a:pt x="2685292" y="217752"/>
                  </a:lnTo>
                  <a:lnTo>
                    <a:pt x="2691552" y="217900"/>
                  </a:lnTo>
                  <a:lnTo>
                    <a:pt x="2697811" y="218048"/>
                  </a:lnTo>
                  <a:lnTo>
                    <a:pt x="2704070" y="218197"/>
                  </a:lnTo>
                  <a:lnTo>
                    <a:pt x="2710330" y="218347"/>
                  </a:lnTo>
                  <a:lnTo>
                    <a:pt x="2716589" y="218497"/>
                  </a:lnTo>
                  <a:lnTo>
                    <a:pt x="2722849" y="218648"/>
                  </a:lnTo>
                  <a:lnTo>
                    <a:pt x="2729108" y="218799"/>
                  </a:lnTo>
                  <a:lnTo>
                    <a:pt x="2735368" y="218952"/>
                  </a:lnTo>
                  <a:lnTo>
                    <a:pt x="2741627" y="219104"/>
                  </a:lnTo>
                  <a:lnTo>
                    <a:pt x="2747886" y="219258"/>
                  </a:lnTo>
                  <a:lnTo>
                    <a:pt x="2754146" y="219413"/>
                  </a:lnTo>
                  <a:lnTo>
                    <a:pt x="2760405" y="219568"/>
                  </a:lnTo>
                  <a:lnTo>
                    <a:pt x="2766665" y="219725"/>
                  </a:lnTo>
                  <a:lnTo>
                    <a:pt x="2772924" y="219882"/>
                  </a:lnTo>
                  <a:lnTo>
                    <a:pt x="2779184" y="220040"/>
                  </a:lnTo>
                  <a:lnTo>
                    <a:pt x="2785443" y="220199"/>
                  </a:lnTo>
                  <a:lnTo>
                    <a:pt x="2791702" y="220359"/>
                  </a:lnTo>
                  <a:lnTo>
                    <a:pt x="2797962" y="220521"/>
                  </a:lnTo>
                  <a:lnTo>
                    <a:pt x="2804221" y="220683"/>
                  </a:lnTo>
                  <a:lnTo>
                    <a:pt x="2810481" y="220846"/>
                  </a:lnTo>
                  <a:lnTo>
                    <a:pt x="2816740" y="221011"/>
                  </a:lnTo>
                  <a:lnTo>
                    <a:pt x="2822999" y="221176"/>
                  </a:lnTo>
                  <a:lnTo>
                    <a:pt x="2829259" y="221344"/>
                  </a:lnTo>
                  <a:lnTo>
                    <a:pt x="2835518" y="221512"/>
                  </a:lnTo>
                  <a:lnTo>
                    <a:pt x="2841778" y="221681"/>
                  </a:lnTo>
                  <a:lnTo>
                    <a:pt x="2848037" y="221852"/>
                  </a:lnTo>
                  <a:lnTo>
                    <a:pt x="2854297" y="222024"/>
                  </a:lnTo>
                  <a:lnTo>
                    <a:pt x="2860556" y="222197"/>
                  </a:lnTo>
                  <a:lnTo>
                    <a:pt x="2866815" y="222372"/>
                  </a:lnTo>
                  <a:lnTo>
                    <a:pt x="2873075" y="222548"/>
                  </a:lnTo>
                  <a:lnTo>
                    <a:pt x="2879334" y="222726"/>
                  </a:lnTo>
                  <a:lnTo>
                    <a:pt x="2885594" y="222905"/>
                  </a:lnTo>
                  <a:lnTo>
                    <a:pt x="2891853" y="223085"/>
                  </a:lnTo>
                  <a:lnTo>
                    <a:pt x="2898113" y="223267"/>
                  </a:lnTo>
                  <a:lnTo>
                    <a:pt x="2904372" y="223450"/>
                  </a:lnTo>
                  <a:lnTo>
                    <a:pt x="2910631" y="223636"/>
                  </a:lnTo>
                  <a:lnTo>
                    <a:pt x="2916891" y="223822"/>
                  </a:lnTo>
                  <a:lnTo>
                    <a:pt x="2923150" y="224010"/>
                  </a:lnTo>
                  <a:lnTo>
                    <a:pt x="2929410" y="224200"/>
                  </a:lnTo>
                  <a:lnTo>
                    <a:pt x="2935669" y="224391"/>
                  </a:lnTo>
                  <a:lnTo>
                    <a:pt x="2941929" y="224584"/>
                  </a:lnTo>
                  <a:lnTo>
                    <a:pt x="2948188" y="224779"/>
                  </a:lnTo>
                  <a:lnTo>
                    <a:pt x="2954447" y="224975"/>
                  </a:lnTo>
                  <a:lnTo>
                    <a:pt x="2960707" y="225173"/>
                  </a:lnTo>
                  <a:lnTo>
                    <a:pt x="2966966" y="225372"/>
                  </a:lnTo>
                  <a:lnTo>
                    <a:pt x="2973226" y="225574"/>
                  </a:lnTo>
                  <a:lnTo>
                    <a:pt x="2979485" y="225777"/>
                  </a:lnTo>
                  <a:lnTo>
                    <a:pt x="2985744" y="225981"/>
                  </a:lnTo>
                  <a:lnTo>
                    <a:pt x="2992004" y="226189"/>
                  </a:lnTo>
                  <a:lnTo>
                    <a:pt x="2998263" y="226396"/>
                  </a:lnTo>
                  <a:lnTo>
                    <a:pt x="3004523" y="226607"/>
                  </a:lnTo>
                  <a:lnTo>
                    <a:pt x="3010782" y="226819"/>
                  </a:lnTo>
                  <a:lnTo>
                    <a:pt x="3017042" y="227031"/>
                  </a:lnTo>
                  <a:lnTo>
                    <a:pt x="3023301" y="227248"/>
                  </a:lnTo>
                  <a:lnTo>
                    <a:pt x="3029560" y="227464"/>
                  </a:lnTo>
                  <a:lnTo>
                    <a:pt x="3035820" y="227683"/>
                  </a:lnTo>
                  <a:lnTo>
                    <a:pt x="3042079" y="227904"/>
                  </a:lnTo>
                  <a:lnTo>
                    <a:pt x="3048339" y="228125"/>
                  </a:lnTo>
                  <a:lnTo>
                    <a:pt x="3054598" y="228351"/>
                  </a:lnTo>
                  <a:lnTo>
                    <a:pt x="3060858" y="228577"/>
                  </a:lnTo>
                  <a:lnTo>
                    <a:pt x="3067117" y="228805"/>
                  </a:lnTo>
                  <a:lnTo>
                    <a:pt x="3073376" y="229035"/>
                  </a:lnTo>
                  <a:lnTo>
                    <a:pt x="3079636" y="229265"/>
                  </a:lnTo>
                  <a:lnTo>
                    <a:pt x="3085895" y="229500"/>
                  </a:lnTo>
                  <a:lnTo>
                    <a:pt x="3092155" y="229735"/>
                  </a:lnTo>
                  <a:lnTo>
                    <a:pt x="3098414" y="229971"/>
                  </a:lnTo>
                  <a:lnTo>
                    <a:pt x="3104674" y="230211"/>
                  </a:lnTo>
                  <a:lnTo>
                    <a:pt x="3110933" y="230450"/>
                  </a:lnTo>
                  <a:lnTo>
                    <a:pt x="3117192" y="230693"/>
                  </a:lnTo>
                  <a:lnTo>
                    <a:pt x="3123452" y="230938"/>
                  </a:lnTo>
                  <a:lnTo>
                    <a:pt x="3129711" y="231183"/>
                  </a:lnTo>
                  <a:lnTo>
                    <a:pt x="3135971" y="231431"/>
                  </a:lnTo>
                  <a:lnTo>
                    <a:pt x="3142230" y="231680"/>
                  </a:lnTo>
                  <a:lnTo>
                    <a:pt x="3148489" y="231931"/>
                  </a:lnTo>
                  <a:lnTo>
                    <a:pt x="3154749" y="232184"/>
                  </a:lnTo>
                  <a:lnTo>
                    <a:pt x="3161008" y="232438"/>
                  </a:lnTo>
                  <a:lnTo>
                    <a:pt x="3167268" y="232695"/>
                  </a:lnTo>
                  <a:lnTo>
                    <a:pt x="3173527" y="232952"/>
                  </a:lnTo>
                  <a:lnTo>
                    <a:pt x="3179787" y="233212"/>
                  </a:lnTo>
                  <a:lnTo>
                    <a:pt x="3186046" y="233474"/>
                  </a:lnTo>
                  <a:lnTo>
                    <a:pt x="3192305" y="233735"/>
                  </a:lnTo>
                  <a:lnTo>
                    <a:pt x="3198565" y="234001"/>
                  </a:lnTo>
                </a:path>
              </a:pathLst>
            </a:custGeom>
            <a:ln w="27101" cap="flat">
              <a:solidFill>
                <a:srgbClr val="8E4C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3749798" y="896267"/>
              <a:ext cx="3198565" cy="359291"/>
            </a:xfrm>
            <a:custGeom>
              <a:avLst/>
              <a:pathLst>
                <a:path w="3198565" h="359291">
                  <a:moveTo>
                    <a:pt x="0" y="29554"/>
                  </a:moveTo>
                  <a:lnTo>
                    <a:pt x="6259" y="27973"/>
                  </a:lnTo>
                  <a:lnTo>
                    <a:pt x="12518" y="26422"/>
                  </a:lnTo>
                  <a:lnTo>
                    <a:pt x="18778" y="24909"/>
                  </a:lnTo>
                  <a:lnTo>
                    <a:pt x="25037" y="23448"/>
                  </a:lnTo>
                  <a:lnTo>
                    <a:pt x="31297" y="22005"/>
                  </a:lnTo>
                  <a:lnTo>
                    <a:pt x="37556" y="20636"/>
                  </a:lnTo>
                  <a:lnTo>
                    <a:pt x="43815" y="19268"/>
                  </a:lnTo>
                  <a:lnTo>
                    <a:pt x="50075" y="17990"/>
                  </a:lnTo>
                  <a:lnTo>
                    <a:pt x="56334" y="16716"/>
                  </a:lnTo>
                  <a:lnTo>
                    <a:pt x="62594" y="15513"/>
                  </a:lnTo>
                  <a:lnTo>
                    <a:pt x="68853" y="14336"/>
                  </a:lnTo>
                  <a:lnTo>
                    <a:pt x="75113" y="13208"/>
                  </a:lnTo>
                  <a:lnTo>
                    <a:pt x="81372" y="12129"/>
                  </a:lnTo>
                  <a:lnTo>
                    <a:pt x="87631" y="11078"/>
                  </a:lnTo>
                  <a:lnTo>
                    <a:pt x="93891" y="10100"/>
                  </a:lnTo>
                  <a:lnTo>
                    <a:pt x="100150" y="9126"/>
                  </a:lnTo>
                  <a:lnTo>
                    <a:pt x="106410" y="8250"/>
                  </a:lnTo>
                  <a:lnTo>
                    <a:pt x="112669" y="7374"/>
                  </a:lnTo>
                  <a:lnTo>
                    <a:pt x="118929" y="6582"/>
                  </a:lnTo>
                  <a:lnTo>
                    <a:pt x="125188" y="5808"/>
                  </a:lnTo>
                  <a:lnTo>
                    <a:pt x="131447" y="5097"/>
                  </a:lnTo>
                  <a:lnTo>
                    <a:pt x="137707" y="4428"/>
                  </a:lnTo>
                  <a:lnTo>
                    <a:pt x="143966" y="3797"/>
                  </a:lnTo>
                  <a:lnTo>
                    <a:pt x="150226" y="3233"/>
                  </a:lnTo>
                  <a:lnTo>
                    <a:pt x="156485" y="2683"/>
                  </a:lnTo>
                  <a:lnTo>
                    <a:pt x="162745" y="2224"/>
                  </a:lnTo>
                  <a:lnTo>
                    <a:pt x="169004" y="1766"/>
                  </a:lnTo>
                  <a:lnTo>
                    <a:pt x="175263" y="1404"/>
                  </a:lnTo>
                  <a:lnTo>
                    <a:pt x="181523" y="1051"/>
                  </a:lnTo>
                  <a:lnTo>
                    <a:pt x="187782" y="771"/>
                  </a:lnTo>
                  <a:lnTo>
                    <a:pt x="194042" y="524"/>
                  </a:lnTo>
                  <a:lnTo>
                    <a:pt x="200301" y="326"/>
                  </a:lnTo>
                  <a:lnTo>
                    <a:pt x="206560" y="186"/>
                  </a:lnTo>
                  <a:lnTo>
                    <a:pt x="212820" y="69"/>
                  </a:lnTo>
                  <a:lnTo>
                    <a:pt x="219079" y="34"/>
                  </a:lnTo>
                  <a:lnTo>
                    <a:pt x="225339" y="0"/>
                  </a:lnTo>
                  <a:lnTo>
                    <a:pt x="231598" y="69"/>
                  </a:lnTo>
                  <a:lnTo>
                    <a:pt x="237858" y="140"/>
                  </a:lnTo>
                  <a:lnTo>
                    <a:pt x="244117" y="290"/>
                  </a:lnTo>
                  <a:lnTo>
                    <a:pt x="250376" y="465"/>
                  </a:lnTo>
                  <a:lnTo>
                    <a:pt x="256636" y="695"/>
                  </a:lnTo>
                  <a:lnTo>
                    <a:pt x="262895" y="973"/>
                  </a:lnTo>
                  <a:lnTo>
                    <a:pt x="269155" y="1282"/>
                  </a:lnTo>
                  <a:lnTo>
                    <a:pt x="275414" y="1663"/>
                  </a:lnTo>
                  <a:lnTo>
                    <a:pt x="281674" y="2051"/>
                  </a:lnTo>
                  <a:lnTo>
                    <a:pt x="287933" y="2531"/>
                  </a:lnTo>
                  <a:lnTo>
                    <a:pt x="294192" y="3012"/>
                  </a:lnTo>
                  <a:lnTo>
                    <a:pt x="300452" y="3577"/>
                  </a:lnTo>
                  <a:lnTo>
                    <a:pt x="306711" y="4157"/>
                  </a:lnTo>
                  <a:lnTo>
                    <a:pt x="312971" y="4797"/>
                  </a:lnTo>
                  <a:lnTo>
                    <a:pt x="319230" y="5474"/>
                  </a:lnTo>
                  <a:lnTo>
                    <a:pt x="325490" y="6188"/>
                  </a:lnTo>
                  <a:lnTo>
                    <a:pt x="331749" y="6960"/>
                  </a:lnTo>
                  <a:lnTo>
                    <a:pt x="338008" y="7747"/>
                  </a:lnTo>
                  <a:lnTo>
                    <a:pt x="344268" y="8612"/>
                  </a:lnTo>
                  <a:lnTo>
                    <a:pt x="350527" y="9477"/>
                  </a:lnTo>
                  <a:lnTo>
                    <a:pt x="356787" y="10426"/>
                  </a:lnTo>
                  <a:lnTo>
                    <a:pt x="363046" y="11382"/>
                  </a:lnTo>
                  <a:lnTo>
                    <a:pt x="369305" y="12399"/>
                  </a:lnTo>
                  <a:lnTo>
                    <a:pt x="375565" y="13442"/>
                  </a:lnTo>
                  <a:lnTo>
                    <a:pt x="381824" y="14526"/>
                  </a:lnTo>
                  <a:lnTo>
                    <a:pt x="388084" y="15654"/>
                  </a:lnTo>
                  <a:lnTo>
                    <a:pt x="394343" y="16803"/>
                  </a:lnTo>
                  <a:lnTo>
                    <a:pt x="400603" y="18014"/>
                  </a:lnTo>
                  <a:lnTo>
                    <a:pt x="406862" y="19226"/>
                  </a:lnTo>
                  <a:lnTo>
                    <a:pt x="413121" y="20516"/>
                  </a:lnTo>
                  <a:lnTo>
                    <a:pt x="419381" y="21806"/>
                  </a:lnTo>
                  <a:lnTo>
                    <a:pt x="425640" y="23157"/>
                  </a:lnTo>
                  <a:lnTo>
                    <a:pt x="431900" y="24523"/>
                  </a:lnTo>
                  <a:lnTo>
                    <a:pt x="438159" y="25930"/>
                  </a:lnTo>
                  <a:lnTo>
                    <a:pt x="444419" y="27369"/>
                  </a:lnTo>
                  <a:lnTo>
                    <a:pt x="450678" y="28832"/>
                  </a:lnTo>
                  <a:lnTo>
                    <a:pt x="456937" y="30340"/>
                  </a:lnTo>
                  <a:lnTo>
                    <a:pt x="463197" y="31856"/>
                  </a:lnTo>
                  <a:lnTo>
                    <a:pt x="469456" y="33431"/>
                  </a:lnTo>
                  <a:lnTo>
                    <a:pt x="475716" y="35006"/>
                  </a:lnTo>
                  <a:lnTo>
                    <a:pt x="481975" y="36636"/>
                  </a:lnTo>
                  <a:lnTo>
                    <a:pt x="488235" y="38274"/>
                  </a:lnTo>
                  <a:lnTo>
                    <a:pt x="494494" y="39950"/>
                  </a:lnTo>
                  <a:lnTo>
                    <a:pt x="500753" y="41647"/>
                  </a:lnTo>
                  <a:lnTo>
                    <a:pt x="507013" y="43367"/>
                  </a:lnTo>
                  <a:lnTo>
                    <a:pt x="513272" y="45120"/>
                  </a:lnTo>
                  <a:lnTo>
                    <a:pt x="519532" y="46882"/>
                  </a:lnTo>
                  <a:lnTo>
                    <a:pt x="525791" y="48686"/>
                  </a:lnTo>
                  <a:lnTo>
                    <a:pt x="532050" y="50491"/>
                  </a:lnTo>
                  <a:lnTo>
                    <a:pt x="538310" y="52341"/>
                  </a:lnTo>
                  <a:lnTo>
                    <a:pt x="544569" y="54194"/>
                  </a:lnTo>
                  <a:lnTo>
                    <a:pt x="550829" y="56079"/>
                  </a:lnTo>
                  <a:lnTo>
                    <a:pt x="557088" y="57976"/>
                  </a:lnTo>
                  <a:lnTo>
                    <a:pt x="563348" y="59894"/>
                  </a:lnTo>
                  <a:lnTo>
                    <a:pt x="569607" y="61831"/>
                  </a:lnTo>
                  <a:lnTo>
                    <a:pt x="575866" y="63780"/>
                  </a:lnTo>
                  <a:lnTo>
                    <a:pt x="582126" y="65754"/>
                  </a:lnTo>
                  <a:lnTo>
                    <a:pt x="588385" y="67731"/>
                  </a:lnTo>
                  <a:lnTo>
                    <a:pt x="594645" y="69739"/>
                  </a:lnTo>
                  <a:lnTo>
                    <a:pt x="600904" y="71747"/>
                  </a:lnTo>
                  <a:lnTo>
                    <a:pt x="607164" y="73780"/>
                  </a:lnTo>
                  <a:lnTo>
                    <a:pt x="613423" y="75817"/>
                  </a:lnTo>
                  <a:lnTo>
                    <a:pt x="619682" y="77871"/>
                  </a:lnTo>
                  <a:lnTo>
                    <a:pt x="625942" y="79934"/>
                  </a:lnTo>
                  <a:lnTo>
                    <a:pt x="632201" y="82007"/>
                  </a:lnTo>
                  <a:lnTo>
                    <a:pt x="638461" y="84093"/>
                  </a:lnTo>
                  <a:lnTo>
                    <a:pt x="644720" y="86182"/>
                  </a:lnTo>
                  <a:lnTo>
                    <a:pt x="650980" y="88287"/>
                  </a:lnTo>
                  <a:lnTo>
                    <a:pt x="657239" y="90392"/>
                  </a:lnTo>
                  <a:lnTo>
                    <a:pt x="663498" y="92511"/>
                  </a:lnTo>
                  <a:lnTo>
                    <a:pt x="669758" y="94631"/>
                  </a:lnTo>
                  <a:lnTo>
                    <a:pt x="676017" y="96760"/>
                  </a:lnTo>
                  <a:lnTo>
                    <a:pt x="682277" y="98892"/>
                  </a:lnTo>
                  <a:lnTo>
                    <a:pt x="688536" y="101028"/>
                  </a:lnTo>
                  <a:lnTo>
                    <a:pt x="694796" y="103169"/>
                  </a:lnTo>
                  <a:lnTo>
                    <a:pt x="701055" y="105311"/>
                  </a:lnTo>
                  <a:lnTo>
                    <a:pt x="707314" y="107457"/>
                  </a:lnTo>
                  <a:lnTo>
                    <a:pt x="713574" y="109603"/>
                  </a:lnTo>
                  <a:lnTo>
                    <a:pt x="719833" y="111751"/>
                  </a:lnTo>
                  <a:lnTo>
                    <a:pt x="726093" y="113900"/>
                  </a:lnTo>
                  <a:lnTo>
                    <a:pt x="732352" y="116047"/>
                  </a:lnTo>
                  <a:lnTo>
                    <a:pt x="738611" y="118194"/>
                  </a:lnTo>
                  <a:lnTo>
                    <a:pt x="744871" y="120339"/>
                  </a:lnTo>
                  <a:lnTo>
                    <a:pt x="751130" y="122482"/>
                  </a:lnTo>
                  <a:lnTo>
                    <a:pt x="757390" y="124624"/>
                  </a:lnTo>
                  <a:lnTo>
                    <a:pt x="763649" y="126760"/>
                  </a:lnTo>
                  <a:lnTo>
                    <a:pt x="769909" y="128895"/>
                  </a:lnTo>
                  <a:lnTo>
                    <a:pt x="776168" y="131022"/>
                  </a:lnTo>
                  <a:lnTo>
                    <a:pt x="782427" y="133148"/>
                  </a:lnTo>
                  <a:lnTo>
                    <a:pt x="788687" y="135264"/>
                  </a:lnTo>
                  <a:lnTo>
                    <a:pt x="794946" y="137378"/>
                  </a:lnTo>
                  <a:lnTo>
                    <a:pt x="801206" y="139483"/>
                  </a:lnTo>
                  <a:lnTo>
                    <a:pt x="807465" y="141582"/>
                  </a:lnTo>
                  <a:lnTo>
                    <a:pt x="813725" y="143675"/>
                  </a:lnTo>
                  <a:lnTo>
                    <a:pt x="819984" y="145756"/>
                  </a:lnTo>
                  <a:lnTo>
                    <a:pt x="826243" y="147835"/>
                  </a:lnTo>
                  <a:lnTo>
                    <a:pt x="832503" y="149897"/>
                  </a:lnTo>
                  <a:lnTo>
                    <a:pt x="838762" y="151959"/>
                  </a:lnTo>
                  <a:lnTo>
                    <a:pt x="845022" y="154001"/>
                  </a:lnTo>
                  <a:lnTo>
                    <a:pt x="851281" y="156041"/>
                  </a:lnTo>
                  <a:lnTo>
                    <a:pt x="857541" y="158064"/>
                  </a:lnTo>
                  <a:lnTo>
                    <a:pt x="863800" y="160080"/>
                  </a:lnTo>
                  <a:lnTo>
                    <a:pt x="870059" y="162083"/>
                  </a:lnTo>
                  <a:lnTo>
                    <a:pt x="876319" y="164073"/>
                  </a:lnTo>
                  <a:lnTo>
                    <a:pt x="882578" y="166056"/>
                  </a:lnTo>
                  <a:lnTo>
                    <a:pt x="888838" y="168019"/>
                  </a:lnTo>
                  <a:lnTo>
                    <a:pt x="895097" y="169980"/>
                  </a:lnTo>
                  <a:lnTo>
                    <a:pt x="901356" y="171913"/>
                  </a:lnTo>
                  <a:lnTo>
                    <a:pt x="907616" y="173846"/>
                  </a:lnTo>
                  <a:lnTo>
                    <a:pt x="913875" y="175753"/>
                  </a:lnTo>
                  <a:lnTo>
                    <a:pt x="920135" y="177655"/>
                  </a:lnTo>
                  <a:lnTo>
                    <a:pt x="926394" y="179538"/>
                  </a:lnTo>
                  <a:lnTo>
                    <a:pt x="932654" y="181407"/>
                  </a:lnTo>
                  <a:lnTo>
                    <a:pt x="938913" y="183264"/>
                  </a:lnTo>
                  <a:lnTo>
                    <a:pt x="945172" y="185099"/>
                  </a:lnTo>
                  <a:lnTo>
                    <a:pt x="951432" y="186930"/>
                  </a:lnTo>
                  <a:lnTo>
                    <a:pt x="957691" y="188729"/>
                  </a:lnTo>
                  <a:lnTo>
                    <a:pt x="963951" y="190529"/>
                  </a:lnTo>
                  <a:lnTo>
                    <a:pt x="970210" y="192297"/>
                  </a:lnTo>
                  <a:lnTo>
                    <a:pt x="976470" y="194060"/>
                  </a:lnTo>
                  <a:lnTo>
                    <a:pt x="982729" y="195799"/>
                  </a:lnTo>
                  <a:lnTo>
                    <a:pt x="988988" y="197525"/>
                  </a:lnTo>
                  <a:lnTo>
                    <a:pt x="995248" y="199234"/>
                  </a:lnTo>
                  <a:lnTo>
                    <a:pt x="1001507" y="200922"/>
                  </a:lnTo>
                  <a:lnTo>
                    <a:pt x="1007767" y="202602"/>
                  </a:lnTo>
                  <a:lnTo>
                    <a:pt x="1014026" y="204250"/>
                  </a:lnTo>
                  <a:lnTo>
                    <a:pt x="1020286" y="205899"/>
                  </a:lnTo>
                  <a:lnTo>
                    <a:pt x="1026545" y="207509"/>
                  </a:lnTo>
                  <a:lnTo>
                    <a:pt x="1032804" y="209118"/>
                  </a:lnTo>
                  <a:lnTo>
                    <a:pt x="1039064" y="210697"/>
                  </a:lnTo>
                  <a:lnTo>
                    <a:pt x="1045323" y="212265"/>
                  </a:lnTo>
                  <a:lnTo>
                    <a:pt x="1051583" y="213812"/>
                  </a:lnTo>
                  <a:lnTo>
                    <a:pt x="1057842" y="215340"/>
                  </a:lnTo>
                  <a:lnTo>
                    <a:pt x="1064101" y="216856"/>
                  </a:lnTo>
                  <a:lnTo>
                    <a:pt x="1070361" y="218342"/>
                  </a:lnTo>
                  <a:lnTo>
                    <a:pt x="1076620" y="219826"/>
                  </a:lnTo>
                  <a:lnTo>
                    <a:pt x="1082880" y="221271"/>
                  </a:lnTo>
                  <a:lnTo>
                    <a:pt x="1089139" y="222716"/>
                  </a:lnTo>
                  <a:lnTo>
                    <a:pt x="1095399" y="224126"/>
                  </a:lnTo>
                  <a:lnTo>
                    <a:pt x="1101658" y="225529"/>
                  </a:lnTo>
                  <a:lnTo>
                    <a:pt x="1107917" y="226907"/>
                  </a:lnTo>
                  <a:lnTo>
                    <a:pt x="1114177" y="228269"/>
                  </a:lnTo>
                  <a:lnTo>
                    <a:pt x="1120436" y="229614"/>
                  </a:lnTo>
                  <a:lnTo>
                    <a:pt x="1126696" y="230933"/>
                  </a:lnTo>
                  <a:lnTo>
                    <a:pt x="1132955" y="232247"/>
                  </a:lnTo>
                  <a:lnTo>
                    <a:pt x="1139215" y="233524"/>
                  </a:lnTo>
                  <a:lnTo>
                    <a:pt x="1145474" y="234802"/>
                  </a:lnTo>
                  <a:lnTo>
                    <a:pt x="1151733" y="236041"/>
                  </a:lnTo>
                  <a:lnTo>
                    <a:pt x="1157993" y="237276"/>
                  </a:lnTo>
                  <a:lnTo>
                    <a:pt x="1164252" y="238483"/>
                  </a:lnTo>
                  <a:lnTo>
                    <a:pt x="1170512" y="239677"/>
                  </a:lnTo>
                  <a:lnTo>
                    <a:pt x="1176771" y="240852"/>
                  </a:lnTo>
                  <a:lnTo>
                    <a:pt x="1183031" y="242005"/>
                  </a:lnTo>
                  <a:lnTo>
                    <a:pt x="1189290" y="243147"/>
                  </a:lnTo>
                  <a:lnTo>
                    <a:pt x="1195549" y="244259"/>
                  </a:lnTo>
                  <a:lnTo>
                    <a:pt x="1201809" y="245370"/>
                  </a:lnTo>
                  <a:lnTo>
                    <a:pt x="1208068" y="246441"/>
                  </a:lnTo>
                  <a:lnTo>
                    <a:pt x="1214328" y="247512"/>
                  </a:lnTo>
                  <a:lnTo>
                    <a:pt x="1220587" y="248551"/>
                  </a:lnTo>
                  <a:lnTo>
                    <a:pt x="1226846" y="249582"/>
                  </a:lnTo>
                  <a:lnTo>
                    <a:pt x="1233106" y="250590"/>
                  </a:lnTo>
                  <a:lnTo>
                    <a:pt x="1239365" y="251581"/>
                  </a:lnTo>
                  <a:lnTo>
                    <a:pt x="1245625" y="252558"/>
                  </a:lnTo>
                  <a:lnTo>
                    <a:pt x="1251884" y="253510"/>
                  </a:lnTo>
                  <a:lnTo>
                    <a:pt x="1258144" y="254457"/>
                  </a:lnTo>
                  <a:lnTo>
                    <a:pt x="1264403" y="255370"/>
                  </a:lnTo>
                  <a:lnTo>
                    <a:pt x="1270662" y="256282"/>
                  </a:lnTo>
                  <a:lnTo>
                    <a:pt x="1276922" y="257161"/>
                  </a:lnTo>
                  <a:lnTo>
                    <a:pt x="1283181" y="258035"/>
                  </a:lnTo>
                  <a:lnTo>
                    <a:pt x="1289441" y="258885"/>
                  </a:lnTo>
                  <a:lnTo>
                    <a:pt x="1295700" y="259722"/>
                  </a:lnTo>
                  <a:lnTo>
                    <a:pt x="1301960" y="260543"/>
                  </a:lnTo>
                  <a:lnTo>
                    <a:pt x="1308219" y="261343"/>
                  </a:lnTo>
                  <a:lnTo>
                    <a:pt x="1314478" y="262136"/>
                  </a:lnTo>
                  <a:lnTo>
                    <a:pt x="1320738" y="262899"/>
                  </a:lnTo>
                  <a:lnTo>
                    <a:pt x="1326997" y="263663"/>
                  </a:lnTo>
                  <a:lnTo>
                    <a:pt x="1333257" y="264392"/>
                  </a:lnTo>
                  <a:lnTo>
                    <a:pt x="1339516" y="265120"/>
                  </a:lnTo>
                  <a:lnTo>
                    <a:pt x="1345776" y="265823"/>
                  </a:lnTo>
                  <a:lnTo>
                    <a:pt x="1352035" y="266516"/>
                  </a:lnTo>
                  <a:lnTo>
                    <a:pt x="1358294" y="267192"/>
                  </a:lnTo>
                  <a:lnTo>
                    <a:pt x="1364554" y="267851"/>
                  </a:lnTo>
                  <a:lnTo>
                    <a:pt x="1370813" y="268502"/>
                  </a:lnTo>
                  <a:lnTo>
                    <a:pt x="1377073" y="269128"/>
                  </a:lnTo>
                  <a:lnTo>
                    <a:pt x="1383332" y="269752"/>
                  </a:lnTo>
                  <a:lnTo>
                    <a:pt x="1389592" y="270346"/>
                  </a:lnTo>
                  <a:lnTo>
                    <a:pt x="1395851" y="270940"/>
                  </a:lnTo>
                  <a:lnTo>
                    <a:pt x="1402110" y="271508"/>
                  </a:lnTo>
                  <a:lnTo>
                    <a:pt x="1408370" y="272070"/>
                  </a:lnTo>
                  <a:lnTo>
                    <a:pt x="1414629" y="272614"/>
                  </a:lnTo>
                  <a:lnTo>
                    <a:pt x="1420889" y="273145"/>
                  </a:lnTo>
                  <a:lnTo>
                    <a:pt x="1427148" y="273666"/>
                  </a:lnTo>
                  <a:lnTo>
                    <a:pt x="1433407" y="274168"/>
                  </a:lnTo>
                  <a:lnTo>
                    <a:pt x="1439667" y="274666"/>
                  </a:lnTo>
                  <a:lnTo>
                    <a:pt x="1445926" y="275139"/>
                  </a:lnTo>
                  <a:lnTo>
                    <a:pt x="1452186" y="275611"/>
                  </a:lnTo>
                  <a:lnTo>
                    <a:pt x="1458445" y="276059"/>
                  </a:lnTo>
                  <a:lnTo>
                    <a:pt x="1464705" y="276504"/>
                  </a:lnTo>
                  <a:lnTo>
                    <a:pt x="1470964" y="276930"/>
                  </a:lnTo>
                  <a:lnTo>
                    <a:pt x="1477223" y="277348"/>
                  </a:lnTo>
                  <a:lnTo>
                    <a:pt x="1483483" y="277754"/>
                  </a:lnTo>
                  <a:lnTo>
                    <a:pt x="1489742" y="278145"/>
                  </a:lnTo>
                  <a:lnTo>
                    <a:pt x="1496002" y="278531"/>
                  </a:lnTo>
                  <a:lnTo>
                    <a:pt x="1502261" y="278896"/>
                  </a:lnTo>
                  <a:lnTo>
                    <a:pt x="1508521" y="279262"/>
                  </a:lnTo>
                  <a:lnTo>
                    <a:pt x="1514780" y="279604"/>
                  </a:lnTo>
                  <a:lnTo>
                    <a:pt x="1521039" y="279946"/>
                  </a:lnTo>
                  <a:lnTo>
                    <a:pt x="1527299" y="280269"/>
                  </a:lnTo>
                  <a:lnTo>
                    <a:pt x="1533558" y="280587"/>
                  </a:lnTo>
                  <a:lnTo>
                    <a:pt x="1539818" y="280893"/>
                  </a:lnTo>
                  <a:lnTo>
                    <a:pt x="1546077" y="281188"/>
                  </a:lnTo>
                  <a:lnTo>
                    <a:pt x="1552337" y="281477"/>
                  </a:lnTo>
                  <a:lnTo>
                    <a:pt x="1558596" y="281750"/>
                  </a:lnTo>
                  <a:lnTo>
                    <a:pt x="1564855" y="282022"/>
                  </a:lnTo>
                  <a:lnTo>
                    <a:pt x="1571115" y="282274"/>
                  </a:lnTo>
                  <a:lnTo>
                    <a:pt x="1577374" y="282527"/>
                  </a:lnTo>
                  <a:lnTo>
                    <a:pt x="1583634" y="282763"/>
                  </a:lnTo>
                  <a:lnTo>
                    <a:pt x="1589893" y="282995"/>
                  </a:lnTo>
                  <a:lnTo>
                    <a:pt x="1596152" y="283216"/>
                  </a:lnTo>
                  <a:lnTo>
                    <a:pt x="1602412" y="283429"/>
                  </a:lnTo>
                  <a:lnTo>
                    <a:pt x="1608671" y="283636"/>
                  </a:lnTo>
                  <a:lnTo>
                    <a:pt x="1614931" y="283831"/>
                  </a:lnTo>
                  <a:lnTo>
                    <a:pt x="1621190" y="284023"/>
                  </a:lnTo>
                  <a:lnTo>
                    <a:pt x="1627450" y="284201"/>
                  </a:lnTo>
                  <a:lnTo>
                    <a:pt x="1633709" y="284379"/>
                  </a:lnTo>
                  <a:lnTo>
                    <a:pt x="1639968" y="284541"/>
                  </a:lnTo>
                  <a:lnTo>
                    <a:pt x="1646228" y="284702"/>
                  </a:lnTo>
                  <a:lnTo>
                    <a:pt x="1652487" y="284853"/>
                  </a:lnTo>
                  <a:lnTo>
                    <a:pt x="1658747" y="284998"/>
                  </a:lnTo>
                  <a:lnTo>
                    <a:pt x="1665006" y="285137"/>
                  </a:lnTo>
                  <a:lnTo>
                    <a:pt x="1671266" y="285267"/>
                  </a:lnTo>
                  <a:lnTo>
                    <a:pt x="1677525" y="285395"/>
                  </a:lnTo>
                  <a:lnTo>
                    <a:pt x="1683784" y="285511"/>
                  </a:lnTo>
                  <a:lnTo>
                    <a:pt x="1690044" y="285628"/>
                  </a:lnTo>
                  <a:lnTo>
                    <a:pt x="1696303" y="285731"/>
                  </a:lnTo>
                  <a:lnTo>
                    <a:pt x="1702563" y="285834"/>
                  </a:lnTo>
                  <a:lnTo>
                    <a:pt x="1708822" y="285928"/>
                  </a:lnTo>
                  <a:lnTo>
                    <a:pt x="1715082" y="286019"/>
                  </a:lnTo>
                  <a:lnTo>
                    <a:pt x="1721341" y="286103"/>
                  </a:lnTo>
                  <a:lnTo>
                    <a:pt x="1727600" y="286183"/>
                  </a:lnTo>
                  <a:lnTo>
                    <a:pt x="1733860" y="286258"/>
                  </a:lnTo>
                  <a:lnTo>
                    <a:pt x="1740119" y="286327"/>
                  </a:lnTo>
                  <a:lnTo>
                    <a:pt x="1746379" y="286394"/>
                  </a:lnTo>
                  <a:lnTo>
                    <a:pt x="1752638" y="286452"/>
                  </a:lnTo>
                  <a:lnTo>
                    <a:pt x="1758897" y="286510"/>
                  </a:lnTo>
                  <a:lnTo>
                    <a:pt x="1765157" y="286560"/>
                  </a:lnTo>
                  <a:lnTo>
                    <a:pt x="1771416" y="286609"/>
                  </a:lnTo>
                  <a:lnTo>
                    <a:pt x="1777676" y="286652"/>
                  </a:lnTo>
                  <a:lnTo>
                    <a:pt x="1783935" y="286692"/>
                  </a:lnTo>
                  <a:lnTo>
                    <a:pt x="1790195" y="286728"/>
                  </a:lnTo>
                  <a:lnTo>
                    <a:pt x="1796454" y="286760"/>
                  </a:lnTo>
                  <a:lnTo>
                    <a:pt x="1802713" y="286790"/>
                  </a:lnTo>
                  <a:lnTo>
                    <a:pt x="1808973" y="286815"/>
                  </a:lnTo>
                  <a:lnTo>
                    <a:pt x="1815232" y="286839"/>
                  </a:lnTo>
                  <a:lnTo>
                    <a:pt x="1821492" y="286857"/>
                  </a:lnTo>
                  <a:lnTo>
                    <a:pt x="1827751" y="286874"/>
                  </a:lnTo>
                  <a:lnTo>
                    <a:pt x="1834011" y="286887"/>
                  </a:lnTo>
                  <a:lnTo>
                    <a:pt x="1840270" y="286899"/>
                  </a:lnTo>
                  <a:lnTo>
                    <a:pt x="1846529" y="286907"/>
                  </a:lnTo>
                  <a:lnTo>
                    <a:pt x="1852789" y="286913"/>
                  </a:lnTo>
                  <a:lnTo>
                    <a:pt x="1859048" y="286917"/>
                  </a:lnTo>
                  <a:lnTo>
                    <a:pt x="1865308" y="286918"/>
                  </a:lnTo>
                  <a:lnTo>
                    <a:pt x="1871567" y="286919"/>
                  </a:lnTo>
                  <a:lnTo>
                    <a:pt x="1877827" y="286915"/>
                  </a:lnTo>
                  <a:lnTo>
                    <a:pt x="1884086" y="286911"/>
                  </a:lnTo>
                  <a:lnTo>
                    <a:pt x="1890345" y="286905"/>
                  </a:lnTo>
                  <a:lnTo>
                    <a:pt x="1896605" y="286897"/>
                  </a:lnTo>
                  <a:lnTo>
                    <a:pt x="1902864" y="286887"/>
                  </a:lnTo>
                  <a:lnTo>
                    <a:pt x="1909124" y="286876"/>
                  </a:lnTo>
                  <a:lnTo>
                    <a:pt x="1915383" y="286864"/>
                  </a:lnTo>
                  <a:lnTo>
                    <a:pt x="1921642" y="286850"/>
                  </a:lnTo>
                  <a:lnTo>
                    <a:pt x="1927902" y="286836"/>
                  </a:lnTo>
                  <a:lnTo>
                    <a:pt x="1934161" y="286819"/>
                  </a:lnTo>
                  <a:lnTo>
                    <a:pt x="1940421" y="286802"/>
                  </a:lnTo>
                  <a:lnTo>
                    <a:pt x="1946680" y="286784"/>
                  </a:lnTo>
                  <a:lnTo>
                    <a:pt x="1952940" y="286765"/>
                  </a:lnTo>
                  <a:lnTo>
                    <a:pt x="1959199" y="286746"/>
                  </a:lnTo>
                  <a:lnTo>
                    <a:pt x="1965458" y="286725"/>
                  </a:lnTo>
                  <a:lnTo>
                    <a:pt x="1971718" y="286704"/>
                  </a:lnTo>
                  <a:lnTo>
                    <a:pt x="1977977" y="286683"/>
                  </a:lnTo>
                  <a:lnTo>
                    <a:pt x="1984237" y="286661"/>
                  </a:lnTo>
                  <a:lnTo>
                    <a:pt x="1990496" y="286638"/>
                  </a:lnTo>
                  <a:lnTo>
                    <a:pt x="1996756" y="286616"/>
                  </a:lnTo>
                  <a:lnTo>
                    <a:pt x="2003015" y="286593"/>
                  </a:lnTo>
                  <a:lnTo>
                    <a:pt x="2009274" y="286569"/>
                  </a:lnTo>
                  <a:lnTo>
                    <a:pt x="2015534" y="286546"/>
                  </a:lnTo>
                  <a:lnTo>
                    <a:pt x="2021793" y="286522"/>
                  </a:lnTo>
                  <a:lnTo>
                    <a:pt x="2028053" y="286499"/>
                  </a:lnTo>
                  <a:lnTo>
                    <a:pt x="2034312" y="286476"/>
                  </a:lnTo>
                  <a:lnTo>
                    <a:pt x="2040572" y="286452"/>
                  </a:lnTo>
                  <a:lnTo>
                    <a:pt x="2046831" y="286429"/>
                  </a:lnTo>
                  <a:lnTo>
                    <a:pt x="2053090" y="286406"/>
                  </a:lnTo>
                  <a:lnTo>
                    <a:pt x="2059350" y="286383"/>
                  </a:lnTo>
                  <a:lnTo>
                    <a:pt x="2065609" y="286360"/>
                  </a:lnTo>
                  <a:lnTo>
                    <a:pt x="2071869" y="286338"/>
                  </a:lnTo>
                  <a:lnTo>
                    <a:pt x="2078128" y="286316"/>
                  </a:lnTo>
                  <a:lnTo>
                    <a:pt x="2084388" y="286295"/>
                  </a:lnTo>
                  <a:lnTo>
                    <a:pt x="2090647" y="286273"/>
                  </a:lnTo>
                  <a:lnTo>
                    <a:pt x="2096906" y="286253"/>
                  </a:lnTo>
                  <a:lnTo>
                    <a:pt x="2103166" y="286233"/>
                  </a:lnTo>
                  <a:lnTo>
                    <a:pt x="2109425" y="286213"/>
                  </a:lnTo>
                  <a:lnTo>
                    <a:pt x="2115685" y="286194"/>
                  </a:lnTo>
                  <a:lnTo>
                    <a:pt x="2121944" y="286175"/>
                  </a:lnTo>
                  <a:lnTo>
                    <a:pt x="2128203" y="286158"/>
                  </a:lnTo>
                  <a:lnTo>
                    <a:pt x="2134463" y="286140"/>
                  </a:lnTo>
                  <a:lnTo>
                    <a:pt x="2140722" y="286124"/>
                  </a:lnTo>
                  <a:lnTo>
                    <a:pt x="2146982" y="286108"/>
                  </a:lnTo>
                  <a:lnTo>
                    <a:pt x="2153241" y="286093"/>
                  </a:lnTo>
                  <a:lnTo>
                    <a:pt x="2159501" y="286079"/>
                  </a:lnTo>
                  <a:lnTo>
                    <a:pt x="2165760" y="286065"/>
                  </a:lnTo>
                  <a:lnTo>
                    <a:pt x="2172019" y="286052"/>
                  </a:lnTo>
                  <a:lnTo>
                    <a:pt x="2178279" y="286040"/>
                  </a:lnTo>
                  <a:lnTo>
                    <a:pt x="2184538" y="286029"/>
                  </a:lnTo>
                  <a:lnTo>
                    <a:pt x="2190798" y="286018"/>
                  </a:lnTo>
                  <a:lnTo>
                    <a:pt x="2197057" y="286009"/>
                  </a:lnTo>
                  <a:lnTo>
                    <a:pt x="2203317" y="286000"/>
                  </a:lnTo>
                  <a:lnTo>
                    <a:pt x="2209576" y="285992"/>
                  </a:lnTo>
                  <a:lnTo>
                    <a:pt x="2215835" y="285985"/>
                  </a:lnTo>
                  <a:lnTo>
                    <a:pt x="2222095" y="285979"/>
                  </a:lnTo>
                  <a:lnTo>
                    <a:pt x="2228354" y="285974"/>
                  </a:lnTo>
                  <a:lnTo>
                    <a:pt x="2234614" y="285969"/>
                  </a:lnTo>
                  <a:lnTo>
                    <a:pt x="2240873" y="285966"/>
                  </a:lnTo>
                  <a:lnTo>
                    <a:pt x="2247133" y="285963"/>
                  </a:lnTo>
                  <a:lnTo>
                    <a:pt x="2253392" y="285962"/>
                  </a:lnTo>
                  <a:lnTo>
                    <a:pt x="2259651" y="285961"/>
                  </a:lnTo>
                  <a:lnTo>
                    <a:pt x="2265911" y="285961"/>
                  </a:lnTo>
                  <a:lnTo>
                    <a:pt x="2272170" y="285962"/>
                  </a:lnTo>
                  <a:lnTo>
                    <a:pt x="2278430" y="285964"/>
                  </a:lnTo>
                  <a:lnTo>
                    <a:pt x="2284689" y="285967"/>
                  </a:lnTo>
                  <a:lnTo>
                    <a:pt x="2290948" y="285970"/>
                  </a:lnTo>
                  <a:lnTo>
                    <a:pt x="2297208" y="285975"/>
                  </a:lnTo>
                  <a:lnTo>
                    <a:pt x="2303467" y="285980"/>
                  </a:lnTo>
                  <a:lnTo>
                    <a:pt x="2309727" y="285987"/>
                  </a:lnTo>
                  <a:lnTo>
                    <a:pt x="2315986" y="285994"/>
                  </a:lnTo>
                  <a:lnTo>
                    <a:pt x="2322246" y="286003"/>
                  </a:lnTo>
                  <a:lnTo>
                    <a:pt x="2328505" y="286012"/>
                  </a:lnTo>
                  <a:lnTo>
                    <a:pt x="2334764" y="286023"/>
                  </a:lnTo>
                  <a:lnTo>
                    <a:pt x="2341024" y="286034"/>
                  </a:lnTo>
                  <a:lnTo>
                    <a:pt x="2347283" y="286046"/>
                  </a:lnTo>
                  <a:lnTo>
                    <a:pt x="2353543" y="286059"/>
                  </a:lnTo>
                  <a:lnTo>
                    <a:pt x="2359802" y="286072"/>
                  </a:lnTo>
                  <a:lnTo>
                    <a:pt x="2366062" y="286088"/>
                  </a:lnTo>
                  <a:lnTo>
                    <a:pt x="2372321" y="286103"/>
                  </a:lnTo>
                  <a:lnTo>
                    <a:pt x="2378580" y="286120"/>
                  </a:lnTo>
                  <a:lnTo>
                    <a:pt x="2384840" y="286138"/>
                  </a:lnTo>
                  <a:lnTo>
                    <a:pt x="2391099" y="286156"/>
                  </a:lnTo>
                  <a:lnTo>
                    <a:pt x="2397359" y="286176"/>
                  </a:lnTo>
                  <a:lnTo>
                    <a:pt x="2403618" y="286196"/>
                  </a:lnTo>
                  <a:lnTo>
                    <a:pt x="2409878" y="286218"/>
                  </a:lnTo>
                  <a:lnTo>
                    <a:pt x="2416137" y="286240"/>
                  </a:lnTo>
                  <a:lnTo>
                    <a:pt x="2422396" y="286264"/>
                  </a:lnTo>
                  <a:lnTo>
                    <a:pt x="2428656" y="286288"/>
                  </a:lnTo>
                  <a:lnTo>
                    <a:pt x="2434915" y="286313"/>
                  </a:lnTo>
                  <a:lnTo>
                    <a:pt x="2441175" y="286339"/>
                  </a:lnTo>
                  <a:lnTo>
                    <a:pt x="2447434" y="286367"/>
                  </a:lnTo>
                  <a:lnTo>
                    <a:pt x="2453693" y="286395"/>
                  </a:lnTo>
                  <a:lnTo>
                    <a:pt x="2459953" y="286425"/>
                  </a:lnTo>
                  <a:lnTo>
                    <a:pt x="2466212" y="286455"/>
                  </a:lnTo>
                  <a:lnTo>
                    <a:pt x="2472472" y="286486"/>
                  </a:lnTo>
                  <a:lnTo>
                    <a:pt x="2478731" y="286519"/>
                  </a:lnTo>
                  <a:lnTo>
                    <a:pt x="2484991" y="286552"/>
                  </a:lnTo>
                  <a:lnTo>
                    <a:pt x="2491250" y="286587"/>
                  </a:lnTo>
                  <a:lnTo>
                    <a:pt x="2497509" y="286623"/>
                  </a:lnTo>
                  <a:lnTo>
                    <a:pt x="2503769" y="286660"/>
                  </a:lnTo>
                  <a:lnTo>
                    <a:pt x="2510028" y="286698"/>
                  </a:lnTo>
                  <a:lnTo>
                    <a:pt x="2516288" y="286737"/>
                  </a:lnTo>
                  <a:lnTo>
                    <a:pt x="2522547" y="286777"/>
                  </a:lnTo>
                  <a:lnTo>
                    <a:pt x="2528807" y="286819"/>
                  </a:lnTo>
                  <a:lnTo>
                    <a:pt x="2535066" y="286862"/>
                  </a:lnTo>
                  <a:lnTo>
                    <a:pt x="2541325" y="286905"/>
                  </a:lnTo>
                  <a:lnTo>
                    <a:pt x="2547585" y="286951"/>
                  </a:lnTo>
                  <a:lnTo>
                    <a:pt x="2553844" y="286997"/>
                  </a:lnTo>
                  <a:lnTo>
                    <a:pt x="2560104" y="287046"/>
                  </a:lnTo>
                  <a:lnTo>
                    <a:pt x="2566363" y="287095"/>
                  </a:lnTo>
                  <a:lnTo>
                    <a:pt x="2572623" y="287146"/>
                  </a:lnTo>
                  <a:lnTo>
                    <a:pt x="2578882" y="287198"/>
                  </a:lnTo>
                  <a:lnTo>
                    <a:pt x="2585141" y="287251"/>
                  </a:lnTo>
                  <a:lnTo>
                    <a:pt x="2591401" y="287307"/>
                  </a:lnTo>
                  <a:lnTo>
                    <a:pt x="2597660" y="287363"/>
                  </a:lnTo>
                  <a:lnTo>
                    <a:pt x="2603920" y="287421"/>
                  </a:lnTo>
                  <a:lnTo>
                    <a:pt x="2610179" y="287480"/>
                  </a:lnTo>
                  <a:lnTo>
                    <a:pt x="2616438" y="287542"/>
                  </a:lnTo>
                  <a:lnTo>
                    <a:pt x="2622698" y="287605"/>
                  </a:lnTo>
                  <a:lnTo>
                    <a:pt x="2628957" y="287670"/>
                  </a:lnTo>
                  <a:lnTo>
                    <a:pt x="2635217" y="287736"/>
                  </a:lnTo>
                  <a:lnTo>
                    <a:pt x="2641476" y="287804"/>
                  </a:lnTo>
                  <a:lnTo>
                    <a:pt x="2647736" y="287875"/>
                  </a:lnTo>
                  <a:lnTo>
                    <a:pt x="2653995" y="287946"/>
                  </a:lnTo>
                  <a:lnTo>
                    <a:pt x="2660254" y="288020"/>
                  </a:lnTo>
                  <a:lnTo>
                    <a:pt x="2666514" y="288095"/>
                  </a:lnTo>
                  <a:lnTo>
                    <a:pt x="2672773" y="288174"/>
                  </a:lnTo>
                  <a:lnTo>
                    <a:pt x="2679033" y="288253"/>
                  </a:lnTo>
                  <a:lnTo>
                    <a:pt x="2685292" y="288335"/>
                  </a:lnTo>
                  <a:lnTo>
                    <a:pt x="2691552" y="288419"/>
                  </a:lnTo>
                  <a:lnTo>
                    <a:pt x="2697811" y="288505"/>
                  </a:lnTo>
                  <a:lnTo>
                    <a:pt x="2704070" y="288594"/>
                  </a:lnTo>
                  <a:lnTo>
                    <a:pt x="2710330" y="288684"/>
                  </a:lnTo>
                  <a:lnTo>
                    <a:pt x="2716589" y="288778"/>
                  </a:lnTo>
                  <a:lnTo>
                    <a:pt x="2722849" y="288872"/>
                  </a:lnTo>
                  <a:lnTo>
                    <a:pt x="2729108" y="288971"/>
                  </a:lnTo>
                  <a:lnTo>
                    <a:pt x="2735368" y="289070"/>
                  </a:lnTo>
                  <a:lnTo>
                    <a:pt x="2741627" y="289174"/>
                  </a:lnTo>
                  <a:lnTo>
                    <a:pt x="2747886" y="289279"/>
                  </a:lnTo>
                  <a:lnTo>
                    <a:pt x="2754146" y="289387"/>
                  </a:lnTo>
                  <a:lnTo>
                    <a:pt x="2760405" y="289497"/>
                  </a:lnTo>
                  <a:lnTo>
                    <a:pt x="2766665" y="289611"/>
                  </a:lnTo>
                  <a:lnTo>
                    <a:pt x="2772924" y="289727"/>
                  </a:lnTo>
                  <a:lnTo>
                    <a:pt x="2779184" y="289845"/>
                  </a:lnTo>
                  <a:lnTo>
                    <a:pt x="2785443" y="289968"/>
                  </a:lnTo>
                  <a:lnTo>
                    <a:pt x="2791702" y="290091"/>
                  </a:lnTo>
                  <a:lnTo>
                    <a:pt x="2797962" y="290221"/>
                  </a:lnTo>
                  <a:lnTo>
                    <a:pt x="2804221" y="290350"/>
                  </a:lnTo>
                  <a:lnTo>
                    <a:pt x="2810481" y="290485"/>
                  </a:lnTo>
                  <a:lnTo>
                    <a:pt x="2816740" y="290621"/>
                  </a:lnTo>
                  <a:lnTo>
                    <a:pt x="2822999" y="290761"/>
                  </a:lnTo>
                  <a:lnTo>
                    <a:pt x="2829259" y="290905"/>
                  </a:lnTo>
                  <a:lnTo>
                    <a:pt x="2835518" y="291051"/>
                  </a:lnTo>
                  <a:lnTo>
                    <a:pt x="2841778" y="291201"/>
                  </a:lnTo>
                  <a:lnTo>
                    <a:pt x="2848037" y="291353"/>
                  </a:lnTo>
                  <a:lnTo>
                    <a:pt x="2854297" y="291511"/>
                  </a:lnTo>
                  <a:lnTo>
                    <a:pt x="2860556" y="291670"/>
                  </a:lnTo>
                  <a:lnTo>
                    <a:pt x="2866815" y="291834"/>
                  </a:lnTo>
                  <a:lnTo>
                    <a:pt x="2873075" y="292001"/>
                  </a:lnTo>
                  <a:lnTo>
                    <a:pt x="2879334" y="292172"/>
                  </a:lnTo>
                  <a:lnTo>
                    <a:pt x="2885594" y="292346"/>
                  </a:lnTo>
                  <a:lnTo>
                    <a:pt x="2891853" y="292523"/>
                  </a:lnTo>
                  <a:lnTo>
                    <a:pt x="2898113" y="292705"/>
                  </a:lnTo>
                  <a:lnTo>
                    <a:pt x="2904372" y="292889"/>
                  </a:lnTo>
                  <a:lnTo>
                    <a:pt x="2910631" y="293079"/>
                  </a:lnTo>
                  <a:lnTo>
                    <a:pt x="2916891" y="293270"/>
                  </a:lnTo>
                  <a:lnTo>
                    <a:pt x="2923150" y="293468"/>
                  </a:lnTo>
                  <a:lnTo>
                    <a:pt x="2929410" y="293667"/>
                  </a:lnTo>
                  <a:lnTo>
                    <a:pt x="2935669" y="293872"/>
                  </a:lnTo>
                  <a:lnTo>
                    <a:pt x="2941929" y="294080"/>
                  </a:lnTo>
                  <a:lnTo>
                    <a:pt x="2948188" y="294292"/>
                  </a:lnTo>
                  <a:lnTo>
                    <a:pt x="2954447" y="294508"/>
                  </a:lnTo>
                  <a:lnTo>
                    <a:pt x="2960707" y="294727"/>
                  </a:lnTo>
                  <a:lnTo>
                    <a:pt x="2966966" y="294952"/>
                  </a:lnTo>
                  <a:lnTo>
                    <a:pt x="2973226" y="295178"/>
                  </a:lnTo>
                  <a:lnTo>
                    <a:pt x="2979485" y="295412"/>
                  </a:lnTo>
                  <a:lnTo>
                    <a:pt x="2985744" y="295646"/>
                  </a:lnTo>
                  <a:lnTo>
                    <a:pt x="2992004" y="295887"/>
                  </a:lnTo>
                  <a:lnTo>
                    <a:pt x="2998263" y="296131"/>
                  </a:lnTo>
                  <a:lnTo>
                    <a:pt x="3004523" y="296379"/>
                  </a:lnTo>
                  <a:lnTo>
                    <a:pt x="3010782" y="296631"/>
                  </a:lnTo>
                  <a:lnTo>
                    <a:pt x="3017042" y="296887"/>
                  </a:lnTo>
                  <a:lnTo>
                    <a:pt x="3023301" y="297148"/>
                  </a:lnTo>
                  <a:lnTo>
                    <a:pt x="3029560" y="297410"/>
                  </a:lnTo>
                  <a:lnTo>
                    <a:pt x="3035820" y="297681"/>
                  </a:lnTo>
                  <a:lnTo>
                    <a:pt x="3042079" y="297951"/>
                  </a:lnTo>
                  <a:lnTo>
                    <a:pt x="3048339" y="298230"/>
                  </a:lnTo>
                  <a:lnTo>
                    <a:pt x="3054598" y="298509"/>
                  </a:lnTo>
                  <a:lnTo>
                    <a:pt x="3060858" y="298795"/>
                  </a:lnTo>
                  <a:lnTo>
                    <a:pt x="3067117" y="299083"/>
                  </a:lnTo>
                  <a:lnTo>
                    <a:pt x="3073376" y="299375"/>
                  </a:lnTo>
                  <a:lnTo>
                    <a:pt x="3079636" y="299673"/>
                  </a:lnTo>
                  <a:lnTo>
                    <a:pt x="3085895" y="299972"/>
                  </a:lnTo>
                  <a:lnTo>
                    <a:pt x="3092155" y="300278"/>
                  </a:lnTo>
                  <a:lnTo>
                    <a:pt x="3098414" y="300585"/>
                  </a:lnTo>
                  <a:lnTo>
                    <a:pt x="3104674" y="300899"/>
                  </a:lnTo>
                  <a:lnTo>
                    <a:pt x="3110933" y="301214"/>
                  </a:lnTo>
                  <a:lnTo>
                    <a:pt x="3117192" y="301536"/>
                  </a:lnTo>
                  <a:lnTo>
                    <a:pt x="3123452" y="301859"/>
                  </a:lnTo>
                  <a:lnTo>
                    <a:pt x="3129711" y="302187"/>
                  </a:lnTo>
                  <a:lnTo>
                    <a:pt x="3135971" y="302519"/>
                  </a:lnTo>
                  <a:lnTo>
                    <a:pt x="3142230" y="302853"/>
                  </a:lnTo>
                  <a:lnTo>
                    <a:pt x="3148489" y="303193"/>
                  </a:lnTo>
                  <a:lnTo>
                    <a:pt x="3154749" y="303534"/>
                  </a:lnTo>
                  <a:lnTo>
                    <a:pt x="3161008" y="303882"/>
                  </a:lnTo>
                  <a:lnTo>
                    <a:pt x="3167268" y="304230"/>
                  </a:lnTo>
                  <a:lnTo>
                    <a:pt x="3173527" y="304585"/>
                  </a:lnTo>
                  <a:lnTo>
                    <a:pt x="3179787" y="304941"/>
                  </a:lnTo>
                  <a:lnTo>
                    <a:pt x="3186046" y="305301"/>
                  </a:lnTo>
                  <a:lnTo>
                    <a:pt x="3192305" y="305665"/>
                  </a:lnTo>
                  <a:lnTo>
                    <a:pt x="3198565" y="306031"/>
                  </a:lnTo>
                  <a:lnTo>
                    <a:pt x="3198565" y="359291"/>
                  </a:lnTo>
                  <a:lnTo>
                    <a:pt x="3192305" y="359291"/>
                  </a:lnTo>
                  <a:lnTo>
                    <a:pt x="3186046" y="359291"/>
                  </a:lnTo>
                  <a:lnTo>
                    <a:pt x="3179787" y="359291"/>
                  </a:lnTo>
                  <a:lnTo>
                    <a:pt x="3173527" y="359291"/>
                  </a:lnTo>
                  <a:lnTo>
                    <a:pt x="3167268" y="359291"/>
                  </a:lnTo>
                  <a:lnTo>
                    <a:pt x="3161008" y="359291"/>
                  </a:lnTo>
                  <a:lnTo>
                    <a:pt x="3154749" y="359291"/>
                  </a:lnTo>
                  <a:lnTo>
                    <a:pt x="3148489" y="359291"/>
                  </a:lnTo>
                  <a:lnTo>
                    <a:pt x="3142230" y="359291"/>
                  </a:lnTo>
                  <a:lnTo>
                    <a:pt x="3135971" y="359291"/>
                  </a:lnTo>
                  <a:lnTo>
                    <a:pt x="3129711" y="359291"/>
                  </a:lnTo>
                  <a:lnTo>
                    <a:pt x="3123452" y="359291"/>
                  </a:lnTo>
                  <a:lnTo>
                    <a:pt x="3117192" y="359291"/>
                  </a:lnTo>
                  <a:lnTo>
                    <a:pt x="3110933" y="359291"/>
                  </a:lnTo>
                  <a:lnTo>
                    <a:pt x="3104674" y="359291"/>
                  </a:lnTo>
                  <a:lnTo>
                    <a:pt x="3098414" y="359291"/>
                  </a:lnTo>
                  <a:lnTo>
                    <a:pt x="3092155" y="359291"/>
                  </a:lnTo>
                  <a:lnTo>
                    <a:pt x="3085895" y="359291"/>
                  </a:lnTo>
                  <a:lnTo>
                    <a:pt x="3079636" y="359291"/>
                  </a:lnTo>
                  <a:lnTo>
                    <a:pt x="3073376" y="359291"/>
                  </a:lnTo>
                  <a:lnTo>
                    <a:pt x="3067117" y="359291"/>
                  </a:lnTo>
                  <a:lnTo>
                    <a:pt x="3060858" y="359291"/>
                  </a:lnTo>
                  <a:lnTo>
                    <a:pt x="3054598" y="359291"/>
                  </a:lnTo>
                  <a:lnTo>
                    <a:pt x="3048339" y="359291"/>
                  </a:lnTo>
                  <a:lnTo>
                    <a:pt x="3042079" y="359291"/>
                  </a:lnTo>
                  <a:lnTo>
                    <a:pt x="3035820" y="359291"/>
                  </a:lnTo>
                  <a:lnTo>
                    <a:pt x="3029560" y="359291"/>
                  </a:lnTo>
                  <a:lnTo>
                    <a:pt x="3023301" y="359291"/>
                  </a:lnTo>
                  <a:lnTo>
                    <a:pt x="3017042" y="359291"/>
                  </a:lnTo>
                  <a:lnTo>
                    <a:pt x="3010782" y="359291"/>
                  </a:lnTo>
                  <a:lnTo>
                    <a:pt x="3004523" y="359291"/>
                  </a:lnTo>
                  <a:lnTo>
                    <a:pt x="2998263" y="359291"/>
                  </a:lnTo>
                  <a:lnTo>
                    <a:pt x="2992004" y="359291"/>
                  </a:lnTo>
                  <a:lnTo>
                    <a:pt x="2985744" y="359291"/>
                  </a:lnTo>
                  <a:lnTo>
                    <a:pt x="2979485" y="359291"/>
                  </a:lnTo>
                  <a:lnTo>
                    <a:pt x="2973226" y="359291"/>
                  </a:lnTo>
                  <a:lnTo>
                    <a:pt x="2966966" y="359291"/>
                  </a:lnTo>
                  <a:lnTo>
                    <a:pt x="2960707" y="359291"/>
                  </a:lnTo>
                  <a:lnTo>
                    <a:pt x="2954447" y="359291"/>
                  </a:lnTo>
                  <a:lnTo>
                    <a:pt x="2948188" y="359291"/>
                  </a:lnTo>
                  <a:lnTo>
                    <a:pt x="2941929" y="359291"/>
                  </a:lnTo>
                  <a:lnTo>
                    <a:pt x="2935669" y="359291"/>
                  </a:lnTo>
                  <a:lnTo>
                    <a:pt x="2929410" y="359291"/>
                  </a:lnTo>
                  <a:lnTo>
                    <a:pt x="2923150" y="359291"/>
                  </a:lnTo>
                  <a:lnTo>
                    <a:pt x="2916891" y="359291"/>
                  </a:lnTo>
                  <a:lnTo>
                    <a:pt x="2910631" y="359291"/>
                  </a:lnTo>
                  <a:lnTo>
                    <a:pt x="2904372" y="359291"/>
                  </a:lnTo>
                  <a:lnTo>
                    <a:pt x="2898113" y="359291"/>
                  </a:lnTo>
                  <a:lnTo>
                    <a:pt x="2891853" y="359291"/>
                  </a:lnTo>
                  <a:lnTo>
                    <a:pt x="2885594" y="359291"/>
                  </a:lnTo>
                  <a:lnTo>
                    <a:pt x="2879334" y="359291"/>
                  </a:lnTo>
                  <a:lnTo>
                    <a:pt x="2873075" y="359291"/>
                  </a:lnTo>
                  <a:lnTo>
                    <a:pt x="2866815" y="359291"/>
                  </a:lnTo>
                  <a:lnTo>
                    <a:pt x="2860556" y="359291"/>
                  </a:lnTo>
                  <a:lnTo>
                    <a:pt x="2854297" y="359291"/>
                  </a:lnTo>
                  <a:lnTo>
                    <a:pt x="2848037" y="359291"/>
                  </a:lnTo>
                  <a:lnTo>
                    <a:pt x="2841778" y="359291"/>
                  </a:lnTo>
                  <a:lnTo>
                    <a:pt x="2835518" y="359291"/>
                  </a:lnTo>
                  <a:lnTo>
                    <a:pt x="2829259" y="359291"/>
                  </a:lnTo>
                  <a:lnTo>
                    <a:pt x="2822999" y="359291"/>
                  </a:lnTo>
                  <a:lnTo>
                    <a:pt x="2816740" y="359291"/>
                  </a:lnTo>
                  <a:lnTo>
                    <a:pt x="2810481" y="359291"/>
                  </a:lnTo>
                  <a:lnTo>
                    <a:pt x="2804221" y="359291"/>
                  </a:lnTo>
                  <a:lnTo>
                    <a:pt x="2797962" y="359291"/>
                  </a:lnTo>
                  <a:lnTo>
                    <a:pt x="2791702" y="359291"/>
                  </a:lnTo>
                  <a:lnTo>
                    <a:pt x="2785443" y="359291"/>
                  </a:lnTo>
                  <a:lnTo>
                    <a:pt x="2779184" y="359291"/>
                  </a:lnTo>
                  <a:lnTo>
                    <a:pt x="2772924" y="359291"/>
                  </a:lnTo>
                  <a:lnTo>
                    <a:pt x="2766665" y="359291"/>
                  </a:lnTo>
                  <a:lnTo>
                    <a:pt x="2760405" y="359291"/>
                  </a:lnTo>
                  <a:lnTo>
                    <a:pt x="2754146" y="359291"/>
                  </a:lnTo>
                  <a:lnTo>
                    <a:pt x="2747886" y="359291"/>
                  </a:lnTo>
                  <a:lnTo>
                    <a:pt x="2741627" y="359291"/>
                  </a:lnTo>
                  <a:lnTo>
                    <a:pt x="2735368" y="359291"/>
                  </a:lnTo>
                  <a:lnTo>
                    <a:pt x="2729108" y="359291"/>
                  </a:lnTo>
                  <a:lnTo>
                    <a:pt x="2722849" y="359291"/>
                  </a:lnTo>
                  <a:lnTo>
                    <a:pt x="2716589" y="359291"/>
                  </a:lnTo>
                  <a:lnTo>
                    <a:pt x="2710330" y="359291"/>
                  </a:lnTo>
                  <a:lnTo>
                    <a:pt x="2704070" y="359291"/>
                  </a:lnTo>
                  <a:lnTo>
                    <a:pt x="2697811" y="359291"/>
                  </a:lnTo>
                  <a:lnTo>
                    <a:pt x="2691552" y="359291"/>
                  </a:lnTo>
                  <a:lnTo>
                    <a:pt x="2685292" y="359291"/>
                  </a:lnTo>
                  <a:lnTo>
                    <a:pt x="2679033" y="359291"/>
                  </a:lnTo>
                  <a:lnTo>
                    <a:pt x="2672773" y="359291"/>
                  </a:lnTo>
                  <a:lnTo>
                    <a:pt x="2666514" y="359291"/>
                  </a:lnTo>
                  <a:lnTo>
                    <a:pt x="2660254" y="359291"/>
                  </a:lnTo>
                  <a:lnTo>
                    <a:pt x="2653995" y="359291"/>
                  </a:lnTo>
                  <a:lnTo>
                    <a:pt x="2647736" y="359291"/>
                  </a:lnTo>
                  <a:lnTo>
                    <a:pt x="2641476" y="359291"/>
                  </a:lnTo>
                  <a:lnTo>
                    <a:pt x="2635217" y="359291"/>
                  </a:lnTo>
                  <a:lnTo>
                    <a:pt x="2628957" y="359291"/>
                  </a:lnTo>
                  <a:lnTo>
                    <a:pt x="2622698" y="359291"/>
                  </a:lnTo>
                  <a:lnTo>
                    <a:pt x="2616438" y="359291"/>
                  </a:lnTo>
                  <a:lnTo>
                    <a:pt x="2610179" y="359291"/>
                  </a:lnTo>
                  <a:lnTo>
                    <a:pt x="2603920" y="359291"/>
                  </a:lnTo>
                  <a:lnTo>
                    <a:pt x="2597660" y="359291"/>
                  </a:lnTo>
                  <a:lnTo>
                    <a:pt x="2591401" y="359291"/>
                  </a:lnTo>
                  <a:lnTo>
                    <a:pt x="2585141" y="359291"/>
                  </a:lnTo>
                  <a:lnTo>
                    <a:pt x="2578882" y="359291"/>
                  </a:lnTo>
                  <a:lnTo>
                    <a:pt x="2572623" y="359291"/>
                  </a:lnTo>
                  <a:lnTo>
                    <a:pt x="2566363" y="359291"/>
                  </a:lnTo>
                  <a:lnTo>
                    <a:pt x="2560104" y="359291"/>
                  </a:lnTo>
                  <a:lnTo>
                    <a:pt x="2553844" y="359291"/>
                  </a:lnTo>
                  <a:lnTo>
                    <a:pt x="2547585" y="359291"/>
                  </a:lnTo>
                  <a:lnTo>
                    <a:pt x="2541325" y="359291"/>
                  </a:lnTo>
                  <a:lnTo>
                    <a:pt x="2535066" y="359291"/>
                  </a:lnTo>
                  <a:lnTo>
                    <a:pt x="2528807" y="359291"/>
                  </a:lnTo>
                  <a:lnTo>
                    <a:pt x="2522547" y="359291"/>
                  </a:lnTo>
                  <a:lnTo>
                    <a:pt x="2516288" y="359291"/>
                  </a:lnTo>
                  <a:lnTo>
                    <a:pt x="2510028" y="359291"/>
                  </a:lnTo>
                  <a:lnTo>
                    <a:pt x="2503769" y="359291"/>
                  </a:lnTo>
                  <a:lnTo>
                    <a:pt x="2497509" y="359291"/>
                  </a:lnTo>
                  <a:lnTo>
                    <a:pt x="2491250" y="359291"/>
                  </a:lnTo>
                  <a:lnTo>
                    <a:pt x="2484991" y="359291"/>
                  </a:lnTo>
                  <a:lnTo>
                    <a:pt x="2478731" y="359291"/>
                  </a:lnTo>
                  <a:lnTo>
                    <a:pt x="2472472" y="359291"/>
                  </a:lnTo>
                  <a:lnTo>
                    <a:pt x="2466212" y="359291"/>
                  </a:lnTo>
                  <a:lnTo>
                    <a:pt x="2459953" y="359291"/>
                  </a:lnTo>
                  <a:lnTo>
                    <a:pt x="2453693" y="359291"/>
                  </a:lnTo>
                  <a:lnTo>
                    <a:pt x="2447434" y="359291"/>
                  </a:lnTo>
                  <a:lnTo>
                    <a:pt x="2441175" y="359291"/>
                  </a:lnTo>
                  <a:lnTo>
                    <a:pt x="2434915" y="359291"/>
                  </a:lnTo>
                  <a:lnTo>
                    <a:pt x="2428656" y="359291"/>
                  </a:lnTo>
                  <a:lnTo>
                    <a:pt x="2422396" y="359291"/>
                  </a:lnTo>
                  <a:lnTo>
                    <a:pt x="2416137" y="359291"/>
                  </a:lnTo>
                  <a:lnTo>
                    <a:pt x="2409878" y="359291"/>
                  </a:lnTo>
                  <a:lnTo>
                    <a:pt x="2403618" y="359291"/>
                  </a:lnTo>
                  <a:lnTo>
                    <a:pt x="2397359" y="359291"/>
                  </a:lnTo>
                  <a:lnTo>
                    <a:pt x="2391099" y="359291"/>
                  </a:lnTo>
                  <a:lnTo>
                    <a:pt x="2384840" y="359291"/>
                  </a:lnTo>
                  <a:lnTo>
                    <a:pt x="2378580" y="359291"/>
                  </a:lnTo>
                  <a:lnTo>
                    <a:pt x="2372321" y="359291"/>
                  </a:lnTo>
                  <a:lnTo>
                    <a:pt x="2366062" y="359291"/>
                  </a:lnTo>
                  <a:lnTo>
                    <a:pt x="2359802" y="359291"/>
                  </a:lnTo>
                  <a:lnTo>
                    <a:pt x="2353543" y="359291"/>
                  </a:lnTo>
                  <a:lnTo>
                    <a:pt x="2347283" y="359291"/>
                  </a:lnTo>
                  <a:lnTo>
                    <a:pt x="2341024" y="359291"/>
                  </a:lnTo>
                  <a:lnTo>
                    <a:pt x="2334764" y="359291"/>
                  </a:lnTo>
                  <a:lnTo>
                    <a:pt x="2328505" y="359291"/>
                  </a:lnTo>
                  <a:lnTo>
                    <a:pt x="2322246" y="359291"/>
                  </a:lnTo>
                  <a:lnTo>
                    <a:pt x="2315986" y="359291"/>
                  </a:lnTo>
                  <a:lnTo>
                    <a:pt x="2309727" y="359291"/>
                  </a:lnTo>
                  <a:lnTo>
                    <a:pt x="2303467" y="359291"/>
                  </a:lnTo>
                  <a:lnTo>
                    <a:pt x="2297208" y="359291"/>
                  </a:lnTo>
                  <a:lnTo>
                    <a:pt x="2290948" y="359291"/>
                  </a:lnTo>
                  <a:lnTo>
                    <a:pt x="2284689" y="359291"/>
                  </a:lnTo>
                  <a:lnTo>
                    <a:pt x="2278430" y="359291"/>
                  </a:lnTo>
                  <a:lnTo>
                    <a:pt x="2272170" y="359291"/>
                  </a:lnTo>
                  <a:lnTo>
                    <a:pt x="2265911" y="359291"/>
                  </a:lnTo>
                  <a:lnTo>
                    <a:pt x="2259651" y="359291"/>
                  </a:lnTo>
                  <a:lnTo>
                    <a:pt x="2253392" y="359291"/>
                  </a:lnTo>
                  <a:lnTo>
                    <a:pt x="2247133" y="359291"/>
                  </a:lnTo>
                  <a:lnTo>
                    <a:pt x="2240873" y="359291"/>
                  </a:lnTo>
                  <a:lnTo>
                    <a:pt x="2234614" y="359291"/>
                  </a:lnTo>
                  <a:lnTo>
                    <a:pt x="2228354" y="359291"/>
                  </a:lnTo>
                  <a:lnTo>
                    <a:pt x="2222095" y="359291"/>
                  </a:lnTo>
                  <a:lnTo>
                    <a:pt x="2215835" y="359291"/>
                  </a:lnTo>
                  <a:lnTo>
                    <a:pt x="2209576" y="359291"/>
                  </a:lnTo>
                  <a:lnTo>
                    <a:pt x="2203317" y="359291"/>
                  </a:lnTo>
                  <a:lnTo>
                    <a:pt x="2197057" y="359291"/>
                  </a:lnTo>
                  <a:lnTo>
                    <a:pt x="2190798" y="359291"/>
                  </a:lnTo>
                  <a:lnTo>
                    <a:pt x="2184538" y="359291"/>
                  </a:lnTo>
                  <a:lnTo>
                    <a:pt x="2178279" y="359291"/>
                  </a:lnTo>
                  <a:lnTo>
                    <a:pt x="2172019" y="359291"/>
                  </a:lnTo>
                  <a:lnTo>
                    <a:pt x="2165760" y="359291"/>
                  </a:lnTo>
                  <a:lnTo>
                    <a:pt x="2159501" y="359291"/>
                  </a:lnTo>
                  <a:lnTo>
                    <a:pt x="2153241" y="359291"/>
                  </a:lnTo>
                  <a:lnTo>
                    <a:pt x="2146982" y="359291"/>
                  </a:lnTo>
                  <a:lnTo>
                    <a:pt x="2140722" y="359291"/>
                  </a:lnTo>
                  <a:lnTo>
                    <a:pt x="2134463" y="359291"/>
                  </a:lnTo>
                  <a:lnTo>
                    <a:pt x="2128203" y="359291"/>
                  </a:lnTo>
                  <a:lnTo>
                    <a:pt x="2121944" y="359291"/>
                  </a:lnTo>
                  <a:lnTo>
                    <a:pt x="2115685" y="359291"/>
                  </a:lnTo>
                  <a:lnTo>
                    <a:pt x="2109425" y="359291"/>
                  </a:lnTo>
                  <a:lnTo>
                    <a:pt x="2103166" y="359291"/>
                  </a:lnTo>
                  <a:lnTo>
                    <a:pt x="2096906" y="359291"/>
                  </a:lnTo>
                  <a:lnTo>
                    <a:pt x="2090647" y="359291"/>
                  </a:lnTo>
                  <a:lnTo>
                    <a:pt x="2084388" y="359291"/>
                  </a:lnTo>
                  <a:lnTo>
                    <a:pt x="2078128" y="359291"/>
                  </a:lnTo>
                  <a:lnTo>
                    <a:pt x="2071869" y="359291"/>
                  </a:lnTo>
                  <a:lnTo>
                    <a:pt x="2065609" y="359291"/>
                  </a:lnTo>
                  <a:lnTo>
                    <a:pt x="2059350" y="359291"/>
                  </a:lnTo>
                  <a:lnTo>
                    <a:pt x="2053090" y="359291"/>
                  </a:lnTo>
                  <a:lnTo>
                    <a:pt x="2046831" y="359291"/>
                  </a:lnTo>
                  <a:lnTo>
                    <a:pt x="2040572" y="359291"/>
                  </a:lnTo>
                  <a:lnTo>
                    <a:pt x="2034312" y="359291"/>
                  </a:lnTo>
                  <a:lnTo>
                    <a:pt x="2028053" y="359291"/>
                  </a:lnTo>
                  <a:lnTo>
                    <a:pt x="2021793" y="359291"/>
                  </a:lnTo>
                  <a:lnTo>
                    <a:pt x="2015534" y="359291"/>
                  </a:lnTo>
                  <a:lnTo>
                    <a:pt x="2009274" y="359291"/>
                  </a:lnTo>
                  <a:lnTo>
                    <a:pt x="2003015" y="359291"/>
                  </a:lnTo>
                  <a:lnTo>
                    <a:pt x="1996756" y="359291"/>
                  </a:lnTo>
                  <a:lnTo>
                    <a:pt x="1990496" y="359291"/>
                  </a:lnTo>
                  <a:lnTo>
                    <a:pt x="1984237" y="359291"/>
                  </a:lnTo>
                  <a:lnTo>
                    <a:pt x="1977977" y="359291"/>
                  </a:lnTo>
                  <a:lnTo>
                    <a:pt x="1971718" y="359291"/>
                  </a:lnTo>
                  <a:lnTo>
                    <a:pt x="1965458" y="359291"/>
                  </a:lnTo>
                  <a:lnTo>
                    <a:pt x="1959199" y="359291"/>
                  </a:lnTo>
                  <a:lnTo>
                    <a:pt x="1952940" y="359291"/>
                  </a:lnTo>
                  <a:lnTo>
                    <a:pt x="1946680" y="359291"/>
                  </a:lnTo>
                  <a:lnTo>
                    <a:pt x="1940421" y="359291"/>
                  </a:lnTo>
                  <a:lnTo>
                    <a:pt x="1934161" y="359291"/>
                  </a:lnTo>
                  <a:lnTo>
                    <a:pt x="1927902" y="359291"/>
                  </a:lnTo>
                  <a:lnTo>
                    <a:pt x="1921642" y="359291"/>
                  </a:lnTo>
                  <a:lnTo>
                    <a:pt x="1915383" y="359291"/>
                  </a:lnTo>
                  <a:lnTo>
                    <a:pt x="1909124" y="359291"/>
                  </a:lnTo>
                  <a:lnTo>
                    <a:pt x="1902864" y="359291"/>
                  </a:lnTo>
                  <a:lnTo>
                    <a:pt x="1896605" y="359291"/>
                  </a:lnTo>
                  <a:lnTo>
                    <a:pt x="1890345" y="359291"/>
                  </a:lnTo>
                  <a:lnTo>
                    <a:pt x="1884086" y="359291"/>
                  </a:lnTo>
                  <a:lnTo>
                    <a:pt x="1877827" y="359291"/>
                  </a:lnTo>
                  <a:lnTo>
                    <a:pt x="1871567" y="359291"/>
                  </a:lnTo>
                  <a:lnTo>
                    <a:pt x="1865308" y="359291"/>
                  </a:lnTo>
                  <a:lnTo>
                    <a:pt x="1859048" y="359291"/>
                  </a:lnTo>
                  <a:lnTo>
                    <a:pt x="1852789" y="359291"/>
                  </a:lnTo>
                  <a:lnTo>
                    <a:pt x="1846529" y="359291"/>
                  </a:lnTo>
                  <a:lnTo>
                    <a:pt x="1840270" y="359291"/>
                  </a:lnTo>
                  <a:lnTo>
                    <a:pt x="1834011" y="359291"/>
                  </a:lnTo>
                  <a:lnTo>
                    <a:pt x="1827751" y="359291"/>
                  </a:lnTo>
                  <a:lnTo>
                    <a:pt x="1821492" y="359291"/>
                  </a:lnTo>
                  <a:lnTo>
                    <a:pt x="1815232" y="359291"/>
                  </a:lnTo>
                  <a:lnTo>
                    <a:pt x="1808973" y="359291"/>
                  </a:lnTo>
                  <a:lnTo>
                    <a:pt x="1802713" y="359291"/>
                  </a:lnTo>
                  <a:lnTo>
                    <a:pt x="1796454" y="359291"/>
                  </a:lnTo>
                  <a:lnTo>
                    <a:pt x="1790195" y="359291"/>
                  </a:lnTo>
                  <a:lnTo>
                    <a:pt x="1783935" y="359291"/>
                  </a:lnTo>
                  <a:lnTo>
                    <a:pt x="1777676" y="359291"/>
                  </a:lnTo>
                  <a:lnTo>
                    <a:pt x="1771416" y="359291"/>
                  </a:lnTo>
                  <a:lnTo>
                    <a:pt x="1765157" y="359291"/>
                  </a:lnTo>
                  <a:lnTo>
                    <a:pt x="1758897" y="359291"/>
                  </a:lnTo>
                  <a:lnTo>
                    <a:pt x="1752638" y="359291"/>
                  </a:lnTo>
                  <a:lnTo>
                    <a:pt x="1746379" y="359291"/>
                  </a:lnTo>
                  <a:lnTo>
                    <a:pt x="1740119" y="359291"/>
                  </a:lnTo>
                  <a:lnTo>
                    <a:pt x="1733860" y="359291"/>
                  </a:lnTo>
                  <a:lnTo>
                    <a:pt x="1727600" y="359291"/>
                  </a:lnTo>
                  <a:lnTo>
                    <a:pt x="1721341" y="359291"/>
                  </a:lnTo>
                  <a:lnTo>
                    <a:pt x="1715082" y="359291"/>
                  </a:lnTo>
                  <a:lnTo>
                    <a:pt x="1708822" y="359291"/>
                  </a:lnTo>
                  <a:lnTo>
                    <a:pt x="1702563" y="359291"/>
                  </a:lnTo>
                  <a:lnTo>
                    <a:pt x="1696303" y="359291"/>
                  </a:lnTo>
                  <a:lnTo>
                    <a:pt x="1690044" y="359291"/>
                  </a:lnTo>
                  <a:lnTo>
                    <a:pt x="1683784" y="359291"/>
                  </a:lnTo>
                  <a:lnTo>
                    <a:pt x="1677525" y="359291"/>
                  </a:lnTo>
                  <a:lnTo>
                    <a:pt x="1671266" y="359291"/>
                  </a:lnTo>
                  <a:lnTo>
                    <a:pt x="1665006" y="359291"/>
                  </a:lnTo>
                  <a:lnTo>
                    <a:pt x="1658747" y="359291"/>
                  </a:lnTo>
                  <a:lnTo>
                    <a:pt x="1652487" y="359291"/>
                  </a:lnTo>
                  <a:lnTo>
                    <a:pt x="1646228" y="359291"/>
                  </a:lnTo>
                  <a:lnTo>
                    <a:pt x="1639968" y="359291"/>
                  </a:lnTo>
                  <a:lnTo>
                    <a:pt x="1633709" y="359291"/>
                  </a:lnTo>
                  <a:lnTo>
                    <a:pt x="1627450" y="359291"/>
                  </a:lnTo>
                  <a:lnTo>
                    <a:pt x="1621190" y="359291"/>
                  </a:lnTo>
                  <a:lnTo>
                    <a:pt x="1614931" y="359291"/>
                  </a:lnTo>
                  <a:lnTo>
                    <a:pt x="1608671" y="359291"/>
                  </a:lnTo>
                  <a:lnTo>
                    <a:pt x="1602412" y="359291"/>
                  </a:lnTo>
                  <a:lnTo>
                    <a:pt x="1596152" y="359291"/>
                  </a:lnTo>
                  <a:lnTo>
                    <a:pt x="1589893" y="359291"/>
                  </a:lnTo>
                  <a:lnTo>
                    <a:pt x="1583634" y="359291"/>
                  </a:lnTo>
                  <a:lnTo>
                    <a:pt x="1577374" y="359291"/>
                  </a:lnTo>
                  <a:lnTo>
                    <a:pt x="1571115" y="359291"/>
                  </a:lnTo>
                  <a:lnTo>
                    <a:pt x="1564855" y="359291"/>
                  </a:lnTo>
                  <a:lnTo>
                    <a:pt x="1558596" y="359291"/>
                  </a:lnTo>
                  <a:lnTo>
                    <a:pt x="1552337" y="359291"/>
                  </a:lnTo>
                  <a:lnTo>
                    <a:pt x="1546077" y="359291"/>
                  </a:lnTo>
                  <a:lnTo>
                    <a:pt x="1539818" y="359291"/>
                  </a:lnTo>
                  <a:lnTo>
                    <a:pt x="1533558" y="359291"/>
                  </a:lnTo>
                  <a:lnTo>
                    <a:pt x="1527299" y="359291"/>
                  </a:lnTo>
                  <a:lnTo>
                    <a:pt x="1521039" y="359291"/>
                  </a:lnTo>
                  <a:lnTo>
                    <a:pt x="1514780" y="359291"/>
                  </a:lnTo>
                  <a:lnTo>
                    <a:pt x="1508521" y="359291"/>
                  </a:lnTo>
                  <a:lnTo>
                    <a:pt x="1502261" y="359291"/>
                  </a:lnTo>
                  <a:lnTo>
                    <a:pt x="1496002" y="359291"/>
                  </a:lnTo>
                  <a:lnTo>
                    <a:pt x="1489742" y="359291"/>
                  </a:lnTo>
                  <a:lnTo>
                    <a:pt x="1483483" y="359291"/>
                  </a:lnTo>
                  <a:lnTo>
                    <a:pt x="1477223" y="359291"/>
                  </a:lnTo>
                  <a:lnTo>
                    <a:pt x="1470964" y="359291"/>
                  </a:lnTo>
                  <a:lnTo>
                    <a:pt x="1464705" y="359291"/>
                  </a:lnTo>
                  <a:lnTo>
                    <a:pt x="1458445" y="359291"/>
                  </a:lnTo>
                  <a:lnTo>
                    <a:pt x="1452186" y="359291"/>
                  </a:lnTo>
                  <a:lnTo>
                    <a:pt x="1445926" y="359291"/>
                  </a:lnTo>
                  <a:lnTo>
                    <a:pt x="1439667" y="359291"/>
                  </a:lnTo>
                  <a:lnTo>
                    <a:pt x="1433407" y="359291"/>
                  </a:lnTo>
                  <a:lnTo>
                    <a:pt x="1427148" y="359291"/>
                  </a:lnTo>
                  <a:lnTo>
                    <a:pt x="1420889" y="359291"/>
                  </a:lnTo>
                  <a:lnTo>
                    <a:pt x="1414629" y="359291"/>
                  </a:lnTo>
                  <a:lnTo>
                    <a:pt x="1408370" y="359291"/>
                  </a:lnTo>
                  <a:lnTo>
                    <a:pt x="1402110" y="359291"/>
                  </a:lnTo>
                  <a:lnTo>
                    <a:pt x="1395851" y="359291"/>
                  </a:lnTo>
                  <a:lnTo>
                    <a:pt x="1389592" y="359291"/>
                  </a:lnTo>
                  <a:lnTo>
                    <a:pt x="1383332" y="359291"/>
                  </a:lnTo>
                  <a:lnTo>
                    <a:pt x="1377073" y="359291"/>
                  </a:lnTo>
                  <a:lnTo>
                    <a:pt x="1370813" y="359291"/>
                  </a:lnTo>
                  <a:lnTo>
                    <a:pt x="1364554" y="359291"/>
                  </a:lnTo>
                  <a:lnTo>
                    <a:pt x="1358294" y="359291"/>
                  </a:lnTo>
                  <a:lnTo>
                    <a:pt x="1352035" y="359291"/>
                  </a:lnTo>
                  <a:lnTo>
                    <a:pt x="1345776" y="359291"/>
                  </a:lnTo>
                  <a:lnTo>
                    <a:pt x="1339516" y="359291"/>
                  </a:lnTo>
                  <a:lnTo>
                    <a:pt x="1333257" y="359291"/>
                  </a:lnTo>
                  <a:lnTo>
                    <a:pt x="1326997" y="359291"/>
                  </a:lnTo>
                  <a:lnTo>
                    <a:pt x="1320738" y="359291"/>
                  </a:lnTo>
                  <a:lnTo>
                    <a:pt x="1314478" y="359291"/>
                  </a:lnTo>
                  <a:lnTo>
                    <a:pt x="1308219" y="359291"/>
                  </a:lnTo>
                  <a:lnTo>
                    <a:pt x="1301960" y="359291"/>
                  </a:lnTo>
                  <a:lnTo>
                    <a:pt x="1295700" y="359291"/>
                  </a:lnTo>
                  <a:lnTo>
                    <a:pt x="1289441" y="359291"/>
                  </a:lnTo>
                  <a:lnTo>
                    <a:pt x="1283181" y="359291"/>
                  </a:lnTo>
                  <a:lnTo>
                    <a:pt x="1276922" y="359291"/>
                  </a:lnTo>
                  <a:lnTo>
                    <a:pt x="1270662" y="359291"/>
                  </a:lnTo>
                  <a:lnTo>
                    <a:pt x="1264403" y="359291"/>
                  </a:lnTo>
                  <a:lnTo>
                    <a:pt x="1258144" y="359291"/>
                  </a:lnTo>
                  <a:lnTo>
                    <a:pt x="1251884" y="359291"/>
                  </a:lnTo>
                  <a:lnTo>
                    <a:pt x="1245625" y="359291"/>
                  </a:lnTo>
                  <a:lnTo>
                    <a:pt x="1239365" y="359291"/>
                  </a:lnTo>
                  <a:lnTo>
                    <a:pt x="1233106" y="359291"/>
                  </a:lnTo>
                  <a:lnTo>
                    <a:pt x="1226846" y="359291"/>
                  </a:lnTo>
                  <a:lnTo>
                    <a:pt x="1220587" y="359291"/>
                  </a:lnTo>
                  <a:lnTo>
                    <a:pt x="1214328" y="359291"/>
                  </a:lnTo>
                  <a:lnTo>
                    <a:pt x="1208068" y="359291"/>
                  </a:lnTo>
                  <a:lnTo>
                    <a:pt x="1201809" y="359291"/>
                  </a:lnTo>
                  <a:lnTo>
                    <a:pt x="1195549" y="359291"/>
                  </a:lnTo>
                  <a:lnTo>
                    <a:pt x="1189290" y="359291"/>
                  </a:lnTo>
                  <a:lnTo>
                    <a:pt x="1183031" y="359291"/>
                  </a:lnTo>
                  <a:lnTo>
                    <a:pt x="1176771" y="359291"/>
                  </a:lnTo>
                  <a:lnTo>
                    <a:pt x="1170512" y="359291"/>
                  </a:lnTo>
                  <a:lnTo>
                    <a:pt x="1164252" y="359291"/>
                  </a:lnTo>
                  <a:lnTo>
                    <a:pt x="1157993" y="359291"/>
                  </a:lnTo>
                  <a:lnTo>
                    <a:pt x="1151733" y="359291"/>
                  </a:lnTo>
                  <a:lnTo>
                    <a:pt x="1145474" y="359291"/>
                  </a:lnTo>
                  <a:lnTo>
                    <a:pt x="1139215" y="359291"/>
                  </a:lnTo>
                  <a:lnTo>
                    <a:pt x="1132955" y="359291"/>
                  </a:lnTo>
                  <a:lnTo>
                    <a:pt x="1126696" y="359291"/>
                  </a:lnTo>
                  <a:lnTo>
                    <a:pt x="1120436" y="359291"/>
                  </a:lnTo>
                  <a:lnTo>
                    <a:pt x="1114177" y="359291"/>
                  </a:lnTo>
                  <a:lnTo>
                    <a:pt x="1107917" y="359291"/>
                  </a:lnTo>
                  <a:lnTo>
                    <a:pt x="1101658" y="359291"/>
                  </a:lnTo>
                  <a:lnTo>
                    <a:pt x="1095399" y="359291"/>
                  </a:lnTo>
                  <a:lnTo>
                    <a:pt x="1089139" y="359291"/>
                  </a:lnTo>
                  <a:lnTo>
                    <a:pt x="1082880" y="359291"/>
                  </a:lnTo>
                  <a:lnTo>
                    <a:pt x="1076620" y="359291"/>
                  </a:lnTo>
                  <a:lnTo>
                    <a:pt x="1070361" y="359291"/>
                  </a:lnTo>
                  <a:lnTo>
                    <a:pt x="1064101" y="359291"/>
                  </a:lnTo>
                  <a:lnTo>
                    <a:pt x="1057842" y="359291"/>
                  </a:lnTo>
                  <a:lnTo>
                    <a:pt x="1051583" y="359291"/>
                  </a:lnTo>
                  <a:lnTo>
                    <a:pt x="1045323" y="359291"/>
                  </a:lnTo>
                  <a:lnTo>
                    <a:pt x="1039064" y="359291"/>
                  </a:lnTo>
                  <a:lnTo>
                    <a:pt x="1032804" y="359291"/>
                  </a:lnTo>
                  <a:lnTo>
                    <a:pt x="1026545" y="359291"/>
                  </a:lnTo>
                  <a:lnTo>
                    <a:pt x="1020286" y="359291"/>
                  </a:lnTo>
                  <a:lnTo>
                    <a:pt x="1014026" y="359291"/>
                  </a:lnTo>
                  <a:lnTo>
                    <a:pt x="1007767" y="359291"/>
                  </a:lnTo>
                  <a:lnTo>
                    <a:pt x="1001507" y="359291"/>
                  </a:lnTo>
                  <a:lnTo>
                    <a:pt x="995248" y="359291"/>
                  </a:lnTo>
                  <a:lnTo>
                    <a:pt x="988988" y="359291"/>
                  </a:lnTo>
                  <a:lnTo>
                    <a:pt x="982729" y="359291"/>
                  </a:lnTo>
                  <a:lnTo>
                    <a:pt x="976470" y="359291"/>
                  </a:lnTo>
                  <a:lnTo>
                    <a:pt x="970210" y="359291"/>
                  </a:lnTo>
                  <a:lnTo>
                    <a:pt x="963951" y="359291"/>
                  </a:lnTo>
                  <a:lnTo>
                    <a:pt x="957691" y="359291"/>
                  </a:lnTo>
                  <a:lnTo>
                    <a:pt x="951432" y="359291"/>
                  </a:lnTo>
                  <a:lnTo>
                    <a:pt x="945172" y="359291"/>
                  </a:lnTo>
                  <a:lnTo>
                    <a:pt x="938913" y="359291"/>
                  </a:lnTo>
                  <a:lnTo>
                    <a:pt x="932654" y="359291"/>
                  </a:lnTo>
                  <a:lnTo>
                    <a:pt x="926394" y="359291"/>
                  </a:lnTo>
                  <a:lnTo>
                    <a:pt x="920135" y="359291"/>
                  </a:lnTo>
                  <a:lnTo>
                    <a:pt x="913875" y="359291"/>
                  </a:lnTo>
                  <a:lnTo>
                    <a:pt x="907616" y="359291"/>
                  </a:lnTo>
                  <a:lnTo>
                    <a:pt x="901356" y="359291"/>
                  </a:lnTo>
                  <a:lnTo>
                    <a:pt x="895097" y="359291"/>
                  </a:lnTo>
                  <a:lnTo>
                    <a:pt x="888838" y="359291"/>
                  </a:lnTo>
                  <a:lnTo>
                    <a:pt x="882578" y="359291"/>
                  </a:lnTo>
                  <a:lnTo>
                    <a:pt x="876319" y="359291"/>
                  </a:lnTo>
                  <a:lnTo>
                    <a:pt x="870059" y="359291"/>
                  </a:lnTo>
                  <a:lnTo>
                    <a:pt x="863800" y="359291"/>
                  </a:lnTo>
                  <a:lnTo>
                    <a:pt x="857541" y="359291"/>
                  </a:lnTo>
                  <a:lnTo>
                    <a:pt x="851281" y="359291"/>
                  </a:lnTo>
                  <a:lnTo>
                    <a:pt x="845022" y="359291"/>
                  </a:lnTo>
                  <a:lnTo>
                    <a:pt x="838762" y="359291"/>
                  </a:lnTo>
                  <a:lnTo>
                    <a:pt x="832503" y="359291"/>
                  </a:lnTo>
                  <a:lnTo>
                    <a:pt x="826243" y="359291"/>
                  </a:lnTo>
                  <a:lnTo>
                    <a:pt x="819984" y="359291"/>
                  </a:lnTo>
                  <a:lnTo>
                    <a:pt x="813725" y="359291"/>
                  </a:lnTo>
                  <a:lnTo>
                    <a:pt x="807465" y="359291"/>
                  </a:lnTo>
                  <a:lnTo>
                    <a:pt x="801206" y="359291"/>
                  </a:lnTo>
                  <a:lnTo>
                    <a:pt x="794946" y="359291"/>
                  </a:lnTo>
                  <a:lnTo>
                    <a:pt x="788687" y="359291"/>
                  </a:lnTo>
                  <a:lnTo>
                    <a:pt x="782427" y="359291"/>
                  </a:lnTo>
                  <a:lnTo>
                    <a:pt x="776168" y="359291"/>
                  </a:lnTo>
                  <a:lnTo>
                    <a:pt x="769909" y="359291"/>
                  </a:lnTo>
                  <a:lnTo>
                    <a:pt x="763649" y="359291"/>
                  </a:lnTo>
                  <a:lnTo>
                    <a:pt x="757390" y="359291"/>
                  </a:lnTo>
                  <a:lnTo>
                    <a:pt x="751130" y="359291"/>
                  </a:lnTo>
                  <a:lnTo>
                    <a:pt x="744871" y="359291"/>
                  </a:lnTo>
                  <a:lnTo>
                    <a:pt x="738611" y="359291"/>
                  </a:lnTo>
                  <a:lnTo>
                    <a:pt x="732352" y="359291"/>
                  </a:lnTo>
                  <a:lnTo>
                    <a:pt x="726093" y="359291"/>
                  </a:lnTo>
                  <a:lnTo>
                    <a:pt x="719833" y="359291"/>
                  </a:lnTo>
                  <a:lnTo>
                    <a:pt x="713574" y="359291"/>
                  </a:lnTo>
                  <a:lnTo>
                    <a:pt x="707314" y="359291"/>
                  </a:lnTo>
                  <a:lnTo>
                    <a:pt x="701055" y="359291"/>
                  </a:lnTo>
                  <a:lnTo>
                    <a:pt x="694796" y="359291"/>
                  </a:lnTo>
                  <a:lnTo>
                    <a:pt x="688536" y="359291"/>
                  </a:lnTo>
                  <a:lnTo>
                    <a:pt x="682277" y="359291"/>
                  </a:lnTo>
                  <a:lnTo>
                    <a:pt x="676017" y="359291"/>
                  </a:lnTo>
                  <a:lnTo>
                    <a:pt x="669758" y="359291"/>
                  </a:lnTo>
                  <a:lnTo>
                    <a:pt x="663498" y="359291"/>
                  </a:lnTo>
                  <a:lnTo>
                    <a:pt x="657239" y="359291"/>
                  </a:lnTo>
                  <a:lnTo>
                    <a:pt x="650980" y="359291"/>
                  </a:lnTo>
                  <a:lnTo>
                    <a:pt x="644720" y="359291"/>
                  </a:lnTo>
                  <a:lnTo>
                    <a:pt x="638461" y="359291"/>
                  </a:lnTo>
                  <a:lnTo>
                    <a:pt x="632201" y="359291"/>
                  </a:lnTo>
                  <a:lnTo>
                    <a:pt x="625942" y="359291"/>
                  </a:lnTo>
                  <a:lnTo>
                    <a:pt x="619682" y="359291"/>
                  </a:lnTo>
                  <a:lnTo>
                    <a:pt x="613423" y="359291"/>
                  </a:lnTo>
                  <a:lnTo>
                    <a:pt x="607164" y="359291"/>
                  </a:lnTo>
                  <a:lnTo>
                    <a:pt x="600904" y="359291"/>
                  </a:lnTo>
                  <a:lnTo>
                    <a:pt x="594645" y="359291"/>
                  </a:lnTo>
                  <a:lnTo>
                    <a:pt x="588385" y="359291"/>
                  </a:lnTo>
                  <a:lnTo>
                    <a:pt x="582126" y="359291"/>
                  </a:lnTo>
                  <a:lnTo>
                    <a:pt x="575866" y="359291"/>
                  </a:lnTo>
                  <a:lnTo>
                    <a:pt x="569607" y="359291"/>
                  </a:lnTo>
                  <a:lnTo>
                    <a:pt x="563348" y="359291"/>
                  </a:lnTo>
                  <a:lnTo>
                    <a:pt x="557088" y="359291"/>
                  </a:lnTo>
                  <a:lnTo>
                    <a:pt x="550829" y="359291"/>
                  </a:lnTo>
                  <a:lnTo>
                    <a:pt x="544569" y="359291"/>
                  </a:lnTo>
                  <a:lnTo>
                    <a:pt x="538310" y="359291"/>
                  </a:lnTo>
                  <a:lnTo>
                    <a:pt x="532050" y="359291"/>
                  </a:lnTo>
                  <a:lnTo>
                    <a:pt x="525791" y="359291"/>
                  </a:lnTo>
                  <a:lnTo>
                    <a:pt x="519532" y="359291"/>
                  </a:lnTo>
                  <a:lnTo>
                    <a:pt x="513272" y="359291"/>
                  </a:lnTo>
                  <a:lnTo>
                    <a:pt x="507013" y="359291"/>
                  </a:lnTo>
                  <a:lnTo>
                    <a:pt x="500753" y="359291"/>
                  </a:lnTo>
                  <a:lnTo>
                    <a:pt x="494494" y="359291"/>
                  </a:lnTo>
                  <a:lnTo>
                    <a:pt x="488235" y="359291"/>
                  </a:lnTo>
                  <a:lnTo>
                    <a:pt x="481975" y="359291"/>
                  </a:lnTo>
                  <a:lnTo>
                    <a:pt x="475716" y="359291"/>
                  </a:lnTo>
                  <a:lnTo>
                    <a:pt x="469456" y="359291"/>
                  </a:lnTo>
                  <a:lnTo>
                    <a:pt x="463197" y="359291"/>
                  </a:lnTo>
                  <a:lnTo>
                    <a:pt x="456937" y="359291"/>
                  </a:lnTo>
                  <a:lnTo>
                    <a:pt x="450678" y="359291"/>
                  </a:lnTo>
                  <a:lnTo>
                    <a:pt x="444419" y="359291"/>
                  </a:lnTo>
                  <a:lnTo>
                    <a:pt x="438159" y="359291"/>
                  </a:lnTo>
                  <a:lnTo>
                    <a:pt x="431900" y="359291"/>
                  </a:lnTo>
                  <a:lnTo>
                    <a:pt x="425640" y="359291"/>
                  </a:lnTo>
                  <a:lnTo>
                    <a:pt x="419381" y="359291"/>
                  </a:lnTo>
                  <a:lnTo>
                    <a:pt x="413121" y="359291"/>
                  </a:lnTo>
                  <a:lnTo>
                    <a:pt x="406862" y="359291"/>
                  </a:lnTo>
                  <a:lnTo>
                    <a:pt x="400603" y="359291"/>
                  </a:lnTo>
                  <a:lnTo>
                    <a:pt x="394343" y="359291"/>
                  </a:lnTo>
                  <a:lnTo>
                    <a:pt x="388084" y="359291"/>
                  </a:lnTo>
                  <a:lnTo>
                    <a:pt x="381824" y="359291"/>
                  </a:lnTo>
                  <a:lnTo>
                    <a:pt x="375565" y="359291"/>
                  </a:lnTo>
                  <a:lnTo>
                    <a:pt x="369305" y="359291"/>
                  </a:lnTo>
                  <a:lnTo>
                    <a:pt x="363046" y="359291"/>
                  </a:lnTo>
                  <a:lnTo>
                    <a:pt x="356787" y="359291"/>
                  </a:lnTo>
                  <a:lnTo>
                    <a:pt x="350527" y="359291"/>
                  </a:lnTo>
                  <a:lnTo>
                    <a:pt x="344268" y="359291"/>
                  </a:lnTo>
                  <a:lnTo>
                    <a:pt x="338008" y="359291"/>
                  </a:lnTo>
                  <a:lnTo>
                    <a:pt x="331749" y="359291"/>
                  </a:lnTo>
                  <a:lnTo>
                    <a:pt x="325490" y="359291"/>
                  </a:lnTo>
                  <a:lnTo>
                    <a:pt x="319230" y="359291"/>
                  </a:lnTo>
                  <a:lnTo>
                    <a:pt x="312971" y="359291"/>
                  </a:lnTo>
                  <a:lnTo>
                    <a:pt x="306711" y="359291"/>
                  </a:lnTo>
                  <a:lnTo>
                    <a:pt x="300452" y="359291"/>
                  </a:lnTo>
                  <a:lnTo>
                    <a:pt x="294192" y="359291"/>
                  </a:lnTo>
                  <a:lnTo>
                    <a:pt x="287933" y="359291"/>
                  </a:lnTo>
                  <a:lnTo>
                    <a:pt x="281674" y="359291"/>
                  </a:lnTo>
                  <a:lnTo>
                    <a:pt x="275414" y="359291"/>
                  </a:lnTo>
                  <a:lnTo>
                    <a:pt x="269155" y="359291"/>
                  </a:lnTo>
                  <a:lnTo>
                    <a:pt x="262895" y="359291"/>
                  </a:lnTo>
                  <a:lnTo>
                    <a:pt x="256636" y="359291"/>
                  </a:lnTo>
                  <a:lnTo>
                    <a:pt x="250376" y="359291"/>
                  </a:lnTo>
                  <a:lnTo>
                    <a:pt x="244117" y="359291"/>
                  </a:lnTo>
                  <a:lnTo>
                    <a:pt x="237858" y="359291"/>
                  </a:lnTo>
                  <a:lnTo>
                    <a:pt x="231598" y="359291"/>
                  </a:lnTo>
                  <a:lnTo>
                    <a:pt x="225339" y="359291"/>
                  </a:lnTo>
                  <a:lnTo>
                    <a:pt x="219079" y="359291"/>
                  </a:lnTo>
                  <a:lnTo>
                    <a:pt x="212820" y="359291"/>
                  </a:lnTo>
                  <a:lnTo>
                    <a:pt x="206560" y="359291"/>
                  </a:lnTo>
                  <a:lnTo>
                    <a:pt x="200301" y="359291"/>
                  </a:lnTo>
                  <a:lnTo>
                    <a:pt x="194042" y="359291"/>
                  </a:lnTo>
                  <a:lnTo>
                    <a:pt x="187782" y="359291"/>
                  </a:lnTo>
                  <a:lnTo>
                    <a:pt x="181523" y="359291"/>
                  </a:lnTo>
                  <a:lnTo>
                    <a:pt x="175263" y="359291"/>
                  </a:lnTo>
                  <a:lnTo>
                    <a:pt x="169004" y="359291"/>
                  </a:lnTo>
                  <a:lnTo>
                    <a:pt x="162745" y="359291"/>
                  </a:lnTo>
                  <a:lnTo>
                    <a:pt x="156485" y="359291"/>
                  </a:lnTo>
                  <a:lnTo>
                    <a:pt x="150226" y="359291"/>
                  </a:lnTo>
                  <a:lnTo>
                    <a:pt x="143966" y="359291"/>
                  </a:lnTo>
                  <a:lnTo>
                    <a:pt x="137707" y="359291"/>
                  </a:lnTo>
                  <a:lnTo>
                    <a:pt x="131447" y="359291"/>
                  </a:lnTo>
                  <a:lnTo>
                    <a:pt x="125188" y="359291"/>
                  </a:lnTo>
                  <a:lnTo>
                    <a:pt x="118929" y="359291"/>
                  </a:lnTo>
                  <a:lnTo>
                    <a:pt x="112669" y="359291"/>
                  </a:lnTo>
                  <a:lnTo>
                    <a:pt x="106410" y="359291"/>
                  </a:lnTo>
                  <a:lnTo>
                    <a:pt x="100150" y="359291"/>
                  </a:lnTo>
                  <a:lnTo>
                    <a:pt x="93891" y="359291"/>
                  </a:lnTo>
                  <a:lnTo>
                    <a:pt x="87631" y="359291"/>
                  </a:lnTo>
                  <a:lnTo>
                    <a:pt x="81372" y="359291"/>
                  </a:lnTo>
                  <a:lnTo>
                    <a:pt x="75113" y="359291"/>
                  </a:lnTo>
                  <a:lnTo>
                    <a:pt x="68853" y="359291"/>
                  </a:lnTo>
                  <a:lnTo>
                    <a:pt x="62594" y="359291"/>
                  </a:lnTo>
                  <a:lnTo>
                    <a:pt x="56334" y="359291"/>
                  </a:lnTo>
                  <a:lnTo>
                    <a:pt x="50075" y="359291"/>
                  </a:lnTo>
                  <a:lnTo>
                    <a:pt x="43815" y="359291"/>
                  </a:lnTo>
                  <a:lnTo>
                    <a:pt x="37556" y="359291"/>
                  </a:lnTo>
                  <a:lnTo>
                    <a:pt x="31297" y="359291"/>
                  </a:lnTo>
                  <a:lnTo>
                    <a:pt x="25037" y="359291"/>
                  </a:lnTo>
                  <a:lnTo>
                    <a:pt x="18778" y="359291"/>
                  </a:lnTo>
                  <a:lnTo>
                    <a:pt x="12518" y="359291"/>
                  </a:lnTo>
                  <a:lnTo>
                    <a:pt x="6259" y="359291"/>
                  </a:lnTo>
                  <a:lnTo>
                    <a:pt x="0" y="35929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49798" y="896267"/>
              <a:ext cx="3198565" cy="306031"/>
            </a:xfrm>
            <a:custGeom>
              <a:avLst/>
              <a:pathLst>
                <a:path w="3198565" h="306031">
                  <a:moveTo>
                    <a:pt x="0" y="29554"/>
                  </a:moveTo>
                  <a:lnTo>
                    <a:pt x="6259" y="27973"/>
                  </a:lnTo>
                  <a:lnTo>
                    <a:pt x="12518" y="26422"/>
                  </a:lnTo>
                  <a:lnTo>
                    <a:pt x="18778" y="24909"/>
                  </a:lnTo>
                  <a:lnTo>
                    <a:pt x="25037" y="23448"/>
                  </a:lnTo>
                  <a:lnTo>
                    <a:pt x="31297" y="22005"/>
                  </a:lnTo>
                  <a:lnTo>
                    <a:pt x="37556" y="20636"/>
                  </a:lnTo>
                  <a:lnTo>
                    <a:pt x="43815" y="19268"/>
                  </a:lnTo>
                  <a:lnTo>
                    <a:pt x="50075" y="17990"/>
                  </a:lnTo>
                  <a:lnTo>
                    <a:pt x="56334" y="16716"/>
                  </a:lnTo>
                  <a:lnTo>
                    <a:pt x="62594" y="15513"/>
                  </a:lnTo>
                  <a:lnTo>
                    <a:pt x="68853" y="14336"/>
                  </a:lnTo>
                  <a:lnTo>
                    <a:pt x="75113" y="13208"/>
                  </a:lnTo>
                  <a:lnTo>
                    <a:pt x="81372" y="12129"/>
                  </a:lnTo>
                  <a:lnTo>
                    <a:pt x="87631" y="11078"/>
                  </a:lnTo>
                  <a:lnTo>
                    <a:pt x="93891" y="10100"/>
                  </a:lnTo>
                  <a:lnTo>
                    <a:pt x="100150" y="9126"/>
                  </a:lnTo>
                  <a:lnTo>
                    <a:pt x="106410" y="8250"/>
                  </a:lnTo>
                  <a:lnTo>
                    <a:pt x="112669" y="7374"/>
                  </a:lnTo>
                  <a:lnTo>
                    <a:pt x="118929" y="6582"/>
                  </a:lnTo>
                  <a:lnTo>
                    <a:pt x="125188" y="5808"/>
                  </a:lnTo>
                  <a:lnTo>
                    <a:pt x="131447" y="5097"/>
                  </a:lnTo>
                  <a:lnTo>
                    <a:pt x="137707" y="4428"/>
                  </a:lnTo>
                  <a:lnTo>
                    <a:pt x="143966" y="3797"/>
                  </a:lnTo>
                  <a:lnTo>
                    <a:pt x="150226" y="3233"/>
                  </a:lnTo>
                  <a:lnTo>
                    <a:pt x="156485" y="2683"/>
                  </a:lnTo>
                  <a:lnTo>
                    <a:pt x="162745" y="2224"/>
                  </a:lnTo>
                  <a:lnTo>
                    <a:pt x="169004" y="1766"/>
                  </a:lnTo>
                  <a:lnTo>
                    <a:pt x="175263" y="1404"/>
                  </a:lnTo>
                  <a:lnTo>
                    <a:pt x="181523" y="1051"/>
                  </a:lnTo>
                  <a:lnTo>
                    <a:pt x="187782" y="771"/>
                  </a:lnTo>
                  <a:lnTo>
                    <a:pt x="194042" y="524"/>
                  </a:lnTo>
                  <a:lnTo>
                    <a:pt x="200301" y="326"/>
                  </a:lnTo>
                  <a:lnTo>
                    <a:pt x="206560" y="186"/>
                  </a:lnTo>
                  <a:lnTo>
                    <a:pt x="212820" y="69"/>
                  </a:lnTo>
                  <a:lnTo>
                    <a:pt x="219079" y="34"/>
                  </a:lnTo>
                  <a:lnTo>
                    <a:pt x="225339" y="0"/>
                  </a:lnTo>
                  <a:lnTo>
                    <a:pt x="231598" y="69"/>
                  </a:lnTo>
                  <a:lnTo>
                    <a:pt x="237858" y="140"/>
                  </a:lnTo>
                  <a:lnTo>
                    <a:pt x="244117" y="290"/>
                  </a:lnTo>
                  <a:lnTo>
                    <a:pt x="250376" y="465"/>
                  </a:lnTo>
                  <a:lnTo>
                    <a:pt x="256636" y="695"/>
                  </a:lnTo>
                  <a:lnTo>
                    <a:pt x="262895" y="973"/>
                  </a:lnTo>
                  <a:lnTo>
                    <a:pt x="269155" y="1282"/>
                  </a:lnTo>
                  <a:lnTo>
                    <a:pt x="275414" y="1663"/>
                  </a:lnTo>
                  <a:lnTo>
                    <a:pt x="281674" y="2051"/>
                  </a:lnTo>
                  <a:lnTo>
                    <a:pt x="287933" y="2531"/>
                  </a:lnTo>
                  <a:lnTo>
                    <a:pt x="294192" y="3012"/>
                  </a:lnTo>
                  <a:lnTo>
                    <a:pt x="300452" y="3577"/>
                  </a:lnTo>
                  <a:lnTo>
                    <a:pt x="306711" y="4157"/>
                  </a:lnTo>
                  <a:lnTo>
                    <a:pt x="312971" y="4797"/>
                  </a:lnTo>
                  <a:lnTo>
                    <a:pt x="319230" y="5474"/>
                  </a:lnTo>
                  <a:lnTo>
                    <a:pt x="325490" y="6188"/>
                  </a:lnTo>
                  <a:lnTo>
                    <a:pt x="331749" y="6960"/>
                  </a:lnTo>
                  <a:lnTo>
                    <a:pt x="338008" y="7747"/>
                  </a:lnTo>
                  <a:lnTo>
                    <a:pt x="344268" y="8612"/>
                  </a:lnTo>
                  <a:lnTo>
                    <a:pt x="350527" y="9477"/>
                  </a:lnTo>
                  <a:lnTo>
                    <a:pt x="356787" y="10426"/>
                  </a:lnTo>
                  <a:lnTo>
                    <a:pt x="363046" y="11382"/>
                  </a:lnTo>
                  <a:lnTo>
                    <a:pt x="369305" y="12399"/>
                  </a:lnTo>
                  <a:lnTo>
                    <a:pt x="375565" y="13442"/>
                  </a:lnTo>
                  <a:lnTo>
                    <a:pt x="381824" y="14526"/>
                  </a:lnTo>
                  <a:lnTo>
                    <a:pt x="388084" y="15654"/>
                  </a:lnTo>
                  <a:lnTo>
                    <a:pt x="394343" y="16803"/>
                  </a:lnTo>
                  <a:lnTo>
                    <a:pt x="400603" y="18014"/>
                  </a:lnTo>
                  <a:lnTo>
                    <a:pt x="406862" y="19226"/>
                  </a:lnTo>
                  <a:lnTo>
                    <a:pt x="413121" y="20516"/>
                  </a:lnTo>
                  <a:lnTo>
                    <a:pt x="419381" y="21806"/>
                  </a:lnTo>
                  <a:lnTo>
                    <a:pt x="425640" y="23157"/>
                  </a:lnTo>
                  <a:lnTo>
                    <a:pt x="431900" y="24523"/>
                  </a:lnTo>
                  <a:lnTo>
                    <a:pt x="438159" y="25930"/>
                  </a:lnTo>
                  <a:lnTo>
                    <a:pt x="444419" y="27369"/>
                  </a:lnTo>
                  <a:lnTo>
                    <a:pt x="450678" y="28832"/>
                  </a:lnTo>
                  <a:lnTo>
                    <a:pt x="456937" y="30340"/>
                  </a:lnTo>
                  <a:lnTo>
                    <a:pt x="463197" y="31856"/>
                  </a:lnTo>
                  <a:lnTo>
                    <a:pt x="469456" y="33431"/>
                  </a:lnTo>
                  <a:lnTo>
                    <a:pt x="475716" y="35006"/>
                  </a:lnTo>
                  <a:lnTo>
                    <a:pt x="481975" y="36636"/>
                  </a:lnTo>
                  <a:lnTo>
                    <a:pt x="488235" y="38274"/>
                  </a:lnTo>
                  <a:lnTo>
                    <a:pt x="494494" y="39950"/>
                  </a:lnTo>
                  <a:lnTo>
                    <a:pt x="500753" y="41647"/>
                  </a:lnTo>
                  <a:lnTo>
                    <a:pt x="507013" y="43367"/>
                  </a:lnTo>
                  <a:lnTo>
                    <a:pt x="513272" y="45120"/>
                  </a:lnTo>
                  <a:lnTo>
                    <a:pt x="519532" y="46882"/>
                  </a:lnTo>
                  <a:lnTo>
                    <a:pt x="525791" y="48686"/>
                  </a:lnTo>
                  <a:lnTo>
                    <a:pt x="532050" y="50491"/>
                  </a:lnTo>
                  <a:lnTo>
                    <a:pt x="538310" y="52341"/>
                  </a:lnTo>
                  <a:lnTo>
                    <a:pt x="544569" y="54194"/>
                  </a:lnTo>
                  <a:lnTo>
                    <a:pt x="550829" y="56079"/>
                  </a:lnTo>
                  <a:lnTo>
                    <a:pt x="557088" y="57976"/>
                  </a:lnTo>
                  <a:lnTo>
                    <a:pt x="563348" y="59894"/>
                  </a:lnTo>
                  <a:lnTo>
                    <a:pt x="569607" y="61831"/>
                  </a:lnTo>
                  <a:lnTo>
                    <a:pt x="575866" y="63780"/>
                  </a:lnTo>
                  <a:lnTo>
                    <a:pt x="582126" y="65754"/>
                  </a:lnTo>
                  <a:lnTo>
                    <a:pt x="588385" y="67731"/>
                  </a:lnTo>
                  <a:lnTo>
                    <a:pt x="594645" y="69739"/>
                  </a:lnTo>
                  <a:lnTo>
                    <a:pt x="600904" y="71747"/>
                  </a:lnTo>
                  <a:lnTo>
                    <a:pt x="607164" y="73780"/>
                  </a:lnTo>
                  <a:lnTo>
                    <a:pt x="613423" y="75817"/>
                  </a:lnTo>
                  <a:lnTo>
                    <a:pt x="619682" y="77871"/>
                  </a:lnTo>
                  <a:lnTo>
                    <a:pt x="625942" y="79934"/>
                  </a:lnTo>
                  <a:lnTo>
                    <a:pt x="632201" y="82007"/>
                  </a:lnTo>
                  <a:lnTo>
                    <a:pt x="638461" y="84093"/>
                  </a:lnTo>
                  <a:lnTo>
                    <a:pt x="644720" y="86182"/>
                  </a:lnTo>
                  <a:lnTo>
                    <a:pt x="650980" y="88287"/>
                  </a:lnTo>
                  <a:lnTo>
                    <a:pt x="657239" y="90392"/>
                  </a:lnTo>
                  <a:lnTo>
                    <a:pt x="663498" y="92511"/>
                  </a:lnTo>
                  <a:lnTo>
                    <a:pt x="669758" y="94631"/>
                  </a:lnTo>
                  <a:lnTo>
                    <a:pt x="676017" y="96760"/>
                  </a:lnTo>
                  <a:lnTo>
                    <a:pt x="682277" y="98892"/>
                  </a:lnTo>
                  <a:lnTo>
                    <a:pt x="688536" y="101028"/>
                  </a:lnTo>
                  <a:lnTo>
                    <a:pt x="694796" y="103169"/>
                  </a:lnTo>
                  <a:lnTo>
                    <a:pt x="701055" y="105311"/>
                  </a:lnTo>
                  <a:lnTo>
                    <a:pt x="707314" y="107457"/>
                  </a:lnTo>
                  <a:lnTo>
                    <a:pt x="713574" y="109603"/>
                  </a:lnTo>
                  <a:lnTo>
                    <a:pt x="719833" y="111751"/>
                  </a:lnTo>
                  <a:lnTo>
                    <a:pt x="726093" y="113900"/>
                  </a:lnTo>
                  <a:lnTo>
                    <a:pt x="732352" y="116047"/>
                  </a:lnTo>
                  <a:lnTo>
                    <a:pt x="738611" y="118194"/>
                  </a:lnTo>
                  <a:lnTo>
                    <a:pt x="744871" y="120339"/>
                  </a:lnTo>
                  <a:lnTo>
                    <a:pt x="751130" y="122482"/>
                  </a:lnTo>
                  <a:lnTo>
                    <a:pt x="757390" y="124624"/>
                  </a:lnTo>
                  <a:lnTo>
                    <a:pt x="763649" y="126760"/>
                  </a:lnTo>
                  <a:lnTo>
                    <a:pt x="769909" y="128895"/>
                  </a:lnTo>
                  <a:lnTo>
                    <a:pt x="776168" y="131022"/>
                  </a:lnTo>
                  <a:lnTo>
                    <a:pt x="782427" y="133148"/>
                  </a:lnTo>
                  <a:lnTo>
                    <a:pt x="788687" y="135264"/>
                  </a:lnTo>
                  <a:lnTo>
                    <a:pt x="794946" y="137378"/>
                  </a:lnTo>
                  <a:lnTo>
                    <a:pt x="801206" y="139483"/>
                  </a:lnTo>
                  <a:lnTo>
                    <a:pt x="807465" y="141582"/>
                  </a:lnTo>
                  <a:lnTo>
                    <a:pt x="813725" y="143675"/>
                  </a:lnTo>
                  <a:lnTo>
                    <a:pt x="819984" y="145756"/>
                  </a:lnTo>
                  <a:lnTo>
                    <a:pt x="826243" y="147835"/>
                  </a:lnTo>
                  <a:lnTo>
                    <a:pt x="832503" y="149897"/>
                  </a:lnTo>
                  <a:lnTo>
                    <a:pt x="838762" y="151959"/>
                  </a:lnTo>
                  <a:lnTo>
                    <a:pt x="845022" y="154001"/>
                  </a:lnTo>
                  <a:lnTo>
                    <a:pt x="851281" y="156041"/>
                  </a:lnTo>
                  <a:lnTo>
                    <a:pt x="857541" y="158064"/>
                  </a:lnTo>
                  <a:lnTo>
                    <a:pt x="863800" y="160080"/>
                  </a:lnTo>
                  <a:lnTo>
                    <a:pt x="870059" y="162083"/>
                  </a:lnTo>
                  <a:lnTo>
                    <a:pt x="876319" y="164073"/>
                  </a:lnTo>
                  <a:lnTo>
                    <a:pt x="882578" y="166056"/>
                  </a:lnTo>
                  <a:lnTo>
                    <a:pt x="888838" y="168019"/>
                  </a:lnTo>
                  <a:lnTo>
                    <a:pt x="895097" y="169980"/>
                  </a:lnTo>
                  <a:lnTo>
                    <a:pt x="901356" y="171913"/>
                  </a:lnTo>
                  <a:lnTo>
                    <a:pt x="907616" y="173846"/>
                  </a:lnTo>
                  <a:lnTo>
                    <a:pt x="913875" y="175753"/>
                  </a:lnTo>
                  <a:lnTo>
                    <a:pt x="920135" y="177655"/>
                  </a:lnTo>
                  <a:lnTo>
                    <a:pt x="926394" y="179538"/>
                  </a:lnTo>
                  <a:lnTo>
                    <a:pt x="932654" y="181407"/>
                  </a:lnTo>
                  <a:lnTo>
                    <a:pt x="938913" y="183264"/>
                  </a:lnTo>
                  <a:lnTo>
                    <a:pt x="945172" y="185099"/>
                  </a:lnTo>
                  <a:lnTo>
                    <a:pt x="951432" y="186930"/>
                  </a:lnTo>
                  <a:lnTo>
                    <a:pt x="957691" y="188729"/>
                  </a:lnTo>
                  <a:lnTo>
                    <a:pt x="963951" y="190529"/>
                  </a:lnTo>
                  <a:lnTo>
                    <a:pt x="970210" y="192297"/>
                  </a:lnTo>
                  <a:lnTo>
                    <a:pt x="976470" y="194060"/>
                  </a:lnTo>
                  <a:lnTo>
                    <a:pt x="982729" y="195799"/>
                  </a:lnTo>
                  <a:lnTo>
                    <a:pt x="988988" y="197525"/>
                  </a:lnTo>
                  <a:lnTo>
                    <a:pt x="995248" y="199234"/>
                  </a:lnTo>
                  <a:lnTo>
                    <a:pt x="1001507" y="200922"/>
                  </a:lnTo>
                  <a:lnTo>
                    <a:pt x="1007767" y="202602"/>
                  </a:lnTo>
                  <a:lnTo>
                    <a:pt x="1014026" y="204250"/>
                  </a:lnTo>
                  <a:lnTo>
                    <a:pt x="1020286" y="205899"/>
                  </a:lnTo>
                  <a:lnTo>
                    <a:pt x="1026545" y="207509"/>
                  </a:lnTo>
                  <a:lnTo>
                    <a:pt x="1032804" y="209118"/>
                  </a:lnTo>
                  <a:lnTo>
                    <a:pt x="1039064" y="210697"/>
                  </a:lnTo>
                  <a:lnTo>
                    <a:pt x="1045323" y="212265"/>
                  </a:lnTo>
                  <a:lnTo>
                    <a:pt x="1051583" y="213812"/>
                  </a:lnTo>
                  <a:lnTo>
                    <a:pt x="1057842" y="215340"/>
                  </a:lnTo>
                  <a:lnTo>
                    <a:pt x="1064101" y="216856"/>
                  </a:lnTo>
                  <a:lnTo>
                    <a:pt x="1070361" y="218342"/>
                  </a:lnTo>
                  <a:lnTo>
                    <a:pt x="1076620" y="219826"/>
                  </a:lnTo>
                  <a:lnTo>
                    <a:pt x="1082880" y="221271"/>
                  </a:lnTo>
                  <a:lnTo>
                    <a:pt x="1089139" y="222716"/>
                  </a:lnTo>
                  <a:lnTo>
                    <a:pt x="1095399" y="224126"/>
                  </a:lnTo>
                  <a:lnTo>
                    <a:pt x="1101658" y="225529"/>
                  </a:lnTo>
                  <a:lnTo>
                    <a:pt x="1107917" y="226907"/>
                  </a:lnTo>
                  <a:lnTo>
                    <a:pt x="1114177" y="228269"/>
                  </a:lnTo>
                  <a:lnTo>
                    <a:pt x="1120436" y="229614"/>
                  </a:lnTo>
                  <a:lnTo>
                    <a:pt x="1126696" y="230933"/>
                  </a:lnTo>
                  <a:lnTo>
                    <a:pt x="1132955" y="232247"/>
                  </a:lnTo>
                  <a:lnTo>
                    <a:pt x="1139215" y="233524"/>
                  </a:lnTo>
                  <a:lnTo>
                    <a:pt x="1145474" y="234802"/>
                  </a:lnTo>
                  <a:lnTo>
                    <a:pt x="1151733" y="236041"/>
                  </a:lnTo>
                  <a:lnTo>
                    <a:pt x="1157993" y="237276"/>
                  </a:lnTo>
                  <a:lnTo>
                    <a:pt x="1164252" y="238483"/>
                  </a:lnTo>
                  <a:lnTo>
                    <a:pt x="1170512" y="239677"/>
                  </a:lnTo>
                  <a:lnTo>
                    <a:pt x="1176771" y="240852"/>
                  </a:lnTo>
                  <a:lnTo>
                    <a:pt x="1183031" y="242005"/>
                  </a:lnTo>
                  <a:lnTo>
                    <a:pt x="1189290" y="243147"/>
                  </a:lnTo>
                  <a:lnTo>
                    <a:pt x="1195549" y="244259"/>
                  </a:lnTo>
                  <a:lnTo>
                    <a:pt x="1201809" y="245370"/>
                  </a:lnTo>
                  <a:lnTo>
                    <a:pt x="1208068" y="246441"/>
                  </a:lnTo>
                  <a:lnTo>
                    <a:pt x="1214328" y="247512"/>
                  </a:lnTo>
                  <a:lnTo>
                    <a:pt x="1220587" y="248551"/>
                  </a:lnTo>
                  <a:lnTo>
                    <a:pt x="1226846" y="249582"/>
                  </a:lnTo>
                  <a:lnTo>
                    <a:pt x="1233106" y="250590"/>
                  </a:lnTo>
                  <a:lnTo>
                    <a:pt x="1239365" y="251581"/>
                  </a:lnTo>
                  <a:lnTo>
                    <a:pt x="1245625" y="252558"/>
                  </a:lnTo>
                  <a:lnTo>
                    <a:pt x="1251884" y="253510"/>
                  </a:lnTo>
                  <a:lnTo>
                    <a:pt x="1258144" y="254457"/>
                  </a:lnTo>
                  <a:lnTo>
                    <a:pt x="1264403" y="255370"/>
                  </a:lnTo>
                  <a:lnTo>
                    <a:pt x="1270662" y="256282"/>
                  </a:lnTo>
                  <a:lnTo>
                    <a:pt x="1276922" y="257161"/>
                  </a:lnTo>
                  <a:lnTo>
                    <a:pt x="1283181" y="258035"/>
                  </a:lnTo>
                  <a:lnTo>
                    <a:pt x="1289441" y="258885"/>
                  </a:lnTo>
                  <a:lnTo>
                    <a:pt x="1295700" y="259722"/>
                  </a:lnTo>
                  <a:lnTo>
                    <a:pt x="1301960" y="260543"/>
                  </a:lnTo>
                  <a:lnTo>
                    <a:pt x="1308219" y="261343"/>
                  </a:lnTo>
                  <a:lnTo>
                    <a:pt x="1314478" y="262136"/>
                  </a:lnTo>
                  <a:lnTo>
                    <a:pt x="1320738" y="262899"/>
                  </a:lnTo>
                  <a:lnTo>
                    <a:pt x="1326997" y="263663"/>
                  </a:lnTo>
                  <a:lnTo>
                    <a:pt x="1333257" y="264392"/>
                  </a:lnTo>
                  <a:lnTo>
                    <a:pt x="1339516" y="265120"/>
                  </a:lnTo>
                  <a:lnTo>
                    <a:pt x="1345776" y="265823"/>
                  </a:lnTo>
                  <a:lnTo>
                    <a:pt x="1352035" y="266516"/>
                  </a:lnTo>
                  <a:lnTo>
                    <a:pt x="1358294" y="267192"/>
                  </a:lnTo>
                  <a:lnTo>
                    <a:pt x="1364554" y="267851"/>
                  </a:lnTo>
                  <a:lnTo>
                    <a:pt x="1370813" y="268502"/>
                  </a:lnTo>
                  <a:lnTo>
                    <a:pt x="1377073" y="269128"/>
                  </a:lnTo>
                  <a:lnTo>
                    <a:pt x="1383332" y="269752"/>
                  </a:lnTo>
                  <a:lnTo>
                    <a:pt x="1389592" y="270346"/>
                  </a:lnTo>
                  <a:lnTo>
                    <a:pt x="1395851" y="270940"/>
                  </a:lnTo>
                  <a:lnTo>
                    <a:pt x="1402110" y="271508"/>
                  </a:lnTo>
                  <a:lnTo>
                    <a:pt x="1408370" y="272070"/>
                  </a:lnTo>
                  <a:lnTo>
                    <a:pt x="1414629" y="272614"/>
                  </a:lnTo>
                  <a:lnTo>
                    <a:pt x="1420889" y="273145"/>
                  </a:lnTo>
                  <a:lnTo>
                    <a:pt x="1427148" y="273666"/>
                  </a:lnTo>
                  <a:lnTo>
                    <a:pt x="1433407" y="274168"/>
                  </a:lnTo>
                  <a:lnTo>
                    <a:pt x="1439667" y="274666"/>
                  </a:lnTo>
                  <a:lnTo>
                    <a:pt x="1445926" y="275139"/>
                  </a:lnTo>
                  <a:lnTo>
                    <a:pt x="1452186" y="275611"/>
                  </a:lnTo>
                  <a:lnTo>
                    <a:pt x="1458445" y="276059"/>
                  </a:lnTo>
                  <a:lnTo>
                    <a:pt x="1464705" y="276504"/>
                  </a:lnTo>
                  <a:lnTo>
                    <a:pt x="1470964" y="276930"/>
                  </a:lnTo>
                  <a:lnTo>
                    <a:pt x="1477223" y="277348"/>
                  </a:lnTo>
                  <a:lnTo>
                    <a:pt x="1483483" y="277754"/>
                  </a:lnTo>
                  <a:lnTo>
                    <a:pt x="1489742" y="278145"/>
                  </a:lnTo>
                  <a:lnTo>
                    <a:pt x="1496002" y="278531"/>
                  </a:lnTo>
                  <a:lnTo>
                    <a:pt x="1502261" y="278896"/>
                  </a:lnTo>
                  <a:lnTo>
                    <a:pt x="1508521" y="279262"/>
                  </a:lnTo>
                  <a:lnTo>
                    <a:pt x="1514780" y="279604"/>
                  </a:lnTo>
                  <a:lnTo>
                    <a:pt x="1521039" y="279946"/>
                  </a:lnTo>
                  <a:lnTo>
                    <a:pt x="1527299" y="280269"/>
                  </a:lnTo>
                  <a:lnTo>
                    <a:pt x="1533558" y="280587"/>
                  </a:lnTo>
                  <a:lnTo>
                    <a:pt x="1539818" y="280893"/>
                  </a:lnTo>
                  <a:lnTo>
                    <a:pt x="1546077" y="281188"/>
                  </a:lnTo>
                  <a:lnTo>
                    <a:pt x="1552337" y="281477"/>
                  </a:lnTo>
                  <a:lnTo>
                    <a:pt x="1558596" y="281750"/>
                  </a:lnTo>
                  <a:lnTo>
                    <a:pt x="1564855" y="282022"/>
                  </a:lnTo>
                  <a:lnTo>
                    <a:pt x="1571115" y="282274"/>
                  </a:lnTo>
                  <a:lnTo>
                    <a:pt x="1577374" y="282527"/>
                  </a:lnTo>
                  <a:lnTo>
                    <a:pt x="1583634" y="282763"/>
                  </a:lnTo>
                  <a:lnTo>
                    <a:pt x="1589893" y="282995"/>
                  </a:lnTo>
                  <a:lnTo>
                    <a:pt x="1596152" y="283216"/>
                  </a:lnTo>
                  <a:lnTo>
                    <a:pt x="1602412" y="283429"/>
                  </a:lnTo>
                  <a:lnTo>
                    <a:pt x="1608671" y="283636"/>
                  </a:lnTo>
                  <a:lnTo>
                    <a:pt x="1614931" y="283831"/>
                  </a:lnTo>
                  <a:lnTo>
                    <a:pt x="1621190" y="284023"/>
                  </a:lnTo>
                  <a:lnTo>
                    <a:pt x="1627450" y="284201"/>
                  </a:lnTo>
                  <a:lnTo>
                    <a:pt x="1633709" y="284379"/>
                  </a:lnTo>
                  <a:lnTo>
                    <a:pt x="1639968" y="284541"/>
                  </a:lnTo>
                  <a:lnTo>
                    <a:pt x="1646228" y="284702"/>
                  </a:lnTo>
                  <a:lnTo>
                    <a:pt x="1652487" y="284853"/>
                  </a:lnTo>
                  <a:lnTo>
                    <a:pt x="1658747" y="284998"/>
                  </a:lnTo>
                  <a:lnTo>
                    <a:pt x="1665006" y="285137"/>
                  </a:lnTo>
                  <a:lnTo>
                    <a:pt x="1671266" y="285267"/>
                  </a:lnTo>
                  <a:lnTo>
                    <a:pt x="1677525" y="285395"/>
                  </a:lnTo>
                  <a:lnTo>
                    <a:pt x="1683784" y="285511"/>
                  </a:lnTo>
                  <a:lnTo>
                    <a:pt x="1690044" y="285628"/>
                  </a:lnTo>
                  <a:lnTo>
                    <a:pt x="1696303" y="285731"/>
                  </a:lnTo>
                  <a:lnTo>
                    <a:pt x="1702563" y="285834"/>
                  </a:lnTo>
                  <a:lnTo>
                    <a:pt x="1708822" y="285928"/>
                  </a:lnTo>
                  <a:lnTo>
                    <a:pt x="1715082" y="286019"/>
                  </a:lnTo>
                  <a:lnTo>
                    <a:pt x="1721341" y="286103"/>
                  </a:lnTo>
                  <a:lnTo>
                    <a:pt x="1727600" y="286183"/>
                  </a:lnTo>
                  <a:lnTo>
                    <a:pt x="1733860" y="286258"/>
                  </a:lnTo>
                  <a:lnTo>
                    <a:pt x="1740119" y="286327"/>
                  </a:lnTo>
                  <a:lnTo>
                    <a:pt x="1746379" y="286394"/>
                  </a:lnTo>
                  <a:lnTo>
                    <a:pt x="1752638" y="286452"/>
                  </a:lnTo>
                  <a:lnTo>
                    <a:pt x="1758897" y="286510"/>
                  </a:lnTo>
                  <a:lnTo>
                    <a:pt x="1765157" y="286560"/>
                  </a:lnTo>
                  <a:lnTo>
                    <a:pt x="1771416" y="286609"/>
                  </a:lnTo>
                  <a:lnTo>
                    <a:pt x="1777676" y="286652"/>
                  </a:lnTo>
                  <a:lnTo>
                    <a:pt x="1783935" y="286692"/>
                  </a:lnTo>
                  <a:lnTo>
                    <a:pt x="1790195" y="286728"/>
                  </a:lnTo>
                  <a:lnTo>
                    <a:pt x="1796454" y="286760"/>
                  </a:lnTo>
                  <a:lnTo>
                    <a:pt x="1802713" y="286790"/>
                  </a:lnTo>
                  <a:lnTo>
                    <a:pt x="1808973" y="286815"/>
                  </a:lnTo>
                  <a:lnTo>
                    <a:pt x="1815232" y="286839"/>
                  </a:lnTo>
                  <a:lnTo>
                    <a:pt x="1821492" y="286857"/>
                  </a:lnTo>
                  <a:lnTo>
                    <a:pt x="1827751" y="286874"/>
                  </a:lnTo>
                  <a:lnTo>
                    <a:pt x="1834011" y="286887"/>
                  </a:lnTo>
                  <a:lnTo>
                    <a:pt x="1840270" y="286899"/>
                  </a:lnTo>
                  <a:lnTo>
                    <a:pt x="1846529" y="286907"/>
                  </a:lnTo>
                  <a:lnTo>
                    <a:pt x="1852789" y="286913"/>
                  </a:lnTo>
                  <a:lnTo>
                    <a:pt x="1859048" y="286917"/>
                  </a:lnTo>
                  <a:lnTo>
                    <a:pt x="1865308" y="286918"/>
                  </a:lnTo>
                  <a:lnTo>
                    <a:pt x="1871567" y="286919"/>
                  </a:lnTo>
                  <a:lnTo>
                    <a:pt x="1877827" y="286915"/>
                  </a:lnTo>
                  <a:lnTo>
                    <a:pt x="1884086" y="286911"/>
                  </a:lnTo>
                  <a:lnTo>
                    <a:pt x="1890345" y="286905"/>
                  </a:lnTo>
                  <a:lnTo>
                    <a:pt x="1896605" y="286897"/>
                  </a:lnTo>
                  <a:lnTo>
                    <a:pt x="1902864" y="286887"/>
                  </a:lnTo>
                  <a:lnTo>
                    <a:pt x="1909124" y="286876"/>
                  </a:lnTo>
                  <a:lnTo>
                    <a:pt x="1915383" y="286864"/>
                  </a:lnTo>
                  <a:lnTo>
                    <a:pt x="1921642" y="286850"/>
                  </a:lnTo>
                  <a:lnTo>
                    <a:pt x="1927902" y="286836"/>
                  </a:lnTo>
                  <a:lnTo>
                    <a:pt x="1934161" y="286819"/>
                  </a:lnTo>
                  <a:lnTo>
                    <a:pt x="1940421" y="286802"/>
                  </a:lnTo>
                  <a:lnTo>
                    <a:pt x="1946680" y="286784"/>
                  </a:lnTo>
                  <a:lnTo>
                    <a:pt x="1952940" y="286765"/>
                  </a:lnTo>
                  <a:lnTo>
                    <a:pt x="1959199" y="286746"/>
                  </a:lnTo>
                  <a:lnTo>
                    <a:pt x="1965458" y="286725"/>
                  </a:lnTo>
                  <a:lnTo>
                    <a:pt x="1971718" y="286704"/>
                  </a:lnTo>
                  <a:lnTo>
                    <a:pt x="1977977" y="286683"/>
                  </a:lnTo>
                  <a:lnTo>
                    <a:pt x="1984237" y="286661"/>
                  </a:lnTo>
                  <a:lnTo>
                    <a:pt x="1990496" y="286638"/>
                  </a:lnTo>
                  <a:lnTo>
                    <a:pt x="1996756" y="286616"/>
                  </a:lnTo>
                  <a:lnTo>
                    <a:pt x="2003015" y="286593"/>
                  </a:lnTo>
                  <a:lnTo>
                    <a:pt x="2009274" y="286569"/>
                  </a:lnTo>
                  <a:lnTo>
                    <a:pt x="2015534" y="286546"/>
                  </a:lnTo>
                  <a:lnTo>
                    <a:pt x="2021793" y="286522"/>
                  </a:lnTo>
                  <a:lnTo>
                    <a:pt x="2028053" y="286499"/>
                  </a:lnTo>
                  <a:lnTo>
                    <a:pt x="2034312" y="286476"/>
                  </a:lnTo>
                  <a:lnTo>
                    <a:pt x="2040572" y="286452"/>
                  </a:lnTo>
                  <a:lnTo>
                    <a:pt x="2046831" y="286429"/>
                  </a:lnTo>
                  <a:lnTo>
                    <a:pt x="2053090" y="286406"/>
                  </a:lnTo>
                  <a:lnTo>
                    <a:pt x="2059350" y="286383"/>
                  </a:lnTo>
                  <a:lnTo>
                    <a:pt x="2065609" y="286360"/>
                  </a:lnTo>
                  <a:lnTo>
                    <a:pt x="2071869" y="286338"/>
                  </a:lnTo>
                  <a:lnTo>
                    <a:pt x="2078128" y="286316"/>
                  </a:lnTo>
                  <a:lnTo>
                    <a:pt x="2084388" y="286295"/>
                  </a:lnTo>
                  <a:lnTo>
                    <a:pt x="2090647" y="286273"/>
                  </a:lnTo>
                  <a:lnTo>
                    <a:pt x="2096906" y="286253"/>
                  </a:lnTo>
                  <a:lnTo>
                    <a:pt x="2103166" y="286233"/>
                  </a:lnTo>
                  <a:lnTo>
                    <a:pt x="2109425" y="286213"/>
                  </a:lnTo>
                  <a:lnTo>
                    <a:pt x="2115685" y="286194"/>
                  </a:lnTo>
                  <a:lnTo>
                    <a:pt x="2121944" y="286175"/>
                  </a:lnTo>
                  <a:lnTo>
                    <a:pt x="2128203" y="286158"/>
                  </a:lnTo>
                  <a:lnTo>
                    <a:pt x="2134463" y="286140"/>
                  </a:lnTo>
                  <a:lnTo>
                    <a:pt x="2140722" y="286124"/>
                  </a:lnTo>
                  <a:lnTo>
                    <a:pt x="2146982" y="286108"/>
                  </a:lnTo>
                  <a:lnTo>
                    <a:pt x="2153241" y="286093"/>
                  </a:lnTo>
                  <a:lnTo>
                    <a:pt x="2159501" y="286079"/>
                  </a:lnTo>
                  <a:lnTo>
                    <a:pt x="2165760" y="286065"/>
                  </a:lnTo>
                  <a:lnTo>
                    <a:pt x="2172019" y="286052"/>
                  </a:lnTo>
                  <a:lnTo>
                    <a:pt x="2178279" y="286040"/>
                  </a:lnTo>
                  <a:lnTo>
                    <a:pt x="2184538" y="286029"/>
                  </a:lnTo>
                  <a:lnTo>
                    <a:pt x="2190798" y="286018"/>
                  </a:lnTo>
                  <a:lnTo>
                    <a:pt x="2197057" y="286009"/>
                  </a:lnTo>
                  <a:lnTo>
                    <a:pt x="2203317" y="286000"/>
                  </a:lnTo>
                  <a:lnTo>
                    <a:pt x="2209576" y="285992"/>
                  </a:lnTo>
                  <a:lnTo>
                    <a:pt x="2215835" y="285985"/>
                  </a:lnTo>
                  <a:lnTo>
                    <a:pt x="2222095" y="285979"/>
                  </a:lnTo>
                  <a:lnTo>
                    <a:pt x="2228354" y="285974"/>
                  </a:lnTo>
                  <a:lnTo>
                    <a:pt x="2234614" y="285969"/>
                  </a:lnTo>
                  <a:lnTo>
                    <a:pt x="2240873" y="285966"/>
                  </a:lnTo>
                  <a:lnTo>
                    <a:pt x="2247133" y="285963"/>
                  </a:lnTo>
                  <a:lnTo>
                    <a:pt x="2253392" y="285962"/>
                  </a:lnTo>
                  <a:lnTo>
                    <a:pt x="2259651" y="285961"/>
                  </a:lnTo>
                  <a:lnTo>
                    <a:pt x="2265911" y="285961"/>
                  </a:lnTo>
                  <a:lnTo>
                    <a:pt x="2272170" y="285962"/>
                  </a:lnTo>
                  <a:lnTo>
                    <a:pt x="2278430" y="285964"/>
                  </a:lnTo>
                  <a:lnTo>
                    <a:pt x="2284689" y="285967"/>
                  </a:lnTo>
                  <a:lnTo>
                    <a:pt x="2290948" y="285970"/>
                  </a:lnTo>
                  <a:lnTo>
                    <a:pt x="2297208" y="285975"/>
                  </a:lnTo>
                  <a:lnTo>
                    <a:pt x="2303467" y="285980"/>
                  </a:lnTo>
                  <a:lnTo>
                    <a:pt x="2309727" y="285987"/>
                  </a:lnTo>
                  <a:lnTo>
                    <a:pt x="2315986" y="285994"/>
                  </a:lnTo>
                  <a:lnTo>
                    <a:pt x="2322246" y="286003"/>
                  </a:lnTo>
                  <a:lnTo>
                    <a:pt x="2328505" y="286012"/>
                  </a:lnTo>
                  <a:lnTo>
                    <a:pt x="2334764" y="286023"/>
                  </a:lnTo>
                  <a:lnTo>
                    <a:pt x="2341024" y="286034"/>
                  </a:lnTo>
                  <a:lnTo>
                    <a:pt x="2347283" y="286046"/>
                  </a:lnTo>
                  <a:lnTo>
                    <a:pt x="2353543" y="286059"/>
                  </a:lnTo>
                  <a:lnTo>
                    <a:pt x="2359802" y="286072"/>
                  </a:lnTo>
                  <a:lnTo>
                    <a:pt x="2366062" y="286088"/>
                  </a:lnTo>
                  <a:lnTo>
                    <a:pt x="2372321" y="286103"/>
                  </a:lnTo>
                  <a:lnTo>
                    <a:pt x="2378580" y="286120"/>
                  </a:lnTo>
                  <a:lnTo>
                    <a:pt x="2384840" y="286138"/>
                  </a:lnTo>
                  <a:lnTo>
                    <a:pt x="2391099" y="286156"/>
                  </a:lnTo>
                  <a:lnTo>
                    <a:pt x="2397359" y="286176"/>
                  </a:lnTo>
                  <a:lnTo>
                    <a:pt x="2403618" y="286196"/>
                  </a:lnTo>
                  <a:lnTo>
                    <a:pt x="2409878" y="286218"/>
                  </a:lnTo>
                  <a:lnTo>
                    <a:pt x="2416137" y="286240"/>
                  </a:lnTo>
                  <a:lnTo>
                    <a:pt x="2422396" y="286264"/>
                  </a:lnTo>
                  <a:lnTo>
                    <a:pt x="2428656" y="286288"/>
                  </a:lnTo>
                  <a:lnTo>
                    <a:pt x="2434915" y="286313"/>
                  </a:lnTo>
                  <a:lnTo>
                    <a:pt x="2441175" y="286339"/>
                  </a:lnTo>
                  <a:lnTo>
                    <a:pt x="2447434" y="286367"/>
                  </a:lnTo>
                  <a:lnTo>
                    <a:pt x="2453693" y="286395"/>
                  </a:lnTo>
                  <a:lnTo>
                    <a:pt x="2459953" y="286425"/>
                  </a:lnTo>
                  <a:lnTo>
                    <a:pt x="2466212" y="286455"/>
                  </a:lnTo>
                  <a:lnTo>
                    <a:pt x="2472472" y="286486"/>
                  </a:lnTo>
                  <a:lnTo>
                    <a:pt x="2478731" y="286519"/>
                  </a:lnTo>
                  <a:lnTo>
                    <a:pt x="2484991" y="286552"/>
                  </a:lnTo>
                  <a:lnTo>
                    <a:pt x="2491250" y="286587"/>
                  </a:lnTo>
                  <a:lnTo>
                    <a:pt x="2497509" y="286623"/>
                  </a:lnTo>
                  <a:lnTo>
                    <a:pt x="2503769" y="286660"/>
                  </a:lnTo>
                  <a:lnTo>
                    <a:pt x="2510028" y="286698"/>
                  </a:lnTo>
                  <a:lnTo>
                    <a:pt x="2516288" y="286737"/>
                  </a:lnTo>
                  <a:lnTo>
                    <a:pt x="2522547" y="286777"/>
                  </a:lnTo>
                  <a:lnTo>
                    <a:pt x="2528807" y="286819"/>
                  </a:lnTo>
                  <a:lnTo>
                    <a:pt x="2535066" y="286862"/>
                  </a:lnTo>
                  <a:lnTo>
                    <a:pt x="2541325" y="286905"/>
                  </a:lnTo>
                  <a:lnTo>
                    <a:pt x="2547585" y="286951"/>
                  </a:lnTo>
                  <a:lnTo>
                    <a:pt x="2553844" y="286997"/>
                  </a:lnTo>
                  <a:lnTo>
                    <a:pt x="2560104" y="287046"/>
                  </a:lnTo>
                  <a:lnTo>
                    <a:pt x="2566363" y="287095"/>
                  </a:lnTo>
                  <a:lnTo>
                    <a:pt x="2572623" y="287146"/>
                  </a:lnTo>
                  <a:lnTo>
                    <a:pt x="2578882" y="287198"/>
                  </a:lnTo>
                  <a:lnTo>
                    <a:pt x="2585141" y="287251"/>
                  </a:lnTo>
                  <a:lnTo>
                    <a:pt x="2591401" y="287307"/>
                  </a:lnTo>
                  <a:lnTo>
                    <a:pt x="2597660" y="287363"/>
                  </a:lnTo>
                  <a:lnTo>
                    <a:pt x="2603920" y="287421"/>
                  </a:lnTo>
                  <a:lnTo>
                    <a:pt x="2610179" y="287480"/>
                  </a:lnTo>
                  <a:lnTo>
                    <a:pt x="2616438" y="287542"/>
                  </a:lnTo>
                  <a:lnTo>
                    <a:pt x="2622698" y="287605"/>
                  </a:lnTo>
                  <a:lnTo>
                    <a:pt x="2628957" y="287670"/>
                  </a:lnTo>
                  <a:lnTo>
                    <a:pt x="2635217" y="287736"/>
                  </a:lnTo>
                  <a:lnTo>
                    <a:pt x="2641476" y="287804"/>
                  </a:lnTo>
                  <a:lnTo>
                    <a:pt x="2647736" y="287875"/>
                  </a:lnTo>
                  <a:lnTo>
                    <a:pt x="2653995" y="287946"/>
                  </a:lnTo>
                  <a:lnTo>
                    <a:pt x="2660254" y="288020"/>
                  </a:lnTo>
                  <a:lnTo>
                    <a:pt x="2666514" y="288095"/>
                  </a:lnTo>
                  <a:lnTo>
                    <a:pt x="2672773" y="288174"/>
                  </a:lnTo>
                  <a:lnTo>
                    <a:pt x="2679033" y="288253"/>
                  </a:lnTo>
                  <a:lnTo>
                    <a:pt x="2685292" y="288335"/>
                  </a:lnTo>
                  <a:lnTo>
                    <a:pt x="2691552" y="288419"/>
                  </a:lnTo>
                  <a:lnTo>
                    <a:pt x="2697811" y="288505"/>
                  </a:lnTo>
                  <a:lnTo>
                    <a:pt x="2704070" y="288594"/>
                  </a:lnTo>
                  <a:lnTo>
                    <a:pt x="2710330" y="288684"/>
                  </a:lnTo>
                  <a:lnTo>
                    <a:pt x="2716589" y="288778"/>
                  </a:lnTo>
                  <a:lnTo>
                    <a:pt x="2722849" y="288872"/>
                  </a:lnTo>
                  <a:lnTo>
                    <a:pt x="2729108" y="288971"/>
                  </a:lnTo>
                  <a:lnTo>
                    <a:pt x="2735368" y="289070"/>
                  </a:lnTo>
                  <a:lnTo>
                    <a:pt x="2741627" y="289174"/>
                  </a:lnTo>
                  <a:lnTo>
                    <a:pt x="2747886" y="289279"/>
                  </a:lnTo>
                  <a:lnTo>
                    <a:pt x="2754146" y="289387"/>
                  </a:lnTo>
                  <a:lnTo>
                    <a:pt x="2760405" y="289497"/>
                  </a:lnTo>
                  <a:lnTo>
                    <a:pt x="2766665" y="289611"/>
                  </a:lnTo>
                  <a:lnTo>
                    <a:pt x="2772924" y="289727"/>
                  </a:lnTo>
                  <a:lnTo>
                    <a:pt x="2779184" y="289845"/>
                  </a:lnTo>
                  <a:lnTo>
                    <a:pt x="2785443" y="289968"/>
                  </a:lnTo>
                  <a:lnTo>
                    <a:pt x="2791702" y="290091"/>
                  </a:lnTo>
                  <a:lnTo>
                    <a:pt x="2797962" y="290221"/>
                  </a:lnTo>
                  <a:lnTo>
                    <a:pt x="2804221" y="290350"/>
                  </a:lnTo>
                  <a:lnTo>
                    <a:pt x="2810481" y="290485"/>
                  </a:lnTo>
                  <a:lnTo>
                    <a:pt x="2816740" y="290621"/>
                  </a:lnTo>
                  <a:lnTo>
                    <a:pt x="2822999" y="290761"/>
                  </a:lnTo>
                  <a:lnTo>
                    <a:pt x="2829259" y="290905"/>
                  </a:lnTo>
                  <a:lnTo>
                    <a:pt x="2835518" y="291051"/>
                  </a:lnTo>
                  <a:lnTo>
                    <a:pt x="2841778" y="291201"/>
                  </a:lnTo>
                  <a:lnTo>
                    <a:pt x="2848037" y="291353"/>
                  </a:lnTo>
                  <a:lnTo>
                    <a:pt x="2854297" y="291511"/>
                  </a:lnTo>
                  <a:lnTo>
                    <a:pt x="2860556" y="291670"/>
                  </a:lnTo>
                  <a:lnTo>
                    <a:pt x="2866815" y="291834"/>
                  </a:lnTo>
                  <a:lnTo>
                    <a:pt x="2873075" y="292001"/>
                  </a:lnTo>
                  <a:lnTo>
                    <a:pt x="2879334" y="292172"/>
                  </a:lnTo>
                  <a:lnTo>
                    <a:pt x="2885594" y="292346"/>
                  </a:lnTo>
                  <a:lnTo>
                    <a:pt x="2891853" y="292523"/>
                  </a:lnTo>
                  <a:lnTo>
                    <a:pt x="2898113" y="292705"/>
                  </a:lnTo>
                  <a:lnTo>
                    <a:pt x="2904372" y="292889"/>
                  </a:lnTo>
                  <a:lnTo>
                    <a:pt x="2910631" y="293079"/>
                  </a:lnTo>
                  <a:lnTo>
                    <a:pt x="2916891" y="293270"/>
                  </a:lnTo>
                  <a:lnTo>
                    <a:pt x="2923150" y="293468"/>
                  </a:lnTo>
                  <a:lnTo>
                    <a:pt x="2929410" y="293667"/>
                  </a:lnTo>
                  <a:lnTo>
                    <a:pt x="2935669" y="293872"/>
                  </a:lnTo>
                  <a:lnTo>
                    <a:pt x="2941929" y="294080"/>
                  </a:lnTo>
                  <a:lnTo>
                    <a:pt x="2948188" y="294292"/>
                  </a:lnTo>
                  <a:lnTo>
                    <a:pt x="2954447" y="294508"/>
                  </a:lnTo>
                  <a:lnTo>
                    <a:pt x="2960707" y="294727"/>
                  </a:lnTo>
                  <a:lnTo>
                    <a:pt x="2966966" y="294952"/>
                  </a:lnTo>
                  <a:lnTo>
                    <a:pt x="2973226" y="295178"/>
                  </a:lnTo>
                  <a:lnTo>
                    <a:pt x="2979485" y="295412"/>
                  </a:lnTo>
                  <a:lnTo>
                    <a:pt x="2985744" y="295646"/>
                  </a:lnTo>
                  <a:lnTo>
                    <a:pt x="2992004" y="295887"/>
                  </a:lnTo>
                  <a:lnTo>
                    <a:pt x="2998263" y="296131"/>
                  </a:lnTo>
                  <a:lnTo>
                    <a:pt x="3004523" y="296379"/>
                  </a:lnTo>
                  <a:lnTo>
                    <a:pt x="3010782" y="296631"/>
                  </a:lnTo>
                  <a:lnTo>
                    <a:pt x="3017042" y="296887"/>
                  </a:lnTo>
                  <a:lnTo>
                    <a:pt x="3023301" y="297148"/>
                  </a:lnTo>
                  <a:lnTo>
                    <a:pt x="3029560" y="297410"/>
                  </a:lnTo>
                  <a:lnTo>
                    <a:pt x="3035820" y="297681"/>
                  </a:lnTo>
                  <a:lnTo>
                    <a:pt x="3042079" y="297951"/>
                  </a:lnTo>
                  <a:lnTo>
                    <a:pt x="3048339" y="298230"/>
                  </a:lnTo>
                  <a:lnTo>
                    <a:pt x="3054598" y="298509"/>
                  </a:lnTo>
                  <a:lnTo>
                    <a:pt x="3060858" y="298795"/>
                  </a:lnTo>
                  <a:lnTo>
                    <a:pt x="3067117" y="299083"/>
                  </a:lnTo>
                  <a:lnTo>
                    <a:pt x="3073376" y="299375"/>
                  </a:lnTo>
                  <a:lnTo>
                    <a:pt x="3079636" y="299673"/>
                  </a:lnTo>
                  <a:lnTo>
                    <a:pt x="3085895" y="299972"/>
                  </a:lnTo>
                  <a:lnTo>
                    <a:pt x="3092155" y="300278"/>
                  </a:lnTo>
                  <a:lnTo>
                    <a:pt x="3098414" y="300585"/>
                  </a:lnTo>
                  <a:lnTo>
                    <a:pt x="3104674" y="300899"/>
                  </a:lnTo>
                  <a:lnTo>
                    <a:pt x="3110933" y="301214"/>
                  </a:lnTo>
                  <a:lnTo>
                    <a:pt x="3117192" y="301536"/>
                  </a:lnTo>
                  <a:lnTo>
                    <a:pt x="3123452" y="301859"/>
                  </a:lnTo>
                  <a:lnTo>
                    <a:pt x="3129711" y="302187"/>
                  </a:lnTo>
                  <a:lnTo>
                    <a:pt x="3135971" y="302519"/>
                  </a:lnTo>
                  <a:lnTo>
                    <a:pt x="3142230" y="302853"/>
                  </a:lnTo>
                  <a:lnTo>
                    <a:pt x="3148489" y="303193"/>
                  </a:lnTo>
                  <a:lnTo>
                    <a:pt x="3154749" y="303534"/>
                  </a:lnTo>
                  <a:lnTo>
                    <a:pt x="3161008" y="303882"/>
                  </a:lnTo>
                  <a:lnTo>
                    <a:pt x="3167268" y="304230"/>
                  </a:lnTo>
                  <a:lnTo>
                    <a:pt x="3173527" y="304585"/>
                  </a:lnTo>
                  <a:lnTo>
                    <a:pt x="3179787" y="304941"/>
                  </a:lnTo>
                  <a:lnTo>
                    <a:pt x="3186046" y="305301"/>
                  </a:lnTo>
                  <a:lnTo>
                    <a:pt x="3192305" y="305665"/>
                  </a:lnTo>
                  <a:lnTo>
                    <a:pt x="3198565" y="306031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3749798" y="932543"/>
              <a:ext cx="3198565" cy="323016"/>
            </a:xfrm>
            <a:custGeom>
              <a:avLst/>
              <a:pathLst>
                <a:path w="3198565" h="323016">
                  <a:moveTo>
                    <a:pt x="0" y="39161"/>
                  </a:moveTo>
                  <a:lnTo>
                    <a:pt x="6259" y="37654"/>
                  </a:lnTo>
                  <a:lnTo>
                    <a:pt x="12518" y="36150"/>
                  </a:lnTo>
                  <a:lnTo>
                    <a:pt x="18778" y="34681"/>
                  </a:lnTo>
                  <a:lnTo>
                    <a:pt x="25037" y="33237"/>
                  </a:lnTo>
                  <a:lnTo>
                    <a:pt x="31297" y="31808"/>
                  </a:lnTo>
                  <a:lnTo>
                    <a:pt x="37556" y="30427"/>
                  </a:lnTo>
                  <a:lnTo>
                    <a:pt x="43815" y="29046"/>
                  </a:lnTo>
                  <a:lnTo>
                    <a:pt x="50075" y="27722"/>
                  </a:lnTo>
                  <a:lnTo>
                    <a:pt x="56334" y="26406"/>
                  </a:lnTo>
                  <a:lnTo>
                    <a:pt x="62594" y="25125"/>
                  </a:lnTo>
                  <a:lnTo>
                    <a:pt x="68853" y="23876"/>
                  </a:lnTo>
                  <a:lnTo>
                    <a:pt x="75113" y="22638"/>
                  </a:lnTo>
                  <a:lnTo>
                    <a:pt x="81372" y="21458"/>
                  </a:lnTo>
                  <a:lnTo>
                    <a:pt x="87631" y="20278"/>
                  </a:lnTo>
                  <a:lnTo>
                    <a:pt x="93891" y="19155"/>
                  </a:lnTo>
                  <a:lnTo>
                    <a:pt x="100150" y="18046"/>
                  </a:lnTo>
                  <a:lnTo>
                    <a:pt x="106410" y="16970"/>
                  </a:lnTo>
                  <a:lnTo>
                    <a:pt x="112669" y="15933"/>
                  </a:lnTo>
                  <a:lnTo>
                    <a:pt x="118929" y="14905"/>
                  </a:lnTo>
                  <a:lnTo>
                    <a:pt x="125188" y="13942"/>
                  </a:lnTo>
                  <a:lnTo>
                    <a:pt x="131447" y="12979"/>
                  </a:lnTo>
                  <a:lnTo>
                    <a:pt x="137707" y="12073"/>
                  </a:lnTo>
                  <a:lnTo>
                    <a:pt x="143966" y="11186"/>
                  </a:lnTo>
                  <a:lnTo>
                    <a:pt x="150226" y="10329"/>
                  </a:lnTo>
                  <a:lnTo>
                    <a:pt x="156485" y="9519"/>
                  </a:lnTo>
                  <a:lnTo>
                    <a:pt x="162745" y="8712"/>
                  </a:lnTo>
                  <a:lnTo>
                    <a:pt x="169004" y="7979"/>
                  </a:lnTo>
                  <a:lnTo>
                    <a:pt x="175263" y="7246"/>
                  </a:lnTo>
                  <a:lnTo>
                    <a:pt x="181523" y="6568"/>
                  </a:lnTo>
                  <a:lnTo>
                    <a:pt x="187782" y="5915"/>
                  </a:lnTo>
                  <a:lnTo>
                    <a:pt x="194042" y="5288"/>
                  </a:lnTo>
                  <a:lnTo>
                    <a:pt x="200301" y="4714"/>
                  </a:lnTo>
                  <a:lnTo>
                    <a:pt x="206560" y="4139"/>
                  </a:lnTo>
                  <a:lnTo>
                    <a:pt x="212820" y="3644"/>
                  </a:lnTo>
                  <a:lnTo>
                    <a:pt x="219079" y="3150"/>
                  </a:lnTo>
                  <a:lnTo>
                    <a:pt x="225339" y="2707"/>
                  </a:lnTo>
                  <a:lnTo>
                    <a:pt x="231598" y="2294"/>
                  </a:lnTo>
                  <a:lnTo>
                    <a:pt x="237858" y="1904"/>
                  </a:lnTo>
                  <a:lnTo>
                    <a:pt x="244117" y="1571"/>
                  </a:lnTo>
                  <a:lnTo>
                    <a:pt x="250376" y="1239"/>
                  </a:lnTo>
                  <a:lnTo>
                    <a:pt x="256636" y="982"/>
                  </a:lnTo>
                  <a:lnTo>
                    <a:pt x="262895" y="731"/>
                  </a:lnTo>
                  <a:lnTo>
                    <a:pt x="269155" y="527"/>
                  </a:lnTo>
                  <a:lnTo>
                    <a:pt x="275414" y="357"/>
                  </a:lnTo>
                  <a:lnTo>
                    <a:pt x="281674" y="204"/>
                  </a:lnTo>
                  <a:lnTo>
                    <a:pt x="287933" y="116"/>
                  </a:lnTo>
                  <a:lnTo>
                    <a:pt x="294192" y="27"/>
                  </a:lnTo>
                  <a:lnTo>
                    <a:pt x="300452" y="8"/>
                  </a:lnTo>
                  <a:lnTo>
                    <a:pt x="306711" y="0"/>
                  </a:lnTo>
                  <a:lnTo>
                    <a:pt x="312971" y="32"/>
                  </a:lnTo>
                  <a:lnTo>
                    <a:pt x="319230" y="104"/>
                  </a:lnTo>
                  <a:lnTo>
                    <a:pt x="325490" y="188"/>
                  </a:lnTo>
                  <a:lnTo>
                    <a:pt x="331749" y="340"/>
                  </a:lnTo>
                  <a:lnTo>
                    <a:pt x="338008" y="491"/>
                  </a:lnTo>
                  <a:lnTo>
                    <a:pt x="344268" y="705"/>
                  </a:lnTo>
                  <a:lnTo>
                    <a:pt x="350527" y="936"/>
                  </a:lnTo>
                  <a:lnTo>
                    <a:pt x="356787" y="1200"/>
                  </a:lnTo>
                  <a:lnTo>
                    <a:pt x="363046" y="1508"/>
                  </a:lnTo>
                  <a:lnTo>
                    <a:pt x="369305" y="1823"/>
                  </a:lnTo>
                  <a:lnTo>
                    <a:pt x="375565" y="2207"/>
                  </a:lnTo>
                  <a:lnTo>
                    <a:pt x="381824" y="2592"/>
                  </a:lnTo>
                  <a:lnTo>
                    <a:pt x="388084" y="3031"/>
                  </a:lnTo>
                  <a:lnTo>
                    <a:pt x="394343" y="3491"/>
                  </a:lnTo>
                  <a:lnTo>
                    <a:pt x="400603" y="3979"/>
                  </a:lnTo>
                  <a:lnTo>
                    <a:pt x="406862" y="4512"/>
                  </a:lnTo>
                  <a:lnTo>
                    <a:pt x="413121" y="5048"/>
                  </a:lnTo>
                  <a:lnTo>
                    <a:pt x="419381" y="5653"/>
                  </a:lnTo>
                  <a:lnTo>
                    <a:pt x="425640" y="6259"/>
                  </a:lnTo>
                  <a:lnTo>
                    <a:pt x="431900" y="6913"/>
                  </a:lnTo>
                  <a:lnTo>
                    <a:pt x="438159" y="7589"/>
                  </a:lnTo>
                  <a:lnTo>
                    <a:pt x="444419" y="8287"/>
                  </a:lnTo>
                  <a:lnTo>
                    <a:pt x="450678" y="9033"/>
                  </a:lnTo>
                  <a:lnTo>
                    <a:pt x="456937" y="9778"/>
                  </a:lnTo>
                  <a:lnTo>
                    <a:pt x="463197" y="10588"/>
                  </a:lnTo>
                  <a:lnTo>
                    <a:pt x="469456" y="11400"/>
                  </a:lnTo>
                  <a:lnTo>
                    <a:pt x="475716" y="12252"/>
                  </a:lnTo>
                  <a:lnTo>
                    <a:pt x="481975" y="13129"/>
                  </a:lnTo>
                  <a:lnTo>
                    <a:pt x="488235" y="14022"/>
                  </a:lnTo>
                  <a:lnTo>
                    <a:pt x="494494" y="14962"/>
                  </a:lnTo>
                  <a:lnTo>
                    <a:pt x="500753" y="15902"/>
                  </a:lnTo>
                  <a:lnTo>
                    <a:pt x="507013" y="16897"/>
                  </a:lnTo>
                  <a:lnTo>
                    <a:pt x="513272" y="17898"/>
                  </a:lnTo>
                  <a:lnTo>
                    <a:pt x="519532" y="18930"/>
                  </a:lnTo>
                  <a:lnTo>
                    <a:pt x="525791" y="19989"/>
                  </a:lnTo>
                  <a:lnTo>
                    <a:pt x="532050" y="21058"/>
                  </a:lnTo>
                  <a:lnTo>
                    <a:pt x="538310" y="22173"/>
                  </a:lnTo>
                  <a:lnTo>
                    <a:pt x="544569" y="23288"/>
                  </a:lnTo>
                  <a:lnTo>
                    <a:pt x="550829" y="24447"/>
                  </a:lnTo>
                  <a:lnTo>
                    <a:pt x="557088" y="25616"/>
                  </a:lnTo>
                  <a:lnTo>
                    <a:pt x="563348" y="26808"/>
                  </a:lnTo>
                  <a:lnTo>
                    <a:pt x="569607" y="28027"/>
                  </a:lnTo>
                  <a:lnTo>
                    <a:pt x="575866" y="29253"/>
                  </a:lnTo>
                  <a:lnTo>
                    <a:pt x="582126" y="30520"/>
                  </a:lnTo>
                  <a:lnTo>
                    <a:pt x="588385" y="31788"/>
                  </a:lnTo>
                  <a:lnTo>
                    <a:pt x="594645" y="33091"/>
                  </a:lnTo>
                  <a:lnTo>
                    <a:pt x="600904" y="34404"/>
                  </a:lnTo>
                  <a:lnTo>
                    <a:pt x="607164" y="35735"/>
                  </a:lnTo>
                  <a:lnTo>
                    <a:pt x="613423" y="37091"/>
                  </a:lnTo>
                  <a:lnTo>
                    <a:pt x="619682" y="38450"/>
                  </a:lnTo>
                  <a:lnTo>
                    <a:pt x="625942" y="39847"/>
                  </a:lnTo>
                  <a:lnTo>
                    <a:pt x="632201" y="41243"/>
                  </a:lnTo>
                  <a:lnTo>
                    <a:pt x="638461" y="42666"/>
                  </a:lnTo>
                  <a:lnTo>
                    <a:pt x="644720" y="44101"/>
                  </a:lnTo>
                  <a:lnTo>
                    <a:pt x="650980" y="45547"/>
                  </a:lnTo>
                  <a:lnTo>
                    <a:pt x="657239" y="47016"/>
                  </a:lnTo>
                  <a:lnTo>
                    <a:pt x="663498" y="48486"/>
                  </a:lnTo>
                  <a:lnTo>
                    <a:pt x="669758" y="49987"/>
                  </a:lnTo>
                  <a:lnTo>
                    <a:pt x="676017" y="51488"/>
                  </a:lnTo>
                  <a:lnTo>
                    <a:pt x="682277" y="53008"/>
                  </a:lnTo>
                  <a:lnTo>
                    <a:pt x="688536" y="54539"/>
                  </a:lnTo>
                  <a:lnTo>
                    <a:pt x="694796" y="56077"/>
                  </a:lnTo>
                  <a:lnTo>
                    <a:pt x="701055" y="57635"/>
                  </a:lnTo>
                  <a:lnTo>
                    <a:pt x="707314" y="59192"/>
                  </a:lnTo>
                  <a:lnTo>
                    <a:pt x="713574" y="60772"/>
                  </a:lnTo>
                  <a:lnTo>
                    <a:pt x="719833" y="62353"/>
                  </a:lnTo>
                  <a:lnTo>
                    <a:pt x="726093" y="63946"/>
                  </a:lnTo>
                  <a:lnTo>
                    <a:pt x="732352" y="65549"/>
                  </a:lnTo>
                  <a:lnTo>
                    <a:pt x="738611" y="67155"/>
                  </a:lnTo>
                  <a:lnTo>
                    <a:pt x="744871" y="68776"/>
                  </a:lnTo>
                  <a:lnTo>
                    <a:pt x="751130" y="70397"/>
                  </a:lnTo>
                  <a:lnTo>
                    <a:pt x="757390" y="72032"/>
                  </a:lnTo>
                  <a:lnTo>
                    <a:pt x="763649" y="73669"/>
                  </a:lnTo>
                  <a:lnTo>
                    <a:pt x="769909" y="75313"/>
                  </a:lnTo>
                  <a:lnTo>
                    <a:pt x="776168" y="76963"/>
                  </a:lnTo>
                  <a:lnTo>
                    <a:pt x="782427" y="78615"/>
                  </a:lnTo>
                  <a:lnTo>
                    <a:pt x="788687" y="80276"/>
                  </a:lnTo>
                  <a:lnTo>
                    <a:pt x="794946" y="81937"/>
                  </a:lnTo>
                  <a:lnTo>
                    <a:pt x="801206" y="83604"/>
                  </a:lnTo>
                  <a:lnTo>
                    <a:pt x="807465" y="85273"/>
                  </a:lnTo>
                  <a:lnTo>
                    <a:pt x="813725" y="86945"/>
                  </a:lnTo>
                  <a:lnTo>
                    <a:pt x="819984" y="88620"/>
                  </a:lnTo>
                  <a:lnTo>
                    <a:pt x="826243" y="90295"/>
                  </a:lnTo>
                  <a:lnTo>
                    <a:pt x="832503" y="91973"/>
                  </a:lnTo>
                  <a:lnTo>
                    <a:pt x="838762" y="93651"/>
                  </a:lnTo>
                  <a:lnTo>
                    <a:pt x="845022" y="95330"/>
                  </a:lnTo>
                  <a:lnTo>
                    <a:pt x="851281" y="97010"/>
                  </a:lnTo>
                  <a:lnTo>
                    <a:pt x="857541" y="98688"/>
                  </a:lnTo>
                  <a:lnTo>
                    <a:pt x="863800" y="100366"/>
                  </a:lnTo>
                  <a:lnTo>
                    <a:pt x="870059" y="102044"/>
                  </a:lnTo>
                  <a:lnTo>
                    <a:pt x="876319" y="103719"/>
                  </a:lnTo>
                  <a:lnTo>
                    <a:pt x="882578" y="105394"/>
                  </a:lnTo>
                  <a:lnTo>
                    <a:pt x="888838" y="107065"/>
                  </a:lnTo>
                  <a:lnTo>
                    <a:pt x="895097" y="108734"/>
                  </a:lnTo>
                  <a:lnTo>
                    <a:pt x="901356" y="110401"/>
                  </a:lnTo>
                  <a:lnTo>
                    <a:pt x="907616" y="112062"/>
                  </a:lnTo>
                  <a:lnTo>
                    <a:pt x="913875" y="113724"/>
                  </a:lnTo>
                  <a:lnTo>
                    <a:pt x="920135" y="115376"/>
                  </a:lnTo>
                  <a:lnTo>
                    <a:pt x="926394" y="117029"/>
                  </a:lnTo>
                  <a:lnTo>
                    <a:pt x="932654" y="118674"/>
                  </a:lnTo>
                  <a:lnTo>
                    <a:pt x="938913" y="120315"/>
                  </a:lnTo>
                  <a:lnTo>
                    <a:pt x="945172" y="121952"/>
                  </a:lnTo>
                  <a:lnTo>
                    <a:pt x="951432" y="123580"/>
                  </a:lnTo>
                  <a:lnTo>
                    <a:pt x="957691" y="125208"/>
                  </a:lnTo>
                  <a:lnTo>
                    <a:pt x="963951" y="126822"/>
                  </a:lnTo>
                  <a:lnTo>
                    <a:pt x="970210" y="128435"/>
                  </a:lnTo>
                  <a:lnTo>
                    <a:pt x="976470" y="130039"/>
                  </a:lnTo>
                  <a:lnTo>
                    <a:pt x="982729" y="131636"/>
                  </a:lnTo>
                  <a:lnTo>
                    <a:pt x="988988" y="133229"/>
                  </a:lnTo>
                  <a:lnTo>
                    <a:pt x="995248" y="134808"/>
                  </a:lnTo>
                  <a:lnTo>
                    <a:pt x="1001507" y="136387"/>
                  </a:lnTo>
                  <a:lnTo>
                    <a:pt x="1007767" y="137950"/>
                  </a:lnTo>
                  <a:lnTo>
                    <a:pt x="1014026" y="139509"/>
                  </a:lnTo>
                  <a:lnTo>
                    <a:pt x="1020286" y="141059"/>
                  </a:lnTo>
                  <a:lnTo>
                    <a:pt x="1026545" y="142598"/>
                  </a:lnTo>
                  <a:lnTo>
                    <a:pt x="1032804" y="144133"/>
                  </a:lnTo>
                  <a:lnTo>
                    <a:pt x="1039064" y="145651"/>
                  </a:lnTo>
                  <a:lnTo>
                    <a:pt x="1045323" y="147168"/>
                  </a:lnTo>
                  <a:lnTo>
                    <a:pt x="1051583" y="148667"/>
                  </a:lnTo>
                  <a:lnTo>
                    <a:pt x="1057842" y="150161"/>
                  </a:lnTo>
                  <a:lnTo>
                    <a:pt x="1064101" y="151645"/>
                  </a:lnTo>
                  <a:lnTo>
                    <a:pt x="1070361" y="153115"/>
                  </a:lnTo>
                  <a:lnTo>
                    <a:pt x="1076620" y="154584"/>
                  </a:lnTo>
                  <a:lnTo>
                    <a:pt x="1082880" y="156029"/>
                  </a:lnTo>
                  <a:lnTo>
                    <a:pt x="1089139" y="157474"/>
                  </a:lnTo>
                  <a:lnTo>
                    <a:pt x="1095399" y="158901"/>
                  </a:lnTo>
                  <a:lnTo>
                    <a:pt x="1101658" y="160320"/>
                  </a:lnTo>
                  <a:lnTo>
                    <a:pt x="1107917" y="161729"/>
                  </a:lnTo>
                  <a:lnTo>
                    <a:pt x="1114177" y="163122"/>
                  </a:lnTo>
                  <a:lnTo>
                    <a:pt x="1120436" y="164514"/>
                  </a:lnTo>
                  <a:lnTo>
                    <a:pt x="1126696" y="165880"/>
                  </a:lnTo>
                  <a:lnTo>
                    <a:pt x="1132955" y="167245"/>
                  </a:lnTo>
                  <a:lnTo>
                    <a:pt x="1139215" y="168592"/>
                  </a:lnTo>
                  <a:lnTo>
                    <a:pt x="1145474" y="169929"/>
                  </a:lnTo>
                  <a:lnTo>
                    <a:pt x="1151733" y="171258"/>
                  </a:lnTo>
                  <a:lnTo>
                    <a:pt x="1157993" y="172566"/>
                  </a:lnTo>
                  <a:lnTo>
                    <a:pt x="1164252" y="173875"/>
                  </a:lnTo>
                  <a:lnTo>
                    <a:pt x="1170512" y="175156"/>
                  </a:lnTo>
                  <a:lnTo>
                    <a:pt x="1176771" y="176436"/>
                  </a:lnTo>
                  <a:lnTo>
                    <a:pt x="1183031" y="177698"/>
                  </a:lnTo>
                  <a:lnTo>
                    <a:pt x="1189290" y="178948"/>
                  </a:lnTo>
                  <a:lnTo>
                    <a:pt x="1195549" y="180191"/>
                  </a:lnTo>
                  <a:lnTo>
                    <a:pt x="1201809" y="181412"/>
                  </a:lnTo>
                  <a:lnTo>
                    <a:pt x="1208068" y="182632"/>
                  </a:lnTo>
                  <a:lnTo>
                    <a:pt x="1214328" y="183826"/>
                  </a:lnTo>
                  <a:lnTo>
                    <a:pt x="1220587" y="185016"/>
                  </a:lnTo>
                  <a:lnTo>
                    <a:pt x="1226846" y="186190"/>
                  </a:lnTo>
                  <a:lnTo>
                    <a:pt x="1233106" y="187350"/>
                  </a:lnTo>
                  <a:lnTo>
                    <a:pt x="1239365" y="188505"/>
                  </a:lnTo>
                  <a:lnTo>
                    <a:pt x="1245625" y="189635"/>
                  </a:lnTo>
                  <a:lnTo>
                    <a:pt x="1251884" y="190765"/>
                  </a:lnTo>
                  <a:lnTo>
                    <a:pt x="1258144" y="191869"/>
                  </a:lnTo>
                  <a:lnTo>
                    <a:pt x="1264403" y="192968"/>
                  </a:lnTo>
                  <a:lnTo>
                    <a:pt x="1270662" y="194053"/>
                  </a:lnTo>
                  <a:lnTo>
                    <a:pt x="1276922" y="195122"/>
                  </a:lnTo>
                  <a:lnTo>
                    <a:pt x="1283181" y="196187"/>
                  </a:lnTo>
                  <a:lnTo>
                    <a:pt x="1289441" y="197226"/>
                  </a:lnTo>
                  <a:lnTo>
                    <a:pt x="1295700" y="198264"/>
                  </a:lnTo>
                  <a:lnTo>
                    <a:pt x="1301960" y="199279"/>
                  </a:lnTo>
                  <a:lnTo>
                    <a:pt x="1308219" y="200287"/>
                  </a:lnTo>
                  <a:lnTo>
                    <a:pt x="1314478" y="201283"/>
                  </a:lnTo>
                  <a:lnTo>
                    <a:pt x="1320738" y="202260"/>
                  </a:lnTo>
                  <a:lnTo>
                    <a:pt x="1326997" y="203236"/>
                  </a:lnTo>
                  <a:lnTo>
                    <a:pt x="1333257" y="204184"/>
                  </a:lnTo>
                  <a:lnTo>
                    <a:pt x="1339516" y="205132"/>
                  </a:lnTo>
                  <a:lnTo>
                    <a:pt x="1345776" y="206058"/>
                  </a:lnTo>
                  <a:lnTo>
                    <a:pt x="1352035" y="206976"/>
                  </a:lnTo>
                  <a:lnTo>
                    <a:pt x="1358294" y="207884"/>
                  </a:lnTo>
                  <a:lnTo>
                    <a:pt x="1364554" y="208772"/>
                  </a:lnTo>
                  <a:lnTo>
                    <a:pt x="1370813" y="209660"/>
                  </a:lnTo>
                  <a:lnTo>
                    <a:pt x="1377073" y="210519"/>
                  </a:lnTo>
                  <a:lnTo>
                    <a:pt x="1383332" y="211378"/>
                  </a:lnTo>
                  <a:lnTo>
                    <a:pt x="1389592" y="212219"/>
                  </a:lnTo>
                  <a:lnTo>
                    <a:pt x="1395851" y="213048"/>
                  </a:lnTo>
                  <a:lnTo>
                    <a:pt x="1402110" y="213870"/>
                  </a:lnTo>
                  <a:lnTo>
                    <a:pt x="1408370" y="214671"/>
                  </a:lnTo>
                  <a:lnTo>
                    <a:pt x="1414629" y="215473"/>
                  </a:lnTo>
                  <a:lnTo>
                    <a:pt x="1420889" y="216248"/>
                  </a:lnTo>
                  <a:lnTo>
                    <a:pt x="1427148" y="217021"/>
                  </a:lnTo>
                  <a:lnTo>
                    <a:pt x="1433407" y="217778"/>
                  </a:lnTo>
                  <a:lnTo>
                    <a:pt x="1439667" y="218523"/>
                  </a:lnTo>
                  <a:lnTo>
                    <a:pt x="1445926" y="219262"/>
                  </a:lnTo>
                  <a:lnTo>
                    <a:pt x="1452186" y="219980"/>
                  </a:lnTo>
                  <a:lnTo>
                    <a:pt x="1458445" y="220697"/>
                  </a:lnTo>
                  <a:lnTo>
                    <a:pt x="1464705" y="221392"/>
                  </a:lnTo>
                  <a:lnTo>
                    <a:pt x="1470964" y="222082"/>
                  </a:lnTo>
                  <a:lnTo>
                    <a:pt x="1477223" y="222759"/>
                  </a:lnTo>
                  <a:lnTo>
                    <a:pt x="1483483" y="223424"/>
                  </a:lnTo>
                  <a:lnTo>
                    <a:pt x="1489742" y="224084"/>
                  </a:lnTo>
                  <a:lnTo>
                    <a:pt x="1496002" y="224722"/>
                  </a:lnTo>
                  <a:lnTo>
                    <a:pt x="1502261" y="225360"/>
                  </a:lnTo>
                  <a:lnTo>
                    <a:pt x="1508521" y="225978"/>
                  </a:lnTo>
                  <a:lnTo>
                    <a:pt x="1514780" y="226590"/>
                  </a:lnTo>
                  <a:lnTo>
                    <a:pt x="1521039" y="227192"/>
                  </a:lnTo>
                  <a:lnTo>
                    <a:pt x="1527299" y="227779"/>
                  </a:lnTo>
                  <a:lnTo>
                    <a:pt x="1533558" y="228365"/>
                  </a:lnTo>
                  <a:lnTo>
                    <a:pt x="1539818" y="228928"/>
                  </a:lnTo>
                  <a:lnTo>
                    <a:pt x="1546077" y="229491"/>
                  </a:lnTo>
                  <a:lnTo>
                    <a:pt x="1552337" y="230036"/>
                  </a:lnTo>
                  <a:lnTo>
                    <a:pt x="1558596" y="230575"/>
                  </a:lnTo>
                  <a:lnTo>
                    <a:pt x="1564855" y="231105"/>
                  </a:lnTo>
                  <a:lnTo>
                    <a:pt x="1571115" y="231620"/>
                  </a:lnTo>
                  <a:lnTo>
                    <a:pt x="1577374" y="232135"/>
                  </a:lnTo>
                  <a:lnTo>
                    <a:pt x="1583634" y="232628"/>
                  </a:lnTo>
                  <a:lnTo>
                    <a:pt x="1589893" y="233120"/>
                  </a:lnTo>
                  <a:lnTo>
                    <a:pt x="1596152" y="233598"/>
                  </a:lnTo>
                  <a:lnTo>
                    <a:pt x="1602412" y="234068"/>
                  </a:lnTo>
                  <a:lnTo>
                    <a:pt x="1608671" y="234531"/>
                  </a:lnTo>
                  <a:lnTo>
                    <a:pt x="1614931" y="234979"/>
                  </a:lnTo>
                  <a:lnTo>
                    <a:pt x="1621190" y="235428"/>
                  </a:lnTo>
                  <a:lnTo>
                    <a:pt x="1627450" y="235855"/>
                  </a:lnTo>
                  <a:lnTo>
                    <a:pt x="1633709" y="236282"/>
                  </a:lnTo>
                  <a:lnTo>
                    <a:pt x="1639968" y="236696"/>
                  </a:lnTo>
                  <a:lnTo>
                    <a:pt x="1646228" y="237102"/>
                  </a:lnTo>
                  <a:lnTo>
                    <a:pt x="1652487" y="237503"/>
                  </a:lnTo>
                  <a:lnTo>
                    <a:pt x="1658747" y="237889"/>
                  </a:lnTo>
                  <a:lnTo>
                    <a:pt x="1665006" y="238275"/>
                  </a:lnTo>
                  <a:lnTo>
                    <a:pt x="1671266" y="238643"/>
                  </a:lnTo>
                  <a:lnTo>
                    <a:pt x="1677525" y="239009"/>
                  </a:lnTo>
                  <a:lnTo>
                    <a:pt x="1683784" y="239364"/>
                  </a:lnTo>
                  <a:lnTo>
                    <a:pt x="1690044" y="239711"/>
                  </a:lnTo>
                  <a:lnTo>
                    <a:pt x="1696303" y="240054"/>
                  </a:lnTo>
                  <a:lnTo>
                    <a:pt x="1702563" y="240382"/>
                  </a:lnTo>
                  <a:lnTo>
                    <a:pt x="1708822" y="240710"/>
                  </a:lnTo>
                  <a:lnTo>
                    <a:pt x="1715082" y="241023"/>
                  </a:lnTo>
                  <a:lnTo>
                    <a:pt x="1721341" y="241333"/>
                  </a:lnTo>
                  <a:lnTo>
                    <a:pt x="1727600" y="241634"/>
                  </a:lnTo>
                  <a:lnTo>
                    <a:pt x="1733860" y="241926"/>
                  </a:lnTo>
                  <a:lnTo>
                    <a:pt x="1740119" y="242216"/>
                  </a:lnTo>
                  <a:lnTo>
                    <a:pt x="1746379" y="242491"/>
                  </a:lnTo>
                  <a:lnTo>
                    <a:pt x="1752638" y="242766"/>
                  </a:lnTo>
                  <a:lnTo>
                    <a:pt x="1758897" y="243029"/>
                  </a:lnTo>
                  <a:lnTo>
                    <a:pt x="1765157" y="243287"/>
                  </a:lnTo>
                  <a:lnTo>
                    <a:pt x="1771416" y="243539"/>
                  </a:lnTo>
                  <a:lnTo>
                    <a:pt x="1777676" y="243781"/>
                  </a:lnTo>
                  <a:lnTo>
                    <a:pt x="1783935" y="244022"/>
                  </a:lnTo>
                  <a:lnTo>
                    <a:pt x="1790195" y="244248"/>
                  </a:lnTo>
                  <a:lnTo>
                    <a:pt x="1796454" y="244475"/>
                  </a:lnTo>
                  <a:lnTo>
                    <a:pt x="1802713" y="244691"/>
                  </a:lnTo>
                  <a:lnTo>
                    <a:pt x="1808973" y="244902"/>
                  </a:lnTo>
                  <a:lnTo>
                    <a:pt x="1815232" y="245108"/>
                  </a:lnTo>
                  <a:lnTo>
                    <a:pt x="1821492" y="245305"/>
                  </a:lnTo>
                  <a:lnTo>
                    <a:pt x="1827751" y="245501"/>
                  </a:lnTo>
                  <a:lnTo>
                    <a:pt x="1834011" y="245684"/>
                  </a:lnTo>
                  <a:lnTo>
                    <a:pt x="1840270" y="245866"/>
                  </a:lnTo>
                  <a:lnTo>
                    <a:pt x="1846529" y="246039"/>
                  </a:lnTo>
                  <a:lnTo>
                    <a:pt x="1852789" y="246208"/>
                  </a:lnTo>
                  <a:lnTo>
                    <a:pt x="1859048" y="246373"/>
                  </a:lnTo>
                  <a:lnTo>
                    <a:pt x="1865308" y="246528"/>
                  </a:lnTo>
                  <a:lnTo>
                    <a:pt x="1871567" y="246683"/>
                  </a:lnTo>
                  <a:lnTo>
                    <a:pt x="1877827" y="246826"/>
                  </a:lnTo>
                  <a:lnTo>
                    <a:pt x="1884086" y="246969"/>
                  </a:lnTo>
                  <a:lnTo>
                    <a:pt x="1890345" y="247104"/>
                  </a:lnTo>
                  <a:lnTo>
                    <a:pt x="1896605" y="247234"/>
                  </a:lnTo>
                  <a:lnTo>
                    <a:pt x="1902864" y="247361"/>
                  </a:lnTo>
                  <a:lnTo>
                    <a:pt x="1909124" y="247479"/>
                  </a:lnTo>
                  <a:lnTo>
                    <a:pt x="1915383" y="247597"/>
                  </a:lnTo>
                  <a:lnTo>
                    <a:pt x="1921642" y="247704"/>
                  </a:lnTo>
                  <a:lnTo>
                    <a:pt x="1927902" y="247811"/>
                  </a:lnTo>
                  <a:lnTo>
                    <a:pt x="1934161" y="247911"/>
                  </a:lnTo>
                  <a:lnTo>
                    <a:pt x="1940421" y="248007"/>
                  </a:lnTo>
                  <a:lnTo>
                    <a:pt x="1946680" y="248100"/>
                  </a:lnTo>
                  <a:lnTo>
                    <a:pt x="1952940" y="248184"/>
                  </a:lnTo>
                  <a:lnTo>
                    <a:pt x="1959199" y="248269"/>
                  </a:lnTo>
                  <a:lnTo>
                    <a:pt x="1965458" y="248345"/>
                  </a:lnTo>
                  <a:lnTo>
                    <a:pt x="1971718" y="248419"/>
                  </a:lnTo>
                  <a:lnTo>
                    <a:pt x="1977977" y="248489"/>
                  </a:lnTo>
                  <a:lnTo>
                    <a:pt x="1984237" y="248553"/>
                  </a:lnTo>
                  <a:lnTo>
                    <a:pt x="1990496" y="248616"/>
                  </a:lnTo>
                  <a:lnTo>
                    <a:pt x="1996756" y="248671"/>
                  </a:lnTo>
                  <a:lnTo>
                    <a:pt x="2003015" y="248726"/>
                  </a:lnTo>
                  <a:lnTo>
                    <a:pt x="2009274" y="248774"/>
                  </a:lnTo>
                  <a:lnTo>
                    <a:pt x="2015534" y="248820"/>
                  </a:lnTo>
                  <a:lnTo>
                    <a:pt x="2021793" y="248862"/>
                  </a:lnTo>
                  <a:lnTo>
                    <a:pt x="2028053" y="248899"/>
                  </a:lnTo>
                  <a:lnTo>
                    <a:pt x="2034312" y="248935"/>
                  </a:lnTo>
                  <a:lnTo>
                    <a:pt x="2040572" y="248964"/>
                  </a:lnTo>
                  <a:lnTo>
                    <a:pt x="2046831" y="248993"/>
                  </a:lnTo>
                  <a:lnTo>
                    <a:pt x="2053090" y="249016"/>
                  </a:lnTo>
                  <a:lnTo>
                    <a:pt x="2059350" y="249037"/>
                  </a:lnTo>
                  <a:lnTo>
                    <a:pt x="2065609" y="249055"/>
                  </a:lnTo>
                  <a:lnTo>
                    <a:pt x="2071869" y="249068"/>
                  </a:lnTo>
                  <a:lnTo>
                    <a:pt x="2078128" y="249082"/>
                  </a:lnTo>
                  <a:lnTo>
                    <a:pt x="2084388" y="249088"/>
                  </a:lnTo>
                  <a:lnTo>
                    <a:pt x="2090647" y="249094"/>
                  </a:lnTo>
                  <a:lnTo>
                    <a:pt x="2096906" y="249096"/>
                  </a:lnTo>
                  <a:lnTo>
                    <a:pt x="2103166" y="249095"/>
                  </a:lnTo>
                  <a:lnTo>
                    <a:pt x="2109425" y="249093"/>
                  </a:lnTo>
                  <a:lnTo>
                    <a:pt x="2115685" y="249086"/>
                  </a:lnTo>
                  <a:lnTo>
                    <a:pt x="2121944" y="249079"/>
                  </a:lnTo>
                  <a:lnTo>
                    <a:pt x="2128203" y="249066"/>
                  </a:lnTo>
                  <a:lnTo>
                    <a:pt x="2134463" y="249053"/>
                  </a:lnTo>
                  <a:lnTo>
                    <a:pt x="2140722" y="249037"/>
                  </a:lnTo>
                  <a:lnTo>
                    <a:pt x="2146982" y="249018"/>
                  </a:lnTo>
                  <a:lnTo>
                    <a:pt x="2153241" y="248999"/>
                  </a:lnTo>
                  <a:lnTo>
                    <a:pt x="2159501" y="248975"/>
                  </a:lnTo>
                  <a:lnTo>
                    <a:pt x="2165760" y="248951"/>
                  </a:lnTo>
                  <a:lnTo>
                    <a:pt x="2172019" y="248923"/>
                  </a:lnTo>
                  <a:lnTo>
                    <a:pt x="2178279" y="248894"/>
                  </a:lnTo>
                  <a:lnTo>
                    <a:pt x="2184538" y="248863"/>
                  </a:lnTo>
                  <a:lnTo>
                    <a:pt x="2190798" y="248830"/>
                  </a:lnTo>
                  <a:lnTo>
                    <a:pt x="2197057" y="248796"/>
                  </a:lnTo>
                  <a:lnTo>
                    <a:pt x="2203317" y="248759"/>
                  </a:lnTo>
                  <a:lnTo>
                    <a:pt x="2209576" y="248722"/>
                  </a:lnTo>
                  <a:lnTo>
                    <a:pt x="2215835" y="248682"/>
                  </a:lnTo>
                  <a:lnTo>
                    <a:pt x="2222095" y="248641"/>
                  </a:lnTo>
                  <a:lnTo>
                    <a:pt x="2228354" y="248598"/>
                  </a:lnTo>
                  <a:lnTo>
                    <a:pt x="2234614" y="248554"/>
                  </a:lnTo>
                  <a:lnTo>
                    <a:pt x="2240873" y="248509"/>
                  </a:lnTo>
                  <a:lnTo>
                    <a:pt x="2247133" y="248462"/>
                  </a:lnTo>
                  <a:lnTo>
                    <a:pt x="2253392" y="248414"/>
                  </a:lnTo>
                  <a:lnTo>
                    <a:pt x="2259651" y="248365"/>
                  </a:lnTo>
                  <a:lnTo>
                    <a:pt x="2265911" y="248315"/>
                  </a:lnTo>
                  <a:lnTo>
                    <a:pt x="2272170" y="248265"/>
                  </a:lnTo>
                  <a:lnTo>
                    <a:pt x="2278430" y="248213"/>
                  </a:lnTo>
                  <a:lnTo>
                    <a:pt x="2284689" y="248161"/>
                  </a:lnTo>
                  <a:lnTo>
                    <a:pt x="2290948" y="248107"/>
                  </a:lnTo>
                  <a:lnTo>
                    <a:pt x="2297208" y="248053"/>
                  </a:lnTo>
                  <a:lnTo>
                    <a:pt x="2303467" y="247998"/>
                  </a:lnTo>
                  <a:lnTo>
                    <a:pt x="2309727" y="247943"/>
                  </a:lnTo>
                  <a:lnTo>
                    <a:pt x="2315986" y="247887"/>
                  </a:lnTo>
                  <a:lnTo>
                    <a:pt x="2322246" y="247831"/>
                  </a:lnTo>
                  <a:lnTo>
                    <a:pt x="2328505" y="247774"/>
                  </a:lnTo>
                  <a:lnTo>
                    <a:pt x="2334764" y="247717"/>
                  </a:lnTo>
                  <a:lnTo>
                    <a:pt x="2341024" y="247660"/>
                  </a:lnTo>
                  <a:lnTo>
                    <a:pt x="2347283" y="247603"/>
                  </a:lnTo>
                  <a:lnTo>
                    <a:pt x="2353543" y="247546"/>
                  </a:lnTo>
                  <a:lnTo>
                    <a:pt x="2359802" y="247488"/>
                  </a:lnTo>
                  <a:lnTo>
                    <a:pt x="2366062" y="247431"/>
                  </a:lnTo>
                  <a:lnTo>
                    <a:pt x="2372321" y="247374"/>
                  </a:lnTo>
                  <a:lnTo>
                    <a:pt x="2378580" y="247317"/>
                  </a:lnTo>
                  <a:lnTo>
                    <a:pt x="2384840" y="247261"/>
                  </a:lnTo>
                  <a:lnTo>
                    <a:pt x="2391099" y="247205"/>
                  </a:lnTo>
                  <a:lnTo>
                    <a:pt x="2397359" y="247149"/>
                  </a:lnTo>
                  <a:lnTo>
                    <a:pt x="2403618" y="247093"/>
                  </a:lnTo>
                  <a:lnTo>
                    <a:pt x="2409878" y="247039"/>
                  </a:lnTo>
                  <a:lnTo>
                    <a:pt x="2416137" y="246985"/>
                  </a:lnTo>
                  <a:lnTo>
                    <a:pt x="2422396" y="246932"/>
                  </a:lnTo>
                  <a:lnTo>
                    <a:pt x="2428656" y="246879"/>
                  </a:lnTo>
                  <a:lnTo>
                    <a:pt x="2434915" y="246827"/>
                  </a:lnTo>
                  <a:lnTo>
                    <a:pt x="2441175" y="246776"/>
                  </a:lnTo>
                  <a:lnTo>
                    <a:pt x="2447434" y="246726"/>
                  </a:lnTo>
                  <a:lnTo>
                    <a:pt x="2453693" y="246678"/>
                  </a:lnTo>
                  <a:lnTo>
                    <a:pt x="2459953" y="246630"/>
                  </a:lnTo>
                  <a:lnTo>
                    <a:pt x="2466212" y="246584"/>
                  </a:lnTo>
                  <a:lnTo>
                    <a:pt x="2472472" y="246538"/>
                  </a:lnTo>
                  <a:lnTo>
                    <a:pt x="2478731" y="246494"/>
                  </a:lnTo>
                  <a:lnTo>
                    <a:pt x="2484991" y="246452"/>
                  </a:lnTo>
                  <a:lnTo>
                    <a:pt x="2491250" y="246410"/>
                  </a:lnTo>
                  <a:lnTo>
                    <a:pt x="2497509" y="246372"/>
                  </a:lnTo>
                  <a:lnTo>
                    <a:pt x="2503769" y="246333"/>
                  </a:lnTo>
                  <a:lnTo>
                    <a:pt x="2510028" y="246298"/>
                  </a:lnTo>
                  <a:lnTo>
                    <a:pt x="2516288" y="246264"/>
                  </a:lnTo>
                  <a:lnTo>
                    <a:pt x="2522547" y="246231"/>
                  </a:lnTo>
                  <a:lnTo>
                    <a:pt x="2528807" y="246201"/>
                  </a:lnTo>
                  <a:lnTo>
                    <a:pt x="2535066" y="246171"/>
                  </a:lnTo>
                  <a:lnTo>
                    <a:pt x="2541325" y="246145"/>
                  </a:lnTo>
                  <a:lnTo>
                    <a:pt x="2547585" y="246120"/>
                  </a:lnTo>
                  <a:lnTo>
                    <a:pt x="2553844" y="246098"/>
                  </a:lnTo>
                  <a:lnTo>
                    <a:pt x="2560104" y="246078"/>
                  </a:lnTo>
                  <a:lnTo>
                    <a:pt x="2566363" y="246060"/>
                  </a:lnTo>
                  <a:lnTo>
                    <a:pt x="2572623" y="246046"/>
                  </a:lnTo>
                  <a:lnTo>
                    <a:pt x="2578882" y="246031"/>
                  </a:lnTo>
                  <a:lnTo>
                    <a:pt x="2585141" y="246022"/>
                  </a:lnTo>
                  <a:lnTo>
                    <a:pt x="2591401" y="246013"/>
                  </a:lnTo>
                  <a:lnTo>
                    <a:pt x="2597660" y="246009"/>
                  </a:lnTo>
                  <a:lnTo>
                    <a:pt x="2603920" y="246006"/>
                  </a:lnTo>
                  <a:lnTo>
                    <a:pt x="2610179" y="246005"/>
                  </a:lnTo>
                  <a:lnTo>
                    <a:pt x="2616438" y="246010"/>
                  </a:lnTo>
                  <a:lnTo>
                    <a:pt x="2622698" y="246014"/>
                  </a:lnTo>
                  <a:lnTo>
                    <a:pt x="2628957" y="246025"/>
                  </a:lnTo>
                  <a:lnTo>
                    <a:pt x="2635217" y="246036"/>
                  </a:lnTo>
                  <a:lnTo>
                    <a:pt x="2641476" y="246051"/>
                  </a:lnTo>
                  <a:lnTo>
                    <a:pt x="2647736" y="246069"/>
                  </a:lnTo>
                  <a:lnTo>
                    <a:pt x="2653995" y="246089"/>
                  </a:lnTo>
                  <a:lnTo>
                    <a:pt x="2660254" y="246116"/>
                  </a:lnTo>
                  <a:lnTo>
                    <a:pt x="2666514" y="246142"/>
                  </a:lnTo>
                  <a:lnTo>
                    <a:pt x="2672773" y="246174"/>
                  </a:lnTo>
                  <a:lnTo>
                    <a:pt x="2679033" y="246209"/>
                  </a:lnTo>
                  <a:lnTo>
                    <a:pt x="2685292" y="246247"/>
                  </a:lnTo>
                  <a:lnTo>
                    <a:pt x="2691552" y="246289"/>
                  </a:lnTo>
                  <a:lnTo>
                    <a:pt x="2697811" y="246332"/>
                  </a:lnTo>
                  <a:lnTo>
                    <a:pt x="2704070" y="246383"/>
                  </a:lnTo>
                  <a:lnTo>
                    <a:pt x="2710330" y="246434"/>
                  </a:lnTo>
                  <a:lnTo>
                    <a:pt x="2716589" y="246492"/>
                  </a:lnTo>
                  <a:lnTo>
                    <a:pt x="2722849" y="246552"/>
                  </a:lnTo>
                  <a:lnTo>
                    <a:pt x="2729108" y="246615"/>
                  </a:lnTo>
                  <a:lnTo>
                    <a:pt x="2735368" y="246684"/>
                  </a:lnTo>
                  <a:lnTo>
                    <a:pt x="2741627" y="246753"/>
                  </a:lnTo>
                  <a:lnTo>
                    <a:pt x="2747886" y="246832"/>
                  </a:lnTo>
                  <a:lnTo>
                    <a:pt x="2754146" y="246910"/>
                  </a:lnTo>
                  <a:lnTo>
                    <a:pt x="2760405" y="246995"/>
                  </a:lnTo>
                  <a:lnTo>
                    <a:pt x="2766665" y="247083"/>
                  </a:lnTo>
                  <a:lnTo>
                    <a:pt x="2772924" y="247174"/>
                  </a:lnTo>
                  <a:lnTo>
                    <a:pt x="2779184" y="247272"/>
                  </a:lnTo>
                  <a:lnTo>
                    <a:pt x="2785443" y="247370"/>
                  </a:lnTo>
                  <a:lnTo>
                    <a:pt x="2791702" y="247477"/>
                  </a:lnTo>
                  <a:lnTo>
                    <a:pt x="2797962" y="247585"/>
                  </a:lnTo>
                  <a:lnTo>
                    <a:pt x="2804221" y="247699"/>
                  </a:lnTo>
                  <a:lnTo>
                    <a:pt x="2810481" y="247817"/>
                  </a:lnTo>
                  <a:lnTo>
                    <a:pt x="2816740" y="247938"/>
                  </a:lnTo>
                  <a:lnTo>
                    <a:pt x="2822999" y="248066"/>
                  </a:lnTo>
                  <a:lnTo>
                    <a:pt x="2829259" y="248195"/>
                  </a:lnTo>
                  <a:lnTo>
                    <a:pt x="2835518" y="248333"/>
                  </a:lnTo>
                  <a:lnTo>
                    <a:pt x="2841778" y="248472"/>
                  </a:lnTo>
                  <a:lnTo>
                    <a:pt x="2848037" y="248616"/>
                  </a:lnTo>
                  <a:lnTo>
                    <a:pt x="2854297" y="248766"/>
                  </a:lnTo>
                  <a:lnTo>
                    <a:pt x="2860556" y="248918"/>
                  </a:lnTo>
                  <a:lnTo>
                    <a:pt x="2866815" y="249078"/>
                  </a:lnTo>
                  <a:lnTo>
                    <a:pt x="2873075" y="249239"/>
                  </a:lnTo>
                  <a:lnTo>
                    <a:pt x="2879334" y="249408"/>
                  </a:lnTo>
                  <a:lnTo>
                    <a:pt x="2885594" y="249580"/>
                  </a:lnTo>
                  <a:lnTo>
                    <a:pt x="2891853" y="249757"/>
                  </a:lnTo>
                  <a:lnTo>
                    <a:pt x="2898113" y="249939"/>
                  </a:lnTo>
                  <a:lnTo>
                    <a:pt x="2904372" y="250123"/>
                  </a:lnTo>
                  <a:lnTo>
                    <a:pt x="2910631" y="250316"/>
                  </a:lnTo>
                  <a:lnTo>
                    <a:pt x="2916891" y="250509"/>
                  </a:lnTo>
                  <a:lnTo>
                    <a:pt x="2923150" y="250711"/>
                  </a:lnTo>
                  <a:lnTo>
                    <a:pt x="2929410" y="250916"/>
                  </a:lnTo>
                  <a:lnTo>
                    <a:pt x="2935669" y="251125"/>
                  </a:lnTo>
                  <a:lnTo>
                    <a:pt x="2941929" y="251340"/>
                  </a:lnTo>
                  <a:lnTo>
                    <a:pt x="2948188" y="251556"/>
                  </a:lnTo>
                  <a:lnTo>
                    <a:pt x="2954447" y="251783"/>
                  </a:lnTo>
                  <a:lnTo>
                    <a:pt x="2960707" y="252009"/>
                  </a:lnTo>
                  <a:lnTo>
                    <a:pt x="2966966" y="252243"/>
                  </a:lnTo>
                  <a:lnTo>
                    <a:pt x="2973226" y="252481"/>
                  </a:lnTo>
                  <a:lnTo>
                    <a:pt x="2979485" y="252722"/>
                  </a:lnTo>
                  <a:lnTo>
                    <a:pt x="2985744" y="252970"/>
                  </a:lnTo>
                  <a:lnTo>
                    <a:pt x="2992004" y="253219"/>
                  </a:lnTo>
                  <a:lnTo>
                    <a:pt x="2998263" y="253478"/>
                  </a:lnTo>
                  <a:lnTo>
                    <a:pt x="3004523" y="253737"/>
                  </a:lnTo>
                  <a:lnTo>
                    <a:pt x="3010782" y="254003"/>
                  </a:lnTo>
                  <a:lnTo>
                    <a:pt x="3017042" y="254273"/>
                  </a:lnTo>
                  <a:lnTo>
                    <a:pt x="3023301" y="254546"/>
                  </a:lnTo>
                  <a:lnTo>
                    <a:pt x="3029560" y="254826"/>
                  </a:lnTo>
                  <a:lnTo>
                    <a:pt x="3035820" y="255107"/>
                  </a:lnTo>
                  <a:lnTo>
                    <a:pt x="3042079" y="255397"/>
                  </a:lnTo>
                  <a:lnTo>
                    <a:pt x="3048339" y="255688"/>
                  </a:lnTo>
                  <a:lnTo>
                    <a:pt x="3054598" y="255985"/>
                  </a:lnTo>
                  <a:lnTo>
                    <a:pt x="3060858" y="256286"/>
                  </a:lnTo>
                  <a:lnTo>
                    <a:pt x="3067117" y="256589"/>
                  </a:lnTo>
                  <a:lnTo>
                    <a:pt x="3073376" y="256900"/>
                  </a:lnTo>
                  <a:lnTo>
                    <a:pt x="3079636" y="257211"/>
                  </a:lnTo>
                  <a:lnTo>
                    <a:pt x="3085895" y="257531"/>
                  </a:lnTo>
                  <a:lnTo>
                    <a:pt x="3092155" y="257852"/>
                  </a:lnTo>
                  <a:lnTo>
                    <a:pt x="3098414" y="258178"/>
                  </a:lnTo>
                  <a:lnTo>
                    <a:pt x="3104674" y="258509"/>
                  </a:lnTo>
                  <a:lnTo>
                    <a:pt x="3110933" y="258841"/>
                  </a:lnTo>
                  <a:lnTo>
                    <a:pt x="3117192" y="259181"/>
                  </a:lnTo>
                  <a:lnTo>
                    <a:pt x="3123452" y="259520"/>
                  </a:lnTo>
                  <a:lnTo>
                    <a:pt x="3129711" y="259868"/>
                  </a:lnTo>
                  <a:lnTo>
                    <a:pt x="3135971" y="260216"/>
                  </a:lnTo>
                  <a:lnTo>
                    <a:pt x="3142230" y="260569"/>
                  </a:lnTo>
                  <a:lnTo>
                    <a:pt x="3148489" y="260927"/>
                  </a:lnTo>
                  <a:lnTo>
                    <a:pt x="3154749" y="261285"/>
                  </a:lnTo>
                  <a:lnTo>
                    <a:pt x="3161008" y="261651"/>
                  </a:lnTo>
                  <a:lnTo>
                    <a:pt x="3167268" y="262017"/>
                  </a:lnTo>
                  <a:lnTo>
                    <a:pt x="3173527" y="262389"/>
                  </a:lnTo>
                  <a:lnTo>
                    <a:pt x="3179787" y="262763"/>
                  </a:lnTo>
                  <a:lnTo>
                    <a:pt x="3186046" y="263140"/>
                  </a:lnTo>
                  <a:lnTo>
                    <a:pt x="3192305" y="263521"/>
                  </a:lnTo>
                  <a:lnTo>
                    <a:pt x="3198565" y="263903"/>
                  </a:lnTo>
                  <a:lnTo>
                    <a:pt x="3198565" y="323016"/>
                  </a:lnTo>
                  <a:lnTo>
                    <a:pt x="3192305" y="323016"/>
                  </a:lnTo>
                  <a:lnTo>
                    <a:pt x="3186046" y="323016"/>
                  </a:lnTo>
                  <a:lnTo>
                    <a:pt x="3179787" y="323016"/>
                  </a:lnTo>
                  <a:lnTo>
                    <a:pt x="3173527" y="323016"/>
                  </a:lnTo>
                  <a:lnTo>
                    <a:pt x="3167268" y="323016"/>
                  </a:lnTo>
                  <a:lnTo>
                    <a:pt x="3161008" y="323016"/>
                  </a:lnTo>
                  <a:lnTo>
                    <a:pt x="3154749" y="323016"/>
                  </a:lnTo>
                  <a:lnTo>
                    <a:pt x="3148489" y="323016"/>
                  </a:lnTo>
                  <a:lnTo>
                    <a:pt x="3142230" y="323016"/>
                  </a:lnTo>
                  <a:lnTo>
                    <a:pt x="3135971" y="323016"/>
                  </a:lnTo>
                  <a:lnTo>
                    <a:pt x="3129711" y="323016"/>
                  </a:lnTo>
                  <a:lnTo>
                    <a:pt x="3123452" y="323016"/>
                  </a:lnTo>
                  <a:lnTo>
                    <a:pt x="3117192" y="323016"/>
                  </a:lnTo>
                  <a:lnTo>
                    <a:pt x="3110933" y="323016"/>
                  </a:lnTo>
                  <a:lnTo>
                    <a:pt x="3104674" y="323016"/>
                  </a:lnTo>
                  <a:lnTo>
                    <a:pt x="3098414" y="323016"/>
                  </a:lnTo>
                  <a:lnTo>
                    <a:pt x="3092155" y="323016"/>
                  </a:lnTo>
                  <a:lnTo>
                    <a:pt x="3085895" y="323016"/>
                  </a:lnTo>
                  <a:lnTo>
                    <a:pt x="3079636" y="323016"/>
                  </a:lnTo>
                  <a:lnTo>
                    <a:pt x="3073376" y="323016"/>
                  </a:lnTo>
                  <a:lnTo>
                    <a:pt x="3067117" y="323016"/>
                  </a:lnTo>
                  <a:lnTo>
                    <a:pt x="3060858" y="323016"/>
                  </a:lnTo>
                  <a:lnTo>
                    <a:pt x="3054598" y="323016"/>
                  </a:lnTo>
                  <a:lnTo>
                    <a:pt x="3048339" y="323016"/>
                  </a:lnTo>
                  <a:lnTo>
                    <a:pt x="3042079" y="323016"/>
                  </a:lnTo>
                  <a:lnTo>
                    <a:pt x="3035820" y="323016"/>
                  </a:lnTo>
                  <a:lnTo>
                    <a:pt x="3029560" y="323016"/>
                  </a:lnTo>
                  <a:lnTo>
                    <a:pt x="3023301" y="323016"/>
                  </a:lnTo>
                  <a:lnTo>
                    <a:pt x="3017042" y="323016"/>
                  </a:lnTo>
                  <a:lnTo>
                    <a:pt x="3010782" y="323016"/>
                  </a:lnTo>
                  <a:lnTo>
                    <a:pt x="3004523" y="323016"/>
                  </a:lnTo>
                  <a:lnTo>
                    <a:pt x="2998263" y="323016"/>
                  </a:lnTo>
                  <a:lnTo>
                    <a:pt x="2992004" y="323016"/>
                  </a:lnTo>
                  <a:lnTo>
                    <a:pt x="2985744" y="323016"/>
                  </a:lnTo>
                  <a:lnTo>
                    <a:pt x="2979485" y="323016"/>
                  </a:lnTo>
                  <a:lnTo>
                    <a:pt x="2973226" y="323016"/>
                  </a:lnTo>
                  <a:lnTo>
                    <a:pt x="2966966" y="323016"/>
                  </a:lnTo>
                  <a:lnTo>
                    <a:pt x="2960707" y="323016"/>
                  </a:lnTo>
                  <a:lnTo>
                    <a:pt x="2954447" y="323016"/>
                  </a:lnTo>
                  <a:lnTo>
                    <a:pt x="2948188" y="323016"/>
                  </a:lnTo>
                  <a:lnTo>
                    <a:pt x="2941929" y="323016"/>
                  </a:lnTo>
                  <a:lnTo>
                    <a:pt x="2935669" y="323016"/>
                  </a:lnTo>
                  <a:lnTo>
                    <a:pt x="2929410" y="323016"/>
                  </a:lnTo>
                  <a:lnTo>
                    <a:pt x="2923150" y="323016"/>
                  </a:lnTo>
                  <a:lnTo>
                    <a:pt x="2916891" y="323016"/>
                  </a:lnTo>
                  <a:lnTo>
                    <a:pt x="2910631" y="323016"/>
                  </a:lnTo>
                  <a:lnTo>
                    <a:pt x="2904372" y="323016"/>
                  </a:lnTo>
                  <a:lnTo>
                    <a:pt x="2898113" y="323016"/>
                  </a:lnTo>
                  <a:lnTo>
                    <a:pt x="2891853" y="323016"/>
                  </a:lnTo>
                  <a:lnTo>
                    <a:pt x="2885594" y="323016"/>
                  </a:lnTo>
                  <a:lnTo>
                    <a:pt x="2879334" y="323016"/>
                  </a:lnTo>
                  <a:lnTo>
                    <a:pt x="2873075" y="323016"/>
                  </a:lnTo>
                  <a:lnTo>
                    <a:pt x="2866815" y="323016"/>
                  </a:lnTo>
                  <a:lnTo>
                    <a:pt x="2860556" y="323016"/>
                  </a:lnTo>
                  <a:lnTo>
                    <a:pt x="2854297" y="323016"/>
                  </a:lnTo>
                  <a:lnTo>
                    <a:pt x="2848037" y="323016"/>
                  </a:lnTo>
                  <a:lnTo>
                    <a:pt x="2841778" y="323016"/>
                  </a:lnTo>
                  <a:lnTo>
                    <a:pt x="2835518" y="323016"/>
                  </a:lnTo>
                  <a:lnTo>
                    <a:pt x="2829259" y="323016"/>
                  </a:lnTo>
                  <a:lnTo>
                    <a:pt x="2822999" y="323016"/>
                  </a:lnTo>
                  <a:lnTo>
                    <a:pt x="2816740" y="323016"/>
                  </a:lnTo>
                  <a:lnTo>
                    <a:pt x="2810481" y="323016"/>
                  </a:lnTo>
                  <a:lnTo>
                    <a:pt x="2804221" y="323016"/>
                  </a:lnTo>
                  <a:lnTo>
                    <a:pt x="2797962" y="323016"/>
                  </a:lnTo>
                  <a:lnTo>
                    <a:pt x="2791702" y="323016"/>
                  </a:lnTo>
                  <a:lnTo>
                    <a:pt x="2785443" y="323016"/>
                  </a:lnTo>
                  <a:lnTo>
                    <a:pt x="2779184" y="323016"/>
                  </a:lnTo>
                  <a:lnTo>
                    <a:pt x="2772924" y="323016"/>
                  </a:lnTo>
                  <a:lnTo>
                    <a:pt x="2766665" y="323016"/>
                  </a:lnTo>
                  <a:lnTo>
                    <a:pt x="2760405" y="323016"/>
                  </a:lnTo>
                  <a:lnTo>
                    <a:pt x="2754146" y="323016"/>
                  </a:lnTo>
                  <a:lnTo>
                    <a:pt x="2747886" y="323016"/>
                  </a:lnTo>
                  <a:lnTo>
                    <a:pt x="2741627" y="323016"/>
                  </a:lnTo>
                  <a:lnTo>
                    <a:pt x="2735368" y="323016"/>
                  </a:lnTo>
                  <a:lnTo>
                    <a:pt x="2729108" y="323016"/>
                  </a:lnTo>
                  <a:lnTo>
                    <a:pt x="2722849" y="323016"/>
                  </a:lnTo>
                  <a:lnTo>
                    <a:pt x="2716589" y="323016"/>
                  </a:lnTo>
                  <a:lnTo>
                    <a:pt x="2710330" y="323016"/>
                  </a:lnTo>
                  <a:lnTo>
                    <a:pt x="2704070" y="323016"/>
                  </a:lnTo>
                  <a:lnTo>
                    <a:pt x="2697811" y="323016"/>
                  </a:lnTo>
                  <a:lnTo>
                    <a:pt x="2691552" y="323016"/>
                  </a:lnTo>
                  <a:lnTo>
                    <a:pt x="2685292" y="323016"/>
                  </a:lnTo>
                  <a:lnTo>
                    <a:pt x="2679033" y="323016"/>
                  </a:lnTo>
                  <a:lnTo>
                    <a:pt x="2672773" y="323016"/>
                  </a:lnTo>
                  <a:lnTo>
                    <a:pt x="2666514" y="323016"/>
                  </a:lnTo>
                  <a:lnTo>
                    <a:pt x="2660254" y="323016"/>
                  </a:lnTo>
                  <a:lnTo>
                    <a:pt x="2653995" y="323016"/>
                  </a:lnTo>
                  <a:lnTo>
                    <a:pt x="2647736" y="323016"/>
                  </a:lnTo>
                  <a:lnTo>
                    <a:pt x="2641476" y="323016"/>
                  </a:lnTo>
                  <a:lnTo>
                    <a:pt x="2635217" y="323016"/>
                  </a:lnTo>
                  <a:lnTo>
                    <a:pt x="2628957" y="323016"/>
                  </a:lnTo>
                  <a:lnTo>
                    <a:pt x="2622698" y="323016"/>
                  </a:lnTo>
                  <a:lnTo>
                    <a:pt x="2616438" y="323016"/>
                  </a:lnTo>
                  <a:lnTo>
                    <a:pt x="2610179" y="323016"/>
                  </a:lnTo>
                  <a:lnTo>
                    <a:pt x="2603920" y="323016"/>
                  </a:lnTo>
                  <a:lnTo>
                    <a:pt x="2597660" y="323016"/>
                  </a:lnTo>
                  <a:lnTo>
                    <a:pt x="2591401" y="323016"/>
                  </a:lnTo>
                  <a:lnTo>
                    <a:pt x="2585141" y="323016"/>
                  </a:lnTo>
                  <a:lnTo>
                    <a:pt x="2578882" y="323016"/>
                  </a:lnTo>
                  <a:lnTo>
                    <a:pt x="2572623" y="323016"/>
                  </a:lnTo>
                  <a:lnTo>
                    <a:pt x="2566363" y="323016"/>
                  </a:lnTo>
                  <a:lnTo>
                    <a:pt x="2560104" y="323016"/>
                  </a:lnTo>
                  <a:lnTo>
                    <a:pt x="2553844" y="323016"/>
                  </a:lnTo>
                  <a:lnTo>
                    <a:pt x="2547585" y="323016"/>
                  </a:lnTo>
                  <a:lnTo>
                    <a:pt x="2541325" y="323016"/>
                  </a:lnTo>
                  <a:lnTo>
                    <a:pt x="2535066" y="323016"/>
                  </a:lnTo>
                  <a:lnTo>
                    <a:pt x="2528807" y="323016"/>
                  </a:lnTo>
                  <a:lnTo>
                    <a:pt x="2522547" y="323016"/>
                  </a:lnTo>
                  <a:lnTo>
                    <a:pt x="2516288" y="323016"/>
                  </a:lnTo>
                  <a:lnTo>
                    <a:pt x="2510028" y="323016"/>
                  </a:lnTo>
                  <a:lnTo>
                    <a:pt x="2503769" y="323016"/>
                  </a:lnTo>
                  <a:lnTo>
                    <a:pt x="2497509" y="323016"/>
                  </a:lnTo>
                  <a:lnTo>
                    <a:pt x="2491250" y="323016"/>
                  </a:lnTo>
                  <a:lnTo>
                    <a:pt x="2484991" y="323016"/>
                  </a:lnTo>
                  <a:lnTo>
                    <a:pt x="2478731" y="323016"/>
                  </a:lnTo>
                  <a:lnTo>
                    <a:pt x="2472472" y="323016"/>
                  </a:lnTo>
                  <a:lnTo>
                    <a:pt x="2466212" y="323016"/>
                  </a:lnTo>
                  <a:lnTo>
                    <a:pt x="2459953" y="323016"/>
                  </a:lnTo>
                  <a:lnTo>
                    <a:pt x="2453693" y="323016"/>
                  </a:lnTo>
                  <a:lnTo>
                    <a:pt x="2447434" y="323016"/>
                  </a:lnTo>
                  <a:lnTo>
                    <a:pt x="2441175" y="323016"/>
                  </a:lnTo>
                  <a:lnTo>
                    <a:pt x="2434915" y="323016"/>
                  </a:lnTo>
                  <a:lnTo>
                    <a:pt x="2428656" y="323016"/>
                  </a:lnTo>
                  <a:lnTo>
                    <a:pt x="2422396" y="323016"/>
                  </a:lnTo>
                  <a:lnTo>
                    <a:pt x="2416137" y="323016"/>
                  </a:lnTo>
                  <a:lnTo>
                    <a:pt x="2409878" y="323016"/>
                  </a:lnTo>
                  <a:lnTo>
                    <a:pt x="2403618" y="323016"/>
                  </a:lnTo>
                  <a:lnTo>
                    <a:pt x="2397359" y="323016"/>
                  </a:lnTo>
                  <a:lnTo>
                    <a:pt x="2391099" y="323016"/>
                  </a:lnTo>
                  <a:lnTo>
                    <a:pt x="2384840" y="323016"/>
                  </a:lnTo>
                  <a:lnTo>
                    <a:pt x="2378580" y="323016"/>
                  </a:lnTo>
                  <a:lnTo>
                    <a:pt x="2372321" y="323016"/>
                  </a:lnTo>
                  <a:lnTo>
                    <a:pt x="2366062" y="323016"/>
                  </a:lnTo>
                  <a:lnTo>
                    <a:pt x="2359802" y="323016"/>
                  </a:lnTo>
                  <a:lnTo>
                    <a:pt x="2353543" y="323016"/>
                  </a:lnTo>
                  <a:lnTo>
                    <a:pt x="2347283" y="323016"/>
                  </a:lnTo>
                  <a:lnTo>
                    <a:pt x="2341024" y="323016"/>
                  </a:lnTo>
                  <a:lnTo>
                    <a:pt x="2334764" y="323016"/>
                  </a:lnTo>
                  <a:lnTo>
                    <a:pt x="2328505" y="323016"/>
                  </a:lnTo>
                  <a:lnTo>
                    <a:pt x="2322246" y="323016"/>
                  </a:lnTo>
                  <a:lnTo>
                    <a:pt x="2315986" y="323016"/>
                  </a:lnTo>
                  <a:lnTo>
                    <a:pt x="2309727" y="323016"/>
                  </a:lnTo>
                  <a:lnTo>
                    <a:pt x="2303467" y="323016"/>
                  </a:lnTo>
                  <a:lnTo>
                    <a:pt x="2297208" y="323016"/>
                  </a:lnTo>
                  <a:lnTo>
                    <a:pt x="2290948" y="323016"/>
                  </a:lnTo>
                  <a:lnTo>
                    <a:pt x="2284689" y="323016"/>
                  </a:lnTo>
                  <a:lnTo>
                    <a:pt x="2278430" y="323016"/>
                  </a:lnTo>
                  <a:lnTo>
                    <a:pt x="2272170" y="323016"/>
                  </a:lnTo>
                  <a:lnTo>
                    <a:pt x="2265911" y="323016"/>
                  </a:lnTo>
                  <a:lnTo>
                    <a:pt x="2259651" y="323016"/>
                  </a:lnTo>
                  <a:lnTo>
                    <a:pt x="2253392" y="323016"/>
                  </a:lnTo>
                  <a:lnTo>
                    <a:pt x="2247133" y="323016"/>
                  </a:lnTo>
                  <a:lnTo>
                    <a:pt x="2240873" y="323016"/>
                  </a:lnTo>
                  <a:lnTo>
                    <a:pt x="2234614" y="323016"/>
                  </a:lnTo>
                  <a:lnTo>
                    <a:pt x="2228354" y="323016"/>
                  </a:lnTo>
                  <a:lnTo>
                    <a:pt x="2222095" y="323016"/>
                  </a:lnTo>
                  <a:lnTo>
                    <a:pt x="2215835" y="323016"/>
                  </a:lnTo>
                  <a:lnTo>
                    <a:pt x="2209576" y="323016"/>
                  </a:lnTo>
                  <a:lnTo>
                    <a:pt x="2203317" y="323016"/>
                  </a:lnTo>
                  <a:lnTo>
                    <a:pt x="2197057" y="323016"/>
                  </a:lnTo>
                  <a:lnTo>
                    <a:pt x="2190798" y="323016"/>
                  </a:lnTo>
                  <a:lnTo>
                    <a:pt x="2184538" y="323016"/>
                  </a:lnTo>
                  <a:lnTo>
                    <a:pt x="2178279" y="323016"/>
                  </a:lnTo>
                  <a:lnTo>
                    <a:pt x="2172019" y="323016"/>
                  </a:lnTo>
                  <a:lnTo>
                    <a:pt x="2165760" y="323016"/>
                  </a:lnTo>
                  <a:lnTo>
                    <a:pt x="2159501" y="323016"/>
                  </a:lnTo>
                  <a:lnTo>
                    <a:pt x="2153241" y="323016"/>
                  </a:lnTo>
                  <a:lnTo>
                    <a:pt x="2146982" y="323016"/>
                  </a:lnTo>
                  <a:lnTo>
                    <a:pt x="2140722" y="323016"/>
                  </a:lnTo>
                  <a:lnTo>
                    <a:pt x="2134463" y="323016"/>
                  </a:lnTo>
                  <a:lnTo>
                    <a:pt x="2128203" y="323016"/>
                  </a:lnTo>
                  <a:lnTo>
                    <a:pt x="2121944" y="323016"/>
                  </a:lnTo>
                  <a:lnTo>
                    <a:pt x="2115685" y="323016"/>
                  </a:lnTo>
                  <a:lnTo>
                    <a:pt x="2109425" y="323016"/>
                  </a:lnTo>
                  <a:lnTo>
                    <a:pt x="2103166" y="323016"/>
                  </a:lnTo>
                  <a:lnTo>
                    <a:pt x="2096906" y="323016"/>
                  </a:lnTo>
                  <a:lnTo>
                    <a:pt x="2090647" y="323016"/>
                  </a:lnTo>
                  <a:lnTo>
                    <a:pt x="2084388" y="323016"/>
                  </a:lnTo>
                  <a:lnTo>
                    <a:pt x="2078128" y="323016"/>
                  </a:lnTo>
                  <a:lnTo>
                    <a:pt x="2071869" y="323016"/>
                  </a:lnTo>
                  <a:lnTo>
                    <a:pt x="2065609" y="323016"/>
                  </a:lnTo>
                  <a:lnTo>
                    <a:pt x="2059350" y="323016"/>
                  </a:lnTo>
                  <a:lnTo>
                    <a:pt x="2053090" y="323016"/>
                  </a:lnTo>
                  <a:lnTo>
                    <a:pt x="2046831" y="323016"/>
                  </a:lnTo>
                  <a:lnTo>
                    <a:pt x="2040572" y="323016"/>
                  </a:lnTo>
                  <a:lnTo>
                    <a:pt x="2034312" y="323016"/>
                  </a:lnTo>
                  <a:lnTo>
                    <a:pt x="2028053" y="323016"/>
                  </a:lnTo>
                  <a:lnTo>
                    <a:pt x="2021793" y="323016"/>
                  </a:lnTo>
                  <a:lnTo>
                    <a:pt x="2015534" y="323016"/>
                  </a:lnTo>
                  <a:lnTo>
                    <a:pt x="2009274" y="323016"/>
                  </a:lnTo>
                  <a:lnTo>
                    <a:pt x="2003015" y="323016"/>
                  </a:lnTo>
                  <a:lnTo>
                    <a:pt x="1996756" y="323016"/>
                  </a:lnTo>
                  <a:lnTo>
                    <a:pt x="1990496" y="323016"/>
                  </a:lnTo>
                  <a:lnTo>
                    <a:pt x="1984237" y="323016"/>
                  </a:lnTo>
                  <a:lnTo>
                    <a:pt x="1977977" y="323016"/>
                  </a:lnTo>
                  <a:lnTo>
                    <a:pt x="1971718" y="323016"/>
                  </a:lnTo>
                  <a:lnTo>
                    <a:pt x="1965458" y="323016"/>
                  </a:lnTo>
                  <a:lnTo>
                    <a:pt x="1959199" y="323016"/>
                  </a:lnTo>
                  <a:lnTo>
                    <a:pt x="1952940" y="323016"/>
                  </a:lnTo>
                  <a:lnTo>
                    <a:pt x="1946680" y="323016"/>
                  </a:lnTo>
                  <a:lnTo>
                    <a:pt x="1940421" y="323016"/>
                  </a:lnTo>
                  <a:lnTo>
                    <a:pt x="1934161" y="323016"/>
                  </a:lnTo>
                  <a:lnTo>
                    <a:pt x="1927902" y="323016"/>
                  </a:lnTo>
                  <a:lnTo>
                    <a:pt x="1921642" y="323016"/>
                  </a:lnTo>
                  <a:lnTo>
                    <a:pt x="1915383" y="323016"/>
                  </a:lnTo>
                  <a:lnTo>
                    <a:pt x="1909124" y="323016"/>
                  </a:lnTo>
                  <a:lnTo>
                    <a:pt x="1902864" y="323016"/>
                  </a:lnTo>
                  <a:lnTo>
                    <a:pt x="1896605" y="323016"/>
                  </a:lnTo>
                  <a:lnTo>
                    <a:pt x="1890345" y="323016"/>
                  </a:lnTo>
                  <a:lnTo>
                    <a:pt x="1884086" y="323016"/>
                  </a:lnTo>
                  <a:lnTo>
                    <a:pt x="1877827" y="323016"/>
                  </a:lnTo>
                  <a:lnTo>
                    <a:pt x="1871567" y="323016"/>
                  </a:lnTo>
                  <a:lnTo>
                    <a:pt x="1865308" y="323016"/>
                  </a:lnTo>
                  <a:lnTo>
                    <a:pt x="1859048" y="323016"/>
                  </a:lnTo>
                  <a:lnTo>
                    <a:pt x="1852789" y="323016"/>
                  </a:lnTo>
                  <a:lnTo>
                    <a:pt x="1846529" y="323016"/>
                  </a:lnTo>
                  <a:lnTo>
                    <a:pt x="1840270" y="323016"/>
                  </a:lnTo>
                  <a:lnTo>
                    <a:pt x="1834011" y="323016"/>
                  </a:lnTo>
                  <a:lnTo>
                    <a:pt x="1827751" y="323016"/>
                  </a:lnTo>
                  <a:lnTo>
                    <a:pt x="1821492" y="323016"/>
                  </a:lnTo>
                  <a:lnTo>
                    <a:pt x="1815232" y="323016"/>
                  </a:lnTo>
                  <a:lnTo>
                    <a:pt x="1808973" y="323016"/>
                  </a:lnTo>
                  <a:lnTo>
                    <a:pt x="1802713" y="323016"/>
                  </a:lnTo>
                  <a:lnTo>
                    <a:pt x="1796454" y="323016"/>
                  </a:lnTo>
                  <a:lnTo>
                    <a:pt x="1790195" y="323016"/>
                  </a:lnTo>
                  <a:lnTo>
                    <a:pt x="1783935" y="323016"/>
                  </a:lnTo>
                  <a:lnTo>
                    <a:pt x="1777676" y="323016"/>
                  </a:lnTo>
                  <a:lnTo>
                    <a:pt x="1771416" y="323016"/>
                  </a:lnTo>
                  <a:lnTo>
                    <a:pt x="1765157" y="323016"/>
                  </a:lnTo>
                  <a:lnTo>
                    <a:pt x="1758897" y="323016"/>
                  </a:lnTo>
                  <a:lnTo>
                    <a:pt x="1752638" y="323016"/>
                  </a:lnTo>
                  <a:lnTo>
                    <a:pt x="1746379" y="323016"/>
                  </a:lnTo>
                  <a:lnTo>
                    <a:pt x="1740119" y="323016"/>
                  </a:lnTo>
                  <a:lnTo>
                    <a:pt x="1733860" y="323016"/>
                  </a:lnTo>
                  <a:lnTo>
                    <a:pt x="1727600" y="323016"/>
                  </a:lnTo>
                  <a:lnTo>
                    <a:pt x="1721341" y="323016"/>
                  </a:lnTo>
                  <a:lnTo>
                    <a:pt x="1715082" y="323016"/>
                  </a:lnTo>
                  <a:lnTo>
                    <a:pt x="1708822" y="323016"/>
                  </a:lnTo>
                  <a:lnTo>
                    <a:pt x="1702563" y="323016"/>
                  </a:lnTo>
                  <a:lnTo>
                    <a:pt x="1696303" y="323016"/>
                  </a:lnTo>
                  <a:lnTo>
                    <a:pt x="1690044" y="323016"/>
                  </a:lnTo>
                  <a:lnTo>
                    <a:pt x="1683784" y="323016"/>
                  </a:lnTo>
                  <a:lnTo>
                    <a:pt x="1677525" y="323016"/>
                  </a:lnTo>
                  <a:lnTo>
                    <a:pt x="1671266" y="323016"/>
                  </a:lnTo>
                  <a:lnTo>
                    <a:pt x="1665006" y="323016"/>
                  </a:lnTo>
                  <a:lnTo>
                    <a:pt x="1658747" y="323016"/>
                  </a:lnTo>
                  <a:lnTo>
                    <a:pt x="1652487" y="323016"/>
                  </a:lnTo>
                  <a:lnTo>
                    <a:pt x="1646228" y="323016"/>
                  </a:lnTo>
                  <a:lnTo>
                    <a:pt x="1639968" y="323016"/>
                  </a:lnTo>
                  <a:lnTo>
                    <a:pt x="1633709" y="323016"/>
                  </a:lnTo>
                  <a:lnTo>
                    <a:pt x="1627450" y="323016"/>
                  </a:lnTo>
                  <a:lnTo>
                    <a:pt x="1621190" y="323016"/>
                  </a:lnTo>
                  <a:lnTo>
                    <a:pt x="1614931" y="323016"/>
                  </a:lnTo>
                  <a:lnTo>
                    <a:pt x="1608671" y="323016"/>
                  </a:lnTo>
                  <a:lnTo>
                    <a:pt x="1602412" y="323016"/>
                  </a:lnTo>
                  <a:lnTo>
                    <a:pt x="1596152" y="323016"/>
                  </a:lnTo>
                  <a:lnTo>
                    <a:pt x="1589893" y="323016"/>
                  </a:lnTo>
                  <a:lnTo>
                    <a:pt x="1583634" y="323016"/>
                  </a:lnTo>
                  <a:lnTo>
                    <a:pt x="1577374" y="323016"/>
                  </a:lnTo>
                  <a:lnTo>
                    <a:pt x="1571115" y="323016"/>
                  </a:lnTo>
                  <a:lnTo>
                    <a:pt x="1564855" y="323016"/>
                  </a:lnTo>
                  <a:lnTo>
                    <a:pt x="1558596" y="323016"/>
                  </a:lnTo>
                  <a:lnTo>
                    <a:pt x="1552337" y="323016"/>
                  </a:lnTo>
                  <a:lnTo>
                    <a:pt x="1546077" y="323016"/>
                  </a:lnTo>
                  <a:lnTo>
                    <a:pt x="1539818" y="323016"/>
                  </a:lnTo>
                  <a:lnTo>
                    <a:pt x="1533558" y="323016"/>
                  </a:lnTo>
                  <a:lnTo>
                    <a:pt x="1527299" y="323016"/>
                  </a:lnTo>
                  <a:lnTo>
                    <a:pt x="1521039" y="323016"/>
                  </a:lnTo>
                  <a:lnTo>
                    <a:pt x="1514780" y="323016"/>
                  </a:lnTo>
                  <a:lnTo>
                    <a:pt x="1508521" y="323016"/>
                  </a:lnTo>
                  <a:lnTo>
                    <a:pt x="1502261" y="323016"/>
                  </a:lnTo>
                  <a:lnTo>
                    <a:pt x="1496002" y="323016"/>
                  </a:lnTo>
                  <a:lnTo>
                    <a:pt x="1489742" y="323016"/>
                  </a:lnTo>
                  <a:lnTo>
                    <a:pt x="1483483" y="323016"/>
                  </a:lnTo>
                  <a:lnTo>
                    <a:pt x="1477223" y="323016"/>
                  </a:lnTo>
                  <a:lnTo>
                    <a:pt x="1470964" y="323016"/>
                  </a:lnTo>
                  <a:lnTo>
                    <a:pt x="1464705" y="323016"/>
                  </a:lnTo>
                  <a:lnTo>
                    <a:pt x="1458445" y="323016"/>
                  </a:lnTo>
                  <a:lnTo>
                    <a:pt x="1452186" y="323016"/>
                  </a:lnTo>
                  <a:lnTo>
                    <a:pt x="1445926" y="323016"/>
                  </a:lnTo>
                  <a:lnTo>
                    <a:pt x="1439667" y="323016"/>
                  </a:lnTo>
                  <a:lnTo>
                    <a:pt x="1433407" y="323016"/>
                  </a:lnTo>
                  <a:lnTo>
                    <a:pt x="1427148" y="323016"/>
                  </a:lnTo>
                  <a:lnTo>
                    <a:pt x="1420889" y="323016"/>
                  </a:lnTo>
                  <a:lnTo>
                    <a:pt x="1414629" y="323016"/>
                  </a:lnTo>
                  <a:lnTo>
                    <a:pt x="1408370" y="323016"/>
                  </a:lnTo>
                  <a:lnTo>
                    <a:pt x="1402110" y="323016"/>
                  </a:lnTo>
                  <a:lnTo>
                    <a:pt x="1395851" y="323016"/>
                  </a:lnTo>
                  <a:lnTo>
                    <a:pt x="1389592" y="323016"/>
                  </a:lnTo>
                  <a:lnTo>
                    <a:pt x="1383332" y="323016"/>
                  </a:lnTo>
                  <a:lnTo>
                    <a:pt x="1377073" y="323016"/>
                  </a:lnTo>
                  <a:lnTo>
                    <a:pt x="1370813" y="323016"/>
                  </a:lnTo>
                  <a:lnTo>
                    <a:pt x="1364554" y="323016"/>
                  </a:lnTo>
                  <a:lnTo>
                    <a:pt x="1358294" y="323016"/>
                  </a:lnTo>
                  <a:lnTo>
                    <a:pt x="1352035" y="323016"/>
                  </a:lnTo>
                  <a:lnTo>
                    <a:pt x="1345776" y="323016"/>
                  </a:lnTo>
                  <a:lnTo>
                    <a:pt x="1339516" y="323016"/>
                  </a:lnTo>
                  <a:lnTo>
                    <a:pt x="1333257" y="323016"/>
                  </a:lnTo>
                  <a:lnTo>
                    <a:pt x="1326997" y="323016"/>
                  </a:lnTo>
                  <a:lnTo>
                    <a:pt x="1320738" y="323016"/>
                  </a:lnTo>
                  <a:lnTo>
                    <a:pt x="1314478" y="323016"/>
                  </a:lnTo>
                  <a:lnTo>
                    <a:pt x="1308219" y="323016"/>
                  </a:lnTo>
                  <a:lnTo>
                    <a:pt x="1301960" y="323016"/>
                  </a:lnTo>
                  <a:lnTo>
                    <a:pt x="1295700" y="323016"/>
                  </a:lnTo>
                  <a:lnTo>
                    <a:pt x="1289441" y="323016"/>
                  </a:lnTo>
                  <a:lnTo>
                    <a:pt x="1283181" y="323016"/>
                  </a:lnTo>
                  <a:lnTo>
                    <a:pt x="1276922" y="323016"/>
                  </a:lnTo>
                  <a:lnTo>
                    <a:pt x="1270662" y="323016"/>
                  </a:lnTo>
                  <a:lnTo>
                    <a:pt x="1264403" y="323016"/>
                  </a:lnTo>
                  <a:lnTo>
                    <a:pt x="1258144" y="323016"/>
                  </a:lnTo>
                  <a:lnTo>
                    <a:pt x="1251884" y="323016"/>
                  </a:lnTo>
                  <a:lnTo>
                    <a:pt x="1245625" y="323016"/>
                  </a:lnTo>
                  <a:lnTo>
                    <a:pt x="1239365" y="323016"/>
                  </a:lnTo>
                  <a:lnTo>
                    <a:pt x="1233106" y="323016"/>
                  </a:lnTo>
                  <a:lnTo>
                    <a:pt x="1226846" y="323016"/>
                  </a:lnTo>
                  <a:lnTo>
                    <a:pt x="1220587" y="323016"/>
                  </a:lnTo>
                  <a:lnTo>
                    <a:pt x="1214328" y="323016"/>
                  </a:lnTo>
                  <a:lnTo>
                    <a:pt x="1208068" y="323016"/>
                  </a:lnTo>
                  <a:lnTo>
                    <a:pt x="1201809" y="323016"/>
                  </a:lnTo>
                  <a:lnTo>
                    <a:pt x="1195549" y="323016"/>
                  </a:lnTo>
                  <a:lnTo>
                    <a:pt x="1189290" y="323016"/>
                  </a:lnTo>
                  <a:lnTo>
                    <a:pt x="1183031" y="323016"/>
                  </a:lnTo>
                  <a:lnTo>
                    <a:pt x="1176771" y="323016"/>
                  </a:lnTo>
                  <a:lnTo>
                    <a:pt x="1170512" y="323016"/>
                  </a:lnTo>
                  <a:lnTo>
                    <a:pt x="1164252" y="323016"/>
                  </a:lnTo>
                  <a:lnTo>
                    <a:pt x="1157993" y="323016"/>
                  </a:lnTo>
                  <a:lnTo>
                    <a:pt x="1151733" y="323016"/>
                  </a:lnTo>
                  <a:lnTo>
                    <a:pt x="1145474" y="323016"/>
                  </a:lnTo>
                  <a:lnTo>
                    <a:pt x="1139215" y="323016"/>
                  </a:lnTo>
                  <a:lnTo>
                    <a:pt x="1132955" y="323016"/>
                  </a:lnTo>
                  <a:lnTo>
                    <a:pt x="1126696" y="323016"/>
                  </a:lnTo>
                  <a:lnTo>
                    <a:pt x="1120436" y="323016"/>
                  </a:lnTo>
                  <a:lnTo>
                    <a:pt x="1114177" y="323016"/>
                  </a:lnTo>
                  <a:lnTo>
                    <a:pt x="1107917" y="323016"/>
                  </a:lnTo>
                  <a:lnTo>
                    <a:pt x="1101658" y="323016"/>
                  </a:lnTo>
                  <a:lnTo>
                    <a:pt x="1095399" y="323016"/>
                  </a:lnTo>
                  <a:lnTo>
                    <a:pt x="1089139" y="323016"/>
                  </a:lnTo>
                  <a:lnTo>
                    <a:pt x="1082880" y="323016"/>
                  </a:lnTo>
                  <a:lnTo>
                    <a:pt x="1076620" y="323016"/>
                  </a:lnTo>
                  <a:lnTo>
                    <a:pt x="1070361" y="323016"/>
                  </a:lnTo>
                  <a:lnTo>
                    <a:pt x="1064101" y="323016"/>
                  </a:lnTo>
                  <a:lnTo>
                    <a:pt x="1057842" y="323016"/>
                  </a:lnTo>
                  <a:lnTo>
                    <a:pt x="1051583" y="323016"/>
                  </a:lnTo>
                  <a:lnTo>
                    <a:pt x="1045323" y="323016"/>
                  </a:lnTo>
                  <a:lnTo>
                    <a:pt x="1039064" y="323016"/>
                  </a:lnTo>
                  <a:lnTo>
                    <a:pt x="1032804" y="323016"/>
                  </a:lnTo>
                  <a:lnTo>
                    <a:pt x="1026545" y="323016"/>
                  </a:lnTo>
                  <a:lnTo>
                    <a:pt x="1020286" y="323016"/>
                  </a:lnTo>
                  <a:lnTo>
                    <a:pt x="1014026" y="323016"/>
                  </a:lnTo>
                  <a:lnTo>
                    <a:pt x="1007767" y="323016"/>
                  </a:lnTo>
                  <a:lnTo>
                    <a:pt x="1001507" y="323016"/>
                  </a:lnTo>
                  <a:lnTo>
                    <a:pt x="995248" y="323016"/>
                  </a:lnTo>
                  <a:lnTo>
                    <a:pt x="988988" y="323016"/>
                  </a:lnTo>
                  <a:lnTo>
                    <a:pt x="982729" y="323016"/>
                  </a:lnTo>
                  <a:lnTo>
                    <a:pt x="976470" y="323016"/>
                  </a:lnTo>
                  <a:lnTo>
                    <a:pt x="970210" y="323016"/>
                  </a:lnTo>
                  <a:lnTo>
                    <a:pt x="963951" y="323016"/>
                  </a:lnTo>
                  <a:lnTo>
                    <a:pt x="957691" y="323016"/>
                  </a:lnTo>
                  <a:lnTo>
                    <a:pt x="951432" y="323016"/>
                  </a:lnTo>
                  <a:lnTo>
                    <a:pt x="945172" y="323016"/>
                  </a:lnTo>
                  <a:lnTo>
                    <a:pt x="938913" y="323016"/>
                  </a:lnTo>
                  <a:lnTo>
                    <a:pt x="932654" y="323016"/>
                  </a:lnTo>
                  <a:lnTo>
                    <a:pt x="926394" y="323016"/>
                  </a:lnTo>
                  <a:lnTo>
                    <a:pt x="920135" y="323016"/>
                  </a:lnTo>
                  <a:lnTo>
                    <a:pt x="913875" y="323016"/>
                  </a:lnTo>
                  <a:lnTo>
                    <a:pt x="907616" y="323016"/>
                  </a:lnTo>
                  <a:lnTo>
                    <a:pt x="901356" y="323016"/>
                  </a:lnTo>
                  <a:lnTo>
                    <a:pt x="895097" y="323016"/>
                  </a:lnTo>
                  <a:lnTo>
                    <a:pt x="888838" y="323016"/>
                  </a:lnTo>
                  <a:lnTo>
                    <a:pt x="882578" y="323016"/>
                  </a:lnTo>
                  <a:lnTo>
                    <a:pt x="876319" y="323016"/>
                  </a:lnTo>
                  <a:lnTo>
                    <a:pt x="870059" y="323016"/>
                  </a:lnTo>
                  <a:lnTo>
                    <a:pt x="863800" y="323016"/>
                  </a:lnTo>
                  <a:lnTo>
                    <a:pt x="857541" y="323016"/>
                  </a:lnTo>
                  <a:lnTo>
                    <a:pt x="851281" y="323016"/>
                  </a:lnTo>
                  <a:lnTo>
                    <a:pt x="845022" y="323016"/>
                  </a:lnTo>
                  <a:lnTo>
                    <a:pt x="838762" y="323016"/>
                  </a:lnTo>
                  <a:lnTo>
                    <a:pt x="832503" y="323016"/>
                  </a:lnTo>
                  <a:lnTo>
                    <a:pt x="826243" y="323016"/>
                  </a:lnTo>
                  <a:lnTo>
                    <a:pt x="819984" y="323016"/>
                  </a:lnTo>
                  <a:lnTo>
                    <a:pt x="813725" y="323016"/>
                  </a:lnTo>
                  <a:lnTo>
                    <a:pt x="807465" y="323016"/>
                  </a:lnTo>
                  <a:lnTo>
                    <a:pt x="801206" y="323016"/>
                  </a:lnTo>
                  <a:lnTo>
                    <a:pt x="794946" y="323016"/>
                  </a:lnTo>
                  <a:lnTo>
                    <a:pt x="788687" y="323016"/>
                  </a:lnTo>
                  <a:lnTo>
                    <a:pt x="782427" y="323016"/>
                  </a:lnTo>
                  <a:lnTo>
                    <a:pt x="776168" y="323016"/>
                  </a:lnTo>
                  <a:lnTo>
                    <a:pt x="769909" y="323016"/>
                  </a:lnTo>
                  <a:lnTo>
                    <a:pt x="763649" y="323016"/>
                  </a:lnTo>
                  <a:lnTo>
                    <a:pt x="757390" y="323016"/>
                  </a:lnTo>
                  <a:lnTo>
                    <a:pt x="751130" y="323016"/>
                  </a:lnTo>
                  <a:lnTo>
                    <a:pt x="744871" y="323016"/>
                  </a:lnTo>
                  <a:lnTo>
                    <a:pt x="738611" y="323016"/>
                  </a:lnTo>
                  <a:lnTo>
                    <a:pt x="732352" y="323016"/>
                  </a:lnTo>
                  <a:lnTo>
                    <a:pt x="726093" y="323016"/>
                  </a:lnTo>
                  <a:lnTo>
                    <a:pt x="719833" y="323016"/>
                  </a:lnTo>
                  <a:lnTo>
                    <a:pt x="713574" y="323016"/>
                  </a:lnTo>
                  <a:lnTo>
                    <a:pt x="707314" y="323016"/>
                  </a:lnTo>
                  <a:lnTo>
                    <a:pt x="701055" y="323016"/>
                  </a:lnTo>
                  <a:lnTo>
                    <a:pt x="694796" y="323016"/>
                  </a:lnTo>
                  <a:lnTo>
                    <a:pt x="688536" y="323016"/>
                  </a:lnTo>
                  <a:lnTo>
                    <a:pt x="682277" y="323016"/>
                  </a:lnTo>
                  <a:lnTo>
                    <a:pt x="676017" y="323016"/>
                  </a:lnTo>
                  <a:lnTo>
                    <a:pt x="669758" y="323016"/>
                  </a:lnTo>
                  <a:lnTo>
                    <a:pt x="663498" y="323016"/>
                  </a:lnTo>
                  <a:lnTo>
                    <a:pt x="657239" y="323016"/>
                  </a:lnTo>
                  <a:lnTo>
                    <a:pt x="650980" y="323016"/>
                  </a:lnTo>
                  <a:lnTo>
                    <a:pt x="644720" y="323016"/>
                  </a:lnTo>
                  <a:lnTo>
                    <a:pt x="638461" y="323016"/>
                  </a:lnTo>
                  <a:lnTo>
                    <a:pt x="632201" y="323016"/>
                  </a:lnTo>
                  <a:lnTo>
                    <a:pt x="625942" y="323016"/>
                  </a:lnTo>
                  <a:lnTo>
                    <a:pt x="619682" y="323016"/>
                  </a:lnTo>
                  <a:lnTo>
                    <a:pt x="613423" y="323016"/>
                  </a:lnTo>
                  <a:lnTo>
                    <a:pt x="607164" y="323016"/>
                  </a:lnTo>
                  <a:lnTo>
                    <a:pt x="600904" y="323016"/>
                  </a:lnTo>
                  <a:lnTo>
                    <a:pt x="594645" y="323016"/>
                  </a:lnTo>
                  <a:lnTo>
                    <a:pt x="588385" y="323016"/>
                  </a:lnTo>
                  <a:lnTo>
                    <a:pt x="582126" y="323016"/>
                  </a:lnTo>
                  <a:lnTo>
                    <a:pt x="575866" y="323016"/>
                  </a:lnTo>
                  <a:lnTo>
                    <a:pt x="569607" y="323016"/>
                  </a:lnTo>
                  <a:lnTo>
                    <a:pt x="563348" y="323016"/>
                  </a:lnTo>
                  <a:lnTo>
                    <a:pt x="557088" y="323016"/>
                  </a:lnTo>
                  <a:lnTo>
                    <a:pt x="550829" y="323016"/>
                  </a:lnTo>
                  <a:lnTo>
                    <a:pt x="544569" y="323016"/>
                  </a:lnTo>
                  <a:lnTo>
                    <a:pt x="538310" y="323016"/>
                  </a:lnTo>
                  <a:lnTo>
                    <a:pt x="532050" y="323016"/>
                  </a:lnTo>
                  <a:lnTo>
                    <a:pt x="525791" y="323016"/>
                  </a:lnTo>
                  <a:lnTo>
                    <a:pt x="519532" y="323016"/>
                  </a:lnTo>
                  <a:lnTo>
                    <a:pt x="513272" y="323016"/>
                  </a:lnTo>
                  <a:lnTo>
                    <a:pt x="507013" y="323016"/>
                  </a:lnTo>
                  <a:lnTo>
                    <a:pt x="500753" y="323016"/>
                  </a:lnTo>
                  <a:lnTo>
                    <a:pt x="494494" y="323016"/>
                  </a:lnTo>
                  <a:lnTo>
                    <a:pt x="488235" y="323016"/>
                  </a:lnTo>
                  <a:lnTo>
                    <a:pt x="481975" y="323016"/>
                  </a:lnTo>
                  <a:lnTo>
                    <a:pt x="475716" y="323016"/>
                  </a:lnTo>
                  <a:lnTo>
                    <a:pt x="469456" y="323016"/>
                  </a:lnTo>
                  <a:lnTo>
                    <a:pt x="463197" y="323016"/>
                  </a:lnTo>
                  <a:lnTo>
                    <a:pt x="456937" y="323016"/>
                  </a:lnTo>
                  <a:lnTo>
                    <a:pt x="450678" y="323016"/>
                  </a:lnTo>
                  <a:lnTo>
                    <a:pt x="444419" y="323016"/>
                  </a:lnTo>
                  <a:lnTo>
                    <a:pt x="438159" y="323016"/>
                  </a:lnTo>
                  <a:lnTo>
                    <a:pt x="431900" y="323016"/>
                  </a:lnTo>
                  <a:lnTo>
                    <a:pt x="425640" y="323016"/>
                  </a:lnTo>
                  <a:lnTo>
                    <a:pt x="419381" y="323016"/>
                  </a:lnTo>
                  <a:lnTo>
                    <a:pt x="413121" y="323016"/>
                  </a:lnTo>
                  <a:lnTo>
                    <a:pt x="406862" y="323016"/>
                  </a:lnTo>
                  <a:lnTo>
                    <a:pt x="400603" y="323016"/>
                  </a:lnTo>
                  <a:lnTo>
                    <a:pt x="394343" y="323016"/>
                  </a:lnTo>
                  <a:lnTo>
                    <a:pt x="388084" y="323016"/>
                  </a:lnTo>
                  <a:lnTo>
                    <a:pt x="381824" y="323016"/>
                  </a:lnTo>
                  <a:lnTo>
                    <a:pt x="375565" y="323016"/>
                  </a:lnTo>
                  <a:lnTo>
                    <a:pt x="369305" y="323016"/>
                  </a:lnTo>
                  <a:lnTo>
                    <a:pt x="363046" y="323016"/>
                  </a:lnTo>
                  <a:lnTo>
                    <a:pt x="356787" y="323016"/>
                  </a:lnTo>
                  <a:lnTo>
                    <a:pt x="350527" y="323016"/>
                  </a:lnTo>
                  <a:lnTo>
                    <a:pt x="344268" y="323016"/>
                  </a:lnTo>
                  <a:lnTo>
                    <a:pt x="338008" y="323016"/>
                  </a:lnTo>
                  <a:lnTo>
                    <a:pt x="331749" y="323016"/>
                  </a:lnTo>
                  <a:lnTo>
                    <a:pt x="325490" y="323016"/>
                  </a:lnTo>
                  <a:lnTo>
                    <a:pt x="319230" y="323016"/>
                  </a:lnTo>
                  <a:lnTo>
                    <a:pt x="312971" y="323016"/>
                  </a:lnTo>
                  <a:lnTo>
                    <a:pt x="306711" y="323016"/>
                  </a:lnTo>
                  <a:lnTo>
                    <a:pt x="300452" y="323016"/>
                  </a:lnTo>
                  <a:lnTo>
                    <a:pt x="294192" y="323016"/>
                  </a:lnTo>
                  <a:lnTo>
                    <a:pt x="287933" y="323016"/>
                  </a:lnTo>
                  <a:lnTo>
                    <a:pt x="281674" y="323016"/>
                  </a:lnTo>
                  <a:lnTo>
                    <a:pt x="275414" y="323016"/>
                  </a:lnTo>
                  <a:lnTo>
                    <a:pt x="269155" y="323016"/>
                  </a:lnTo>
                  <a:lnTo>
                    <a:pt x="262895" y="323016"/>
                  </a:lnTo>
                  <a:lnTo>
                    <a:pt x="256636" y="323016"/>
                  </a:lnTo>
                  <a:lnTo>
                    <a:pt x="250376" y="323016"/>
                  </a:lnTo>
                  <a:lnTo>
                    <a:pt x="244117" y="323016"/>
                  </a:lnTo>
                  <a:lnTo>
                    <a:pt x="237858" y="323016"/>
                  </a:lnTo>
                  <a:lnTo>
                    <a:pt x="231598" y="323016"/>
                  </a:lnTo>
                  <a:lnTo>
                    <a:pt x="225339" y="323016"/>
                  </a:lnTo>
                  <a:lnTo>
                    <a:pt x="219079" y="323016"/>
                  </a:lnTo>
                  <a:lnTo>
                    <a:pt x="212820" y="323016"/>
                  </a:lnTo>
                  <a:lnTo>
                    <a:pt x="206560" y="323016"/>
                  </a:lnTo>
                  <a:lnTo>
                    <a:pt x="200301" y="323016"/>
                  </a:lnTo>
                  <a:lnTo>
                    <a:pt x="194042" y="323016"/>
                  </a:lnTo>
                  <a:lnTo>
                    <a:pt x="187782" y="323016"/>
                  </a:lnTo>
                  <a:lnTo>
                    <a:pt x="181523" y="323016"/>
                  </a:lnTo>
                  <a:lnTo>
                    <a:pt x="175263" y="323016"/>
                  </a:lnTo>
                  <a:lnTo>
                    <a:pt x="169004" y="323016"/>
                  </a:lnTo>
                  <a:lnTo>
                    <a:pt x="162745" y="323016"/>
                  </a:lnTo>
                  <a:lnTo>
                    <a:pt x="156485" y="323016"/>
                  </a:lnTo>
                  <a:lnTo>
                    <a:pt x="150226" y="323016"/>
                  </a:lnTo>
                  <a:lnTo>
                    <a:pt x="143966" y="323016"/>
                  </a:lnTo>
                  <a:lnTo>
                    <a:pt x="137707" y="323016"/>
                  </a:lnTo>
                  <a:lnTo>
                    <a:pt x="131447" y="323016"/>
                  </a:lnTo>
                  <a:lnTo>
                    <a:pt x="125188" y="323016"/>
                  </a:lnTo>
                  <a:lnTo>
                    <a:pt x="118929" y="323016"/>
                  </a:lnTo>
                  <a:lnTo>
                    <a:pt x="112669" y="323016"/>
                  </a:lnTo>
                  <a:lnTo>
                    <a:pt x="106410" y="323016"/>
                  </a:lnTo>
                  <a:lnTo>
                    <a:pt x="100150" y="323016"/>
                  </a:lnTo>
                  <a:lnTo>
                    <a:pt x="93891" y="323016"/>
                  </a:lnTo>
                  <a:lnTo>
                    <a:pt x="87631" y="323016"/>
                  </a:lnTo>
                  <a:lnTo>
                    <a:pt x="81372" y="323016"/>
                  </a:lnTo>
                  <a:lnTo>
                    <a:pt x="75113" y="323016"/>
                  </a:lnTo>
                  <a:lnTo>
                    <a:pt x="68853" y="323016"/>
                  </a:lnTo>
                  <a:lnTo>
                    <a:pt x="62594" y="323016"/>
                  </a:lnTo>
                  <a:lnTo>
                    <a:pt x="56334" y="323016"/>
                  </a:lnTo>
                  <a:lnTo>
                    <a:pt x="50075" y="323016"/>
                  </a:lnTo>
                  <a:lnTo>
                    <a:pt x="43815" y="323016"/>
                  </a:lnTo>
                  <a:lnTo>
                    <a:pt x="37556" y="323016"/>
                  </a:lnTo>
                  <a:lnTo>
                    <a:pt x="31297" y="323016"/>
                  </a:lnTo>
                  <a:lnTo>
                    <a:pt x="25037" y="323016"/>
                  </a:lnTo>
                  <a:lnTo>
                    <a:pt x="18778" y="323016"/>
                  </a:lnTo>
                  <a:lnTo>
                    <a:pt x="12518" y="323016"/>
                  </a:lnTo>
                  <a:lnTo>
                    <a:pt x="6259" y="323016"/>
                  </a:lnTo>
                  <a:lnTo>
                    <a:pt x="0" y="32301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49798" y="932543"/>
              <a:ext cx="3198565" cy="263903"/>
            </a:xfrm>
            <a:custGeom>
              <a:avLst/>
              <a:pathLst>
                <a:path w="3198565" h="263903">
                  <a:moveTo>
                    <a:pt x="0" y="39161"/>
                  </a:moveTo>
                  <a:lnTo>
                    <a:pt x="6259" y="37654"/>
                  </a:lnTo>
                  <a:lnTo>
                    <a:pt x="12518" y="36150"/>
                  </a:lnTo>
                  <a:lnTo>
                    <a:pt x="18778" y="34681"/>
                  </a:lnTo>
                  <a:lnTo>
                    <a:pt x="25037" y="33237"/>
                  </a:lnTo>
                  <a:lnTo>
                    <a:pt x="31297" y="31808"/>
                  </a:lnTo>
                  <a:lnTo>
                    <a:pt x="37556" y="30427"/>
                  </a:lnTo>
                  <a:lnTo>
                    <a:pt x="43815" y="29046"/>
                  </a:lnTo>
                  <a:lnTo>
                    <a:pt x="50075" y="27722"/>
                  </a:lnTo>
                  <a:lnTo>
                    <a:pt x="56334" y="26406"/>
                  </a:lnTo>
                  <a:lnTo>
                    <a:pt x="62594" y="25125"/>
                  </a:lnTo>
                  <a:lnTo>
                    <a:pt x="68853" y="23876"/>
                  </a:lnTo>
                  <a:lnTo>
                    <a:pt x="75113" y="22638"/>
                  </a:lnTo>
                  <a:lnTo>
                    <a:pt x="81372" y="21458"/>
                  </a:lnTo>
                  <a:lnTo>
                    <a:pt x="87631" y="20278"/>
                  </a:lnTo>
                  <a:lnTo>
                    <a:pt x="93891" y="19155"/>
                  </a:lnTo>
                  <a:lnTo>
                    <a:pt x="100150" y="18046"/>
                  </a:lnTo>
                  <a:lnTo>
                    <a:pt x="106410" y="16970"/>
                  </a:lnTo>
                  <a:lnTo>
                    <a:pt x="112669" y="15933"/>
                  </a:lnTo>
                  <a:lnTo>
                    <a:pt x="118929" y="14905"/>
                  </a:lnTo>
                  <a:lnTo>
                    <a:pt x="125188" y="13942"/>
                  </a:lnTo>
                  <a:lnTo>
                    <a:pt x="131447" y="12979"/>
                  </a:lnTo>
                  <a:lnTo>
                    <a:pt x="137707" y="12073"/>
                  </a:lnTo>
                  <a:lnTo>
                    <a:pt x="143966" y="11186"/>
                  </a:lnTo>
                  <a:lnTo>
                    <a:pt x="150226" y="10329"/>
                  </a:lnTo>
                  <a:lnTo>
                    <a:pt x="156485" y="9519"/>
                  </a:lnTo>
                  <a:lnTo>
                    <a:pt x="162745" y="8712"/>
                  </a:lnTo>
                  <a:lnTo>
                    <a:pt x="169004" y="7979"/>
                  </a:lnTo>
                  <a:lnTo>
                    <a:pt x="175263" y="7246"/>
                  </a:lnTo>
                  <a:lnTo>
                    <a:pt x="181523" y="6568"/>
                  </a:lnTo>
                  <a:lnTo>
                    <a:pt x="187782" y="5915"/>
                  </a:lnTo>
                  <a:lnTo>
                    <a:pt x="194042" y="5288"/>
                  </a:lnTo>
                  <a:lnTo>
                    <a:pt x="200301" y="4714"/>
                  </a:lnTo>
                  <a:lnTo>
                    <a:pt x="206560" y="4139"/>
                  </a:lnTo>
                  <a:lnTo>
                    <a:pt x="212820" y="3644"/>
                  </a:lnTo>
                  <a:lnTo>
                    <a:pt x="219079" y="3150"/>
                  </a:lnTo>
                  <a:lnTo>
                    <a:pt x="225339" y="2707"/>
                  </a:lnTo>
                  <a:lnTo>
                    <a:pt x="231598" y="2294"/>
                  </a:lnTo>
                  <a:lnTo>
                    <a:pt x="237858" y="1904"/>
                  </a:lnTo>
                  <a:lnTo>
                    <a:pt x="244117" y="1571"/>
                  </a:lnTo>
                  <a:lnTo>
                    <a:pt x="250376" y="1239"/>
                  </a:lnTo>
                  <a:lnTo>
                    <a:pt x="256636" y="982"/>
                  </a:lnTo>
                  <a:lnTo>
                    <a:pt x="262895" y="731"/>
                  </a:lnTo>
                  <a:lnTo>
                    <a:pt x="269155" y="527"/>
                  </a:lnTo>
                  <a:lnTo>
                    <a:pt x="275414" y="357"/>
                  </a:lnTo>
                  <a:lnTo>
                    <a:pt x="281674" y="204"/>
                  </a:lnTo>
                  <a:lnTo>
                    <a:pt x="287933" y="116"/>
                  </a:lnTo>
                  <a:lnTo>
                    <a:pt x="294192" y="27"/>
                  </a:lnTo>
                  <a:lnTo>
                    <a:pt x="300452" y="8"/>
                  </a:lnTo>
                  <a:lnTo>
                    <a:pt x="306711" y="0"/>
                  </a:lnTo>
                  <a:lnTo>
                    <a:pt x="312971" y="32"/>
                  </a:lnTo>
                  <a:lnTo>
                    <a:pt x="319230" y="104"/>
                  </a:lnTo>
                  <a:lnTo>
                    <a:pt x="325490" y="188"/>
                  </a:lnTo>
                  <a:lnTo>
                    <a:pt x="331749" y="340"/>
                  </a:lnTo>
                  <a:lnTo>
                    <a:pt x="338008" y="491"/>
                  </a:lnTo>
                  <a:lnTo>
                    <a:pt x="344268" y="705"/>
                  </a:lnTo>
                  <a:lnTo>
                    <a:pt x="350527" y="936"/>
                  </a:lnTo>
                  <a:lnTo>
                    <a:pt x="356787" y="1200"/>
                  </a:lnTo>
                  <a:lnTo>
                    <a:pt x="363046" y="1508"/>
                  </a:lnTo>
                  <a:lnTo>
                    <a:pt x="369305" y="1823"/>
                  </a:lnTo>
                  <a:lnTo>
                    <a:pt x="375565" y="2207"/>
                  </a:lnTo>
                  <a:lnTo>
                    <a:pt x="381824" y="2592"/>
                  </a:lnTo>
                  <a:lnTo>
                    <a:pt x="388084" y="3031"/>
                  </a:lnTo>
                  <a:lnTo>
                    <a:pt x="394343" y="3491"/>
                  </a:lnTo>
                  <a:lnTo>
                    <a:pt x="400603" y="3979"/>
                  </a:lnTo>
                  <a:lnTo>
                    <a:pt x="406862" y="4512"/>
                  </a:lnTo>
                  <a:lnTo>
                    <a:pt x="413121" y="5048"/>
                  </a:lnTo>
                  <a:lnTo>
                    <a:pt x="419381" y="5653"/>
                  </a:lnTo>
                  <a:lnTo>
                    <a:pt x="425640" y="6259"/>
                  </a:lnTo>
                  <a:lnTo>
                    <a:pt x="431900" y="6913"/>
                  </a:lnTo>
                  <a:lnTo>
                    <a:pt x="438159" y="7589"/>
                  </a:lnTo>
                  <a:lnTo>
                    <a:pt x="444419" y="8287"/>
                  </a:lnTo>
                  <a:lnTo>
                    <a:pt x="450678" y="9033"/>
                  </a:lnTo>
                  <a:lnTo>
                    <a:pt x="456937" y="9778"/>
                  </a:lnTo>
                  <a:lnTo>
                    <a:pt x="463197" y="10588"/>
                  </a:lnTo>
                  <a:lnTo>
                    <a:pt x="469456" y="11400"/>
                  </a:lnTo>
                  <a:lnTo>
                    <a:pt x="475716" y="12252"/>
                  </a:lnTo>
                  <a:lnTo>
                    <a:pt x="481975" y="13129"/>
                  </a:lnTo>
                  <a:lnTo>
                    <a:pt x="488235" y="14022"/>
                  </a:lnTo>
                  <a:lnTo>
                    <a:pt x="494494" y="14962"/>
                  </a:lnTo>
                  <a:lnTo>
                    <a:pt x="500753" y="15902"/>
                  </a:lnTo>
                  <a:lnTo>
                    <a:pt x="507013" y="16897"/>
                  </a:lnTo>
                  <a:lnTo>
                    <a:pt x="513272" y="17898"/>
                  </a:lnTo>
                  <a:lnTo>
                    <a:pt x="519532" y="18930"/>
                  </a:lnTo>
                  <a:lnTo>
                    <a:pt x="525791" y="19989"/>
                  </a:lnTo>
                  <a:lnTo>
                    <a:pt x="532050" y="21058"/>
                  </a:lnTo>
                  <a:lnTo>
                    <a:pt x="538310" y="22173"/>
                  </a:lnTo>
                  <a:lnTo>
                    <a:pt x="544569" y="23288"/>
                  </a:lnTo>
                  <a:lnTo>
                    <a:pt x="550829" y="24447"/>
                  </a:lnTo>
                  <a:lnTo>
                    <a:pt x="557088" y="25616"/>
                  </a:lnTo>
                  <a:lnTo>
                    <a:pt x="563348" y="26808"/>
                  </a:lnTo>
                  <a:lnTo>
                    <a:pt x="569607" y="28027"/>
                  </a:lnTo>
                  <a:lnTo>
                    <a:pt x="575866" y="29253"/>
                  </a:lnTo>
                  <a:lnTo>
                    <a:pt x="582126" y="30520"/>
                  </a:lnTo>
                  <a:lnTo>
                    <a:pt x="588385" y="31788"/>
                  </a:lnTo>
                  <a:lnTo>
                    <a:pt x="594645" y="33091"/>
                  </a:lnTo>
                  <a:lnTo>
                    <a:pt x="600904" y="34404"/>
                  </a:lnTo>
                  <a:lnTo>
                    <a:pt x="607164" y="35735"/>
                  </a:lnTo>
                  <a:lnTo>
                    <a:pt x="613423" y="37091"/>
                  </a:lnTo>
                  <a:lnTo>
                    <a:pt x="619682" y="38450"/>
                  </a:lnTo>
                  <a:lnTo>
                    <a:pt x="625942" y="39847"/>
                  </a:lnTo>
                  <a:lnTo>
                    <a:pt x="632201" y="41243"/>
                  </a:lnTo>
                  <a:lnTo>
                    <a:pt x="638461" y="42666"/>
                  </a:lnTo>
                  <a:lnTo>
                    <a:pt x="644720" y="44101"/>
                  </a:lnTo>
                  <a:lnTo>
                    <a:pt x="650980" y="45547"/>
                  </a:lnTo>
                  <a:lnTo>
                    <a:pt x="657239" y="47016"/>
                  </a:lnTo>
                  <a:lnTo>
                    <a:pt x="663498" y="48486"/>
                  </a:lnTo>
                  <a:lnTo>
                    <a:pt x="669758" y="49987"/>
                  </a:lnTo>
                  <a:lnTo>
                    <a:pt x="676017" y="51488"/>
                  </a:lnTo>
                  <a:lnTo>
                    <a:pt x="682277" y="53008"/>
                  </a:lnTo>
                  <a:lnTo>
                    <a:pt x="688536" y="54539"/>
                  </a:lnTo>
                  <a:lnTo>
                    <a:pt x="694796" y="56077"/>
                  </a:lnTo>
                  <a:lnTo>
                    <a:pt x="701055" y="57635"/>
                  </a:lnTo>
                  <a:lnTo>
                    <a:pt x="707314" y="59192"/>
                  </a:lnTo>
                  <a:lnTo>
                    <a:pt x="713574" y="60772"/>
                  </a:lnTo>
                  <a:lnTo>
                    <a:pt x="719833" y="62353"/>
                  </a:lnTo>
                  <a:lnTo>
                    <a:pt x="726093" y="63946"/>
                  </a:lnTo>
                  <a:lnTo>
                    <a:pt x="732352" y="65549"/>
                  </a:lnTo>
                  <a:lnTo>
                    <a:pt x="738611" y="67155"/>
                  </a:lnTo>
                  <a:lnTo>
                    <a:pt x="744871" y="68776"/>
                  </a:lnTo>
                  <a:lnTo>
                    <a:pt x="751130" y="70397"/>
                  </a:lnTo>
                  <a:lnTo>
                    <a:pt x="757390" y="72032"/>
                  </a:lnTo>
                  <a:lnTo>
                    <a:pt x="763649" y="73669"/>
                  </a:lnTo>
                  <a:lnTo>
                    <a:pt x="769909" y="75313"/>
                  </a:lnTo>
                  <a:lnTo>
                    <a:pt x="776168" y="76963"/>
                  </a:lnTo>
                  <a:lnTo>
                    <a:pt x="782427" y="78615"/>
                  </a:lnTo>
                  <a:lnTo>
                    <a:pt x="788687" y="80276"/>
                  </a:lnTo>
                  <a:lnTo>
                    <a:pt x="794946" y="81937"/>
                  </a:lnTo>
                  <a:lnTo>
                    <a:pt x="801206" y="83604"/>
                  </a:lnTo>
                  <a:lnTo>
                    <a:pt x="807465" y="85273"/>
                  </a:lnTo>
                  <a:lnTo>
                    <a:pt x="813725" y="86945"/>
                  </a:lnTo>
                  <a:lnTo>
                    <a:pt x="819984" y="88620"/>
                  </a:lnTo>
                  <a:lnTo>
                    <a:pt x="826243" y="90295"/>
                  </a:lnTo>
                  <a:lnTo>
                    <a:pt x="832503" y="91973"/>
                  </a:lnTo>
                  <a:lnTo>
                    <a:pt x="838762" y="93651"/>
                  </a:lnTo>
                  <a:lnTo>
                    <a:pt x="845022" y="95330"/>
                  </a:lnTo>
                  <a:lnTo>
                    <a:pt x="851281" y="97010"/>
                  </a:lnTo>
                  <a:lnTo>
                    <a:pt x="857541" y="98688"/>
                  </a:lnTo>
                  <a:lnTo>
                    <a:pt x="863800" y="100366"/>
                  </a:lnTo>
                  <a:lnTo>
                    <a:pt x="870059" y="102044"/>
                  </a:lnTo>
                  <a:lnTo>
                    <a:pt x="876319" y="103719"/>
                  </a:lnTo>
                  <a:lnTo>
                    <a:pt x="882578" y="105394"/>
                  </a:lnTo>
                  <a:lnTo>
                    <a:pt x="888838" y="107065"/>
                  </a:lnTo>
                  <a:lnTo>
                    <a:pt x="895097" y="108734"/>
                  </a:lnTo>
                  <a:lnTo>
                    <a:pt x="901356" y="110401"/>
                  </a:lnTo>
                  <a:lnTo>
                    <a:pt x="907616" y="112062"/>
                  </a:lnTo>
                  <a:lnTo>
                    <a:pt x="913875" y="113724"/>
                  </a:lnTo>
                  <a:lnTo>
                    <a:pt x="920135" y="115376"/>
                  </a:lnTo>
                  <a:lnTo>
                    <a:pt x="926394" y="117029"/>
                  </a:lnTo>
                  <a:lnTo>
                    <a:pt x="932654" y="118674"/>
                  </a:lnTo>
                  <a:lnTo>
                    <a:pt x="938913" y="120315"/>
                  </a:lnTo>
                  <a:lnTo>
                    <a:pt x="945172" y="121952"/>
                  </a:lnTo>
                  <a:lnTo>
                    <a:pt x="951432" y="123580"/>
                  </a:lnTo>
                  <a:lnTo>
                    <a:pt x="957691" y="125208"/>
                  </a:lnTo>
                  <a:lnTo>
                    <a:pt x="963951" y="126822"/>
                  </a:lnTo>
                  <a:lnTo>
                    <a:pt x="970210" y="128435"/>
                  </a:lnTo>
                  <a:lnTo>
                    <a:pt x="976470" y="130039"/>
                  </a:lnTo>
                  <a:lnTo>
                    <a:pt x="982729" y="131636"/>
                  </a:lnTo>
                  <a:lnTo>
                    <a:pt x="988988" y="133229"/>
                  </a:lnTo>
                  <a:lnTo>
                    <a:pt x="995248" y="134808"/>
                  </a:lnTo>
                  <a:lnTo>
                    <a:pt x="1001507" y="136387"/>
                  </a:lnTo>
                  <a:lnTo>
                    <a:pt x="1007767" y="137950"/>
                  </a:lnTo>
                  <a:lnTo>
                    <a:pt x="1014026" y="139509"/>
                  </a:lnTo>
                  <a:lnTo>
                    <a:pt x="1020286" y="141059"/>
                  </a:lnTo>
                  <a:lnTo>
                    <a:pt x="1026545" y="142598"/>
                  </a:lnTo>
                  <a:lnTo>
                    <a:pt x="1032804" y="144133"/>
                  </a:lnTo>
                  <a:lnTo>
                    <a:pt x="1039064" y="145651"/>
                  </a:lnTo>
                  <a:lnTo>
                    <a:pt x="1045323" y="147168"/>
                  </a:lnTo>
                  <a:lnTo>
                    <a:pt x="1051583" y="148667"/>
                  </a:lnTo>
                  <a:lnTo>
                    <a:pt x="1057842" y="150161"/>
                  </a:lnTo>
                  <a:lnTo>
                    <a:pt x="1064101" y="151645"/>
                  </a:lnTo>
                  <a:lnTo>
                    <a:pt x="1070361" y="153115"/>
                  </a:lnTo>
                  <a:lnTo>
                    <a:pt x="1076620" y="154584"/>
                  </a:lnTo>
                  <a:lnTo>
                    <a:pt x="1082880" y="156029"/>
                  </a:lnTo>
                  <a:lnTo>
                    <a:pt x="1089139" y="157474"/>
                  </a:lnTo>
                  <a:lnTo>
                    <a:pt x="1095399" y="158901"/>
                  </a:lnTo>
                  <a:lnTo>
                    <a:pt x="1101658" y="160320"/>
                  </a:lnTo>
                  <a:lnTo>
                    <a:pt x="1107917" y="161729"/>
                  </a:lnTo>
                  <a:lnTo>
                    <a:pt x="1114177" y="163122"/>
                  </a:lnTo>
                  <a:lnTo>
                    <a:pt x="1120436" y="164514"/>
                  </a:lnTo>
                  <a:lnTo>
                    <a:pt x="1126696" y="165880"/>
                  </a:lnTo>
                  <a:lnTo>
                    <a:pt x="1132955" y="167245"/>
                  </a:lnTo>
                  <a:lnTo>
                    <a:pt x="1139215" y="168592"/>
                  </a:lnTo>
                  <a:lnTo>
                    <a:pt x="1145474" y="169929"/>
                  </a:lnTo>
                  <a:lnTo>
                    <a:pt x="1151733" y="171258"/>
                  </a:lnTo>
                  <a:lnTo>
                    <a:pt x="1157993" y="172566"/>
                  </a:lnTo>
                  <a:lnTo>
                    <a:pt x="1164252" y="173875"/>
                  </a:lnTo>
                  <a:lnTo>
                    <a:pt x="1170512" y="175156"/>
                  </a:lnTo>
                  <a:lnTo>
                    <a:pt x="1176771" y="176436"/>
                  </a:lnTo>
                  <a:lnTo>
                    <a:pt x="1183031" y="177698"/>
                  </a:lnTo>
                  <a:lnTo>
                    <a:pt x="1189290" y="178948"/>
                  </a:lnTo>
                  <a:lnTo>
                    <a:pt x="1195549" y="180191"/>
                  </a:lnTo>
                  <a:lnTo>
                    <a:pt x="1201809" y="181412"/>
                  </a:lnTo>
                  <a:lnTo>
                    <a:pt x="1208068" y="182632"/>
                  </a:lnTo>
                  <a:lnTo>
                    <a:pt x="1214328" y="183826"/>
                  </a:lnTo>
                  <a:lnTo>
                    <a:pt x="1220587" y="185016"/>
                  </a:lnTo>
                  <a:lnTo>
                    <a:pt x="1226846" y="186190"/>
                  </a:lnTo>
                  <a:lnTo>
                    <a:pt x="1233106" y="187350"/>
                  </a:lnTo>
                  <a:lnTo>
                    <a:pt x="1239365" y="188505"/>
                  </a:lnTo>
                  <a:lnTo>
                    <a:pt x="1245625" y="189635"/>
                  </a:lnTo>
                  <a:lnTo>
                    <a:pt x="1251884" y="190765"/>
                  </a:lnTo>
                  <a:lnTo>
                    <a:pt x="1258144" y="191869"/>
                  </a:lnTo>
                  <a:lnTo>
                    <a:pt x="1264403" y="192968"/>
                  </a:lnTo>
                  <a:lnTo>
                    <a:pt x="1270662" y="194053"/>
                  </a:lnTo>
                  <a:lnTo>
                    <a:pt x="1276922" y="195122"/>
                  </a:lnTo>
                  <a:lnTo>
                    <a:pt x="1283181" y="196187"/>
                  </a:lnTo>
                  <a:lnTo>
                    <a:pt x="1289441" y="197226"/>
                  </a:lnTo>
                  <a:lnTo>
                    <a:pt x="1295700" y="198264"/>
                  </a:lnTo>
                  <a:lnTo>
                    <a:pt x="1301960" y="199279"/>
                  </a:lnTo>
                  <a:lnTo>
                    <a:pt x="1308219" y="200287"/>
                  </a:lnTo>
                  <a:lnTo>
                    <a:pt x="1314478" y="201283"/>
                  </a:lnTo>
                  <a:lnTo>
                    <a:pt x="1320738" y="202260"/>
                  </a:lnTo>
                  <a:lnTo>
                    <a:pt x="1326997" y="203236"/>
                  </a:lnTo>
                  <a:lnTo>
                    <a:pt x="1333257" y="204184"/>
                  </a:lnTo>
                  <a:lnTo>
                    <a:pt x="1339516" y="205132"/>
                  </a:lnTo>
                  <a:lnTo>
                    <a:pt x="1345776" y="206058"/>
                  </a:lnTo>
                  <a:lnTo>
                    <a:pt x="1352035" y="206976"/>
                  </a:lnTo>
                  <a:lnTo>
                    <a:pt x="1358294" y="207884"/>
                  </a:lnTo>
                  <a:lnTo>
                    <a:pt x="1364554" y="208772"/>
                  </a:lnTo>
                  <a:lnTo>
                    <a:pt x="1370813" y="209660"/>
                  </a:lnTo>
                  <a:lnTo>
                    <a:pt x="1377073" y="210519"/>
                  </a:lnTo>
                  <a:lnTo>
                    <a:pt x="1383332" y="211378"/>
                  </a:lnTo>
                  <a:lnTo>
                    <a:pt x="1389592" y="212219"/>
                  </a:lnTo>
                  <a:lnTo>
                    <a:pt x="1395851" y="213048"/>
                  </a:lnTo>
                  <a:lnTo>
                    <a:pt x="1402110" y="213870"/>
                  </a:lnTo>
                  <a:lnTo>
                    <a:pt x="1408370" y="214671"/>
                  </a:lnTo>
                  <a:lnTo>
                    <a:pt x="1414629" y="215473"/>
                  </a:lnTo>
                  <a:lnTo>
                    <a:pt x="1420889" y="216248"/>
                  </a:lnTo>
                  <a:lnTo>
                    <a:pt x="1427148" y="217021"/>
                  </a:lnTo>
                  <a:lnTo>
                    <a:pt x="1433407" y="217778"/>
                  </a:lnTo>
                  <a:lnTo>
                    <a:pt x="1439667" y="218523"/>
                  </a:lnTo>
                  <a:lnTo>
                    <a:pt x="1445926" y="219262"/>
                  </a:lnTo>
                  <a:lnTo>
                    <a:pt x="1452186" y="219980"/>
                  </a:lnTo>
                  <a:lnTo>
                    <a:pt x="1458445" y="220697"/>
                  </a:lnTo>
                  <a:lnTo>
                    <a:pt x="1464705" y="221392"/>
                  </a:lnTo>
                  <a:lnTo>
                    <a:pt x="1470964" y="222082"/>
                  </a:lnTo>
                  <a:lnTo>
                    <a:pt x="1477223" y="222759"/>
                  </a:lnTo>
                  <a:lnTo>
                    <a:pt x="1483483" y="223424"/>
                  </a:lnTo>
                  <a:lnTo>
                    <a:pt x="1489742" y="224084"/>
                  </a:lnTo>
                  <a:lnTo>
                    <a:pt x="1496002" y="224722"/>
                  </a:lnTo>
                  <a:lnTo>
                    <a:pt x="1502261" y="225360"/>
                  </a:lnTo>
                  <a:lnTo>
                    <a:pt x="1508521" y="225978"/>
                  </a:lnTo>
                  <a:lnTo>
                    <a:pt x="1514780" y="226590"/>
                  </a:lnTo>
                  <a:lnTo>
                    <a:pt x="1521039" y="227192"/>
                  </a:lnTo>
                  <a:lnTo>
                    <a:pt x="1527299" y="227779"/>
                  </a:lnTo>
                  <a:lnTo>
                    <a:pt x="1533558" y="228365"/>
                  </a:lnTo>
                  <a:lnTo>
                    <a:pt x="1539818" y="228928"/>
                  </a:lnTo>
                  <a:lnTo>
                    <a:pt x="1546077" y="229491"/>
                  </a:lnTo>
                  <a:lnTo>
                    <a:pt x="1552337" y="230036"/>
                  </a:lnTo>
                  <a:lnTo>
                    <a:pt x="1558596" y="230575"/>
                  </a:lnTo>
                  <a:lnTo>
                    <a:pt x="1564855" y="231105"/>
                  </a:lnTo>
                  <a:lnTo>
                    <a:pt x="1571115" y="231620"/>
                  </a:lnTo>
                  <a:lnTo>
                    <a:pt x="1577374" y="232135"/>
                  </a:lnTo>
                  <a:lnTo>
                    <a:pt x="1583634" y="232628"/>
                  </a:lnTo>
                  <a:lnTo>
                    <a:pt x="1589893" y="233120"/>
                  </a:lnTo>
                  <a:lnTo>
                    <a:pt x="1596152" y="233598"/>
                  </a:lnTo>
                  <a:lnTo>
                    <a:pt x="1602412" y="234068"/>
                  </a:lnTo>
                  <a:lnTo>
                    <a:pt x="1608671" y="234531"/>
                  </a:lnTo>
                  <a:lnTo>
                    <a:pt x="1614931" y="234979"/>
                  </a:lnTo>
                  <a:lnTo>
                    <a:pt x="1621190" y="235428"/>
                  </a:lnTo>
                  <a:lnTo>
                    <a:pt x="1627450" y="235855"/>
                  </a:lnTo>
                  <a:lnTo>
                    <a:pt x="1633709" y="236282"/>
                  </a:lnTo>
                  <a:lnTo>
                    <a:pt x="1639968" y="236696"/>
                  </a:lnTo>
                  <a:lnTo>
                    <a:pt x="1646228" y="237102"/>
                  </a:lnTo>
                  <a:lnTo>
                    <a:pt x="1652487" y="237503"/>
                  </a:lnTo>
                  <a:lnTo>
                    <a:pt x="1658747" y="237889"/>
                  </a:lnTo>
                  <a:lnTo>
                    <a:pt x="1665006" y="238275"/>
                  </a:lnTo>
                  <a:lnTo>
                    <a:pt x="1671266" y="238643"/>
                  </a:lnTo>
                  <a:lnTo>
                    <a:pt x="1677525" y="239009"/>
                  </a:lnTo>
                  <a:lnTo>
                    <a:pt x="1683784" y="239364"/>
                  </a:lnTo>
                  <a:lnTo>
                    <a:pt x="1690044" y="239711"/>
                  </a:lnTo>
                  <a:lnTo>
                    <a:pt x="1696303" y="240054"/>
                  </a:lnTo>
                  <a:lnTo>
                    <a:pt x="1702563" y="240382"/>
                  </a:lnTo>
                  <a:lnTo>
                    <a:pt x="1708822" y="240710"/>
                  </a:lnTo>
                  <a:lnTo>
                    <a:pt x="1715082" y="241023"/>
                  </a:lnTo>
                  <a:lnTo>
                    <a:pt x="1721341" y="241333"/>
                  </a:lnTo>
                  <a:lnTo>
                    <a:pt x="1727600" y="241634"/>
                  </a:lnTo>
                  <a:lnTo>
                    <a:pt x="1733860" y="241926"/>
                  </a:lnTo>
                  <a:lnTo>
                    <a:pt x="1740119" y="242216"/>
                  </a:lnTo>
                  <a:lnTo>
                    <a:pt x="1746379" y="242491"/>
                  </a:lnTo>
                  <a:lnTo>
                    <a:pt x="1752638" y="242766"/>
                  </a:lnTo>
                  <a:lnTo>
                    <a:pt x="1758897" y="243029"/>
                  </a:lnTo>
                  <a:lnTo>
                    <a:pt x="1765157" y="243287"/>
                  </a:lnTo>
                  <a:lnTo>
                    <a:pt x="1771416" y="243539"/>
                  </a:lnTo>
                  <a:lnTo>
                    <a:pt x="1777676" y="243781"/>
                  </a:lnTo>
                  <a:lnTo>
                    <a:pt x="1783935" y="244022"/>
                  </a:lnTo>
                  <a:lnTo>
                    <a:pt x="1790195" y="244248"/>
                  </a:lnTo>
                  <a:lnTo>
                    <a:pt x="1796454" y="244475"/>
                  </a:lnTo>
                  <a:lnTo>
                    <a:pt x="1802713" y="244691"/>
                  </a:lnTo>
                  <a:lnTo>
                    <a:pt x="1808973" y="244902"/>
                  </a:lnTo>
                  <a:lnTo>
                    <a:pt x="1815232" y="245108"/>
                  </a:lnTo>
                  <a:lnTo>
                    <a:pt x="1821492" y="245305"/>
                  </a:lnTo>
                  <a:lnTo>
                    <a:pt x="1827751" y="245501"/>
                  </a:lnTo>
                  <a:lnTo>
                    <a:pt x="1834011" y="245684"/>
                  </a:lnTo>
                  <a:lnTo>
                    <a:pt x="1840270" y="245866"/>
                  </a:lnTo>
                  <a:lnTo>
                    <a:pt x="1846529" y="246039"/>
                  </a:lnTo>
                  <a:lnTo>
                    <a:pt x="1852789" y="246208"/>
                  </a:lnTo>
                  <a:lnTo>
                    <a:pt x="1859048" y="246373"/>
                  </a:lnTo>
                  <a:lnTo>
                    <a:pt x="1865308" y="246528"/>
                  </a:lnTo>
                  <a:lnTo>
                    <a:pt x="1871567" y="246683"/>
                  </a:lnTo>
                  <a:lnTo>
                    <a:pt x="1877827" y="246826"/>
                  </a:lnTo>
                  <a:lnTo>
                    <a:pt x="1884086" y="246969"/>
                  </a:lnTo>
                  <a:lnTo>
                    <a:pt x="1890345" y="247104"/>
                  </a:lnTo>
                  <a:lnTo>
                    <a:pt x="1896605" y="247234"/>
                  </a:lnTo>
                  <a:lnTo>
                    <a:pt x="1902864" y="247361"/>
                  </a:lnTo>
                  <a:lnTo>
                    <a:pt x="1909124" y="247479"/>
                  </a:lnTo>
                  <a:lnTo>
                    <a:pt x="1915383" y="247597"/>
                  </a:lnTo>
                  <a:lnTo>
                    <a:pt x="1921642" y="247704"/>
                  </a:lnTo>
                  <a:lnTo>
                    <a:pt x="1927902" y="247811"/>
                  </a:lnTo>
                  <a:lnTo>
                    <a:pt x="1934161" y="247911"/>
                  </a:lnTo>
                  <a:lnTo>
                    <a:pt x="1940421" y="248007"/>
                  </a:lnTo>
                  <a:lnTo>
                    <a:pt x="1946680" y="248100"/>
                  </a:lnTo>
                  <a:lnTo>
                    <a:pt x="1952940" y="248184"/>
                  </a:lnTo>
                  <a:lnTo>
                    <a:pt x="1959199" y="248269"/>
                  </a:lnTo>
                  <a:lnTo>
                    <a:pt x="1965458" y="248345"/>
                  </a:lnTo>
                  <a:lnTo>
                    <a:pt x="1971718" y="248419"/>
                  </a:lnTo>
                  <a:lnTo>
                    <a:pt x="1977977" y="248489"/>
                  </a:lnTo>
                  <a:lnTo>
                    <a:pt x="1984237" y="248553"/>
                  </a:lnTo>
                  <a:lnTo>
                    <a:pt x="1990496" y="248616"/>
                  </a:lnTo>
                  <a:lnTo>
                    <a:pt x="1996756" y="248671"/>
                  </a:lnTo>
                  <a:lnTo>
                    <a:pt x="2003015" y="248726"/>
                  </a:lnTo>
                  <a:lnTo>
                    <a:pt x="2009274" y="248774"/>
                  </a:lnTo>
                  <a:lnTo>
                    <a:pt x="2015534" y="248820"/>
                  </a:lnTo>
                  <a:lnTo>
                    <a:pt x="2021793" y="248862"/>
                  </a:lnTo>
                  <a:lnTo>
                    <a:pt x="2028053" y="248899"/>
                  </a:lnTo>
                  <a:lnTo>
                    <a:pt x="2034312" y="248935"/>
                  </a:lnTo>
                  <a:lnTo>
                    <a:pt x="2040572" y="248964"/>
                  </a:lnTo>
                  <a:lnTo>
                    <a:pt x="2046831" y="248993"/>
                  </a:lnTo>
                  <a:lnTo>
                    <a:pt x="2053090" y="249016"/>
                  </a:lnTo>
                  <a:lnTo>
                    <a:pt x="2059350" y="249037"/>
                  </a:lnTo>
                  <a:lnTo>
                    <a:pt x="2065609" y="249055"/>
                  </a:lnTo>
                  <a:lnTo>
                    <a:pt x="2071869" y="249068"/>
                  </a:lnTo>
                  <a:lnTo>
                    <a:pt x="2078128" y="249082"/>
                  </a:lnTo>
                  <a:lnTo>
                    <a:pt x="2084388" y="249088"/>
                  </a:lnTo>
                  <a:lnTo>
                    <a:pt x="2090647" y="249094"/>
                  </a:lnTo>
                  <a:lnTo>
                    <a:pt x="2096906" y="249096"/>
                  </a:lnTo>
                  <a:lnTo>
                    <a:pt x="2103166" y="249095"/>
                  </a:lnTo>
                  <a:lnTo>
                    <a:pt x="2109425" y="249093"/>
                  </a:lnTo>
                  <a:lnTo>
                    <a:pt x="2115685" y="249086"/>
                  </a:lnTo>
                  <a:lnTo>
                    <a:pt x="2121944" y="249079"/>
                  </a:lnTo>
                  <a:lnTo>
                    <a:pt x="2128203" y="249066"/>
                  </a:lnTo>
                  <a:lnTo>
                    <a:pt x="2134463" y="249053"/>
                  </a:lnTo>
                  <a:lnTo>
                    <a:pt x="2140722" y="249037"/>
                  </a:lnTo>
                  <a:lnTo>
                    <a:pt x="2146982" y="249018"/>
                  </a:lnTo>
                  <a:lnTo>
                    <a:pt x="2153241" y="248999"/>
                  </a:lnTo>
                  <a:lnTo>
                    <a:pt x="2159501" y="248975"/>
                  </a:lnTo>
                  <a:lnTo>
                    <a:pt x="2165760" y="248951"/>
                  </a:lnTo>
                  <a:lnTo>
                    <a:pt x="2172019" y="248923"/>
                  </a:lnTo>
                  <a:lnTo>
                    <a:pt x="2178279" y="248894"/>
                  </a:lnTo>
                  <a:lnTo>
                    <a:pt x="2184538" y="248863"/>
                  </a:lnTo>
                  <a:lnTo>
                    <a:pt x="2190798" y="248830"/>
                  </a:lnTo>
                  <a:lnTo>
                    <a:pt x="2197057" y="248796"/>
                  </a:lnTo>
                  <a:lnTo>
                    <a:pt x="2203317" y="248759"/>
                  </a:lnTo>
                  <a:lnTo>
                    <a:pt x="2209576" y="248722"/>
                  </a:lnTo>
                  <a:lnTo>
                    <a:pt x="2215835" y="248682"/>
                  </a:lnTo>
                  <a:lnTo>
                    <a:pt x="2222095" y="248641"/>
                  </a:lnTo>
                  <a:lnTo>
                    <a:pt x="2228354" y="248598"/>
                  </a:lnTo>
                  <a:lnTo>
                    <a:pt x="2234614" y="248554"/>
                  </a:lnTo>
                  <a:lnTo>
                    <a:pt x="2240873" y="248509"/>
                  </a:lnTo>
                  <a:lnTo>
                    <a:pt x="2247133" y="248462"/>
                  </a:lnTo>
                  <a:lnTo>
                    <a:pt x="2253392" y="248414"/>
                  </a:lnTo>
                  <a:lnTo>
                    <a:pt x="2259651" y="248365"/>
                  </a:lnTo>
                  <a:lnTo>
                    <a:pt x="2265911" y="248315"/>
                  </a:lnTo>
                  <a:lnTo>
                    <a:pt x="2272170" y="248265"/>
                  </a:lnTo>
                  <a:lnTo>
                    <a:pt x="2278430" y="248213"/>
                  </a:lnTo>
                  <a:lnTo>
                    <a:pt x="2284689" y="248161"/>
                  </a:lnTo>
                  <a:lnTo>
                    <a:pt x="2290948" y="248107"/>
                  </a:lnTo>
                  <a:lnTo>
                    <a:pt x="2297208" y="248053"/>
                  </a:lnTo>
                  <a:lnTo>
                    <a:pt x="2303467" y="247998"/>
                  </a:lnTo>
                  <a:lnTo>
                    <a:pt x="2309727" y="247943"/>
                  </a:lnTo>
                  <a:lnTo>
                    <a:pt x="2315986" y="247887"/>
                  </a:lnTo>
                  <a:lnTo>
                    <a:pt x="2322246" y="247831"/>
                  </a:lnTo>
                  <a:lnTo>
                    <a:pt x="2328505" y="247774"/>
                  </a:lnTo>
                  <a:lnTo>
                    <a:pt x="2334764" y="247717"/>
                  </a:lnTo>
                  <a:lnTo>
                    <a:pt x="2341024" y="247660"/>
                  </a:lnTo>
                  <a:lnTo>
                    <a:pt x="2347283" y="247603"/>
                  </a:lnTo>
                  <a:lnTo>
                    <a:pt x="2353543" y="247546"/>
                  </a:lnTo>
                  <a:lnTo>
                    <a:pt x="2359802" y="247488"/>
                  </a:lnTo>
                  <a:lnTo>
                    <a:pt x="2366062" y="247431"/>
                  </a:lnTo>
                  <a:lnTo>
                    <a:pt x="2372321" y="247374"/>
                  </a:lnTo>
                  <a:lnTo>
                    <a:pt x="2378580" y="247317"/>
                  </a:lnTo>
                  <a:lnTo>
                    <a:pt x="2384840" y="247261"/>
                  </a:lnTo>
                  <a:lnTo>
                    <a:pt x="2391099" y="247205"/>
                  </a:lnTo>
                  <a:lnTo>
                    <a:pt x="2397359" y="247149"/>
                  </a:lnTo>
                  <a:lnTo>
                    <a:pt x="2403618" y="247093"/>
                  </a:lnTo>
                  <a:lnTo>
                    <a:pt x="2409878" y="247039"/>
                  </a:lnTo>
                  <a:lnTo>
                    <a:pt x="2416137" y="246985"/>
                  </a:lnTo>
                  <a:lnTo>
                    <a:pt x="2422396" y="246932"/>
                  </a:lnTo>
                  <a:lnTo>
                    <a:pt x="2428656" y="246879"/>
                  </a:lnTo>
                  <a:lnTo>
                    <a:pt x="2434915" y="246827"/>
                  </a:lnTo>
                  <a:lnTo>
                    <a:pt x="2441175" y="246776"/>
                  </a:lnTo>
                  <a:lnTo>
                    <a:pt x="2447434" y="246726"/>
                  </a:lnTo>
                  <a:lnTo>
                    <a:pt x="2453693" y="246678"/>
                  </a:lnTo>
                  <a:lnTo>
                    <a:pt x="2459953" y="246630"/>
                  </a:lnTo>
                  <a:lnTo>
                    <a:pt x="2466212" y="246584"/>
                  </a:lnTo>
                  <a:lnTo>
                    <a:pt x="2472472" y="246538"/>
                  </a:lnTo>
                  <a:lnTo>
                    <a:pt x="2478731" y="246494"/>
                  </a:lnTo>
                  <a:lnTo>
                    <a:pt x="2484991" y="246452"/>
                  </a:lnTo>
                  <a:lnTo>
                    <a:pt x="2491250" y="246410"/>
                  </a:lnTo>
                  <a:lnTo>
                    <a:pt x="2497509" y="246372"/>
                  </a:lnTo>
                  <a:lnTo>
                    <a:pt x="2503769" y="246333"/>
                  </a:lnTo>
                  <a:lnTo>
                    <a:pt x="2510028" y="246298"/>
                  </a:lnTo>
                  <a:lnTo>
                    <a:pt x="2516288" y="246264"/>
                  </a:lnTo>
                  <a:lnTo>
                    <a:pt x="2522547" y="246231"/>
                  </a:lnTo>
                  <a:lnTo>
                    <a:pt x="2528807" y="246201"/>
                  </a:lnTo>
                  <a:lnTo>
                    <a:pt x="2535066" y="246171"/>
                  </a:lnTo>
                  <a:lnTo>
                    <a:pt x="2541325" y="246145"/>
                  </a:lnTo>
                  <a:lnTo>
                    <a:pt x="2547585" y="246120"/>
                  </a:lnTo>
                  <a:lnTo>
                    <a:pt x="2553844" y="246098"/>
                  </a:lnTo>
                  <a:lnTo>
                    <a:pt x="2560104" y="246078"/>
                  </a:lnTo>
                  <a:lnTo>
                    <a:pt x="2566363" y="246060"/>
                  </a:lnTo>
                  <a:lnTo>
                    <a:pt x="2572623" y="246046"/>
                  </a:lnTo>
                  <a:lnTo>
                    <a:pt x="2578882" y="246031"/>
                  </a:lnTo>
                  <a:lnTo>
                    <a:pt x="2585141" y="246022"/>
                  </a:lnTo>
                  <a:lnTo>
                    <a:pt x="2591401" y="246013"/>
                  </a:lnTo>
                  <a:lnTo>
                    <a:pt x="2597660" y="246009"/>
                  </a:lnTo>
                  <a:lnTo>
                    <a:pt x="2603920" y="246006"/>
                  </a:lnTo>
                  <a:lnTo>
                    <a:pt x="2610179" y="246005"/>
                  </a:lnTo>
                  <a:lnTo>
                    <a:pt x="2616438" y="246010"/>
                  </a:lnTo>
                  <a:lnTo>
                    <a:pt x="2622698" y="246014"/>
                  </a:lnTo>
                  <a:lnTo>
                    <a:pt x="2628957" y="246025"/>
                  </a:lnTo>
                  <a:lnTo>
                    <a:pt x="2635217" y="246036"/>
                  </a:lnTo>
                  <a:lnTo>
                    <a:pt x="2641476" y="246051"/>
                  </a:lnTo>
                  <a:lnTo>
                    <a:pt x="2647736" y="246069"/>
                  </a:lnTo>
                  <a:lnTo>
                    <a:pt x="2653995" y="246089"/>
                  </a:lnTo>
                  <a:lnTo>
                    <a:pt x="2660254" y="246116"/>
                  </a:lnTo>
                  <a:lnTo>
                    <a:pt x="2666514" y="246142"/>
                  </a:lnTo>
                  <a:lnTo>
                    <a:pt x="2672773" y="246174"/>
                  </a:lnTo>
                  <a:lnTo>
                    <a:pt x="2679033" y="246209"/>
                  </a:lnTo>
                  <a:lnTo>
                    <a:pt x="2685292" y="246247"/>
                  </a:lnTo>
                  <a:lnTo>
                    <a:pt x="2691552" y="246289"/>
                  </a:lnTo>
                  <a:lnTo>
                    <a:pt x="2697811" y="246332"/>
                  </a:lnTo>
                  <a:lnTo>
                    <a:pt x="2704070" y="246383"/>
                  </a:lnTo>
                  <a:lnTo>
                    <a:pt x="2710330" y="246434"/>
                  </a:lnTo>
                  <a:lnTo>
                    <a:pt x="2716589" y="246492"/>
                  </a:lnTo>
                  <a:lnTo>
                    <a:pt x="2722849" y="246552"/>
                  </a:lnTo>
                  <a:lnTo>
                    <a:pt x="2729108" y="246615"/>
                  </a:lnTo>
                  <a:lnTo>
                    <a:pt x="2735368" y="246684"/>
                  </a:lnTo>
                  <a:lnTo>
                    <a:pt x="2741627" y="246753"/>
                  </a:lnTo>
                  <a:lnTo>
                    <a:pt x="2747886" y="246832"/>
                  </a:lnTo>
                  <a:lnTo>
                    <a:pt x="2754146" y="246910"/>
                  </a:lnTo>
                  <a:lnTo>
                    <a:pt x="2760405" y="246995"/>
                  </a:lnTo>
                  <a:lnTo>
                    <a:pt x="2766665" y="247083"/>
                  </a:lnTo>
                  <a:lnTo>
                    <a:pt x="2772924" y="247174"/>
                  </a:lnTo>
                  <a:lnTo>
                    <a:pt x="2779184" y="247272"/>
                  </a:lnTo>
                  <a:lnTo>
                    <a:pt x="2785443" y="247370"/>
                  </a:lnTo>
                  <a:lnTo>
                    <a:pt x="2791702" y="247477"/>
                  </a:lnTo>
                  <a:lnTo>
                    <a:pt x="2797962" y="247585"/>
                  </a:lnTo>
                  <a:lnTo>
                    <a:pt x="2804221" y="247699"/>
                  </a:lnTo>
                  <a:lnTo>
                    <a:pt x="2810481" y="247817"/>
                  </a:lnTo>
                  <a:lnTo>
                    <a:pt x="2816740" y="247938"/>
                  </a:lnTo>
                  <a:lnTo>
                    <a:pt x="2822999" y="248066"/>
                  </a:lnTo>
                  <a:lnTo>
                    <a:pt x="2829259" y="248195"/>
                  </a:lnTo>
                  <a:lnTo>
                    <a:pt x="2835518" y="248333"/>
                  </a:lnTo>
                  <a:lnTo>
                    <a:pt x="2841778" y="248472"/>
                  </a:lnTo>
                  <a:lnTo>
                    <a:pt x="2848037" y="248616"/>
                  </a:lnTo>
                  <a:lnTo>
                    <a:pt x="2854297" y="248766"/>
                  </a:lnTo>
                  <a:lnTo>
                    <a:pt x="2860556" y="248918"/>
                  </a:lnTo>
                  <a:lnTo>
                    <a:pt x="2866815" y="249078"/>
                  </a:lnTo>
                  <a:lnTo>
                    <a:pt x="2873075" y="249239"/>
                  </a:lnTo>
                  <a:lnTo>
                    <a:pt x="2879334" y="249408"/>
                  </a:lnTo>
                  <a:lnTo>
                    <a:pt x="2885594" y="249580"/>
                  </a:lnTo>
                  <a:lnTo>
                    <a:pt x="2891853" y="249757"/>
                  </a:lnTo>
                  <a:lnTo>
                    <a:pt x="2898113" y="249939"/>
                  </a:lnTo>
                  <a:lnTo>
                    <a:pt x="2904372" y="250123"/>
                  </a:lnTo>
                  <a:lnTo>
                    <a:pt x="2910631" y="250316"/>
                  </a:lnTo>
                  <a:lnTo>
                    <a:pt x="2916891" y="250509"/>
                  </a:lnTo>
                  <a:lnTo>
                    <a:pt x="2923150" y="250711"/>
                  </a:lnTo>
                  <a:lnTo>
                    <a:pt x="2929410" y="250916"/>
                  </a:lnTo>
                  <a:lnTo>
                    <a:pt x="2935669" y="251125"/>
                  </a:lnTo>
                  <a:lnTo>
                    <a:pt x="2941929" y="251340"/>
                  </a:lnTo>
                  <a:lnTo>
                    <a:pt x="2948188" y="251556"/>
                  </a:lnTo>
                  <a:lnTo>
                    <a:pt x="2954447" y="251783"/>
                  </a:lnTo>
                  <a:lnTo>
                    <a:pt x="2960707" y="252009"/>
                  </a:lnTo>
                  <a:lnTo>
                    <a:pt x="2966966" y="252243"/>
                  </a:lnTo>
                  <a:lnTo>
                    <a:pt x="2973226" y="252481"/>
                  </a:lnTo>
                  <a:lnTo>
                    <a:pt x="2979485" y="252722"/>
                  </a:lnTo>
                  <a:lnTo>
                    <a:pt x="2985744" y="252970"/>
                  </a:lnTo>
                  <a:lnTo>
                    <a:pt x="2992004" y="253219"/>
                  </a:lnTo>
                  <a:lnTo>
                    <a:pt x="2998263" y="253478"/>
                  </a:lnTo>
                  <a:lnTo>
                    <a:pt x="3004523" y="253737"/>
                  </a:lnTo>
                  <a:lnTo>
                    <a:pt x="3010782" y="254003"/>
                  </a:lnTo>
                  <a:lnTo>
                    <a:pt x="3017042" y="254273"/>
                  </a:lnTo>
                  <a:lnTo>
                    <a:pt x="3023301" y="254546"/>
                  </a:lnTo>
                  <a:lnTo>
                    <a:pt x="3029560" y="254826"/>
                  </a:lnTo>
                  <a:lnTo>
                    <a:pt x="3035820" y="255107"/>
                  </a:lnTo>
                  <a:lnTo>
                    <a:pt x="3042079" y="255397"/>
                  </a:lnTo>
                  <a:lnTo>
                    <a:pt x="3048339" y="255688"/>
                  </a:lnTo>
                  <a:lnTo>
                    <a:pt x="3054598" y="255985"/>
                  </a:lnTo>
                  <a:lnTo>
                    <a:pt x="3060858" y="256286"/>
                  </a:lnTo>
                  <a:lnTo>
                    <a:pt x="3067117" y="256589"/>
                  </a:lnTo>
                  <a:lnTo>
                    <a:pt x="3073376" y="256900"/>
                  </a:lnTo>
                  <a:lnTo>
                    <a:pt x="3079636" y="257211"/>
                  </a:lnTo>
                  <a:lnTo>
                    <a:pt x="3085895" y="257531"/>
                  </a:lnTo>
                  <a:lnTo>
                    <a:pt x="3092155" y="257852"/>
                  </a:lnTo>
                  <a:lnTo>
                    <a:pt x="3098414" y="258178"/>
                  </a:lnTo>
                  <a:lnTo>
                    <a:pt x="3104674" y="258509"/>
                  </a:lnTo>
                  <a:lnTo>
                    <a:pt x="3110933" y="258841"/>
                  </a:lnTo>
                  <a:lnTo>
                    <a:pt x="3117192" y="259181"/>
                  </a:lnTo>
                  <a:lnTo>
                    <a:pt x="3123452" y="259520"/>
                  </a:lnTo>
                  <a:lnTo>
                    <a:pt x="3129711" y="259868"/>
                  </a:lnTo>
                  <a:lnTo>
                    <a:pt x="3135971" y="260216"/>
                  </a:lnTo>
                  <a:lnTo>
                    <a:pt x="3142230" y="260569"/>
                  </a:lnTo>
                  <a:lnTo>
                    <a:pt x="3148489" y="260927"/>
                  </a:lnTo>
                  <a:lnTo>
                    <a:pt x="3154749" y="261285"/>
                  </a:lnTo>
                  <a:lnTo>
                    <a:pt x="3161008" y="261651"/>
                  </a:lnTo>
                  <a:lnTo>
                    <a:pt x="3167268" y="262017"/>
                  </a:lnTo>
                  <a:lnTo>
                    <a:pt x="3173527" y="262389"/>
                  </a:lnTo>
                  <a:lnTo>
                    <a:pt x="3179787" y="262763"/>
                  </a:lnTo>
                  <a:lnTo>
                    <a:pt x="3186046" y="263140"/>
                  </a:lnTo>
                  <a:lnTo>
                    <a:pt x="3192305" y="263521"/>
                  </a:lnTo>
                  <a:lnTo>
                    <a:pt x="3198565" y="263903"/>
                  </a:lnTo>
                </a:path>
              </a:pathLst>
            </a:custGeom>
            <a:ln w="27101" cap="flat">
              <a:solidFill>
                <a:srgbClr val="D79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3749798" y="1002488"/>
              <a:ext cx="3198565" cy="253070"/>
            </a:xfrm>
            <a:custGeom>
              <a:avLst/>
              <a:pathLst>
                <a:path w="3198565" h="253070">
                  <a:moveTo>
                    <a:pt x="0" y="33042"/>
                  </a:moveTo>
                  <a:lnTo>
                    <a:pt x="6259" y="32087"/>
                  </a:lnTo>
                  <a:lnTo>
                    <a:pt x="12518" y="31132"/>
                  </a:lnTo>
                  <a:lnTo>
                    <a:pt x="18778" y="30193"/>
                  </a:lnTo>
                  <a:lnTo>
                    <a:pt x="25037" y="29270"/>
                  </a:lnTo>
                  <a:lnTo>
                    <a:pt x="31297" y="28347"/>
                  </a:lnTo>
                  <a:lnTo>
                    <a:pt x="37556" y="27451"/>
                  </a:lnTo>
                  <a:lnTo>
                    <a:pt x="43815" y="26561"/>
                  </a:lnTo>
                  <a:lnTo>
                    <a:pt x="50075" y="25676"/>
                  </a:lnTo>
                  <a:lnTo>
                    <a:pt x="56334" y="24820"/>
                  </a:lnTo>
                  <a:lnTo>
                    <a:pt x="62594" y="23964"/>
                  </a:lnTo>
                  <a:lnTo>
                    <a:pt x="68853" y="23125"/>
                  </a:lnTo>
                  <a:lnTo>
                    <a:pt x="75113" y="22305"/>
                  </a:lnTo>
                  <a:lnTo>
                    <a:pt x="81372" y="21484"/>
                  </a:lnTo>
                  <a:lnTo>
                    <a:pt x="87631" y="20692"/>
                  </a:lnTo>
                  <a:lnTo>
                    <a:pt x="93891" y="19908"/>
                  </a:lnTo>
                  <a:lnTo>
                    <a:pt x="100150" y="19128"/>
                  </a:lnTo>
                  <a:lnTo>
                    <a:pt x="106410" y="18381"/>
                  </a:lnTo>
                  <a:lnTo>
                    <a:pt x="112669" y="17634"/>
                  </a:lnTo>
                  <a:lnTo>
                    <a:pt x="118929" y="16903"/>
                  </a:lnTo>
                  <a:lnTo>
                    <a:pt x="125188" y="16194"/>
                  </a:lnTo>
                  <a:lnTo>
                    <a:pt x="131447" y="15485"/>
                  </a:lnTo>
                  <a:lnTo>
                    <a:pt x="137707" y="14806"/>
                  </a:lnTo>
                  <a:lnTo>
                    <a:pt x="143966" y="14136"/>
                  </a:lnTo>
                  <a:lnTo>
                    <a:pt x="150226" y="13469"/>
                  </a:lnTo>
                  <a:lnTo>
                    <a:pt x="156485" y="12838"/>
                  </a:lnTo>
                  <a:lnTo>
                    <a:pt x="162745" y="12207"/>
                  </a:lnTo>
                  <a:lnTo>
                    <a:pt x="169004" y="11593"/>
                  </a:lnTo>
                  <a:lnTo>
                    <a:pt x="175263" y="11003"/>
                  </a:lnTo>
                  <a:lnTo>
                    <a:pt x="181523" y="10412"/>
                  </a:lnTo>
                  <a:lnTo>
                    <a:pt x="187782" y="9852"/>
                  </a:lnTo>
                  <a:lnTo>
                    <a:pt x="194042" y="9302"/>
                  </a:lnTo>
                  <a:lnTo>
                    <a:pt x="200301" y="8755"/>
                  </a:lnTo>
                  <a:lnTo>
                    <a:pt x="206560" y="8247"/>
                  </a:lnTo>
                  <a:lnTo>
                    <a:pt x="212820" y="7738"/>
                  </a:lnTo>
                  <a:lnTo>
                    <a:pt x="219079" y="7246"/>
                  </a:lnTo>
                  <a:lnTo>
                    <a:pt x="225339" y="6780"/>
                  </a:lnTo>
                  <a:lnTo>
                    <a:pt x="231598" y="6313"/>
                  </a:lnTo>
                  <a:lnTo>
                    <a:pt x="237858" y="5877"/>
                  </a:lnTo>
                  <a:lnTo>
                    <a:pt x="244117" y="5453"/>
                  </a:lnTo>
                  <a:lnTo>
                    <a:pt x="250376" y="5029"/>
                  </a:lnTo>
                  <a:lnTo>
                    <a:pt x="256636" y="4648"/>
                  </a:lnTo>
                  <a:lnTo>
                    <a:pt x="262895" y="4267"/>
                  </a:lnTo>
                  <a:lnTo>
                    <a:pt x="269155" y="3900"/>
                  </a:lnTo>
                  <a:lnTo>
                    <a:pt x="275414" y="3561"/>
                  </a:lnTo>
                  <a:lnTo>
                    <a:pt x="281674" y="3223"/>
                  </a:lnTo>
                  <a:lnTo>
                    <a:pt x="287933" y="2913"/>
                  </a:lnTo>
                  <a:lnTo>
                    <a:pt x="294192" y="2618"/>
                  </a:lnTo>
                  <a:lnTo>
                    <a:pt x="300452" y="2322"/>
                  </a:lnTo>
                  <a:lnTo>
                    <a:pt x="306711" y="2069"/>
                  </a:lnTo>
                  <a:lnTo>
                    <a:pt x="312971" y="1817"/>
                  </a:lnTo>
                  <a:lnTo>
                    <a:pt x="319230" y="1578"/>
                  </a:lnTo>
                  <a:lnTo>
                    <a:pt x="325490" y="1369"/>
                  </a:lnTo>
                  <a:lnTo>
                    <a:pt x="331749" y="1160"/>
                  </a:lnTo>
                  <a:lnTo>
                    <a:pt x="338008" y="978"/>
                  </a:lnTo>
                  <a:lnTo>
                    <a:pt x="344268" y="812"/>
                  </a:lnTo>
                  <a:lnTo>
                    <a:pt x="350527" y="646"/>
                  </a:lnTo>
                  <a:lnTo>
                    <a:pt x="356787" y="522"/>
                  </a:lnTo>
                  <a:lnTo>
                    <a:pt x="363046" y="399"/>
                  </a:lnTo>
                  <a:lnTo>
                    <a:pt x="369305" y="288"/>
                  </a:lnTo>
                  <a:lnTo>
                    <a:pt x="375565" y="208"/>
                  </a:lnTo>
                  <a:lnTo>
                    <a:pt x="381824" y="128"/>
                  </a:lnTo>
                  <a:lnTo>
                    <a:pt x="388084" y="74"/>
                  </a:lnTo>
                  <a:lnTo>
                    <a:pt x="394343" y="37"/>
                  </a:lnTo>
                  <a:lnTo>
                    <a:pt x="400603" y="0"/>
                  </a:lnTo>
                  <a:lnTo>
                    <a:pt x="406862" y="1"/>
                  </a:lnTo>
                  <a:lnTo>
                    <a:pt x="413121" y="7"/>
                  </a:lnTo>
                  <a:lnTo>
                    <a:pt x="419381" y="22"/>
                  </a:lnTo>
                  <a:lnTo>
                    <a:pt x="425640" y="69"/>
                  </a:lnTo>
                  <a:lnTo>
                    <a:pt x="431900" y="116"/>
                  </a:lnTo>
                  <a:lnTo>
                    <a:pt x="438159" y="187"/>
                  </a:lnTo>
                  <a:lnTo>
                    <a:pt x="444419" y="276"/>
                  </a:lnTo>
                  <a:lnTo>
                    <a:pt x="450678" y="364"/>
                  </a:lnTo>
                  <a:lnTo>
                    <a:pt x="456937" y="490"/>
                  </a:lnTo>
                  <a:lnTo>
                    <a:pt x="463197" y="619"/>
                  </a:lnTo>
                  <a:lnTo>
                    <a:pt x="469456" y="758"/>
                  </a:lnTo>
                  <a:lnTo>
                    <a:pt x="475716" y="928"/>
                  </a:lnTo>
                  <a:lnTo>
                    <a:pt x="481975" y="1098"/>
                  </a:lnTo>
                  <a:lnTo>
                    <a:pt x="488235" y="1290"/>
                  </a:lnTo>
                  <a:lnTo>
                    <a:pt x="494494" y="1500"/>
                  </a:lnTo>
                  <a:lnTo>
                    <a:pt x="500753" y="1710"/>
                  </a:lnTo>
                  <a:lnTo>
                    <a:pt x="507013" y="1953"/>
                  </a:lnTo>
                  <a:lnTo>
                    <a:pt x="513272" y="2202"/>
                  </a:lnTo>
                  <a:lnTo>
                    <a:pt x="519532" y="2458"/>
                  </a:lnTo>
                  <a:lnTo>
                    <a:pt x="525791" y="2746"/>
                  </a:lnTo>
                  <a:lnTo>
                    <a:pt x="532050" y="3034"/>
                  </a:lnTo>
                  <a:lnTo>
                    <a:pt x="538310" y="3340"/>
                  </a:lnTo>
                  <a:lnTo>
                    <a:pt x="544569" y="3665"/>
                  </a:lnTo>
                  <a:lnTo>
                    <a:pt x="550829" y="3990"/>
                  </a:lnTo>
                  <a:lnTo>
                    <a:pt x="557088" y="4345"/>
                  </a:lnTo>
                  <a:lnTo>
                    <a:pt x="563348" y="4707"/>
                  </a:lnTo>
                  <a:lnTo>
                    <a:pt x="569607" y="5074"/>
                  </a:lnTo>
                  <a:lnTo>
                    <a:pt x="575866" y="5472"/>
                  </a:lnTo>
                  <a:lnTo>
                    <a:pt x="582126" y="5869"/>
                  </a:lnTo>
                  <a:lnTo>
                    <a:pt x="588385" y="6283"/>
                  </a:lnTo>
                  <a:lnTo>
                    <a:pt x="594645" y="6716"/>
                  </a:lnTo>
                  <a:lnTo>
                    <a:pt x="600904" y="7148"/>
                  </a:lnTo>
                  <a:lnTo>
                    <a:pt x="607164" y="7607"/>
                  </a:lnTo>
                  <a:lnTo>
                    <a:pt x="613423" y="8074"/>
                  </a:lnTo>
                  <a:lnTo>
                    <a:pt x="619682" y="8544"/>
                  </a:lnTo>
                  <a:lnTo>
                    <a:pt x="625942" y="9043"/>
                  </a:lnTo>
                  <a:lnTo>
                    <a:pt x="632201" y="9542"/>
                  </a:lnTo>
                  <a:lnTo>
                    <a:pt x="638461" y="10055"/>
                  </a:lnTo>
                  <a:lnTo>
                    <a:pt x="644720" y="10585"/>
                  </a:lnTo>
                  <a:lnTo>
                    <a:pt x="650980" y="11116"/>
                  </a:lnTo>
                  <a:lnTo>
                    <a:pt x="657239" y="11670"/>
                  </a:lnTo>
                  <a:lnTo>
                    <a:pt x="663498" y="12231"/>
                  </a:lnTo>
                  <a:lnTo>
                    <a:pt x="669758" y="12795"/>
                  </a:lnTo>
                  <a:lnTo>
                    <a:pt x="676017" y="13386"/>
                  </a:lnTo>
                  <a:lnTo>
                    <a:pt x="682277" y="13976"/>
                  </a:lnTo>
                  <a:lnTo>
                    <a:pt x="688536" y="14578"/>
                  </a:lnTo>
                  <a:lnTo>
                    <a:pt x="694796" y="15197"/>
                  </a:lnTo>
                  <a:lnTo>
                    <a:pt x="701055" y="15816"/>
                  </a:lnTo>
                  <a:lnTo>
                    <a:pt x="707314" y="16454"/>
                  </a:lnTo>
                  <a:lnTo>
                    <a:pt x="713574" y="17100"/>
                  </a:lnTo>
                  <a:lnTo>
                    <a:pt x="719833" y="17748"/>
                  </a:lnTo>
                  <a:lnTo>
                    <a:pt x="726093" y="18419"/>
                  </a:lnTo>
                  <a:lnTo>
                    <a:pt x="732352" y="19091"/>
                  </a:lnTo>
                  <a:lnTo>
                    <a:pt x="738611" y="19771"/>
                  </a:lnTo>
                  <a:lnTo>
                    <a:pt x="744871" y="20468"/>
                  </a:lnTo>
                  <a:lnTo>
                    <a:pt x="751130" y="21164"/>
                  </a:lnTo>
                  <a:lnTo>
                    <a:pt x="757390" y="21876"/>
                  </a:lnTo>
                  <a:lnTo>
                    <a:pt x="763649" y="22595"/>
                  </a:lnTo>
                  <a:lnTo>
                    <a:pt x="769909" y="23315"/>
                  </a:lnTo>
                  <a:lnTo>
                    <a:pt x="776168" y="24056"/>
                  </a:lnTo>
                  <a:lnTo>
                    <a:pt x="782427" y="24797"/>
                  </a:lnTo>
                  <a:lnTo>
                    <a:pt x="788687" y="25546"/>
                  </a:lnTo>
                  <a:lnTo>
                    <a:pt x="794946" y="26307"/>
                  </a:lnTo>
                  <a:lnTo>
                    <a:pt x="801206" y="27069"/>
                  </a:lnTo>
                  <a:lnTo>
                    <a:pt x="807465" y="27844"/>
                  </a:lnTo>
                  <a:lnTo>
                    <a:pt x="813725" y="28625"/>
                  </a:lnTo>
                  <a:lnTo>
                    <a:pt x="819984" y="29406"/>
                  </a:lnTo>
                  <a:lnTo>
                    <a:pt x="826243" y="30205"/>
                  </a:lnTo>
                  <a:lnTo>
                    <a:pt x="832503" y="31004"/>
                  </a:lnTo>
                  <a:lnTo>
                    <a:pt x="838762" y="31808"/>
                  </a:lnTo>
                  <a:lnTo>
                    <a:pt x="845022" y="32624"/>
                  </a:lnTo>
                  <a:lnTo>
                    <a:pt x="851281" y="33439"/>
                  </a:lnTo>
                  <a:lnTo>
                    <a:pt x="857541" y="34265"/>
                  </a:lnTo>
                  <a:lnTo>
                    <a:pt x="863800" y="35096"/>
                  </a:lnTo>
                  <a:lnTo>
                    <a:pt x="870059" y="35927"/>
                  </a:lnTo>
                  <a:lnTo>
                    <a:pt x="876319" y="36771"/>
                  </a:lnTo>
                  <a:lnTo>
                    <a:pt x="882578" y="37616"/>
                  </a:lnTo>
                  <a:lnTo>
                    <a:pt x="888838" y="38465"/>
                  </a:lnTo>
                  <a:lnTo>
                    <a:pt x="895097" y="39322"/>
                  </a:lnTo>
                  <a:lnTo>
                    <a:pt x="901356" y="40180"/>
                  </a:lnTo>
                  <a:lnTo>
                    <a:pt x="907616" y="41045"/>
                  </a:lnTo>
                  <a:lnTo>
                    <a:pt x="913875" y="41914"/>
                  </a:lnTo>
                  <a:lnTo>
                    <a:pt x="920135" y="42783"/>
                  </a:lnTo>
                  <a:lnTo>
                    <a:pt x="926394" y="43661"/>
                  </a:lnTo>
                  <a:lnTo>
                    <a:pt x="932654" y="44540"/>
                  </a:lnTo>
                  <a:lnTo>
                    <a:pt x="938913" y="45421"/>
                  </a:lnTo>
                  <a:lnTo>
                    <a:pt x="945172" y="46309"/>
                  </a:lnTo>
                  <a:lnTo>
                    <a:pt x="951432" y="47197"/>
                  </a:lnTo>
                  <a:lnTo>
                    <a:pt x="957691" y="48089"/>
                  </a:lnTo>
                  <a:lnTo>
                    <a:pt x="963951" y="48985"/>
                  </a:lnTo>
                  <a:lnTo>
                    <a:pt x="970210" y="49880"/>
                  </a:lnTo>
                  <a:lnTo>
                    <a:pt x="976470" y="50781"/>
                  </a:lnTo>
                  <a:lnTo>
                    <a:pt x="982729" y="51683"/>
                  </a:lnTo>
                  <a:lnTo>
                    <a:pt x="988988" y="52585"/>
                  </a:lnTo>
                  <a:lnTo>
                    <a:pt x="995248" y="53492"/>
                  </a:lnTo>
                  <a:lnTo>
                    <a:pt x="1001507" y="54399"/>
                  </a:lnTo>
                  <a:lnTo>
                    <a:pt x="1007767" y="55307"/>
                  </a:lnTo>
                  <a:lnTo>
                    <a:pt x="1014026" y="56218"/>
                  </a:lnTo>
                  <a:lnTo>
                    <a:pt x="1020286" y="57128"/>
                  </a:lnTo>
                  <a:lnTo>
                    <a:pt x="1026545" y="58041"/>
                  </a:lnTo>
                  <a:lnTo>
                    <a:pt x="1032804" y="58954"/>
                  </a:lnTo>
                  <a:lnTo>
                    <a:pt x="1039064" y="59868"/>
                  </a:lnTo>
                  <a:lnTo>
                    <a:pt x="1045323" y="60782"/>
                  </a:lnTo>
                  <a:lnTo>
                    <a:pt x="1051583" y="61697"/>
                  </a:lnTo>
                  <a:lnTo>
                    <a:pt x="1057842" y="62612"/>
                  </a:lnTo>
                  <a:lnTo>
                    <a:pt x="1064101" y="63527"/>
                  </a:lnTo>
                  <a:lnTo>
                    <a:pt x="1070361" y="64442"/>
                  </a:lnTo>
                  <a:lnTo>
                    <a:pt x="1076620" y="65356"/>
                  </a:lnTo>
                  <a:lnTo>
                    <a:pt x="1082880" y="66270"/>
                  </a:lnTo>
                  <a:lnTo>
                    <a:pt x="1089139" y="67184"/>
                  </a:lnTo>
                  <a:lnTo>
                    <a:pt x="1095399" y="68097"/>
                  </a:lnTo>
                  <a:lnTo>
                    <a:pt x="1101658" y="69009"/>
                  </a:lnTo>
                  <a:lnTo>
                    <a:pt x="1107917" y="69920"/>
                  </a:lnTo>
                  <a:lnTo>
                    <a:pt x="1114177" y="70830"/>
                  </a:lnTo>
                  <a:lnTo>
                    <a:pt x="1120436" y="71739"/>
                  </a:lnTo>
                  <a:lnTo>
                    <a:pt x="1126696" y="72646"/>
                  </a:lnTo>
                  <a:lnTo>
                    <a:pt x="1132955" y="73552"/>
                  </a:lnTo>
                  <a:lnTo>
                    <a:pt x="1139215" y="74457"/>
                  </a:lnTo>
                  <a:lnTo>
                    <a:pt x="1145474" y="75358"/>
                  </a:lnTo>
                  <a:lnTo>
                    <a:pt x="1151733" y="76259"/>
                  </a:lnTo>
                  <a:lnTo>
                    <a:pt x="1157993" y="77157"/>
                  </a:lnTo>
                  <a:lnTo>
                    <a:pt x="1164252" y="78053"/>
                  </a:lnTo>
                  <a:lnTo>
                    <a:pt x="1170512" y="78948"/>
                  </a:lnTo>
                  <a:lnTo>
                    <a:pt x="1176771" y="79838"/>
                  </a:lnTo>
                  <a:lnTo>
                    <a:pt x="1183031" y="80727"/>
                  </a:lnTo>
                  <a:lnTo>
                    <a:pt x="1189290" y="81615"/>
                  </a:lnTo>
                  <a:lnTo>
                    <a:pt x="1195549" y="82496"/>
                  </a:lnTo>
                  <a:lnTo>
                    <a:pt x="1201809" y="83377"/>
                  </a:lnTo>
                  <a:lnTo>
                    <a:pt x="1208068" y="84255"/>
                  </a:lnTo>
                  <a:lnTo>
                    <a:pt x="1214328" y="85128"/>
                  </a:lnTo>
                  <a:lnTo>
                    <a:pt x="1220587" y="86001"/>
                  </a:lnTo>
                  <a:lnTo>
                    <a:pt x="1226846" y="86867"/>
                  </a:lnTo>
                  <a:lnTo>
                    <a:pt x="1233106" y="87731"/>
                  </a:lnTo>
                  <a:lnTo>
                    <a:pt x="1239365" y="88594"/>
                  </a:lnTo>
                  <a:lnTo>
                    <a:pt x="1245625" y="89449"/>
                  </a:lnTo>
                  <a:lnTo>
                    <a:pt x="1251884" y="90303"/>
                  </a:lnTo>
                  <a:lnTo>
                    <a:pt x="1258144" y="91153"/>
                  </a:lnTo>
                  <a:lnTo>
                    <a:pt x="1264403" y="91997"/>
                  </a:lnTo>
                  <a:lnTo>
                    <a:pt x="1270662" y="92840"/>
                  </a:lnTo>
                  <a:lnTo>
                    <a:pt x="1276922" y="93676"/>
                  </a:lnTo>
                  <a:lnTo>
                    <a:pt x="1283181" y="94509"/>
                  </a:lnTo>
                  <a:lnTo>
                    <a:pt x="1289441" y="95341"/>
                  </a:lnTo>
                  <a:lnTo>
                    <a:pt x="1295700" y="96162"/>
                  </a:lnTo>
                  <a:lnTo>
                    <a:pt x="1301960" y="96983"/>
                  </a:lnTo>
                  <a:lnTo>
                    <a:pt x="1308219" y="97799"/>
                  </a:lnTo>
                  <a:lnTo>
                    <a:pt x="1314478" y="98608"/>
                  </a:lnTo>
                  <a:lnTo>
                    <a:pt x="1320738" y="99416"/>
                  </a:lnTo>
                  <a:lnTo>
                    <a:pt x="1326997" y="100216"/>
                  </a:lnTo>
                  <a:lnTo>
                    <a:pt x="1333257" y="101012"/>
                  </a:lnTo>
                  <a:lnTo>
                    <a:pt x="1339516" y="101808"/>
                  </a:lnTo>
                  <a:lnTo>
                    <a:pt x="1345776" y="102590"/>
                  </a:lnTo>
                  <a:lnTo>
                    <a:pt x="1352035" y="103373"/>
                  </a:lnTo>
                  <a:lnTo>
                    <a:pt x="1358294" y="104151"/>
                  </a:lnTo>
                  <a:lnTo>
                    <a:pt x="1364554" y="104919"/>
                  </a:lnTo>
                  <a:lnTo>
                    <a:pt x="1370813" y="105688"/>
                  </a:lnTo>
                  <a:lnTo>
                    <a:pt x="1377073" y="106448"/>
                  </a:lnTo>
                  <a:lnTo>
                    <a:pt x="1383332" y="107202"/>
                  </a:lnTo>
                  <a:lnTo>
                    <a:pt x="1389592" y="107957"/>
                  </a:lnTo>
                  <a:lnTo>
                    <a:pt x="1395851" y="108697"/>
                  </a:lnTo>
                  <a:lnTo>
                    <a:pt x="1402110" y="109437"/>
                  </a:lnTo>
                  <a:lnTo>
                    <a:pt x="1408370" y="110173"/>
                  </a:lnTo>
                  <a:lnTo>
                    <a:pt x="1414629" y="110898"/>
                  </a:lnTo>
                  <a:lnTo>
                    <a:pt x="1420889" y="111623"/>
                  </a:lnTo>
                  <a:lnTo>
                    <a:pt x="1427148" y="112339"/>
                  </a:lnTo>
                  <a:lnTo>
                    <a:pt x="1433407" y="113049"/>
                  </a:lnTo>
                  <a:lnTo>
                    <a:pt x="1439667" y="113759"/>
                  </a:lnTo>
                  <a:lnTo>
                    <a:pt x="1445926" y="114454"/>
                  </a:lnTo>
                  <a:lnTo>
                    <a:pt x="1452186" y="115149"/>
                  </a:lnTo>
                  <a:lnTo>
                    <a:pt x="1458445" y="115839"/>
                  </a:lnTo>
                  <a:lnTo>
                    <a:pt x="1464705" y="116518"/>
                  </a:lnTo>
                  <a:lnTo>
                    <a:pt x="1470964" y="117197"/>
                  </a:lnTo>
                  <a:lnTo>
                    <a:pt x="1477223" y="117867"/>
                  </a:lnTo>
                  <a:lnTo>
                    <a:pt x="1483483" y="118530"/>
                  </a:lnTo>
                  <a:lnTo>
                    <a:pt x="1489742" y="119193"/>
                  </a:lnTo>
                  <a:lnTo>
                    <a:pt x="1496002" y="119841"/>
                  </a:lnTo>
                  <a:lnTo>
                    <a:pt x="1502261" y="120488"/>
                  </a:lnTo>
                  <a:lnTo>
                    <a:pt x="1508521" y="121132"/>
                  </a:lnTo>
                  <a:lnTo>
                    <a:pt x="1514780" y="121763"/>
                  </a:lnTo>
                  <a:lnTo>
                    <a:pt x="1521039" y="122393"/>
                  </a:lnTo>
                  <a:lnTo>
                    <a:pt x="1527299" y="123015"/>
                  </a:lnTo>
                  <a:lnTo>
                    <a:pt x="1533558" y="123630"/>
                  </a:lnTo>
                  <a:lnTo>
                    <a:pt x="1539818" y="124245"/>
                  </a:lnTo>
                  <a:lnTo>
                    <a:pt x="1546077" y="124845"/>
                  </a:lnTo>
                  <a:lnTo>
                    <a:pt x="1552337" y="125444"/>
                  </a:lnTo>
                  <a:lnTo>
                    <a:pt x="1558596" y="126039"/>
                  </a:lnTo>
                  <a:lnTo>
                    <a:pt x="1564855" y="126621"/>
                  </a:lnTo>
                  <a:lnTo>
                    <a:pt x="1571115" y="127204"/>
                  </a:lnTo>
                  <a:lnTo>
                    <a:pt x="1577374" y="127777"/>
                  </a:lnTo>
                  <a:lnTo>
                    <a:pt x="1583634" y="128343"/>
                  </a:lnTo>
                  <a:lnTo>
                    <a:pt x="1589893" y="128909"/>
                  </a:lnTo>
                  <a:lnTo>
                    <a:pt x="1596152" y="129461"/>
                  </a:lnTo>
                  <a:lnTo>
                    <a:pt x="1602412" y="130011"/>
                  </a:lnTo>
                  <a:lnTo>
                    <a:pt x="1608671" y="130558"/>
                  </a:lnTo>
                  <a:lnTo>
                    <a:pt x="1614931" y="131092"/>
                  </a:lnTo>
                  <a:lnTo>
                    <a:pt x="1621190" y="131625"/>
                  </a:lnTo>
                  <a:lnTo>
                    <a:pt x="1627450" y="132151"/>
                  </a:lnTo>
                  <a:lnTo>
                    <a:pt x="1633709" y="132668"/>
                  </a:lnTo>
                  <a:lnTo>
                    <a:pt x="1639968" y="133186"/>
                  </a:lnTo>
                  <a:lnTo>
                    <a:pt x="1646228" y="133690"/>
                  </a:lnTo>
                  <a:lnTo>
                    <a:pt x="1652487" y="134192"/>
                  </a:lnTo>
                  <a:lnTo>
                    <a:pt x="1658747" y="134691"/>
                  </a:lnTo>
                  <a:lnTo>
                    <a:pt x="1665006" y="135177"/>
                  </a:lnTo>
                  <a:lnTo>
                    <a:pt x="1671266" y="135663"/>
                  </a:lnTo>
                  <a:lnTo>
                    <a:pt x="1677525" y="136141"/>
                  </a:lnTo>
                  <a:lnTo>
                    <a:pt x="1683784" y="136611"/>
                  </a:lnTo>
                  <a:lnTo>
                    <a:pt x="1690044" y="137081"/>
                  </a:lnTo>
                  <a:lnTo>
                    <a:pt x="1696303" y="137539"/>
                  </a:lnTo>
                  <a:lnTo>
                    <a:pt x="1702563" y="137993"/>
                  </a:lnTo>
                  <a:lnTo>
                    <a:pt x="1708822" y="138446"/>
                  </a:lnTo>
                  <a:lnTo>
                    <a:pt x="1715082" y="138886"/>
                  </a:lnTo>
                  <a:lnTo>
                    <a:pt x="1721341" y="139325"/>
                  </a:lnTo>
                  <a:lnTo>
                    <a:pt x="1727600" y="139758"/>
                  </a:lnTo>
                  <a:lnTo>
                    <a:pt x="1733860" y="140182"/>
                  </a:lnTo>
                  <a:lnTo>
                    <a:pt x="1740119" y="140606"/>
                  </a:lnTo>
                  <a:lnTo>
                    <a:pt x="1746379" y="141019"/>
                  </a:lnTo>
                  <a:lnTo>
                    <a:pt x="1752638" y="141429"/>
                  </a:lnTo>
                  <a:lnTo>
                    <a:pt x="1758897" y="141837"/>
                  </a:lnTo>
                  <a:lnTo>
                    <a:pt x="1765157" y="142232"/>
                  </a:lnTo>
                  <a:lnTo>
                    <a:pt x="1771416" y="142627"/>
                  </a:lnTo>
                  <a:lnTo>
                    <a:pt x="1777676" y="143016"/>
                  </a:lnTo>
                  <a:lnTo>
                    <a:pt x="1783935" y="143396"/>
                  </a:lnTo>
                  <a:lnTo>
                    <a:pt x="1790195" y="143777"/>
                  </a:lnTo>
                  <a:lnTo>
                    <a:pt x="1796454" y="144147"/>
                  </a:lnTo>
                  <a:lnTo>
                    <a:pt x="1802713" y="144514"/>
                  </a:lnTo>
                  <a:lnTo>
                    <a:pt x="1808973" y="144880"/>
                  </a:lnTo>
                  <a:lnTo>
                    <a:pt x="1815232" y="145233"/>
                  </a:lnTo>
                  <a:lnTo>
                    <a:pt x="1821492" y="145586"/>
                  </a:lnTo>
                  <a:lnTo>
                    <a:pt x="1827751" y="145934"/>
                  </a:lnTo>
                  <a:lnTo>
                    <a:pt x="1834011" y="146274"/>
                  </a:lnTo>
                  <a:lnTo>
                    <a:pt x="1840270" y="146613"/>
                  </a:lnTo>
                  <a:lnTo>
                    <a:pt x="1846529" y="146944"/>
                  </a:lnTo>
                  <a:lnTo>
                    <a:pt x="1852789" y="147270"/>
                  </a:lnTo>
                  <a:lnTo>
                    <a:pt x="1859048" y="147597"/>
                  </a:lnTo>
                  <a:lnTo>
                    <a:pt x="1865308" y="147911"/>
                  </a:lnTo>
                  <a:lnTo>
                    <a:pt x="1871567" y="148225"/>
                  </a:lnTo>
                  <a:lnTo>
                    <a:pt x="1877827" y="148535"/>
                  </a:lnTo>
                  <a:lnTo>
                    <a:pt x="1884086" y="148836"/>
                  </a:lnTo>
                  <a:lnTo>
                    <a:pt x="1890345" y="149138"/>
                  </a:lnTo>
                  <a:lnTo>
                    <a:pt x="1896605" y="149432"/>
                  </a:lnTo>
                  <a:lnTo>
                    <a:pt x="1902864" y="149721"/>
                  </a:lnTo>
                  <a:lnTo>
                    <a:pt x="1909124" y="150011"/>
                  </a:lnTo>
                  <a:lnTo>
                    <a:pt x="1915383" y="150289"/>
                  </a:lnTo>
                  <a:lnTo>
                    <a:pt x="1921642" y="150567"/>
                  </a:lnTo>
                  <a:lnTo>
                    <a:pt x="1927902" y="150842"/>
                  </a:lnTo>
                  <a:lnTo>
                    <a:pt x="1934161" y="151109"/>
                  </a:lnTo>
                  <a:lnTo>
                    <a:pt x="1940421" y="151376"/>
                  </a:lnTo>
                  <a:lnTo>
                    <a:pt x="1946680" y="151636"/>
                  </a:lnTo>
                  <a:lnTo>
                    <a:pt x="1952940" y="151892"/>
                  </a:lnTo>
                  <a:lnTo>
                    <a:pt x="1959199" y="152148"/>
                  </a:lnTo>
                  <a:lnTo>
                    <a:pt x="1965458" y="152395"/>
                  </a:lnTo>
                  <a:lnTo>
                    <a:pt x="1971718" y="152640"/>
                  </a:lnTo>
                  <a:lnTo>
                    <a:pt x="1977977" y="152884"/>
                  </a:lnTo>
                  <a:lnTo>
                    <a:pt x="1984237" y="153119"/>
                  </a:lnTo>
                  <a:lnTo>
                    <a:pt x="1990496" y="153355"/>
                  </a:lnTo>
                  <a:lnTo>
                    <a:pt x="1996756" y="153585"/>
                  </a:lnTo>
                  <a:lnTo>
                    <a:pt x="2003015" y="153811"/>
                  </a:lnTo>
                  <a:lnTo>
                    <a:pt x="2009274" y="154037"/>
                  </a:lnTo>
                  <a:lnTo>
                    <a:pt x="2015534" y="154255"/>
                  </a:lnTo>
                  <a:lnTo>
                    <a:pt x="2021793" y="154472"/>
                  </a:lnTo>
                  <a:lnTo>
                    <a:pt x="2028053" y="154687"/>
                  </a:lnTo>
                  <a:lnTo>
                    <a:pt x="2034312" y="154896"/>
                  </a:lnTo>
                  <a:lnTo>
                    <a:pt x="2040572" y="155104"/>
                  </a:lnTo>
                  <a:lnTo>
                    <a:pt x="2046831" y="155308"/>
                  </a:lnTo>
                  <a:lnTo>
                    <a:pt x="2053090" y="155507"/>
                  </a:lnTo>
                  <a:lnTo>
                    <a:pt x="2059350" y="155707"/>
                  </a:lnTo>
                  <a:lnTo>
                    <a:pt x="2065609" y="155900"/>
                  </a:lnTo>
                  <a:lnTo>
                    <a:pt x="2071869" y="156092"/>
                  </a:lnTo>
                  <a:lnTo>
                    <a:pt x="2078128" y="156283"/>
                  </a:lnTo>
                  <a:lnTo>
                    <a:pt x="2084388" y="156468"/>
                  </a:lnTo>
                  <a:lnTo>
                    <a:pt x="2090647" y="156652"/>
                  </a:lnTo>
                  <a:lnTo>
                    <a:pt x="2096906" y="156833"/>
                  </a:lnTo>
                  <a:lnTo>
                    <a:pt x="2103166" y="157011"/>
                  </a:lnTo>
                  <a:lnTo>
                    <a:pt x="2109425" y="157188"/>
                  </a:lnTo>
                  <a:lnTo>
                    <a:pt x="2115685" y="157360"/>
                  </a:lnTo>
                  <a:lnTo>
                    <a:pt x="2121944" y="157531"/>
                  </a:lnTo>
                  <a:lnTo>
                    <a:pt x="2128203" y="157701"/>
                  </a:lnTo>
                  <a:lnTo>
                    <a:pt x="2134463" y="157866"/>
                  </a:lnTo>
                  <a:lnTo>
                    <a:pt x="2140722" y="158030"/>
                  </a:lnTo>
                  <a:lnTo>
                    <a:pt x="2146982" y="158192"/>
                  </a:lnTo>
                  <a:lnTo>
                    <a:pt x="2153241" y="158351"/>
                  </a:lnTo>
                  <a:lnTo>
                    <a:pt x="2159501" y="158510"/>
                  </a:lnTo>
                  <a:lnTo>
                    <a:pt x="2165760" y="158665"/>
                  </a:lnTo>
                  <a:lnTo>
                    <a:pt x="2172019" y="158818"/>
                  </a:lnTo>
                  <a:lnTo>
                    <a:pt x="2178279" y="158971"/>
                  </a:lnTo>
                  <a:lnTo>
                    <a:pt x="2184538" y="159120"/>
                  </a:lnTo>
                  <a:lnTo>
                    <a:pt x="2190798" y="159269"/>
                  </a:lnTo>
                  <a:lnTo>
                    <a:pt x="2197057" y="159415"/>
                  </a:lnTo>
                  <a:lnTo>
                    <a:pt x="2203317" y="159559"/>
                  </a:lnTo>
                  <a:lnTo>
                    <a:pt x="2209576" y="159704"/>
                  </a:lnTo>
                  <a:lnTo>
                    <a:pt x="2215835" y="159845"/>
                  </a:lnTo>
                  <a:lnTo>
                    <a:pt x="2222095" y="159985"/>
                  </a:lnTo>
                  <a:lnTo>
                    <a:pt x="2228354" y="160124"/>
                  </a:lnTo>
                  <a:lnTo>
                    <a:pt x="2234614" y="160261"/>
                  </a:lnTo>
                  <a:lnTo>
                    <a:pt x="2240873" y="160397"/>
                  </a:lnTo>
                  <a:lnTo>
                    <a:pt x="2247133" y="160532"/>
                  </a:lnTo>
                  <a:lnTo>
                    <a:pt x="2253392" y="160666"/>
                  </a:lnTo>
                  <a:lnTo>
                    <a:pt x="2259651" y="160799"/>
                  </a:lnTo>
                  <a:lnTo>
                    <a:pt x="2265911" y="160930"/>
                  </a:lnTo>
                  <a:lnTo>
                    <a:pt x="2272170" y="161060"/>
                  </a:lnTo>
                  <a:lnTo>
                    <a:pt x="2278430" y="161190"/>
                  </a:lnTo>
                  <a:lnTo>
                    <a:pt x="2284689" y="161318"/>
                  </a:lnTo>
                  <a:lnTo>
                    <a:pt x="2290948" y="161446"/>
                  </a:lnTo>
                  <a:lnTo>
                    <a:pt x="2297208" y="161574"/>
                  </a:lnTo>
                  <a:lnTo>
                    <a:pt x="2303467" y="161699"/>
                  </a:lnTo>
                  <a:lnTo>
                    <a:pt x="2309727" y="161825"/>
                  </a:lnTo>
                  <a:lnTo>
                    <a:pt x="2315986" y="161950"/>
                  </a:lnTo>
                  <a:lnTo>
                    <a:pt x="2322246" y="162074"/>
                  </a:lnTo>
                  <a:lnTo>
                    <a:pt x="2328505" y="162199"/>
                  </a:lnTo>
                  <a:lnTo>
                    <a:pt x="2334764" y="162322"/>
                  </a:lnTo>
                  <a:lnTo>
                    <a:pt x="2341024" y="162445"/>
                  </a:lnTo>
                  <a:lnTo>
                    <a:pt x="2347283" y="162568"/>
                  </a:lnTo>
                  <a:lnTo>
                    <a:pt x="2353543" y="162690"/>
                  </a:lnTo>
                  <a:lnTo>
                    <a:pt x="2359802" y="162812"/>
                  </a:lnTo>
                  <a:lnTo>
                    <a:pt x="2366062" y="162934"/>
                  </a:lnTo>
                  <a:lnTo>
                    <a:pt x="2372321" y="163056"/>
                  </a:lnTo>
                  <a:lnTo>
                    <a:pt x="2378580" y="163177"/>
                  </a:lnTo>
                  <a:lnTo>
                    <a:pt x="2384840" y="163299"/>
                  </a:lnTo>
                  <a:lnTo>
                    <a:pt x="2391099" y="163421"/>
                  </a:lnTo>
                  <a:lnTo>
                    <a:pt x="2397359" y="163542"/>
                  </a:lnTo>
                  <a:lnTo>
                    <a:pt x="2403618" y="163664"/>
                  </a:lnTo>
                  <a:lnTo>
                    <a:pt x="2409878" y="163786"/>
                  </a:lnTo>
                  <a:lnTo>
                    <a:pt x="2416137" y="163909"/>
                  </a:lnTo>
                  <a:lnTo>
                    <a:pt x="2422396" y="164031"/>
                  </a:lnTo>
                  <a:lnTo>
                    <a:pt x="2428656" y="164154"/>
                  </a:lnTo>
                  <a:lnTo>
                    <a:pt x="2434915" y="164277"/>
                  </a:lnTo>
                  <a:lnTo>
                    <a:pt x="2441175" y="164401"/>
                  </a:lnTo>
                  <a:lnTo>
                    <a:pt x="2447434" y="164524"/>
                  </a:lnTo>
                  <a:lnTo>
                    <a:pt x="2453693" y="164649"/>
                  </a:lnTo>
                  <a:lnTo>
                    <a:pt x="2459953" y="164774"/>
                  </a:lnTo>
                  <a:lnTo>
                    <a:pt x="2466212" y="164900"/>
                  </a:lnTo>
                  <a:lnTo>
                    <a:pt x="2472472" y="165026"/>
                  </a:lnTo>
                  <a:lnTo>
                    <a:pt x="2478731" y="165153"/>
                  </a:lnTo>
                  <a:lnTo>
                    <a:pt x="2484991" y="165281"/>
                  </a:lnTo>
                  <a:lnTo>
                    <a:pt x="2491250" y="165410"/>
                  </a:lnTo>
                  <a:lnTo>
                    <a:pt x="2497509" y="165539"/>
                  </a:lnTo>
                  <a:lnTo>
                    <a:pt x="2503769" y="165670"/>
                  </a:lnTo>
                  <a:lnTo>
                    <a:pt x="2510028" y="165800"/>
                  </a:lnTo>
                  <a:lnTo>
                    <a:pt x="2516288" y="165933"/>
                  </a:lnTo>
                  <a:lnTo>
                    <a:pt x="2522547" y="166066"/>
                  </a:lnTo>
                  <a:lnTo>
                    <a:pt x="2528807" y="166199"/>
                  </a:lnTo>
                  <a:lnTo>
                    <a:pt x="2535066" y="166335"/>
                  </a:lnTo>
                  <a:lnTo>
                    <a:pt x="2541325" y="166472"/>
                  </a:lnTo>
                  <a:lnTo>
                    <a:pt x="2547585" y="166609"/>
                  </a:lnTo>
                  <a:lnTo>
                    <a:pt x="2553844" y="166748"/>
                  </a:lnTo>
                  <a:lnTo>
                    <a:pt x="2560104" y="166887"/>
                  </a:lnTo>
                  <a:lnTo>
                    <a:pt x="2566363" y="167029"/>
                  </a:lnTo>
                  <a:lnTo>
                    <a:pt x="2572623" y="167172"/>
                  </a:lnTo>
                  <a:lnTo>
                    <a:pt x="2578882" y="167315"/>
                  </a:lnTo>
                  <a:lnTo>
                    <a:pt x="2585141" y="167461"/>
                  </a:lnTo>
                  <a:lnTo>
                    <a:pt x="2591401" y="167607"/>
                  </a:lnTo>
                  <a:lnTo>
                    <a:pt x="2597660" y="167755"/>
                  </a:lnTo>
                  <a:lnTo>
                    <a:pt x="2603920" y="167905"/>
                  </a:lnTo>
                  <a:lnTo>
                    <a:pt x="2610179" y="168056"/>
                  </a:lnTo>
                  <a:lnTo>
                    <a:pt x="2616438" y="168209"/>
                  </a:lnTo>
                  <a:lnTo>
                    <a:pt x="2622698" y="168364"/>
                  </a:lnTo>
                  <a:lnTo>
                    <a:pt x="2628957" y="168519"/>
                  </a:lnTo>
                  <a:lnTo>
                    <a:pt x="2635217" y="168677"/>
                  </a:lnTo>
                  <a:lnTo>
                    <a:pt x="2641476" y="168836"/>
                  </a:lnTo>
                  <a:lnTo>
                    <a:pt x="2647736" y="168996"/>
                  </a:lnTo>
                  <a:lnTo>
                    <a:pt x="2653995" y="169160"/>
                  </a:lnTo>
                  <a:lnTo>
                    <a:pt x="2660254" y="169324"/>
                  </a:lnTo>
                  <a:lnTo>
                    <a:pt x="2666514" y="169491"/>
                  </a:lnTo>
                  <a:lnTo>
                    <a:pt x="2672773" y="169659"/>
                  </a:lnTo>
                  <a:lnTo>
                    <a:pt x="2679033" y="169828"/>
                  </a:lnTo>
                  <a:lnTo>
                    <a:pt x="2685292" y="170001"/>
                  </a:lnTo>
                  <a:lnTo>
                    <a:pt x="2691552" y="170175"/>
                  </a:lnTo>
                  <a:lnTo>
                    <a:pt x="2697811" y="170350"/>
                  </a:lnTo>
                  <a:lnTo>
                    <a:pt x="2704070" y="170529"/>
                  </a:lnTo>
                  <a:lnTo>
                    <a:pt x="2710330" y="170708"/>
                  </a:lnTo>
                  <a:lnTo>
                    <a:pt x="2716589" y="170890"/>
                  </a:lnTo>
                  <a:lnTo>
                    <a:pt x="2722849" y="171074"/>
                  </a:lnTo>
                  <a:lnTo>
                    <a:pt x="2729108" y="171259"/>
                  </a:lnTo>
                  <a:lnTo>
                    <a:pt x="2735368" y="171447"/>
                  </a:lnTo>
                  <a:lnTo>
                    <a:pt x="2741627" y="171638"/>
                  </a:lnTo>
                  <a:lnTo>
                    <a:pt x="2747886" y="171828"/>
                  </a:lnTo>
                  <a:lnTo>
                    <a:pt x="2754146" y="172024"/>
                  </a:lnTo>
                  <a:lnTo>
                    <a:pt x="2760405" y="172220"/>
                  </a:lnTo>
                  <a:lnTo>
                    <a:pt x="2766665" y="172418"/>
                  </a:lnTo>
                  <a:lnTo>
                    <a:pt x="2772924" y="172620"/>
                  </a:lnTo>
                  <a:lnTo>
                    <a:pt x="2779184" y="172821"/>
                  </a:lnTo>
                  <a:lnTo>
                    <a:pt x="2785443" y="173027"/>
                  </a:lnTo>
                  <a:lnTo>
                    <a:pt x="2791702" y="173235"/>
                  </a:lnTo>
                  <a:lnTo>
                    <a:pt x="2797962" y="173443"/>
                  </a:lnTo>
                  <a:lnTo>
                    <a:pt x="2804221" y="173656"/>
                  </a:lnTo>
                  <a:lnTo>
                    <a:pt x="2810481" y="173870"/>
                  </a:lnTo>
                  <a:lnTo>
                    <a:pt x="2816740" y="174086"/>
                  </a:lnTo>
                  <a:lnTo>
                    <a:pt x="2822999" y="174306"/>
                  </a:lnTo>
                  <a:lnTo>
                    <a:pt x="2829259" y="174525"/>
                  </a:lnTo>
                  <a:lnTo>
                    <a:pt x="2835518" y="174749"/>
                  </a:lnTo>
                  <a:lnTo>
                    <a:pt x="2841778" y="174975"/>
                  </a:lnTo>
                  <a:lnTo>
                    <a:pt x="2848037" y="175201"/>
                  </a:lnTo>
                  <a:lnTo>
                    <a:pt x="2854297" y="175433"/>
                  </a:lnTo>
                  <a:lnTo>
                    <a:pt x="2860556" y="175665"/>
                  </a:lnTo>
                  <a:lnTo>
                    <a:pt x="2866815" y="175900"/>
                  </a:lnTo>
                  <a:lnTo>
                    <a:pt x="2873075" y="176138"/>
                  </a:lnTo>
                  <a:lnTo>
                    <a:pt x="2879334" y="176376"/>
                  </a:lnTo>
                  <a:lnTo>
                    <a:pt x="2885594" y="176619"/>
                  </a:lnTo>
                  <a:lnTo>
                    <a:pt x="2891853" y="176863"/>
                  </a:lnTo>
                  <a:lnTo>
                    <a:pt x="2898113" y="177108"/>
                  </a:lnTo>
                  <a:lnTo>
                    <a:pt x="2904372" y="177359"/>
                  </a:lnTo>
                  <a:lnTo>
                    <a:pt x="2910631" y="177610"/>
                  </a:lnTo>
                  <a:lnTo>
                    <a:pt x="2916891" y="177863"/>
                  </a:lnTo>
                  <a:lnTo>
                    <a:pt x="2923150" y="178120"/>
                  </a:lnTo>
                  <a:lnTo>
                    <a:pt x="2929410" y="178377"/>
                  </a:lnTo>
                  <a:lnTo>
                    <a:pt x="2935669" y="178638"/>
                  </a:lnTo>
                  <a:lnTo>
                    <a:pt x="2941929" y="178902"/>
                  </a:lnTo>
                  <a:lnTo>
                    <a:pt x="2948188" y="179165"/>
                  </a:lnTo>
                  <a:lnTo>
                    <a:pt x="2954447" y="179435"/>
                  </a:lnTo>
                  <a:lnTo>
                    <a:pt x="2960707" y="179704"/>
                  </a:lnTo>
                  <a:lnTo>
                    <a:pt x="2966966" y="179976"/>
                  </a:lnTo>
                  <a:lnTo>
                    <a:pt x="2973226" y="180251"/>
                  </a:lnTo>
                  <a:lnTo>
                    <a:pt x="2979485" y="180527"/>
                  </a:lnTo>
                  <a:lnTo>
                    <a:pt x="2985744" y="180807"/>
                  </a:lnTo>
                  <a:lnTo>
                    <a:pt x="2992004" y="181089"/>
                  </a:lnTo>
                  <a:lnTo>
                    <a:pt x="2998263" y="181371"/>
                  </a:lnTo>
                  <a:lnTo>
                    <a:pt x="3004523" y="181658"/>
                  </a:lnTo>
                  <a:lnTo>
                    <a:pt x="3010782" y="181946"/>
                  </a:lnTo>
                  <a:lnTo>
                    <a:pt x="3017042" y="182236"/>
                  </a:lnTo>
                  <a:lnTo>
                    <a:pt x="3023301" y="182529"/>
                  </a:lnTo>
                  <a:lnTo>
                    <a:pt x="3029560" y="182823"/>
                  </a:lnTo>
                  <a:lnTo>
                    <a:pt x="3035820" y="183120"/>
                  </a:lnTo>
                  <a:lnTo>
                    <a:pt x="3042079" y="183420"/>
                  </a:lnTo>
                  <a:lnTo>
                    <a:pt x="3048339" y="183720"/>
                  </a:lnTo>
                  <a:lnTo>
                    <a:pt x="3054598" y="184024"/>
                  </a:lnTo>
                  <a:lnTo>
                    <a:pt x="3060858" y="184330"/>
                  </a:lnTo>
                  <a:lnTo>
                    <a:pt x="3067117" y="184636"/>
                  </a:lnTo>
                  <a:lnTo>
                    <a:pt x="3073376" y="184947"/>
                  </a:lnTo>
                  <a:lnTo>
                    <a:pt x="3079636" y="185258"/>
                  </a:lnTo>
                  <a:lnTo>
                    <a:pt x="3085895" y="185572"/>
                  </a:lnTo>
                  <a:lnTo>
                    <a:pt x="3092155" y="185888"/>
                  </a:lnTo>
                  <a:lnTo>
                    <a:pt x="3098414" y="186205"/>
                  </a:lnTo>
                  <a:lnTo>
                    <a:pt x="3104674" y="186525"/>
                  </a:lnTo>
                  <a:lnTo>
                    <a:pt x="3110933" y="186847"/>
                  </a:lnTo>
                  <a:lnTo>
                    <a:pt x="3117192" y="187170"/>
                  </a:lnTo>
                  <a:lnTo>
                    <a:pt x="3123452" y="187496"/>
                  </a:lnTo>
                  <a:lnTo>
                    <a:pt x="3129711" y="187823"/>
                  </a:lnTo>
                  <a:lnTo>
                    <a:pt x="3135971" y="188152"/>
                  </a:lnTo>
                  <a:lnTo>
                    <a:pt x="3142230" y="188483"/>
                  </a:lnTo>
                  <a:lnTo>
                    <a:pt x="3148489" y="188815"/>
                  </a:lnTo>
                  <a:lnTo>
                    <a:pt x="3154749" y="189150"/>
                  </a:lnTo>
                  <a:lnTo>
                    <a:pt x="3161008" y="189486"/>
                  </a:lnTo>
                  <a:lnTo>
                    <a:pt x="3167268" y="189823"/>
                  </a:lnTo>
                  <a:lnTo>
                    <a:pt x="3173527" y="190164"/>
                  </a:lnTo>
                  <a:lnTo>
                    <a:pt x="3179787" y="190505"/>
                  </a:lnTo>
                  <a:lnTo>
                    <a:pt x="3186046" y="190848"/>
                  </a:lnTo>
                  <a:lnTo>
                    <a:pt x="3192305" y="191192"/>
                  </a:lnTo>
                  <a:lnTo>
                    <a:pt x="3198565" y="191537"/>
                  </a:lnTo>
                  <a:lnTo>
                    <a:pt x="3198565" y="253070"/>
                  </a:lnTo>
                  <a:lnTo>
                    <a:pt x="3192305" y="253070"/>
                  </a:lnTo>
                  <a:lnTo>
                    <a:pt x="3186046" y="253070"/>
                  </a:lnTo>
                  <a:lnTo>
                    <a:pt x="3179787" y="253070"/>
                  </a:lnTo>
                  <a:lnTo>
                    <a:pt x="3173527" y="253070"/>
                  </a:lnTo>
                  <a:lnTo>
                    <a:pt x="3167268" y="253070"/>
                  </a:lnTo>
                  <a:lnTo>
                    <a:pt x="3161008" y="253070"/>
                  </a:lnTo>
                  <a:lnTo>
                    <a:pt x="3154749" y="253070"/>
                  </a:lnTo>
                  <a:lnTo>
                    <a:pt x="3148489" y="253070"/>
                  </a:lnTo>
                  <a:lnTo>
                    <a:pt x="3142230" y="253070"/>
                  </a:lnTo>
                  <a:lnTo>
                    <a:pt x="3135971" y="253070"/>
                  </a:lnTo>
                  <a:lnTo>
                    <a:pt x="3129711" y="253070"/>
                  </a:lnTo>
                  <a:lnTo>
                    <a:pt x="3123452" y="253070"/>
                  </a:lnTo>
                  <a:lnTo>
                    <a:pt x="3117192" y="253070"/>
                  </a:lnTo>
                  <a:lnTo>
                    <a:pt x="3110933" y="253070"/>
                  </a:lnTo>
                  <a:lnTo>
                    <a:pt x="3104674" y="253070"/>
                  </a:lnTo>
                  <a:lnTo>
                    <a:pt x="3098414" y="253070"/>
                  </a:lnTo>
                  <a:lnTo>
                    <a:pt x="3092155" y="253070"/>
                  </a:lnTo>
                  <a:lnTo>
                    <a:pt x="3085895" y="253070"/>
                  </a:lnTo>
                  <a:lnTo>
                    <a:pt x="3079636" y="253070"/>
                  </a:lnTo>
                  <a:lnTo>
                    <a:pt x="3073376" y="253070"/>
                  </a:lnTo>
                  <a:lnTo>
                    <a:pt x="3067117" y="253070"/>
                  </a:lnTo>
                  <a:lnTo>
                    <a:pt x="3060858" y="253070"/>
                  </a:lnTo>
                  <a:lnTo>
                    <a:pt x="3054598" y="253070"/>
                  </a:lnTo>
                  <a:lnTo>
                    <a:pt x="3048339" y="253070"/>
                  </a:lnTo>
                  <a:lnTo>
                    <a:pt x="3042079" y="253070"/>
                  </a:lnTo>
                  <a:lnTo>
                    <a:pt x="3035820" y="253070"/>
                  </a:lnTo>
                  <a:lnTo>
                    <a:pt x="3029560" y="253070"/>
                  </a:lnTo>
                  <a:lnTo>
                    <a:pt x="3023301" y="253070"/>
                  </a:lnTo>
                  <a:lnTo>
                    <a:pt x="3017042" y="253070"/>
                  </a:lnTo>
                  <a:lnTo>
                    <a:pt x="3010782" y="253070"/>
                  </a:lnTo>
                  <a:lnTo>
                    <a:pt x="3004523" y="253070"/>
                  </a:lnTo>
                  <a:lnTo>
                    <a:pt x="2998263" y="253070"/>
                  </a:lnTo>
                  <a:lnTo>
                    <a:pt x="2992004" y="253070"/>
                  </a:lnTo>
                  <a:lnTo>
                    <a:pt x="2985744" y="253070"/>
                  </a:lnTo>
                  <a:lnTo>
                    <a:pt x="2979485" y="253070"/>
                  </a:lnTo>
                  <a:lnTo>
                    <a:pt x="2973226" y="253070"/>
                  </a:lnTo>
                  <a:lnTo>
                    <a:pt x="2966966" y="253070"/>
                  </a:lnTo>
                  <a:lnTo>
                    <a:pt x="2960707" y="253070"/>
                  </a:lnTo>
                  <a:lnTo>
                    <a:pt x="2954447" y="253070"/>
                  </a:lnTo>
                  <a:lnTo>
                    <a:pt x="2948188" y="253070"/>
                  </a:lnTo>
                  <a:lnTo>
                    <a:pt x="2941929" y="253070"/>
                  </a:lnTo>
                  <a:lnTo>
                    <a:pt x="2935669" y="253070"/>
                  </a:lnTo>
                  <a:lnTo>
                    <a:pt x="2929410" y="253070"/>
                  </a:lnTo>
                  <a:lnTo>
                    <a:pt x="2923150" y="253070"/>
                  </a:lnTo>
                  <a:lnTo>
                    <a:pt x="2916891" y="253070"/>
                  </a:lnTo>
                  <a:lnTo>
                    <a:pt x="2910631" y="253070"/>
                  </a:lnTo>
                  <a:lnTo>
                    <a:pt x="2904372" y="253070"/>
                  </a:lnTo>
                  <a:lnTo>
                    <a:pt x="2898113" y="253070"/>
                  </a:lnTo>
                  <a:lnTo>
                    <a:pt x="2891853" y="253070"/>
                  </a:lnTo>
                  <a:lnTo>
                    <a:pt x="2885594" y="253070"/>
                  </a:lnTo>
                  <a:lnTo>
                    <a:pt x="2879334" y="253070"/>
                  </a:lnTo>
                  <a:lnTo>
                    <a:pt x="2873075" y="253070"/>
                  </a:lnTo>
                  <a:lnTo>
                    <a:pt x="2866815" y="253070"/>
                  </a:lnTo>
                  <a:lnTo>
                    <a:pt x="2860556" y="253070"/>
                  </a:lnTo>
                  <a:lnTo>
                    <a:pt x="2854297" y="253070"/>
                  </a:lnTo>
                  <a:lnTo>
                    <a:pt x="2848037" y="253070"/>
                  </a:lnTo>
                  <a:lnTo>
                    <a:pt x="2841778" y="253070"/>
                  </a:lnTo>
                  <a:lnTo>
                    <a:pt x="2835518" y="253070"/>
                  </a:lnTo>
                  <a:lnTo>
                    <a:pt x="2829259" y="253070"/>
                  </a:lnTo>
                  <a:lnTo>
                    <a:pt x="2822999" y="253070"/>
                  </a:lnTo>
                  <a:lnTo>
                    <a:pt x="2816740" y="253070"/>
                  </a:lnTo>
                  <a:lnTo>
                    <a:pt x="2810481" y="253070"/>
                  </a:lnTo>
                  <a:lnTo>
                    <a:pt x="2804221" y="253070"/>
                  </a:lnTo>
                  <a:lnTo>
                    <a:pt x="2797962" y="253070"/>
                  </a:lnTo>
                  <a:lnTo>
                    <a:pt x="2791702" y="253070"/>
                  </a:lnTo>
                  <a:lnTo>
                    <a:pt x="2785443" y="253070"/>
                  </a:lnTo>
                  <a:lnTo>
                    <a:pt x="2779184" y="253070"/>
                  </a:lnTo>
                  <a:lnTo>
                    <a:pt x="2772924" y="253070"/>
                  </a:lnTo>
                  <a:lnTo>
                    <a:pt x="2766665" y="253070"/>
                  </a:lnTo>
                  <a:lnTo>
                    <a:pt x="2760405" y="253070"/>
                  </a:lnTo>
                  <a:lnTo>
                    <a:pt x="2754146" y="253070"/>
                  </a:lnTo>
                  <a:lnTo>
                    <a:pt x="2747886" y="253070"/>
                  </a:lnTo>
                  <a:lnTo>
                    <a:pt x="2741627" y="253070"/>
                  </a:lnTo>
                  <a:lnTo>
                    <a:pt x="2735368" y="253070"/>
                  </a:lnTo>
                  <a:lnTo>
                    <a:pt x="2729108" y="253070"/>
                  </a:lnTo>
                  <a:lnTo>
                    <a:pt x="2722849" y="253070"/>
                  </a:lnTo>
                  <a:lnTo>
                    <a:pt x="2716589" y="253070"/>
                  </a:lnTo>
                  <a:lnTo>
                    <a:pt x="2710330" y="253070"/>
                  </a:lnTo>
                  <a:lnTo>
                    <a:pt x="2704070" y="253070"/>
                  </a:lnTo>
                  <a:lnTo>
                    <a:pt x="2697811" y="253070"/>
                  </a:lnTo>
                  <a:lnTo>
                    <a:pt x="2691552" y="253070"/>
                  </a:lnTo>
                  <a:lnTo>
                    <a:pt x="2685292" y="253070"/>
                  </a:lnTo>
                  <a:lnTo>
                    <a:pt x="2679033" y="253070"/>
                  </a:lnTo>
                  <a:lnTo>
                    <a:pt x="2672773" y="253070"/>
                  </a:lnTo>
                  <a:lnTo>
                    <a:pt x="2666514" y="253070"/>
                  </a:lnTo>
                  <a:lnTo>
                    <a:pt x="2660254" y="253070"/>
                  </a:lnTo>
                  <a:lnTo>
                    <a:pt x="2653995" y="253070"/>
                  </a:lnTo>
                  <a:lnTo>
                    <a:pt x="2647736" y="253070"/>
                  </a:lnTo>
                  <a:lnTo>
                    <a:pt x="2641476" y="253070"/>
                  </a:lnTo>
                  <a:lnTo>
                    <a:pt x="2635217" y="253070"/>
                  </a:lnTo>
                  <a:lnTo>
                    <a:pt x="2628957" y="253070"/>
                  </a:lnTo>
                  <a:lnTo>
                    <a:pt x="2622698" y="253070"/>
                  </a:lnTo>
                  <a:lnTo>
                    <a:pt x="2616438" y="253070"/>
                  </a:lnTo>
                  <a:lnTo>
                    <a:pt x="2610179" y="253070"/>
                  </a:lnTo>
                  <a:lnTo>
                    <a:pt x="2603920" y="253070"/>
                  </a:lnTo>
                  <a:lnTo>
                    <a:pt x="2597660" y="253070"/>
                  </a:lnTo>
                  <a:lnTo>
                    <a:pt x="2591401" y="253070"/>
                  </a:lnTo>
                  <a:lnTo>
                    <a:pt x="2585141" y="253070"/>
                  </a:lnTo>
                  <a:lnTo>
                    <a:pt x="2578882" y="253070"/>
                  </a:lnTo>
                  <a:lnTo>
                    <a:pt x="2572623" y="253070"/>
                  </a:lnTo>
                  <a:lnTo>
                    <a:pt x="2566363" y="253070"/>
                  </a:lnTo>
                  <a:lnTo>
                    <a:pt x="2560104" y="253070"/>
                  </a:lnTo>
                  <a:lnTo>
                    <a:pt x="2553844" y="253070"/>
                  </a:lnTo>
                  <a:lnTo>
                    <a:pt x="2547585" y="253070"/>
                  </a:lnTo>
                  <a:lnTo>
                    <a:pt x="2541325" y="253070"/>
                  </a:lnTo>
                  <a:lnTo>
                    <a:pt x="2535066" y="253070"/>
                  </a:lnTo>
                  <a:lnTo>
                    <a:pt x="2528807" y="253070"/>
                  </a:lnTo>
                  <a:lnTo>
                    <a:pt x="2522547" y="253070"/>
                  </a:lnTo>
                  <a:lnTo>
                    <a:pt x="2516288" y="253070"/>
                  </a:lnTo>
                  <a:lnTo>
                    <a:pt x="2510028" y="253070"/>
                  </a:lnTo>
                  <a:lnTo>
                    <a:pt x="2503769" y="253070"/>
                  </a:lnTo>
                  <a:lnTo>
                    <a:pt x="2497509" y="253070"/>
                  </a:lnTo>
                  <a:lnTo>
                    <a:pt x="2491250" y="253070"/>
                  </a:lnTo>
                  <a:lnTo>
                    <a:pt x="2484991" y="253070"/>
                  </a:lnTo>
                  <a:lnTo>
                    <a:pt x="2478731" y="253070"/>
                  </a:lnTo>
                  <a:lnTo>
                    <a:pt x="2472472" y="253070"/>
                  </a:lnTo>
                  <a:lnTo>
                    <a:pt x="2466212" y="253070"/>
                  </a:lnTo>
                  <a:lnTo>
                    <a:pt x="2459953" y="253070"/>
                  </a:lnTo>
                  <a:lnTo>
                    <a:pt x="2453693" y="253070"/>
                  </a:lnTo>
                  <a:lnTo>
                    <a:pt x="2447434" y="253070"/>
                  </a:lnTo>
                  <a:lnTo>
                    <a:pt x="2441175" y="253070"/>
                  </a:lnTo>
                  <a:lnTo>
                    <a:pt x="2434915" y="253070"/>
                  </a:lnTo>
                  <a:lnTo>
                    <a:pt x="2428656" y="253070"/>
                  </a:lnTo>
                  <a:lnTo>
                    <a:pt x="2422396" y="253070"/>
                  </a:lnTo>
                  <a:lnTo>
                    <a:pt x="2416137" y="253070"/>
                  </a:lnTo>
                  <a:lnTo>
                    <a:pt x="2409878" y="253070"/>
                  </a:lnTo>
                  <a:lnTo>
                    <a:pt x="2403618" y="253070"/>
                  </a:lnTo>
                  <a:lnTo>
                    <a:pt x="2397359" y="253070"/>
                  </a:lnTo>
                  <a:lnTo>
                    <a:pt x="2391099" y="253070"/>
                  </a:lnTo>
                  <a:lnTo>
                    <a:pt x="2384840" y="253070"/>
                  </a:lnTo>
                  <a:lnTo>
                    <a:pt x="2378580" y="253070"/>
                  </a:lnTo>
                  <a:lnTo>
                    <a:pt x="2372321" y="253070"/>
                  </a:lnTo>
                  <a:lnTo>
                    <a:pt x="2366062" y="253070"/>
                  </a:lnTo>
                  <a:lnTo>
                    <a:pt x="2359802" y="253070"/>
                  </a:lnTo>
                  <a:lnTo>
                    <a:pt x="2353543" y="253070"/>
                  </a:lnTo>
                  <a:lnTo>
                    <a:pt x="2347283" y="253070"/>
                  </a:lnTo>
                  <a:lnTo>
                    <a:pt x="2341024" y="253070"/>
                  </a:lnTo>
                  <a:lnTo>
                    <a:pt x="2334764" y="253070"/>
                  </a:lnTo>
                  <a:lnTo>
                    <a:pt x="2328505" y="253070"/>
                  </a:lnTo>
                  <a:lnTo>
                    <a:pt x="2322246" y="253070"/>
                  </a:lnTo>
                  <a:lnTo>
                    <a:pt x="2315986" y="253070"/>
                  </a:lnTo>
                  <a:lnTo>
                    <a:pt x="2309727" y="253070"/>
                  </a:lnTo>
                  <a:lnTo>
                    <a:pt x="2303467" y="253070"/>
                  </a:lnTo>
                  <a:lnTo>
                    <a:pt x="2297208" y="253070"/>
                  </a:lnTo>
                  <a:lnTo>
                    <a:pt x="2290948" y="253070"/>
                  </a:lnTo>
                  <a:lnTo>
                    <a:pt x="2284689" y="253070"/>
                  </a:lnTo>
                  <a:lnTo>
                    <a:pt x="2278430" y="253070"/>
                  </a:lnTo>
                  <a:lnTo>
                    <a:pt x="2272170" y="253070"/>
                  </a:lnTo>
                  <a:lnTo>
                    <a:pt x="2265911" y="253070"/>
                  </a:lnTo>
                  <a:lnTo>
                    <a:pt x="2259651" y="253070"/>
                  </a:lnTo>
                  <a:lnTo>
                    <a:pt x="2253392" y="253070"/>
                  </a:lnTo>
                  <a:lnTo>
                    <a:pt x="2247133" y="253070"/>
                  </a:lnTo>
                  <a:lnTo>
                    <a:pt x="2240873" y="253070"/>
                  </a:lnTo>
                  <a:lnTo>
                    <a:pt x="2234614" y="253070"/>
                  </a:lnTo>
                  <a:lnTo>
                    <a:pt x="2228354" y="253070"/>
                  </a:lnTo>
                  <a:lnTo>
                    <a:pt x="2222095" y="253070"/>
                  </a:lnTo>
                  <a:lnTo>
                    <a:pt x="2215835" y="253070"/>
                  </a:lnTo>
                  <a:lnTo>
                    <a:pt x="2209576" y="253070"/>
                  </a:lnTo>
                  <a:lnTo>
                    <a:pt x="2203317" y="253070"/>
                  </a:lnTo>
                  <a:lnTo>
                    <a:pt x="2197057" y="253070"/>
                  </a:lnTo>
                  <a:lnTo>
                    <a:pt x="2190798" y="253070"/>
                  </a:lnTo>
                  <a:lnTo>
                    <a:pt x="2184538" y="253070"/>
                  </a:lnTo>
                  <a:lnTo>
                    <a:pt x="2178279" y="253070"/>
                  </a:lnTo>
                  <a:lnTo>
                    <a:pt x="2172019" y="253070"/>
                  </a:lnTo>
                  <a:lnTo>
                    <a:pt x="2165760" y="253070"/>
                  </a:lnTo>
                  <a:lnTo>
                    <a:pt x="2159501" y="253070"/>
                  </a:lnTo>
                  <a:lnTo>
                    <a:pt x="2153241" y="253070"/>
                  </a:lnTo>
                  <a:lnTo>
                    <a:pt x="2146982" y="253070"/>
                  </a:lnTo>
                  <a:lnTo>
                    <a:pt x="2140722" y="253070"/>
                  </a:lnTo>
                  <a:lnTo>
                    <a:pt x="2134463" y="253070"/>
                  </a:lnTo>
                  <a:lnTo>
                    <a:pt x="2128203" y="253070"/>
                  </a:lnTo>
                  <a:lnTo>
                    <a:pt x="2121944" y="253070"/>
                  </a:lnTo>
                  <a:lnTo>
                    <a:pt x="2115685" y="253070"/>
                  </a:lnTo>
                  <a:lnTo>
                    <a:pt x="2109425" y="253070"/>
                  </a:lnTo>
                  <a:lnTo>
                    <a:pt x="2103166" y="253070"/>
                  </a:lnTo>
                  <a:lnTo>
                    <a:pt x="2096906" y="253070"/>
                  </a:lnTo>
                  <a:lnTo>
                    <a:pt x="2090647" y="253070"/>
                  </a:lnTo>
                  <a:lnTo>
                    <a:pt x="2084388" y="253070"/>
                  </a:lnTo>
                  <a:lnTo>
                    <a:pt x="2078128" y="253070"/>
                  </a:lnTo>
                  <a:lnTo>
                    <a:pt x="2071869" y="253070"/>
                  </a:lnTo>
                  <a:lnTo>
                    <a:pt x="2065609" y="253070"/>
                  </a:lnTo>
                  <a:lnTo>
                    <a:pt x="2059350" y="253070"/>
                  </a:lnTo>
                  <a:lnTo>
                    <a:pt x="2053090" y="253070"/>
                  </a:lnTo>
                  <a:lnTo>
                    <a:pt x="2046831" y="253070"/>
                  </a:lnTo>
                  <a:lnTo>
                    <a:pt x="2040572" y="253070"/>
                  </a:lnTo>
                  <a:lnTo>
                    <a:pt x="2034312" y="253070"/>
                  </a:lnTo>
                  <a:lnTo>
                    <a:pt x="2028053" y="253070"/>
                  </a:lnTo>
                  <a:lnTo>
                    <a:pt x="2021793" y="253070"/>
                  </a:lnTo>
                  <a:lnTo>
                    <a:pt x="2015534" y="253070"/>
                  </a:lnTo>
                  <a:lnTo>
                    <a:pt x="2009274" y="253070"/>
                  </a:lnTo>
                  <a:lnTo>
                    <a:pt x="2003015" y="253070"/>
                  </a:lnTo>
                  <a:lnTo>
                    <a:pt x="1996756" y="253070"/>
                  </a:lnTo>
                  <a:lnTo>
                    <a:pt x="1990496" y="253070"/>
                  </a:lnTo>
                  <a:lnTo>
                    <a:pt x="1984237" y="253070"/>
                  </a:lnTo>
                  <a:lnTo>
                    <a:pt x="1977977" y="253070"/>
                  </a:lnTo>
                  <a:lnTo>
                    <a:pt x="1971718" y="253070"/>
                  </a:lnTo>
                  <a:lnTo>
                    <a:pt x="1965458" y="253070"/>
                  </a:lnTo>
                  <a:lnTo>
                    <a:pt x="1959199" y="253070"/>
                  </a:lnTo>
                  <a:lnTo>
                    <a:pt x="1952940" y="253070"/>
                  </a:lnTo>
                  <a:lnTo>
                    <a:pt x="1946680" y="253070"/>
                  </a:lnTo>
                  <a:lnTo>
                    <a:pt x="1940421" y="253070"/>
                  </a:lnTo>
                  <a:lnTo>
                    <a:pt x="1934161" y="253070"/>
                  </a:lnTo>
                  <a:lnTo>
                    <a:pt x="1927902" y="253070"/>
                  </a:lnTo>
                  <a:lnTo>
                    <a:pt x="1921642" y="253070"/>
                  </a:lnTo>
                  <a:lnTo>
                    <a:pt x="1915383" y="253070"/>
                  </a:lnTo>
                  <a:lnTo>
                    <a:pt x="1909124" y="253070"/>
                  </a:lnTo>
                  <a:lnTo>
                    <a:pt x="1902864" y="253070"/>
                  </a:lnTo>
                  <a:lnTo>
                    <a:pt x="1896605" y="253070"/>
                  </a:lnTo>
                  <a:lnTo>
                    <a:pt x="1890345" y="253070"/>
                  </a:lnTo>
                  <a:lnTo>
                    <a:pt x="1884086" y="253070"/>
                  </a:lnTo>
                  <a:lnTo>
                    <a:pt x="1877827" y="253070"/>
                  </a:lnTo>
                  <a:lnTo>
                    <a:pt x="1871567" y="253070"/>
                  </a:lnTo>
                  <a:lnTo>
                    <a:pt x="1865308" y="253070"/>
                  </a:lnTo>
                  <a:lnTo>
                    <a:pt x="1859048" y="253070"/>
                  </a:lnTo>
                  <a:lnTo>
                    <a:pt x="1852789" y="253070"/>
                  </a:lnTo>
                  <a:lnTo>
                    <a:pt x="1846529" y="253070"/>
                  </a:lnTo>
                  <a:lnTo>
                    <a:pt x="1840270" y="253070"/>
                  </a:lnTo>
                  <a:lnTo>
                    <a:pt x="1834011" y="253070"/>
                  </a:lnTo>
                  <a:lnTo>
                    <a:pt x="1827751" y="253070"/>
                  </a:lnTo>
                  <a:lnTo>
                    <a:pt x="1821492" y="253070"/>
                  </a:lnTo>
                  <a:lnTo>
                    <a:pt x="1815232" y="253070"/>
                  </a:lnTo>
                  <a:lnTo>
                    <a:pt x="1808973" y="253070"/>
                  </a:lnTo>
                  <a:lnTo>
                    <a:pt x="1802713" y="253070"/>
                  </a:lnTo>
                  <a:lnTo>
                    <a:pt x="1796454" y="253070"/>
                  </a:lnTo>
                  <a:lnTo>
                    <a:pt x="1790195" y="253070"/>
                  </a:lnTo>
                  <a:lnTo>
                    <a:pt x="1783935" y="253070"/>
                  </a:lnTo>
                  <a:lnTo>
                    <a:pt x="1777676" y="253070"/>
                  </a:lnTo>
                  <a:lnTo>
                    <a:pt x="1771416" y="253070"/>
                  </a:lnTo>
                  <a:lnTo>
                    <a:pt x="1765157" y="253070"/>
                  </a:lnTo>
                  <a:lnTo>
                    <a:pt x="1758897" y="253070"/>
                  </a:lnTo>
                  <a:lnTo>
                    <a:pt x="1752638" y="253070"/>
                  </a:lnTo>
                  <a:lnTo>
                    <a:pt x="1746379" y="253070"/>
                  </a:lnTo>
                  <a:lnTo>
                    <a:pt x="1740119" y="253070"/>
                  </a:lnTo>
                  <a:lnTo>
                    <a:pt x="1733860" y="253070"/>
                  </a:lnTo>
                  <a:lnTo>
                    <a:pt x="1727600" y="253070"/>
                  </a:lnTo>
                  <a:lnTo>
                    <a:pt x="1721341" y="253070"/>
                  </a:lnTo>
                  <a:lnTo>
                    <a:pt x="1715082" y="253070"/>
                  </a:lnTo>
                  <a:lnTo>
                    <a:pt x="1708822" y="253070"/>
                  </a:lnTo>
                  <a:lnTo>
                    <a:pt x="1702563" y="253070"/>
                  </a:lnTo>
                  <a:lnTo>
                    <a:pt x="1696303" y="253070"/>
                  </a:lnTo>
                  <a:lnTo>
                    <a:pt x="1690044" y="253070"/>
                  </a:lnTo>
                  <a:lnTo>
                    <a:pt x="1683784" y="253070"/>
                  </a:lnTo>
                  <a:lnTo>
                    <a:pt x="1677525" y="253070"/>
                  </a:lnTo>
                  <a:lnTo>
                    <a:pt x="1671266" y="253070"/>
                  </a:lnTo>
                  <a:lnTo>
                    <a:pt x="1665006" y="253070"/>
                  </a:lnTo>
                  <a:lnTo>
                    <a:pt x="1658747" y="253070"/>
                  </a:lnTo>
                  <a:lnTo>
                    <a:pt x="1652487" y="253070"/>
                  </a:lnTo>
                  <a:lnTo>
                    <a:pt x="1646228" y="253070"/>
                  </a:lnTo>
                  <a:lnTo>
                    <a:pt x="1639968" y="253070"/>
                  </a:lnTo>
                  <a:lnTo>
                    <a:pt x="1633709" y="253070"/>
                  </a:lnTo>
                  <a:lnTo>
                    <a:pt x="1627450" y="253070"/>
                  </a:lnTo>
                  <a:lnTo>
                    <a:pt x="1621190" y="253070"/>
                  </a:lnTo>
                  <a:lnTo>
                    <a:pt x="1614931" y="253070"/>
                  </a:lnTo>
                  <a:lnTo>
                    <a:pt x="1608671" y="253070"/>
                  </a:lnTo>
                  <a:lnTo>
                    <a:pt x="1602412" y="253070"/>
                  </a:lnTo>
                  <a:lnTo>
                    <a:pt x="1596152" y="253070"/>
                  </a:lnTo>
                  <a:lnTo>
                    <a:pt x="1589893" y="253070"/>
                  </a:lnTo>
                  <a:lnTo>
                    <a:pt x="1583634" y="253070"/>
                  </a:lnTo>
                  <a:lnTo>
                    <a:pt x="1577374" y="253070"/>
                  </a:lnTo>
                  <a:lnTo>
                    <a:pt x="1571115" y="253070"/>
                  </a:lnTo>
                  <a:lnTo>
                    <a:pt x="1564855" y="253070"/>
                  </a:lnTo>
                  <a:lnTo>
                    <a:pt x="1558596" y="253070"/>
                  </a:lnTo>
                  <a:lnTo>
                    <a:pt x="1552337" y="253070"/>
                  </a:lnTo>
                  <a:lnTo>
                    <a:pt x="1546077" y="253070"/>
                  </a:lnTo>
                  <a:lnTo>
                    <a:pt x="1539818" y="253070"/>
                  </a:lnTo>
                  <a:lnTo>
                    <a:pt x="1533558" y="253070"/>
                  </a:lnTo>
                  <a:lnTo>
                    <a:pt x="1527299" y="253070"/>
                  </a:lnTo>
                  <a:lnTo>
                    <a:pt x="1521039" y="253070"/>
                  </a:lnTo>
                  <a:lnTo>
                    <a:pt x="1514780" y="253070"/>
                  </a:lnTo>
                  <a:lnTo>
                    <a:pt x="1508521" y="253070"/>
                  </a:lnTo>
                  <a:lnTo>
                    <a:pt x="1502261" y="253070"/>
                  </a:lnTo>
                  <a:lnTo>
                    <a:pt x="1496002" y="253070"/>
                  </a:lnTo>
                  <a:lnTo>
                    <a:pt x="1489742" y="253070"/>
                  </a:lnTo>
                  <a:lnTo>
                    <a:pt x="1483483" y="253070"/>
                  </a:lnTo>
                  <a:lnTo>
                    <a:pt x="1477223" y="253070"/>
                  </a:lnTo>
                  <a:lnTo>
                    <a:pt x="1470964" y="253070"/>
                  </a:lnTo>
                  <a:lnTo>
                    <a:pt x="1464705" y="253070"/>
                  </a:lnTo>
                  <a:lnTo>
                    <a:pt x="1458445" y="253070"/>
                  </a:lnTo>
                  <a:lnTo>
                    <a:pt x="1452186" y="253070"/>
                  </a:lnTo>
                  <a:lnTo>
                    <a:pt x="1445926" y="253070"/>
                  </a:lnTo>
                  <a:lnTo>
                    <a:pt x="1439667" y="253070"/>
                  </a:lnTo>
                  <a:lnTo>
                    <a:pt x="1433407" y="253070"/>
                  </a:lnTo>
                  <a:lnTo>
                    <a:pt x="1427148" y="253070"/>
                  </a:lnTo>
                  <a:lnTo>
                    <a:pt x="1420889" y="253070"/>
                  </a:lnTo>
                  <a:lnTo>
                    <a:pt x="1414629" y="253070"/>
                  </a:lnTo>
                  <a:lnTo>
                    <a:pt x="1408370" y="253070"/>
                  </a:lnTo>
                  <a:lnTo>
                    <a:pt x="1402110" y="253070"/>
                  </a:lnTo>
                  <a:lnTo>
                    <a:pt x="1395851" y="253070"/>
                  </a:lnTo>
                  <a:lnTo>
                    <a:pt x="1389592" y="253070"/>
                  </a:lnTo>
                  <a:lnTo>
                    <a:pt x="1383332" y="253070"/>
                  </a:lnTo>
                  <a:lnTo>
                    <a:pt x="1377073" y="253070"/>
                  </a:lnTo>
                  <a:lnTo>
                    <a:pt x="1370813" y="253070"/>
                  </a:lnTo>
                  <a:lnTo>
                    <a:pt x="1364554" y="253070"/>
                  </a:lnTo>
                  <a:lnTo>
                    <a:pt x="1358294" y="253070"/>
                  </a:lnTo>
                  <a:lnTo>
                    <a:pt x="1352035" y="253070"/>
                  </a:lnTo>
                  <a:lnTo>
                    <a:pt x="1345776" y="253070"/>
                  </a:lnTo>
                  <a:lnTo>
                    <a:pt x="1339516" y="253070"/>
                  </a:lnTo>
                  <a:lnTo>
                    <a:pt x="1333257" y="253070"/>
                  </a:lnTo>
                  <a:lnTo>
                    <a:pt x="1326997" y="253070"/>
                  </a:lnTo>
                  <a:lnTo>
                    <a:pt x="1320738" y="253070"/>
                  </a:lnTo>
                  <a:lnTo>
                    <a:pt x="1314478" y="253070"/>
                  </a:lnTo>
                  <a:lnTo>
                    <a:pt x="1308219" y="253070"/>
                  </a:lnTo>
                  <a:lnTo>
                    <a:pt x="1301960" y="253070"/>
                  </a:lnTo>
                  <a:lnTo>
                    <a:pt x="1295700" y="253070"/>
                  </a:lnTo>
                  <a:lnTo>
                    <a:pt x="1289441" y="253070"/>
                  </a:lnTo>
                  <a:lnTo>
                    <a:pt x="1283181" y="253070"/>
                  </a:lnTo>
                  <a:lnTo>
                    <a:pt x="1276922" y="253070"/>
                  </a:lnTo>
                  <a:lnTo>
                    <a:pt x="1270662" y="253070"/>
                  </a:lnTo>
                  <a:lnTo>
                    <a:pt x="1264403" y="253070"/>
                  </a:lnTo>
                  <a:lnTo>
                    <a:pt x="1258144" y="253070"/>
                  </a:lnTo>
                  <a:lnTo>
                    <a:pt x="1251884" y="253070"/>
                  </a:lnTo>
                  <a:lnTo>
                    <a:pt x="1245625" y="253070"/>
                  </a:lnTo>
                  <a:lnTo>
                    <a:pt x="1239365" y="253070"/>
                  </a:lnTo>
                  <a:lnTo>
                    <a:pt x="1233106" y="253070"/>
                  </a:lnTo>
                  <a:lnTo>
                    <a:pt x="1226846" y="253070"/>
                  </a:lnTo>
                  <a:lnTo>
                    <a:pt x="1220587" y="253070"/>
                  </a:lnTo>
                  <a:lnTo>
                    <a:pt x="1214328" y="253070"/>
                  </a:lnTo>
                  <a:lnTo>
                    <a:pt x="1208068" y="253070"/>
                  </a:lnTo>
                  <a:lnTo>
                    <a:pt x="1201809" y="253070"/>
                  </a:lnTo>
                  <a:lnTo>
                    <a:pt x="1195549" y="253070"/>
                  </a:lnTo>
                  <a:lnTo>
                    <a:pt x="1189290" y="253070"/>
                  </a:lnTo>
                  <a:lnTo>
                    <a:pt x="1183031" y="253070"/>
                  </a:lnTo>
                  <a:lnTo>
                    <a:pt x="1176771" y="253070"/>
                  </a:lnTo>
                  <a:lnTo>
                    <a:pt x="1170512" y="253070"/>
                  </a:lnTo>
                  <a:lnTo>
                    <a:pt x="1164252" y="253070"/>
                  </a:lnTo>
                  <a:lnTo>
                    <a:pt x="1157993" y="253070"/>
                  </a:lnTo>
                  <a:lnTo>
                    <a:pt x="1151733" y="253070"/>
                  </a:lnTo>
                  <a:lnTo>
                    <a:pt x="1145474" y="253070"/>
                  </a:lnTo>
                  <a:lnTo>
                    <a:pt x="1139215" y="253070"/>
                  </a:lnTo>
                  <a:lnTo>
                    <a:pt x="1132955" y="253070"/>
                  </a:lnTo>
                  <a:lnTo>
                    <a:pt x="1126696" y="253070"/>
                  </a:lnTo>
                  <a:lnTo>
                    <a:pt x="1120436" y="253070"/>
                  </a:lnTo>
                  <a:lnTo>
                    <a:pt x="1114177" y="253070"/>
                  </a:lnTo>
                  <a:lnTo>
                    <a:pt x="1107917" y="253070"/>
                  </a:lnTo>
                  <a:lnTo>
                    <a:pt x="1101658" y="253070"/>
                  </a:lnTo>
                  <a:lnTo>
                    <a:pt x="1095399" y="253070"/>
                  </a:lnTo>
                  <a:lnTo>
                    <a:pt x="1089139" y="253070"/>
                  </a:lnTo>
                  <a:lnTo>
                    <a:pt x="1082880" y="253070"/>
                  </a:lnTo>
                  <a:lnTo>
                    <a:pt x="1076620" y="253070"/>
                  </a:lnTo>
                  <a:lnTo>
                    <a:pt x="1070361" y="253070"/>
                  </a:lnTo>
                  <a:lnTo>
                    <a:pt x="1064101" y="253070"/>
                  </a:lnTo>
                  <a:lnTo>
                    <a:pt x="1057842" y="253070"/>
                  </a:lnTo>
                  <a:lnTo>
                    <a:pt x="1051583" y="253070"/>
                  </a:lnTo>
                  <a:lnTo>
                    <a:pt x="1045323" y="253070"/>
                  </a:lnTo>
                  <a:lnTo>
                    <a:pt x="1039064" y="253070"/>
                  </a:lnTo>
                  <a:lnTo>
                    <a:pt x="1032804" y="253070"/>
                  </a:lnTo>
                  <a:lnTo>
                    <a:pt x="1026545" y="253070"/>
                  </a:lnTo>
                  <a:lnTo>
                    <a:pt x="1020286" y="253070"/>
                  </a:lnTo>
                  <a:lnTo>
                    <a:pt x="1014026" y="253070"/>
                  </a:lnTo>
                  <a:lnTo>
                    <a:pt x="1007767" y="253070"/>
                  </a:lnTo>
                  <a:lnTo>
                    <a:pt x="1001507" y="253070"/>
                  </a:lnTo>
                  <a:lnTo>
                    <a:pt x="995248" y="253070"/>
                  </a:lnTo>
                  <a:lnTo>
                    <a:pt x="988988" y="253070"/>
                  </a:lnTo>
                  <a:lnTo>
                    <a:pt x="982729" y="253070"/>
                  </a:lnTo>
                  <a:lnTo>
                    <a:pt x="976470" y="253070"/>
                  </a:lnTo>
                  <a:lnTo>
                    <a:pt x="970210" y="253070"/>
                  </a:lnTo>
                  <a:lnTo>
                    <a:pt x="963951" y="253070"/>
                  </a:lnTo>
                  <a:lnTo>
                    <a:pt x="957691" y="253070"/>
                  </a:lnTo>
                  <a:lnTo>
                    <a:pt x="951432" y="253070"/>
                  </a:lnTo>
                  <a:lnTo>
                    <a:pt x="945172" y="253070"/>
                  </a:lnTo>
                  <a:lnTo>
                    <a:pt x="938913" y="253070"/>
                  </a:lnTo>
                  <a:lnTo>
                    <a:pt x="932654" y="253070"/>
                  </a:lnTo>
                  <a:lnTo>
                    <a:pt x="926394" y="253070"/>
                  </a:lnTo>
                  <a:lnTo>
                    <a:pt x="920135" y="253070"/>
                  </a:lnTo>
                  <a:lnTo>
                    <a:pt x="913875" y="253070"/>
                  </a:lnTo>
                  <a:lnTo>
                    <a:pt x="907616" y="253070"/>
                  </a:lnTo>
                  <a:lnTo>
                    <a:pt x="901356" y="253070"/>
                  </a:lnTo>
                  <a:lnTo>
                    <a:pt x="895097" y="253070"/>
                  </a:lnTo>
                  <a:lnTo>
                    <a:pt x="888838" y="253070"/>
                  </a:lnTo>
                  <a:lnTo>
                    <a:pt x="882578" y="253070"/>
                  </a:lnTo>
                  <a:lnTo>
                    <a:pt x="876319" y="253070"/>
                  </a:lnTo>
                  <a:lnTo>
                    <a:pt x="870059" y="253070"/>
                  </a:lnTo>
                  <a:lnTo>
                    <a:pt x="863800" y="253070"/>
                  </a:lnTo>
                  <a:lnTo>
                    <a:pt x="857541" y="253070"/>
                  </a:lnTo>
                  <a:lnTo>
                    <a:pt x="851281" y="253070"/>
                  </a:lnTo>
                  <a:lnTo>
                    <a:pt x="845022" y="253070"/>
                  </a:lnTo>
                  <a:lnTo>
                    <a:pt x="838762" y="253070"/>
                  </a:lnTo>
                  <a:lnTo>
                    <a:pt x="832503" y="253070"/>
                  </a:lnTo>
                  <a:lnTo>
                    <a:pt x="826243" y="253070"/>
                  </a:lnTo>
                  <a:lnTo>
                    <a:pt x="819984" y="253070"/>
                  </a:lnTo>
                  <a:lnTo>
                    <a:pt x="813725" y="253070"/>
                  </a:lnTo>
                  <a:lnTo>
                    <a:pt x="807465" y="253070"/>
                  </a:lnTo>
                  <a:lnTo>
                    <a:pt x="801206" y="253070"/>
                  </a:lnTo>
                  <a:lnTo>
                    <a:pt x="794946" y="253070"/>
                  </a:lnTo>
                  <a:lnTo>
                    <a:pt x="788687" y="253070"/>
                  </a:lnTo>
                  <a:lnTo>
                    <a:pt x="782427" y="253070"/>
                  </a:lnTo>
                  <a:lnTo>
                    <a:pt x="776168" y="253070"/>
                  </a:lnTo>
                  <a:lnTo>
                    <a:pt x="769909" y="253070"/>
                  </a:lnTo>
                  <a:lnTo>
                    <a:pt x="763649" y="253070"/>
                  </a:lnTo>
                  <a:lnTo>
                    <a:pt x="757390" y="253070"/>
                  </a:lnTo>
                  <a:lnTo>
                    <a:pt x="751130" y="253070"/>
                  </a:lnTo>
                  <a:lnTo>
                    <a:pt x="744871" y="253070"/>
                  </a:lnTo>
                  <a:lnTo>
                    <a:pt x="738611" y="253070"/>
                  </a:lnTo>
                  <a:lnTo>
                    <a:pt x="732352" y="253070"/>
                  </a:lnTo>
                  <a:lnTo>
                    <a:pt x="726093" y="253070"/>
                  </a:lnTo>
                  <a:lnTo>
                    <a:pt x="719833" y="253070"/>
                  </a:lnTo>
                  <a:lnTo>
                    <a:pt x="713574" y="253070"/>
                  </a:lnTo>
                  <a:lnTo>
                    <a:pt x="707314" y="253070"/>
                  </a:lnTo>
                  <a:lnTo>
                    <a:pt x="701055" y="253070"/>
                  </a:lnTo>
                  <a:lnTo>
                    <a:pt x="694796" y="253070"/>
                  </a:lnTo>
                  <a:lnTo>
                    <a:pt x="688536" y="253070"/>
                  </a:lnTo>
                  <a:lnTo>
                    <a:pt x="682277" y="253070"/>
                  </a:lnTo>
                  <a:lnTo>
                    <a:pt x="676017" y="253070"/>
                  </a:lnTo>
                  <a:lnTo>
                    <a:pt x="669758" y="253070"/>
                  </a:lnTo>
                  <a:lnTo>
                    <a:pt x="663498" y="253070"/>
                  </a:lnTo>
                  <a:lnTo>
                    <a:pt x="657239" y="253070"/>
                  </a:lnTo>
                  <a:lnTo>
                    <a:pt x="650980" y="253070"/>
                  </a:lnTo>
                  <a:lnTo>
                    <a:pt x="644720" y="253070"/>
                  </a:lnTo>
                  <a:lnTo>
                    <a:pt x="638461" y="253070"/>
                  </a:lnTo>
                  <a:lnTo>
                    <a:pt x="632201" y="253070"/>
                  </a:lnTo>
                  <a:lnTo>
                    <a:pt x="625942" y="253070"/>
                  </a:lnTo>
                  <a:lnTo>
                    <a:pt x="619682" y="253070"/>
                  </a:lnTo>
                  <a:lnTo>
                    <a:pt x="613423" y="253070"/>
                  </a:lnTo>
                  <a:lnTo>
                    <a:pt x="607164" y="253070"/>
                  </a:lnTo>
                  <a:lnTo>
                    <a:pt x="600904" y="253070"/>
                  </a:lnTo>
                  <a:lnTo>
                    <a:pt x="594645" y="253070"/>
                  </a:lnTo>
                  <a:lnTo>
                    <a:pt x="588385" y="253070"/>
                  </a:lnTo>
                  <a:lnTo>
                    <a:pt x="582126" y="253070"/>
                  </a:lnTo>
                  <a:lnTo>
                    <a:pt x="575866" y="253070"/>
                  </a:lnTo>
                  <a:lnTo>
                    <a:pt x="569607" y="253070"/>
                  </a:lnTo>
                  <a:lnTo>
                    <a:pt x="563348" y="253070"/>
                  </a:lnTo>
                  <a:lnTo>
                    <a:pt x="557088" y="253070"/>
                  </a:lnTo>
                  <a:lnTo>
                    <a:pt x="550829" y="253070"/>
                  </a:lnTo>
                  <a:lnTo>
                    <a:pt x="544569" y="253070"/>
                  </a:lnTo>
                  <a:lnTo>
                    <a:pt x="538310" y="253070"/>
                  </a:lnTo>
                  <a:lnTo>
                    <a:pt x="532050" y="253070"/>
                  </a:lnTo>
                  <a:lnTo>
                    <a:pt x="525791" y="253070"/>
                  </a:lnTo>
                  <a:lnTo>
                    <a:pt x="519532" y="253070"/>
                  </a:lnTo>
                  <a:lnTo>
                    <a:pt x="513272" y="253070"/>
                  </a:lnTo>
                  <a:lnTo>
                    <a:pt x="507013" y="253070"/>
                  </a:lnTo>
                  <a:lnTo>
                    <a:pt x="500753" y="253070"/>
                  </a:lnTo>
                  <a:lnTo>
                    <a:pt x="494494" y="253070"/>
                  </a:lnTo>
                  <a:lnTo>
                    <a:pt x="488235" y="253070"/>
                  </a:lnTo>
                  <a:lnTo>
                    <a:pt x="481975" y="253070"/>
                  </a:lnTo>
                  <a:lnTo>
                    <a:pt x="475716" y="253070"/>
                  </a:lnTo>
                  <a:lnTo>
                    <a:pt x="469456" y="253070"/>
                  </a:lnTo>
                  <a:lnTo>
                    <a:pt x="463197" y="253070"/>
                  </a:lnTo>
                  <a:lnTo>
                    <a:pt x="456937" y="253070"/>
                  </a:lnTo>
                  <a:lnTo>
                    <a:pt x="450678" y="253070"/>
                  </a:lnTo>
                  <a:lnTo>
                    <a:pt x="444419" y="253070"/>
                  </a:lnTo>
                  <a:lnTo>
                    <a:pt x="438159" y="253070"/>
                  </a:lnTo>
                  <a:lnTo>
                    <a:pt x="431900" y="253070"/>
                  </a:lnTo>
                  <a:lnTo>
                    <a:pt x="425640" y="253070"/>
                  </a:lnTo>
                  <a:lnTo>
                    <a:pt x="419381" y="253070"/>
                  </a:lnTo>
                  <a:lnTo>
                    <a:pt x="413121" y="253070"/>
                  </a:lnTo>
                  <a:lnTo>
                    <a:pt x="406862" y="253070"/>
                  </a:lnTo>
                  <a:lnTo>
                    <a:pt x="400603" y="253070"/>
                  </a:lnTo>
                  <a:lnTo>
                    <a:pt x="394343" y="253070"/>
                  </a:lnTo>
                  <a:lnTo>
                    <a:pt x="388084" y="253070"/>
                  </a:lnTo>
                  <a:lnTo>
                    <a:pt x="381824" y="253070"/>
                  </a:lnTo>
                  <a:lnTo>
                    <a:pt x="375565" y="253070"/>
                  </a:lnTo>
                  <a:lnTo>
                    <a:pt x="369305" y="253070"/>
                  </a:lnTo>
                  <a:lnTo>
                    <a:pt x="363046" y="253070"/>
                  </a:lnTo>
                  <a:lnTo>
                    <a:pt x="356787" y="253070"/>
                  </a:lnTo>
                  <a:lnTo>
                    <a:pt x="350527" y="253070"/>
                  </a:lnTo>
                  <a:lnTo>
                    <a:pt x="344268" y="253070"/>
                  </a:lnTo>
                  <a:lnTo>
                    <a:pt x="338008" y="253070"/>
                  </a:lnTo>
                  <a:lnTo>
                    <a:pt x="331749" y="253070"/>
                  </a:lnTo>
                  <a:lnTo>
                    <a:pt x="325490" y="253070"/>
                  </a:lnTo>
                  <a:lnTo>
                    <a:pt x="319230" y="253070"/>
                  </a:lnTo>
                  <a:lnTo>
                    <a:pt x="312971" y="253070"/>
                  </a:lnTo>
                  <a:lnTo>
                    <a:pt x="306711" y="253070"/>
                  </a:lnTo>
                  <a:lnTo>
                    <a:pt x="300452" y="253070"/>
                  </a:lnTo>
                  <a:lnTo>
                    <a:pt x="294192" y="253070"/>
                  </a:lnTo>
                  <a:lnTo>
                    <a:pt x="287933" y="253070"/>
                  </a:lnTo>
                  <a:lnTo>
                    <a:pt x="281674" y="253070"/>
                  </a:lnTo>
                  <a:lnTo>
                    <a:pt x="275414" y="253070"/>
                  </a:lnTo>
                  <a:lnTo>
                    <a:pt x="269155" y="253070"/>
                  </a:lnTo>
                  <a:lnTo>
                    <a:pt x="262895" y="253070"/>
                  </a:lnTo>
                  <a:lnTo>
                    <a:pt x="256636" y="253070"/>
                  </a:lnTo>
                  <a:lnTo>
                    <a:pt x="250376" y="253070"/>
                  </a:lnTo>
                  <a:lnTo>
                    <a:pt x="244117" y="253070"/>
                  </a:lnTo>
                  <a:lnTo>
                    <a:pt x="237858" y="253070"/>
                  </a:lnTo>
                  <a:lnTo>
                    <a:pt x="231598" y="253070"/>
                  </a:lnTo>
                  <a:lnTo>
                    <a:pt x="225339" y="253070"/>
                  </a:lnTo>
                  <a:lnTo>
                    <a:pt x="219079" y="253070"/>
                  </a:lnTo>
                  <a:lnTo>
                    <a:pt x="212820" y="253070"/>
                  </a:lnTo>
                  <a:lnTo>
                    <a:pt x="206560" y="253070"/>
                  </a:lnTo>
                  <a:lnTo>
                    <a:pt x="200301" y="253070"/>
                  </a:lnTo>
                  <a:lnTo>
                    <a:pt x="194042" y="253070"/>
                  </a:lnTo>
                  <a:lnTo>
                    <a:pt x="187782" y="253070"/>
                  </a:lnTo>
                  <a:lnTo>
                    <a:pt x="181523" y="253070"/>
                  </a:lnTo>
                  <a:lnTo>
                    <a:pt x="175263" y="253070"/>
                  </a:lnTo>
                  <a:lnTo>
                    <a:pt x="169004" y="253070"/>
                  </a:lnTo>
                  <a:lnTo>
                    <a:pt x="162745" y="253070"/>
                  </a:lnTo>
                  <a:lnTo>
                    <a:pt x="156485" y="253070"/>
                  </a:lnTo>
                  <a:lnTo>
                    <a:pt x="150226" y="253070"/>
                  </a:lnTo>
                  <a:lnTo>
                    <a:pt x="143966" y="253070"/>
                  </a:lnTo>
                  <a:lnTo>
                    <a:pt x="137707" y="253070"/>
                  </a:lnTo>
                  <a:lnTo>
                    <a:pt x="131447" y="253070"/>
                  </a:lnTo>
                  <a:lnTo>
                    <a:pt x="125188" y="253070"/>
                  </a:lnTo>
                  <a:lnTo>
                    <a:pt x="118929" y="253070"/>
                  </a:lnTo>
                  <a:lnTo>
                    <a:pt x="112669" y="253070"/>
                  </a:lnTo>
                  <a:lnTo>
                    <a:pt x="106410" y="253070"/>
                  </a:lnTo>
                  <a:lnTo>
                    <a:pt x="100150" y="253070"/>
                  </a:lnTo>
                  <a:lnTo>
                    <a:pt x="93891" y="253070"/>
                  </a:lnTo>
                  <a:lnTo>
                    <a:pt x="87631" y="253070"/>
                  </a:lnTo>
                  <a:lnTo>
                    <a:pt x="81372" y="253070"/>
                  </a:lnTo>
                  <a:lnTo>
                    <a:pt x="75113" y="253070"/>
                  </a:lnTo>
                  <a:lnTo>
                    <a:pt x="68853" y="253070"/>
                  </a:lnTo>
                  <a:lnTo>
                    <a:pt x="62594" y="253070"/>
                  </a:lnTo>
                  <a:lnTo>
                    <a:pt x="56334" y="253070"/>
                  </a:lnTo>
                  <a:lnTo>
                    <a:pt x="50075" y="253070"/>
                  </a:lnTo>
                  <a:lnTo>
                    <a:pt x="43815" y="253070"/>
                  </a:lnTo>
                  <a:lnTo>
                    <a:pt x="37556" y="253070"/>
                  </a:lnTo>
                  <a:lnTo>
                    <a:pt x="31297" y="253070"/>
                  </a:lnTo>
                  <a:lnTo>
                    <a:pt x="25037" y="253070"/>
                  </a:lnTo>
                  <a:lnTo>
                    <a:pt x="18778" y="253070"/>
                  </a:lnTo>
                  <a:lnTo>
                    <a:pt x="12518" y="253070"/>
                  </a:lnTo>
                  <a:lnTo>
                    <a:pt x="6259" y="253070"/>
                  </a:lnTo>
                  <a:lnTo>
                    <a:pt x="0" y="25307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49798" y="1002488"/>
              <a:ext cx="3198565" cy="191537"/>
            </a:xfrm>
            <a:custGeom>
              <a:avLst/>
              <a:pathLst>
                <a:path w="3198565" h="191537">
                  <a:moveTo>
                    <a:pt x="0" y="33042"/>
                  </a:moveTo>
                  <a:lnTo>
                    <a:pt x="6259" y="32087"/>
                  </a:lnTo>
                  <a:lnTo>
                    <a:pt x="12518" y="31132"/>
                  </a:lnTo>
                  <a:lnTo>
                    <a:pt x="18778" y="30193"/>
                  </a:lnTo>
                  <a:lnTo>
                    <a:pt x="25037" y="29270"/>
                  </a:lnTo>
                  <a:lnTo>
                    <a:pt x="31297" y="28347"/>
                  </a:lnTo>
                  <a:lnTo>
                    <a:pt x="37556" y="27451"/>
                  </a:lnTo>
                  <a:lnTo>
                    <a:pt x="43815" y="26561"/>
                  </a:lnTo>
                  <a:lnTo>
                    <a:pt x="50075" y="25676"/>
                  </a:lnTo>
                  <a:lnTo>
                    <a:pt x="56334" y="24820"/>
                  </a:lnTo>
                  <a:lnTo>
                    <a:pt x="62594" y="23964"/>
                  </a:lnTo>
                  <a:lnTo>
                    <a:pt x="68853" y="23125"/>
                  </a:lnTo>
                  <a:lnTo>
                    <a:pt x="75113" y="22305"/>
                  </a:lnTo>
                  <a:lnTo>
                    <a:pt x="81372" y="21484"/>
                  </a:lnTo>
                  <a:lnTo>
                    <a:pt x="87631" y="20692"/>
                  </a:lnTo>
                  <a:lnTo>
                    <a:pt x="93891" y="19908"/>
                  </a:lnTo>
                  <a:lnTo>
                    <a:pt x="100150" y="19128"/>
                  </a:lnTo>
                  <a:lnTo>
                    <a:pt x="106410" y="18381"/>
                  </a:lnTo>
                  <a:lnTo>
                    <a:pt x="112669" y="17634"/>
                  </a:lnTo>
                  <a:lnTo>
                    <a:pt x="118929" y="16903"/>
                  </a:lnTo>
                  <a:lnTo>
                    <a:pt x="125188" y="16194"/>
                  </a:lnTo>
                  <a:lnTo>
                    <a:pt x="131447" y="15485"/>
                  </a:lnTo>
                  <a:lnTo>
                    <a:pt x="137707" y="14806"/>
                  </a:lnTo>
                  <a:lnTo>
                    <a:pt x="143966" y="14136"/>
                  </a:lnTo>
                  <a:lnTo>
                    <a:pt x="150226" y="13469"/>
                  </a:lnTo>
                  <a:lnTo>
                    <a:pt x="156485" y="12838"/>
                  </a:lnTo>
                  <a:lnTo>
                    <a:pt x="162745" y="12207"/>
                  </a:lnTo>
                  <a:lnTo>
                    <a:pt x="169004" y="11593"/>
                  </a:lnTo>
                  <a:lnTo>
                    <a:pt x="175263" y="11003"/>
                  </a:lnTo>
                  <a:lnTo>
                    <a:pt x="181523" y="10412"/>
                  </a:lnTo>
                  <a:lnTo>
                    <a:pt x="187782" y="9852"/>
                  </a:lnTo>
                  <a:lnTo>
                    <a:pt x="194042" y="9302"/>
                  </a:lnTo>
                  <a:lnTo>
                    <a:pt x="200301" y="8755"/>
                  </a:lnTo>
                  <a:lnTo>
                    <a:pt x="206560" y="8247"/>
                  </a:lnTo>
                  <a:lnTo>
                    <a:pt x="212820" y="7738"/>
                  </a:lnTo>
                  <a:lnTo>
                    <a:pt x="219079" y="7246"/>
                  </a:lnTo>
                  <a:lnTo>
                    <a:pt x="225339" y="6780"/>
                  </a:lnTo>
                  <a:lnTo>
                    <a:pt x="231598" y="6313"/>
                  </a:lnTo>
                  <a:lnTo>
                    <a:pt x="237858" y="5877"/>
                  </a:lnTo>
                  <a:lnTo>
                    <a:pt x="244117" y="5453"/>
                  </a:lnTo>
                  <a:lnTo>
                    <a:pt x="250376" y="5029"/>
                  </a:lnTo>
                  <a:lnTo>
                    <a:pt x="256636" y="4648"/>
                  </a:lnTo>
                  <a:lnTo>
                    <a:pt x="262895" y="4267"/>
                  </a:lnTo>
                  <a:lnTo>
                    <a:pt x="269155" y="3900"/>
                  </a:lnTo>
                  <a:lnTo>
                    <a:pt x="275414" y="3561"/>
                  </a:lnTo>
                  <a:lnTo>
                    <a:pt x="281674" y="3223"/>
                  </a:lnTo>
                  <a:lnTo>
                    <a:pt x="287933" y="2913"/>
                  </a:lnTo>
                  <a:lnTo>
                    <a:pt x="294192" y="2618"/>
                  </a:lnTo>
                  <a:lnTo>
                    <a:pt x="300452" y="2322"/>
                  </a:lnTo>
                  <a:lnTo>
                    <a:pt x="306711" y="2069"/>
                  </a:lnTo>
                  <a:lnTo>
                    <a:pt x="312971" y="1817"/>
                  </a:lnTo>
                  <a:lnTo>
                    <a:pt x="319230" y="1578"/>
                  </a:lnTo>
                  <a:lnTo>
                    <a:pt x="325490" y="1369"/>
                  </a:lnTo>
                  <a:lnTo>
                    <a:pt x="331749" y="1160"/>
                  </a:lnTo>
                  <a:lnTo>
                    <a:pt x="338008" y="978"/>
                  </a:lnTo>
                  <a:lnTo>
                    <a:pt x="344268" y="812"/>
                  </a:lnTo>
                  <a:lnTo>
                    <a:pt x="350527" y="646"/>
                  </a:lnTo>
                  <a:lnTo>
                    <a:pt x="356787" y="522"/>
                  </a:lnTo>
                  <a:lnTo>
                    <a:pt x="363046" y="399"/>
                  </a:lnTo>
                  <a:lnTo>
                    <a:pt x="369305" y="288"/>
                  </a:lnTo>
                  <a:lnTo>
                    <a:pt x="375565" y="208"/>
                  </a:lnTo>
                  <a:lnTo>
                    <a:pt x="381824" y="128"/>
                  </a:lnTo>
                  <a:lnTo>
                    <a:pt x="388084" y="74"/>
                  </a:lnTo>
                  <a:lnTo>
                    <a:pt x="394343" y="37"/>
                  </a:lnTo>
                  <a:lnTo>
                    <a:pt x="400603" y="0"/>
                  </a:lnTo>
                  <a:lnTo>
                    <a:pt x="406862" y="1"/>
                  </a:lnTo>
                  <a:lnTo>
                    <a:pt x="413121" y="7"/>
                  </a:lnTo>
                  <a:lnTo>
                    <a:pt x="419381" y="22"/>
                  </a:lnTo>
                  <a:lnTo>
                    <a:pt x="425640" y="69"/>
                  </a:lnTo>
                  <a:lnTo>
                    <a:pt x="431900" y="116"/>
                  </a:lnTo>
                  <a:lnTo>
                    <a:pt x="438159" y="187"/>
                  </a:lnTo>
                  <a:lnTo>
                    <a:pt x="444419" y="276"/>
                  </a:lnTo>
                  <a:lnTo>
                    <a:pt x="450678" y="364"/>
                  </a:lnTo>
                  <a:lnTo>
                    <a:pt x="456937" y="490"/>
                  </a:lnTo>
                  <a:lnTo>
                    <a:pt x="463197" y="619"/>
                  </a:lnTo>
                  <a:lnTo>
                    <a:pt x="469456" y="758"/>
                  </a:lnTo>
                  <a:lnTo>
                    <a:pt x="475716" y="928"/>
                  </a:lnTo>
                  <a:lnTo>
                    <a:pt x="481975" y="1098"/>
                  </a:lnTo>
                  <a:lnTo>
                    <a:pt x="488235" y="1290"/>
                  </a:lnTo>
                  <a:lnTo>
                    <a:pt x="494494" y="1500"/>
                  </a:lnTo>
                  <a:lnTo>
                    <a:pt x="500753" y="1710"/>
                  </a:lnTo>
                  <a:lnTo>
                    <a:pt x="507013" y="1953"/>
                  </a:lnTo>
                  <a:lnTo>
                    <a:pt x="513272" y="2202"/>
                  </a:lnTo>
                  <a:lnTo>
                    <a:pt x="519532" y="2458"/>
                  </a:lnTo>
                  <a:lnTo>
                    <a:pt x="525791" y="2746"/>
                  </a:lnTo>
                  <a:lnTo>
                    <a:pt x="532050" y="3034"/>
                  </a:lnTo>
                  <a:lnTo>
                    <a:pt x="538310" y="3340"/>
                  </a:lnTo>
                  <a:lnTo>
                    <a:pt x="544569" y="3665"/>
                  </a:lnTo>
                  <a:lnTo>
                    <a:pt x="550829" y="3990"/>
                  </a:lnTo>
                  <a:lnTo>
                    <a:pt x="557088" y="4345"/>
                  </a:lnTo>
                  <a:lnTo>
                    <a:pt x="563348" y="4707"/>
                  </a:lnTo>
                  <a:lnTo>
                    <a:pt x="569607" y="5074"/>
                  </a:lnTo>
                  <a:lnTo>
                    <a:pt x="575866" y="5472"/>
                  </a:lnTo>
                  <a:lnTo>
                    <a:pt x="582126" y="5869"/>
                  </a:lnTo>
                  <a:lnTo>
                    <a:pt x="588385" y="6283"/>
                  </a:lnTo>
                  <a:lnTo>
                    <a:pt x="594645" y="6716"/>
                  </a:lnTo>
                  <a:lnTo>
                    <a:pt x="600904" y="7148"/>
                  </a:lnTo>
                  <a:lnTo>
                    <a:pt x="607164" y="7607"/>
                  </a:lnTo>
                  <a:lnTo>
                    <a:pt x="613423" y="8074"/>
                  </a:lnTo>
                  <a:lnTo>
                    <a:pt x="619682" y="8544"/>
                  </a:lnTo>
                  <a:lnTo>
                    <a:pt x="625942" y="9043"/>
                  </a:lnTo>
                  <a:lnTo>
                    <a:pt x="632201" y="9542"/>
                  </a:lnTo>
                  <a:lnTo>
                    <a:pt x="638461" y="10055"/>
                  </a:lnTo>
                  <a:lnTo>
                    <a:pt x="644720" y="10585"/>
                  </a:lnTo>
                  <a:lnTo>
                    <a:pt x="650980" y="11116"/>
                  </a:lnTo>
                  <a:lnTo>
                    <a:pt x="657239" y="11670"/>
                  </a:lnTo>
                  <a:lnTo>
                    <a:pt x="663498" y="12231"/>
                  </a:lnTo>
                  <a:lnTo>
                    <a:pt x="669758" y="12795"/>
                  </a:lnTo>
                  <a:lnTo>
                    <a:pt x="676017" y="13386"/>
                  </a:lnTo>
                  <a:lnTo>
                    <a:pt x="682277" y="13976"/>
                  </a:lnTo>
                  <a:lnTo>
                    <a:pt x="688536" y="14578"/>
                  </a:lnTo>
                  <a:lnTo>
                    <a:pt x="694796" y="15197"/>
                  </a:lnTo>
                  <a:lnTo>
                    <a:pt x="701055" y="15816"/>
                  </a:lnTo>
                  <a:lnTo>
                    <a:pt x="707314" y="16454"/>
                  </a:lnTo>
                  <a:lnTo>
                    <a:pt x="713574" y="17100"/>
                  </a:lnTo>
                  <a:lnTo>
                    <a:pt x="719833" y="17748"/>
                  </a:lnTo>
                  <a:lnTo>
                    <a:pt x="726093" y="18419"/>
                  </a:lnTo>
                  <a:lnTo>
                    <a:pt x="732352" y="19091"/>
                  </a:lnTo>
                  <a:lnTo>
                    <a:pt x="738611" y="19771"/>
                  </a:lnTo>
                  <a:lnTo>
                    <a:pt x="744871" y="20468"/>
                  </a:lnTo>
                  <a:lnTo>
                    <a:pt x="751130" y="21164"/>
                  </a:lnTo>
                  <a:lnTo>
                    <a:pt x="757390" y="21876"/>
                  </a:lnTo>
                  <a:lnTo>
                    <a:pt x="763649" y="22595"/>
                  </a:lnTo>
                  <a:lnTo>
                    <a:pt x="769909" y="23315"/>
                  </a:lnTo>
                  <a:lnTo>
                    <a:pt x="776168" y="24056"/>
                  </a:lnTo>
                  <a:lnTo>
                    <a:pt x="782427" y="24797"/>
                  </a:lnTo>
                  <a:lnTo>
                    <a:pt x="788687" y="25546"/>
                  </a:lnTo>
                  <a:lnTo>
                    <a:pt x="794946" y="26307"/>
                  </a:lnTo>
                  <a:lnTo>
                    <a:pt x="801206" y="27069"/>
                  </a:lnTo>
                  <a:lnTo>
                    <a:pt x="807465" y="27844"/>
                  </a:lnTo>
                  <a:lnTo>
                    <a:pt x="813725" y="28625"/>
                  </a:lnTo>
                  <a:lnTo>
                    <a:pt x="819984" y="29406"/>
                  </a:lnTo>
                  <a:lnTo>
                    <a:pt x="826243" y="30205"/>
                  </a:lnTo>
                  <a:lnTo>
                    <a:pt x="832503" y="31004"/>
                  </a:lnTo>
                  <a:lnTo>
                    <a:pt x="838762" y="31808"/>
                  </a:lnTo>
                  <a:lnTo>
                    <a:pt x="845022" y="32624"/>
                  </a:lnTo>
                  <a:lnTo>
                    <a:pt x="851281" y="33439"/>
                  </a:lnTo>
                  <a:lnTo>
                    <a:pt x="857541" y="34265"/>
                  </a:lnTo>
                  <a:lnTo>
                    <a:pt x="863800" y="35096"/>
                  </a:lnTo>
                  <a:lnTo>
                    <a:pt x="870059" y="35927"/>
                  </a:lnTo>
                  <a:lnTo>
                    <a:pt x="876319" y="36771"/>
                  </a:lnTo>
                  <a:lnTo>
                    <a:pt x="882578" y="37616"/>
                  </a:lnTo>
                  <a:lnTo>
                    <a:pt x="888838" y="38465"/>
                  </a:lnTo>
                  <a:lnTo>
                    <a:pt x="895097" y="39322"/>
                  </a:lnTo>
                  <a:lnTo>
                    <a:pt x="901356" y="40180"/>
                  </a:lnTo>
                  <a:lnTo>
                    <a:pt x="907616" y="41045"/>
                  </a:lnTo>
                  <a:lnTo>
                    <a:pt x="913875" y="41914"/>
                  </a:lnTo>
                  <a:lnTo>
                    <a:pt x="920135" y="42783"/>
                  </a:lnTo>
                  <a:lnTo>
                    <a:pt x="926394" y="43661"/>
                  </a:lnTo>
                  <a:lnTo>
                    <a:pt x="932654" y="44540"/>
                  </a:lnTo>
                  <a:lnTo>
                    <a:pt x="938913" y="45421"/>
                  </a:lnTo>
                  <a:lnTo>
                    <a:pt x="945172" y="46309"/>
                  </a:lnTo>
                  <a:lnTo>
                    <a:pt x="951432" y="47197"/>
                  </a:lnTo>
                  <a:lnTo>
                    <a:pt x="957691" y="48089"/>
                  </a:lnTo>
                  <a:lnTo>
                    <a:pt x="963951" y="48985"/>
                  </a:lnTo>
                  <a:lnTo>
                    <a:pt x="970210" y="49880"/>
                  </a:lnTo>
                  <a:lnTo>
                    <a:pt x="976470" y="50781"/>
                  </a:lnTo>
                  <a:lnTo>
                    <a:pt x="982729" y="51683"/>
                  </a:lnTo>
                  <a:lnTo>
                    <a:pt x="988988" y="52585"/>
                  </a:lnTo>
                  <a:lnTo>
                    <a:pt x="995248" y="53492"/>
                  </a:lnTo>
                  <a:lnTo>
                    <a:pt x="1001507" y="54399"/>
                  </a:lnTo>
                  <a:lnTo>
                    <a:pt x="1007767" y="55307"/>
                  </a:lnTo>
                  <a:lnTo>
                    <a:pt x="1014026" y="56218"/>
                  </a:lnTo>
                  <a:lnTo>
                    <a:pt x="1020286" y="57128"/>
                  </a:lnTo>
                  <a:lnTo>
                    <a:pt x="1026545" y="58041"/>
                  </a:lnTo>
                  <a:lnTo>
                    <a:pt x="1032804" y="58954"/>
                  </a:lnTo>
                  <a:lnTo>
                    <a:pt x="1039064" y="59868"/>
                  </a:lnTo>
                  <a:lnTo>
                    <a:pt x="1045323" y="60782"/>
                  </a:lnTo>
                  <a:lnTo>
                    <a:pt x="1051583" y="61697"/>
                  </a:lnTo>
                  <a:lnTo>
                    <a:pt x="1057842" y="62612"/>
                  </a:lnTo>
                  <a:lnTo>
                    <a:pt x="1064101" y="63527"/>
                  </a:lnTo>
                  <a:lnTo>
                    <a:pt x="1070361" y="64442"/>
                  </a:lnTo>
                  <a:lnTo>
                    <a:pt x="1076620" y="65356"/>
                  </a:lnTo>
                  <a:lnTo>
                    <a:pt x="1082880" y="66270"/>
                  </a:lnTo>
                  <a:lnTo>
                    <a:pt x="1089139" y="67184"/>
                  </a:lnTo>
                  <a:lnTo>
                    <a:pt x="1095399" y="68097"/>
                  </a:lnTo>
                  <a:lnTo>
                    <a:pt x="1101658" y="69009"/>
                  </a:lnTo>
                  <a:lnTo>
                    <a:pt x="1107917" y="69920"/>
                  </a:lnTo>
                  <a:lnTo>
                    <a:pt x="1114177" y="70830"/>
                  </a:lnTo>
                  <a:lnTo>
                    <a:pt x="1120436" y="71739"/>
                  </a:lnTo>
                  <a:lnTo>
                    <a:pt x="1126696" y="72646"/>
                  </a:lnTo>
                  <a:lnTo>
                    <a:pt x="1132955" y="73552"/>
                  </a:lnTo>
                  <a:lnTo>
                    <a:pt x="1139215" y="74457"/>
                  </a:lnTo>
                  <a:lnTo>
                    <a:pt x="1145474" y="75358"/>
                  </a:lnTo>
                  <a:lnTo>
                    <a:pt x="1151733" y="76259"/>
                  </a:lnTo>
                  <a:lnTo>
                    <a:pt x="1157993" y="77157"/>
                  </a:lnTo>
                  <a:lnTo>
                    <a:pt x="1164252" y="78053"/>
                  </a:lnTo>
                  <a:lnTo>
                    <a:pt x="1170512" y="78948"/>
                  </a:lnTo>
                  <a:lnTo>
                    <a:pt x="1176771" y="79838"/>
                  </a:lnTo>
                  <a:lnTo>
                    <a:pt x="1183031" y="80727"/>
                  </a:lnTo>
                  <a:lnTo>
                    <a:pt x="1189290" y="81615"/>
                  </a:lnTo>
                  <a:lnTo>
                    <a:pt x="1195549" y="82496"/>
                  </a:lnTo>
                  <a:lnTo>
                    <a:pt x="1201809" y="83377"/>
                  </a:lnTo>
                  <a:lnTo>
                    <a:pt x="1208068" y="84255"/>
                  </a:lnTo>
                  <a:lnTo>
                    <a:pt x="1214328" y="85128"/>
                  </a:lnTo>
                  <a:lnTo>
                    <a:pt x="1220587" y="86001"/>
                  </a:lnTo>
                  <a:lnTo>
                    <a:pt x="1226846" y="86867"/>
                  </a:lnTo>
                  <a:lnTo>
                    <a:pt x="1233106" y="87731"/>
                  </a:lnTo>
                  <a:lnTo>
                    <a:pt x="1239365" y="88594"/>
                  </a:lnTo>
                  <a:lnTo>
                    <a:pt x="1245625" y="89449"/>
                  </a:lnTo>
                  <a:lnTo>
                    <a:pt x="1251884" y="90303"/>
                  </a:lnTo>
                  <a:lnTo>
                    <a:pt x="1258144" y="91153"/>
                  </a:lnTo>
                  <a:lnTo>
                    <a:pt x="1264403" y="91997"/>
                  </a:lnTo>
                  <a:lnTo>
                    <a:pt x="1270662" y="92840"/>
                  </a:lnTo>
                  <a:lnTo>
                    <a:pt x="1276922" y="93676"/>
                  </a:lnTo>
                  <a:lnTo>
                    <a:pt x="1283181" y="94509"/>
                  </a:lnTo>
                  <a:lnTo>
                    <a:pt x="1289441" y="95341"/>
                  </a:lnTo>
                  <a:lnTo>
                    <a:pt x="1295700" y="96162"/>
                  </a:lnTo>
                  <a:lnTo>
                    <a:pt x="1301960" y="96983"/>
                  </a:lnTo>
                  <a:lnTo>
                    <a:pt x="1308219" y="97799"/>
                  </a:lnTo>
                  <a:lnTo>
                    <a:pt x="1314478" y="98608"/>
                  </a:lnTo>
                  <a:lnTo>
                    <a:pt x="1320738" y="99416"/>
                  </a:lnTo>
                  <a:lnTo>
                    <a:pt x="1326997" y="100216"/>
                  </a:lnTo>
                  <a:lnTo>
                    <a:pt x="1333257" y="101012"/>
                  </a:lnTo>
                  <a:lnTo>
                    <a:pt x="1339516" y="101808"/>
                  </a:lnTo>
                  <a:lnTo>
                    <a:pt x="1345776" y="102590"/>
                  </a:lnTo>
                  <a:lnTo>
                    <a:pt x="1352035" y="103373"/>
                  </a:lnTo>
                  <a:lnTo>
                    <a:pt x="1358294" y="104151"/>
                  </a:lnTo>
                  <a:lnTo>
                    <a:pt x="1364554" y="104919"/>
                  </a:lnTo>
                  <a:lnTo>
                    <a:pt x="1370813" y="105688"/>
                  </a:lnTo>
                  <a:lnTo>
                    <a:pt x="1377073" y="106448"/>
                  </a:lnTo>
                  <a:lnTo>
                    <a:pt x="1383332" y="107202"/>
                  </a:lnTo>
                  <a:lnTo>
                    <a:pt x="1389592" y="107957"/>
                  </a:lnTo>
                  <a:lnTo>
                    <a:pt x="1395851" y="108697"/>
                  </a:lnTo>
                  <a:lnTo>
                    <a:pt x="1402110" y="109437"/>
                  </a:lnTo>
                  <a:lnTo>
                    <a:pt x="1408370" y="110173"/>
                  </a:lnTo>
                  <a:lnTo>
                    <a:pt x="1414629" y="110898"/>
                  </a:lnTo>
                  <a:lnTo>
                    <a:pt x="1420889" y="111623"/>
                  </a:lnTo>
                  <a:lnTo>
                    <a:pt x="1427148" y="112339"/>
                  </a:lnTo>
                  <a:lnTo>
                    <a:pt x="1433407" y="113049"/>
                  </a:lnTo>
                  <a:lnTo>
                    <a:pt x="1439667" y="113759"/>
                  </a:lnTo>
                  <a:lnTo>
                    <a:pt x="1445926" y="114454"/>
                  </a:lnTo>
                  <a:lnTo>
                    <a:pt x="1452186" y="115149"/>
                  </a:lnTo>
                  <a:lnTo>
                    <a:pt x="1458445" y="115839"/>
                  </a:lnTo>
                  <a:lnTo>
                    <a:pt x="1464705" y="116518"/>
                  </a:lnTo>
                  <a:lnTo>
                    <a:pt x="1470964" y="117197"/>
                  </a:lnTo>
                  <a:lnTo>
                    <a:pt x="1477223" y="117867"/>
                  </a:lnTo>
                  <a:lnTo>
                    <a:pt x="1483483" y="118530"/>
                  </a:lnTo>
                  <a:lnTo>
                    <a:pt x="1489742" y="119193"/>
                  </a:lnTo>
                  <a:lnTo>
                    <a:pt x="1496002" y="119841"/>
                  </a:lnTo>
                  <a:lnTo>
                    <a:pt x="1502261" y="120488"/>
                  </a:lnTo>
                  <a:lnTo>
                    <a:pt x="1508521" y="121132"/>
                  </a:lnTo>
                  <a:lnTo>
                    <a:pt x="1514780" y="121763"/>
                  </a:lnTo>
                  <a:lnTo>
                    <a:pt x="1521039" y="122393"/>
                  </a:lnTo>
                  <a:lnTo>
                    <a:pt x="1527299" y="123015"/>
                  </a:lnTo>
                  <a:lnTo>
                    <a:pt x="1533558" y="123630"/>
                  </a:lnTo>
                  <a:lnTo>
                    <a:pt x="1539818" y="124245"/>
                  </a:lnTo>
                  <a:lnTo>
                    <a:pt x="1546077" y="124845"/>
                  </a:lnTo>
                  <a:lnTo>
                    <a:pt x="1552337" y="125444"/>
                  </a:lnTo>
                  <a:lnTo>
                    <a:pt x="1558596" y="126039"/>
                  </a:lnTo>
                  <a:lnTo>
                    <a:pt x="1564855" y="126621"/>
                  </a:lnTo>
                  <a:lnTo>
                    <a:pt x="1571115" y="127204"/>
                  </a:lnTo>
                  <a:lnTo>
                    <a:pt x="1577374" y="127777"/>
                  </a:lnTo>
                  <a:lnTo>
                    <a:pt x="1583634" y="128343"/>
                  </a:lnTo>
                  <a:lnTo>
                    <a:pt x="1589893" y="128909"/>
                  </a:lnTo>
                  <a:lnTo>
                    <a:pt x="1596152" y="129461"/>
                  </a:lnTo>
                  <a:lnTo>
                    <a:pt x="1602412" y="130011"/>
                  </a:lnTo>
                  <a:lnTo>
                    <a:pt x="1608671" y="130558"/>
                  </a:lnTo>
                  <a:lnTo>
                    <a:pt x="1614931" y="131092"/>
                  </a:lnTo>
                  <a:lnTo>
                    <a:pt x="1621190" y="131625"/>
                  </a:lnTo>
                  <a:lnTo>
                    <a:pt x="1627450" y="132151"/>
                  </a:lnTo>
                  <a:lnTo>
                    <a:pt x="1633709" y="132668"/>
                  </a:lnTo>
                  <a:lnTo>
                    <a:pt x="1639968" y="133186"/>
                  </a:lnTo>
                  <a:lnTo>
                    <a:pt x="1646228" y="133690"/>
                  </a:lnTo>
                  <a:lnTo>
                    <a:pt x="1652487" y="134192"/>
                  </a:lnTo>
                  <a:lnTo>
                    <a:pt x="1658747" y="134691"/>
                  </a:lnTo>
                  <a:lnTo>
                    <a:pt x="1665006" y="135177"/>
                  </a:lnTo>
                  <a:lnTo>
                    <a:pt x="1671266" y="135663"/>
                  </a:lnTo>
                  <a:lnTo>
                    <a:pt x="1677525" y="136141"/>
                  </a:lnTo>
                  <a:lnTo>
                    <a:pt x="1683784" y="136611"/>
                  </a:lnTo>
                  <a:lnTo>
                    <a:pt x="1690044" y="137081"/>
                  </a:lnTo>
                  <a:lnTo>
                    <a:pt x="1696303" y="137539"/>
                  </a:lnTo>
                  <a:lnTo>
                    <a:pt x="1702563" y="137993"/>
                  </a:lnTo>
                  <a:lnTo>
                    <a:pt x="1708822" y="138446"/>
                  </a:lnTo>
                  <a:lnTo>
                    <a:pt x="1715082" y="138886"/>
                  </a:lnTo>
                  <a:lnTo>
                    <a:pt x="1721341" y="139325"/>
                  </a:lnTo>
                  <a:lnTo>
                    <a:pt x="1727600" y="139758"/>
                  </a:lnTo>
                  <a:lnTo>
                    <a:pt x="1733860" y="140182"/>
                  </a:lnTo>
                  <a:lnTo>
                    <a:pt x="1740119" y="140606"/>
                  </a:lnTo>
                  <a:lnTo>
                    <a:pt x="1746379" y="141019"/>
                  </a:lnTo>
                  <a:lnTo>
                    <a:pt x="1752638" y="141429"/>
                  </a:lnTo>
                  <a:lnTo>
                    <a:pt x="1758897" y="141837"/>
                  </a:lnTo>
                  <a:lnTo>
                    <a:pt x="1765157" y="142232"/>
                  </a:lnTo>
                  <a:lnTo>
                    <a:pt x="1771416" y="142627"/>
                  </a:lnTo>
                  <a:lnTo>
                    <a:pt x="1777676" y="143016"/>
                  </a:lnTo>
                  <a:lnTo>
                    <a:pt x="1783935" y="143396"/>
                  </a:lnTo>
                  <a:lnTo>
                    <a:pt x="1790195" y="143777"/>
                  </a:lnTo>
                  <a:lnTo>
                    <a:pt x="1796454" y="144147"/>
                  </a:lnTo>
                  <a:lnTo>
                    <a:pt x="1802713" y="144514"/>
                  </a:lnTo>
                  <a:lnTo>
                    <a:pt x="1808973" y="144880"/>
                  </a:lnTo>
                  <a:lnTo>
                    <a:pt x="1815232" y="145233"/>
                  </a:lnTo>
                  <a:lnTo>
                    <a:pt x="1821492" y="145586"/>
                  </a:lnTo>
                  <a:lnTo>
                    <a:pt x="1827751" y="145934"/>
                  </a:lnTo>
                  <a:lnTo>
                    <a:pt x="1834011" y="146274"/>
                  </a:lnTo>
                  <a:lnTo>
                    <a:pt x="1840270" y="146613"/>
                  </a:lnTo>
                  <a:lnTo>
                    <a:pt x="1846529" y="146944"/>
                  </a:lnTo>
                  <a:lnTo>
                    <a:pt x="1852789" y="147270"/>
                  </a:lnTo>
                  <a:lnTo>
                    <a:pt x="1859048" y="147597"/>
                  </a:lnTo>
                  <a:lnTo>
                    <a:pt x="1865308" y="147911"/>
                  </a:lnTo>
                  <a:lnTo>
                    <a:pt x="1871567" y="148225"/>
                  </a:lnTo>
                  <a:lnTo>
                    <a:pt x="1877827" y="148535"/>
                  </a:lnTo>
                  <a:lnTo>
                    <a:pt x="1884086" y="148836"/>
                  </a:lnTo>
                  <a:lnTo>
                    <a:pt x="1890345" y="149138"/>
                  </a:lnTo>
                  <a:lnTo>
                    <a:pt x="1896605" y="149432"/>
                  </a:lnTo>
                  <a:lnTo>
                    <a:pt x="1902864" y="149721"/>
                  </a:lnTo>
                  <a:lnTo>
                    <a:pt x="1909124" y="150011"/>
                  </a:lnTo>
                  <a:lnTo>
                    <a:pt x="1915383" y="150289"/>
                  </a:lnTo>
                  <a:lnTo>
                    <a:pt x="1921642" y="150567"/>
                  </a:lnTo>
                  <a:lnTo>
                    <a:pt x="1927902" y="150842"/>
                  </a:lnTo>
                  <a:lnTo>
                    <a:pt x="1934161" y="151109"/>
                  </a:lnTo>
                  <a:lnTo>
                    <a:pt x="1940421" y="151376"/>
                  </a:lnTo>
                  <a:lnTo>
                    <a:pt x="1946680" y="151636"/>
                  </a:lnTo>
                  <a:lnTo>
                    <a:pt x="1952940" y="151892"/>
                  </a:lnTo>
                  <a:lnTo>
                    <a:pt x="1959199" y="152148"/>
                  </a:lnTo>
                  <a:lnTo>
                    <a:pt x="1965458" y="152395"/>
                  </a:lnTo>
                  <a:lnTo>
                    <a:pt x="1971718" y="152640"/>
                  </a:lnTo>
                  <a:lnTo>
                    <a:pt x="1977977" y="152884"/>
                  </a:lnTo>
                  <a:lnTo>
                    <a:pt x="1984237" y="153119"/>
                  </a:lnTo>
                  <a:lnTo>
                    <a:pt x="1990496" y="153355"/>
                  </a:lnTo>
                  <a:lnTo>
                    <a:pt x="1996756" y="153585"/>
                  </a:lnTo>
                  <a:lnTo>
                    <a:pt x="2003015" y="153811"/>
                  </a:lnTo>
                  <a:lnTo>
                    <a:pt x="2009274" y="154037"/>
                  </a:lnTo>
                  <a:lnTo>
                    <a:pt x="2015534" y="154255"/>
                  </a:lnTo>
                  <a:lnTo>
                    <a:pt x="2021793" y="154472"/>
                  </a:lnTo>
                  <a:lnTo>
                    <a:pt x="2028053" y="154687"/>
                  </a:lnTo>
                  <a:lnTo>
                    <a:pt x="2034312" y="154896"/>
                  </a:lnTo>
                  <a:lnTo>
                    <a:pt x="2040572" y="155104"/>
                  </a:lnTo>
                  <a:lnTo>
                    <a:pt x="2046831" y="155308"/>
                  </a:lnTo>
                  <a:lnTo>
                    <a:pt x="2053090" y="155507"/>
                  </a:lnTo>
                  <a:lnTo>
                    <a:pt x="2059350" y="155707"/>
                  </a:lnTo>
                  <a:lnTo>
                    <a:pt x="2065609" y="155900"/>
                  </a:lnTo>
                  <a:lnTo>
                    <a:pt x="2071869" y="156092"/>
                  </a:lnTo>
                  <a:lnTo>
                    <a:pt x="2078128" y="156283"/>
                  </a:lnTo>
                  <a:lnTo>
                    <a:pt x="2084388" y="156468"/>
                  </a:lnTo>
                  <a:lnTo>
                    <a:pt x="2090647" y="156652"/>
                  </a:lnTo>
                  <a:lnTo>
                    <a:pt x="2096906" y="156833"/>
                  </a:lnTo>
                  <a:lnTo>
                    <a:pt x="2103166" y="157011"/>
                  </a:lnTo>
                  <a:lnTo>
                    <a:pt x="2109425" y="157188"/>
                  </a:lnTo>
                  <a:lnTo>
                    <a:pt x="2115685" y="157360"/>
                  </a:lnTo>
                  <a:lnTo>
                    <a:pt x="2121944" y="157531"/>
                  </a:lnTo>
                  <a:lnTo>
                    <a:pt x="2128203" y="157701"/>
                  </a:lnTo>
                  <a:lnTo>
                    <a:pt x="2134463" y="157866"/>
                  </a:lnTo>
                  <a:lnTo>
                    <a:pt x="2140722" y="158030"/>
                  </a:lnTo>
                  <a:lnTo>
                    <a:pt x="2146982" y="158192"/>
                  </a:lnTo>
                  <a:lnTo>
                    <a:pt x="2153241" y="158351"/>
                  </a:lnTo>
                  <a:lnTo>
                    <a:pt x="2159501" y="158510"/>
                  </a:lnTo>
                  <a:lnTo>
                    <a:pt x="2165760" y="158665"/>
                  </a:lnTo>
                  <a:lnTo>
                    <a:pt x="2172019" y="158818"/>
                  </a:lnTo>
                  <a:lnTo>
                    <a:pt x="2178279" y="158971"/>
                  </a:lnTo>
                  <a:lnTo>
                    <a:pt x="2184538" y="159120"/>
                  </a:lnTo>
                  <a:lnTo>
                    <a:pt x="2190798" y="159269"/>
                  </a:lnTo>
                  <a:lnTo>
                    <a:pt x="2197057" y="159415"/>
                  </a:lnTo>
                  <a:lnTo>
                    <a:pt x="2203317" y="159559"/>
                  </a:lnTo>
                  <a:lnTo>
                    <a:pt x="2209576" y="159704"/>
                  </a:lnTo>
                  <a:lnTo>
                    <a:pt x="2215835" y="159845"/>
                  </a:lnTo>
                  <a:lnTo>
                    <a:pt x="2222095" y="159985"/>
                  </a:lnTo>
                  <a:lnTo>
                    <a:pt x="2228354" y="160124"/>
                  </a:lnTo>
                  <a:lnTo>
                    <a:pt x="2234614" y="160261"/>
                  </a:lnTo>
                  <a:lnTo>
                    <a:pt x="2240873" y="160397"/>
                  </a:lnTo>
                  <a:lnTo>
                    <a:pt x="2247133" y="160532"/>
                  </a:lnTo>
                  <a:lnTo>
                    <a:pt x="2253392" y="160666"/>
                  </a:lnTo>
                  <a:lnTo>
                    <a:pt x="2259651" y="160799"/>
                  </a:lnTo>
                  <a:lnTo>
                    <a:pt x="2265911" y="160930"/>
                  </a:lnTo>
                  <a:lnTo>
                    <a:pt x="2272170" y="161060"/>
                  </a:lnTo>
                  <a:lnTo>
                    <a:pt x="2278430" y="161190"/>
                  </a:lnTo>
                  <a:lnTo>
                    <a:pt x="2284689" y="161318"/>
                  </a:lnTo>
                  <a:lnTo>
                    <a:pt x="2290948" y="161446"/>
                  </a:lnTo>
                  <a:lnTo>
                    <a:pt x="2297208" y="161574"/>
                  </a:lnTo>
                  <a:lnTo>
                    <a:pt x="2303467" y="161699"/>
                  </a:lnTo>
                  <a:lnTo>
                    <a:pt x="2309727" y="161825"/>
                  </a:lnTo>
                  <a:lnTo>
                    <a:pt x="2315986" y="161950"/>
                  </a:lnTo>
                  <a:lnTo>
                    <a:pt x="2322246" y="162074"/>
                  </a:lnTo>
                  <a:lnTo>
                    <a:pt x="2328505" y="162199"/>
                  </a:lnTo>
                  <a:lnTo>
                    <a:pt x="2334764" y="162322"/>
                  </a:lnTo>
                  <a:lnTo>
                    <a:pt x="2341024" y="162445"/>
                  </a:lnTo>
                  <a:lnTo>
                    <a:pt x="2347283" y="162568"/>
                  </a:lnTo>
                  <a:lnTo>
                    <a:pt x="2353543" y="162690"/>
                  </a:lnTo>
                  <a:lnTo>
                    <a:pt x="2359802" y="162812"/>
                  </a:lnTo>
                  <a:lnTo>
                    <a:pt x="2366062" y="162934"/>
                  </a:lnTo>
                  <a:lnTo>
                    <a:pt x="2372321" y="163056"/>
                  </a:lnTo>
                  <a:lnTo>
                    <a:pt x="2378580" y="163177"/>
                  </a:lnTo>
                  <a:lnTo>
                    <a:pt x="2384840" y="163299"/>
                  </a:lnTo>
                  <a:lnTo>
                    <a:pt x="2391099" y="163421"/>
                  </a:lnTo>
                  <a:lnTo>
                    <a:pt x="2397359" y="163542"/>
                  </a:lnTo>
                  <a:lnTo>
                    <a:pt x="2403618" y="163664"/>
                  </a:lnTo>
                  <a:lnTo>
                    <a:pt x="2409878" y="163786"/>
                  </a:lnTo>
                  <a:lnTo>
                    <a:pt x="2416137" y="163909"/>
                  </a:lnTo>
                  <a:lnTo>
                    <a:pt x="2422396" y="164031"/>
                  </a:lnTo>
                  <a:lnTo>
                    <a:pt x="2428656" y="164154"/>
                  </a:lnTo>
                  <a:lnTo>
                    <a:pt x="2434915" y="164277"/>
                  </a:lnTo>
                  <a:lnTo>
                    <a:pt x="2441175" y="164401"/>
                  </a:lnTo>
                  <a:lnTo>
                    <a:pt x="2447434" y="164524"/>
                  </a:lnTo>
                  <a:lnTo>
                    <a:pt x="2453693" y="164649"/>
                  </a:lnTo>
                  <a:lnTo>
                    <a:pt x="2459953" y="164774"/>
                  </a:lnTo>
                  <a:lnTo>
                    <a:pt x="2466212" y="164900"/>
                  </a:lnTo>
                  <a:lnTo>
                    <a:pt x="2472472" y="165026"/>
                  </a:lnTo>
                  <a:lnTo>
                    <a:pt x="2478731" y="165153"/>
                  </a:lnTo>
                  <a:lnTo>
                    <a:pt x="2484991" y="165281"/>
                  </a:lnTo>
                  <a:lnTo>
                    <a:pt x="2491250" y="165410"/>
                  </a:lnTo>
                  <a:lnTo>
                    <a:pt x="2497509" y="165539"/>
                  </a:lnTo>
                  <a:lnTo>
                    <a:pt x="2503769" y="165670"/>
                  </a:lnTo>
                  <a:lnTo>
                    <a:pt x="2510028" y="165800"/>
                  </a:lnTo>
                  <a:lnTo>
                    <a:pt x="2516288" y="165933"/>
                  </a:lnTo>
                  <a:lnTo>
                    <a:pt x="2522547" y="166066"/>
                  </a:lnTo>
                  <a:lnTo>
                    <a:pt x="2528807" y="166199"/>
                  </a:lnTo>
                  <a:lnTo>
                    <a:pt x="2535066" y="166335"/>
                  </a:lnTo>
                  <a:lnTo>
                    <a:pt x="2541325" y="166472"/>
                  </a:lnTo>
                  <a:lnTo>
                    <a:pt x="2547585" y="166609"/>
                  </a:lnTo>
                  <a:lnTo>
                    <a:pt x="2553844" y="166748"/>
                  </a:lnTo>
                  <a:lnTo>
                    <a:pt x="2560104" y="166887"/>
                  </a:lnTo>
                  <a:lnTo>
                    <a:pt x="2566363" y="167029"/>
                  </a:lnTo>
                  <a:lnTo>
                    <a:pt x="2572623" y="167172"/>
                  </a:lnTo>
                  <a:lnTo>
                    <a:pt x="2578882" y="167315"/>
                  </a:lnTo>
                  <a:lnTo>
                    <a:pt x="2585141" y="167461"/>
                  </a:lnTo>
                  <a:lnTo>
                    <a:pt x="2591401" y="167607"/>
                  </a:lnTo>
                  <a:lnTo>
                    <a:pt x="2597660" y="167755"/>
                  </a:lnTo>
                  <a:lnTo>
                    <a:pt x="2603920" y="167905"/>
                  </a:lnTo>
                  <a:lnTo>
                    <a:pt x="2610179" y="168056"/>
                  </a:lnTo>
                  <a:lnTo>
                    <a:pt x="2616438" y="168209"/>
                  </a:lnTo>
                  <a:lnTo>
                    <a:pt x="2622698" y="168364"/>
                  </a:lnTo>
                  <a:lnTo>
                    <a:pt x="2628957" y="168519"/>
                  </a:lnTo>
                  <a:lnTo>
                    <a:pt x="2635217" y="168677"/>
                  </a:lnTo>
                  <a:lnTo>
                    <a:pt x="2641476" y="168836"/>
                  </a:lnTo>
                  <a:lnTo>
                    <a:pt x="2647736" y="168996"/>
                  </a:lnTo>
                  <a:lnTo>
                    <a:pt x="2653995" y="169160"/>
                  </a:lnTo>
                  <a:lnTo>
                    <a:pt x="2660254" y="169324"/>
                  </a:lnTo>
                  <a:lnTo>
                    <a:pt x="2666514" y="169491"/>
                  </a:lnTo>
                  <a:lnTo>
                    <a:pt x="2672773" y="169659"/>
                  </a:lnTo>
                  <a:lnTo>
                    <a:pt x="2679033" y="169828"/>
                  </a:lnTo>
                  <a:lnTo>
                    <a:pt x="2685292" y="170001"/>
                  </a:lnTo>
                  <a:lnTo>
                    <a:pt x="2691552" y="170175"/>
                  </a:lnTo>
                  <a:lnTo>
                    <a:pt x="2697811" y="170350"/>
                  </a:lnTo>
                  <a:lnTo>
                    <a:pt x="2704070" y="170529"/>
                  </a:lnTo>
                  <a:lnTo>
                    <a:pt x="2710330" y="170708"/>
                  </a:lnTo>
                  <a:lnTo>
                    <a:pt x="2716589" y="170890"/>
                  </a:lnTo>
                  <a:lnTo>
                    <a:pt x="2722849" y="171074"/>
                  </a:lnTo>
                  <a:lnTo>
                    <a:pt x="2729108" y="171259"/>
                  </a:lnTo>
                  <a:lnTo>
                    <a:pt x="2735368" y="171447"/>
                  </a:lnTo>
                  <a:lnTo>
                    <a:pt x="2741627" y="171638"/>
                  </a:lnTo>
                  <a:lnTo>
                    <a:pt x="2747886" y="171828"/>
                  </a:lnTo>
                  <a:lnTo>
                    <a:pt x="2754146" y="172024"/>
                  </a:lnTo>
                  <a:lnTo>
                    <a:pt x="2760405" y="172220"/>
                  </a:lnTo>
                  <a:lnTo>
                    <a:pt x="2766665" y="172418"/>
                  </a:lnTo>
                  <a:lnTo>
                    <a:pt x="2772924" y="172620"/>
                  </a:lnTo>
                  <a:lnTo>
                    <a:pt x="2779184" y="172821"/>
                  </a:lnTo>
                  <a:lnTo>
                    <a:pt x="2785443" y="173027"/>
                  </a:lnTo>
                  <a:lnTo>
                    <a:pt x="2791702" y="173235"/>
                  </a:lnTo>
                  <a:lnTo>
                    <a:pt x="2797962" y="173443"/>
                  </a:lnTo>
                  <a:lnTo>
                    <a:pt x="2804221" y="173656"/>
                  </a:lnTo>
                  <a:lnTo>
                    <a:pt x="2810481" y="173870"/>
                  </a:lnTo>
                  <a:lnTo>
                    <a:pt x="2816740" y="174086"/>
                  </a:lnTo>
                  <a:lnTo>
                    <a:pt x="2822999" y="174306"/>
                  </a:lnTo>
                  <a:lnTo>
                    <a:pt x="2829259" y="174525"/>
                  </a:lnTo>
                  <a:lnTo>
                    <a:pt x="2835518" y="174749"/>
                  </a:lnTo>
                  <a:lnTo>
                    <a:pt x="2841778" y="174975"/>
                  </a:lnTo>
                  <a:lnTo>
                    <a:pt x="2848037" y="175201"/>
                  </a:lnTo>
                  <a:lnTo>
                    <a:pt x="2854297" y="175433"/>
                  </a:lnTo>
                  <a:lnTo>
                    <a:pt x="2860556" y="175665"/>
                  </a:lnTo>
                  <a:lnTo>
                    <a:pt x="2866815" y="175900"/>
                  </a:lnTo>
                  <a:lnTo>
                    <a:pt x="2873075" y="176138"/>
                  </a:lnTo>
                  <a:lnTo>
                    <a:pt x="2879334" y="176376"/>
                  </a:lnTo>
                  <a:lnTo>
                    <a:pt x="2885594" y="176619"/>
                  </a:lnTo>
                  <a:lnTo>
                    <a:pt x="2891853" y="176863"/>
                  </a:lnTo>
                  <a:lnTo>
                    <a:pt x="2898113" y="177108"/>
                  </a:lnTo>
                  <a:lnTo>
                    <a:pt x="2904372" y="177359"/>
                  </a:lnTo>
                  <a:lnTo>
                    <a:pt x="2910631" y="177610"/>
                  </a:lnTo>
                  <a:lnTo>
                    <a:pt x="2916891" y="177863"/>
                  </a:lnTo>
                  <a:lnTo>
                    <a:pt x="2923150" y="178120"/>
                  </a:lnTo>
                  <a:lnTo>
                    <a:pt x="2929410" y="178377"/>
                  </a:lnTo>
                  <a:lnTo>
                    <a:pt x="2935669" y="178638"/>
                  </a:lnTo>
                  <a:lnTo>
                    <a:pt x="2941929" y="178902"/>
                  </a:lnTo>
                  <a:lnTo>
                    <a:pt x="2948188" y="179165"/>
                  </a:lnTo>
                  <a:lnTo>
                    <a:pt x="2954447" y="179435"/>
                  </a:lnTo>
                  <a:lnTo>
                    <a:pt x="2960707" y="179704"/>
                  </a:lnTo>
                  <a:lnTo>
                    <a:pt x="2966966" y="179976"/>
                  </a:lnTo>
                  <a:lnTo>
                    <a:pt x="2973226" y="180251"/>
                  </a:lnTo>
                  <a:lnTo>
                    <a:pt x="2979485" y="180527"/>
                  </a:lnTo>
                  <a:lnTo>
                    <a:pt x="2985744" y="180807"/>
                  </a:lnTo>
                  <a:lnTo>
                    <a:pt x="2992004" y="181089"/>
                  </a:lnTo>
                  <a:lnTo>
                    <a:pt x="2998263" y="181371"/>
                  </a:lnTo>
                  <a:lnTo>
                    <a:pt x="3004523" y="181658"/>
                  </a:lnTo>
                  <a:lnTo>
                    <a:pt x="3010782" y="181946"/>
                  </a:lnTo>
                  <a:lnTo>
                    <a:pt x="3017042" y="182236"/>
                  </a:lnTo>
                  <a:lnTo>
                    <a:pt x="3023301" y="182529"/>
                  </a:lnTo>
                  <a:lnTo>
                    <a:pt x="3029560" y="182823"/>
                  </a:lnTo>
                  <a:lnTo>
                    <a:pt x="3035820" y="183120"/>
                  </a:lnTo>
                  <a:lnTo>
                    <a:pt x="3042079" y="183420"/>
                  </a:lnTo>
                  <a:lnTo>
                    <a:pt x="3048339" y="183720"/>
                  </a:lnTo>
                  <a:lnTo>
                    <a:pt x="3054598" y="184024"/>
                  </a:lnTo>
                  <a:lnTo>
                    <a:pt x="3060858" y="184330"/>
                  </a:lnTo>
                  <a:lnTo>
                    <a:pt x="3067117" y="184636"/>
                  </a:lnTo>
                  <a:lnTo>
                    <a:pt x="3073376" y="184947"/>
                  </a:lnTo>
                  <a:lnTo>
                    <a:pt x="3079636" y="185258"/>
                  </a:lnTo>
                  <a:lnTo>
                    <a:pt x="3085895" y="185572"/>
                  </a:lnTo>
                  <a:lnTo>
                    <a:pt x="3092155" y="185888"/>
                  </a:lnTo>
                  <a:lnTo>
                    <a:pt x="3098414" y="186205"/>
                  </a:lnTo>
                  <a:lnTo>
                    <a:pt x="3104674" y="186525"/>
                  </a:lnTo>
                  <a:lnTo>
                    <a:pt x="3110933" y="186847"/>
                  </a:lnTo>
                  <a:lnTo>
                    <a:pt x="3117192" y="187170"/>
                  </a:lnTo>
                  <a:lnTo>
                    <a:pt x="3123452" y="187496"/>
                  </a:lnTo>
                  <a:lnTo>
                    <a:pt x="3129711" y="187823"/>
                  </a:lnTo>
                  <a:lnTo>
                    <a:pt x="3135971" y="188152"/>
                  </a:lnTo>
                  <a:lnTo>
                    <a:pt x="3142230" y="188483"/>
                  </a:lnTo>
                  <a:lnTo>
                    <a:pt x="3148489" y="188815"/>
                  </a:lnTo>
                  <a:lnTo>
                    <a:pt x="3154749" y="189150"/>
                  </a:lnTo>
                  <a:lnTo>
                    <a:pt x="3161008" y="189486"/>
                  </a:lnTo>
                  <a:lnTo>
                    <a:pt x="3167268" y="189823"/>
                  </a:lnTo>
                  <a:lnTo>
                    <a:pt x="3173527" y="190164"/>
                  </a:lnTo>
                  <a:lnTo>
                    <a:pt x="3179787" y="190505"/>
                  </a:lnTo>
                  <a:lnTo>
                    <a:pt x="3186046" y="190848"/>
                  </a:lnTo>
                  <a:lnTo>
                    <a:pt x="3192305" y="191192"/>
                  </a:lnTo>
                  <a:lnTo>
                    <a:pt x="3198565" y="191537"/>
                  </a:lnTo>
                </a:path>
              </a:pathLst>
            </a:custGeom>
            <a:ln w="27101" cap="flat">
              <a:solidFill>
                <a:srgbClr val="E8C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3749798" y="1029801"/>
              <a:ext cx="3198565" cy="225758"/>
            </a:xfrm>
            <a:custGeom>
              <a:avLst/>
              <a:pathLst>
                <a:path w="3198565" h="225758">
                  <a:moveTo>
                    <a:pt x="0" y="33374"/>
                  </a:moveTo>
                  <a:lnTo>
                    <a:pt x="6259" y="32551"/>
                  </a:lnTo>
                  <a:lnTo>
                    <a:pt x="12518" y="31735"/>
                  </a:lnTo>
                  <a:lnTo>
                    <a:pt x="18778" y="30919"/>
                  </a:lnTo>
                  <a:lnTo>
                    <a:pt x="25037" y="30125"/>
                  </a:lnTo>
                  <a:lnTo>
                    <a:pt x="31297" y="29333"/>
                  </a:lnTo>
                  <a:lnTo>
                    <a:pt x="37556" y="28544"/>
                  </a:lnTo>
                  <a:lnTo>
                    <a:pt x="43815" y="27776"/>
                  </a:lnTo>
                  <a:lnTo>
                    <a:pt x="50075" y="27009"/>
                  </a:lnTo>
                  <a:lnTo>
                    <a:pt x="56334" y="26250"/>
                  </a:lnTo>
                  <a:lnTo>
                    <a:pt x="62594" y="25507"/>
                  </a:lnTo>
                  <a:lnTo>
                    <a:pt x="68853" y="24765"/>
                  </a:lnTo>
                  <a:lnTo>
                    <a:pt x="75113" y="24037"/>
                  </a:lnTo>
                  <a:lnTo>
                    <a:pt x="81372" y="23321"/>
                  </a:lnTo>
                  <a:lnTo>
                    <a:pt x="87631" y="22605"/>
                  </a:lnTo>
                  <a:lnTo>
                    <a:pt x="93891" y="21910"/>
                  </a:lnTo>
                  <a:lnTo>
                    <a:pt x="100150" y="21220"/>
                  </a:lnTo>
                  <a:lnTo>
                    <a:pt x="106410" y="20531"/>
                  </a:lnTo>
                  <a:lnTo>
                    <a:pt x="112669" y="19869"/>
                  </a:lnTo>
                  <a:lnTo>
                    <a:pt x="118929" y="19207"/>
                  </a:lnTo>
                  <a:lnTo>
                    <a:pt x="125188" y="18551"/>
                  </a:lnTo>
                  <a:lnTo>
                    <a:pt x="131447" y="17918"/>
                  </a:lnTo>
                  <a:lnTo>
                    <a:pt x="137707" y="17285"/>
                  </a:lnTo>
                  <a:lnTo>
                    <a:pt x="143966" y="16663"/>
                  </a:lnTo>
                  <a:lnTo>
                    <a:pt x="150226" y="16059"/>
                  </a:lnTo>
                  <a:lnTo>
                    <a:pt x="156485" y="15455"/>
                  </a:lnTo>
                  <a:lnTo>
                    <a:pt x="162745" y="14869"/>
                  </a:lnTo>
                  <a:lnTo>
                    <a:pt x="169004" y="14294"/>
                  </a:lnTo>
                  <a:lnTo>
                    <a:pt x="175263" y="13720"/>
                  </a:lnTo>
                  <a:lnTo>
                    <a:pt x="181523" y="13170"/>
                  </a:lnTo>
                  <a:lnTo>
                    <a:pt x="187782" y="12626"/>
                  </a:lnTo>
                  <a:lnTo>
                    <a:pt x="194042" y="12082"/>
                  </a:lnTo>
                  <a:lnTo>
                    <a:pt x="200301" y="11569"/>
                  </a:lnTo>
                  <a:lnTo>
                    <a:pt x="206560" y="11055"/>
                  </a:lnTo>
                  <a:lnTo>
                    <a:pt x="212820" y="10549"/>
                  </a:lnTo>
                  <a:lnTo>
                    <a:pt x="219079" y="10066"/>
                  </a:lnTo>
                  <a:lnTo>
                    <a:pt x="225339" y="9583"/>
                  </a:lnTo>
                  <a:lnTo>
                    <a:pt x="231598" y="9115"/>
                  </a:lnTo>
                  <a:lnTo>
                    <a:pt x="237858" y="8664"/>
                  </a:lnTo>
                  <a:lnTo>
                    <a:pt x="244117" y="8213"/>
                  </a:lnTo>
                  <a:lnTo>
                    <a:pt x="250376" y="7783"/>
                  </a:lnTo>
                  <a:lnTo>
                    <a:pt x="256636" y="7364"/>
                  </a:lnTo>
                  <a:lnTo>
                    <a:pt x="262895" y="6945"/>
                  </a:lnTo>
                  <a:lnTo>
                    <a:pt x="269155" y="6554"/>
                  </a:lnTo>
                  <a:lnTo>
                    <a:pt x="275414" y="6167"/>
                  </a:lnTo>
                  <a:lnTo>
                    <a:pt x="281674" y="5783"/>
                  </a:lnTo>
                  <a:lnTo>
                    <a:pt x="287933" y="5429"/>
                  </a:lnTo>
                  <a:lnTo>
                    <a:pt x="294192" y="5075"/>
                  </a:lnTo>
                  <a:lnTo>
                    <a:pt x="300452" y="4730"/>
                  </a:lnTo>
                  <a:lnTo>
                    <a:pt x="306711" y="4408"/>
                  </a:lnTo>
                  <a:lnTo>
                    <a:pt x="312971" y="4087"/>
                  </a:lnTo>
                  <a:lnTo>
                    <a:pt x="319230" y="3782"/>
                  </a:lnTo>
                  <a:lnTo>
                    <a:pt x="325490" y="3493"/>
                  </a:lnTo>
                  <a:lnTo>
                    <a:pt x="331749" y="3204"/>
                  </a:lnTo>
                  <a:lnTo>
                    <a:pt x="338008" y="2939"/>
                  </a:lnTo>
                  <a:lnTo>
                    <a:pt x="344268" y="2684"/>
                  </a:lnTo>
                  <a:lnTo>
                    <a:pt x="350527" y="2428"/>
                  </a:lnTo>
                  <a:lnTo>
                    <a:pt x="356787" y="2203"/>
                  </a:lnTo>
                  <a:lnTo>
                    <a:pt x="363046" y="1980"/>
                  </a:lnTo>
                  <a:lnTo>
                    <a:pt x="369305" y="1763"/>
                  </a:lnTo>
                  <a:lnTo>
                    <a:pt x="375565" y="1573"/>
                  </a:lnTo>
                  <a:lnTo>
                    <a:pt x="381824" y="1384"/>
                  </a:lnTo>
                  <a:lnTo>
                    <a:pt x="388084" y="1206"/>
                  </a:lnTo>
                  <a:lnTo>
                    <a:pt x="394343" y="1049"/>
                  </a:lnTo>
                  <a:lnTo>
                    <a:pt x="400603" y="893"/>
                  </a:lnTo>
                  <a:lnTo>
                    <a:pt x="406862" y="755"/>
                  </a:lnTo>
                  <a:lnTo>
                    <a:pt x="413121" y="632"/>
                  </a:lnTo>
                  <a:lnTo>
                    <a:pt x="419381" y="508"/>
                  </a:lnTo>
                  <a:lnTo>
                    <a:pt x="425640" y="411"/>
                  </a:lnTo>
                  <a:lnTo>
                    <a:pt x="431900" y="320"/>
                  </a:lnTo>
                  <a:lnTo>
                    <a:pt x="438159" y="230"/>
                  </a:lnTo>
                  <a:lnTo>
                    <a:pt x="444419" y="171"/>
                  </a:lnTo>
                  <a:lnTo>
                    <a:pt x="450678" y="114"/>
                  </a:lnTo>
                  <a:lnTo>
                    <a:pt x="456937" y="62"/>
                  </a:lnTo>
                  <a:lnTo>
                    <a:pt x="463197" y="37"/>
                  </a:lnTo>
                  <a:lnTo>
                    <a:pt x="469456" y="12"/>
                  </a:lnTo>
                  <a:lnTo>
                    <a:pt x="475716" y="0"/>
                  </a:lnTo>
                  <a:lnTo>
                    <a:pt x="481975" y="6"/>
                  </a:lnTo>
                  <a:lnTo>
                    <a:pt x="488235" y="13"/>
                  </a:lnTo>
                  <a:lnTo>
                    <a:pt x="494494" y="40"/>
                  </a:lnTo>
                  <a:lnTo>
                    <a:pt x="500753" y="79"/>
                  </a:lnTo>
                  <a:lnTo>
                    <a:pt x="507013" y="118"/>
                  </a:lnTo>
                  <a:lnTo>
                    <a:pt x="513272" y="183"/>
                  </a:lnTo>
                  <a:lnTo>
                    <a:pt x="519532" y="253"/>
                  </a:lnTo>
                  <a:lnTo>
                    <a:pt x="525791" y="325"/>
                  </a:lnTo>
                  <a:lnTo>
                    <a:pt x="532050" y="426"/>
                  </a:lnTo>
                  <a:lnTo>
                    <a:pt x="538310" y="528"/>
                  </a:lnTo>
                  <a:lnTo>
                    <a:pt x="544569" y="637"/>
                  </a:lnTo>
                  <a:lnTo>
                    <a:pt x="550829" y="769"/>
                  </a:lnTo>
                  <a:lnTo>
                    <a:pt x="557088" y="902"/>
                  </a:lnTo>
                  <a:lnTo>
                    <a:pt x="563348" y="1048"/>
                  </a:lnTo>
                  <a:lnTo>
                    <a:pt x="569607" y="1210"/>
                  </a:lnTo>
                  <a:lnTo>
                    <a:pt x="575866" y="1373"/>
                  </a:lnTo>
                  <a:lnTo>
                    <a:pt x="582126" y="1555"/>
                  </a:lnTo>
                  <a:lnTo>
                    <a:pt x="588385" y="1747"/>
                  </a:lnTo>
                  <a:lnTo>
                    <a:pt x="594645" y="1939"/>
                  </a:lnTo>
                  <a:lnTo>
                    <a:pt x="600904" y="2157"/>
                  </a:lnTo>
                  <a:lnTo>
                    <a:pt x="607164" y="2378"/>
                  </a:lnTo>
                  <a:lnTo>
                    <a:pt x="613423" y="2602"/>
                  </a:lnTo>
                  <a:lnTo>
                    <a:pt x="619682" y="2852"/>
                  </a:lnTo>
                  <a:lnTo>
                    <a:pt x="625942" y="3102"/>
                  </a:lnTo>
                  <a:lnTo>
                    <a:pt x="632201" y="3360"/>
                  </a:lnTo>
                  <a:lnTo>
                    <a:pt x="638461" y="3638"/>
                  </a:lnTo>
                  <a:lnTo>
                    <a:pt x="644720" y="3915"/>
                  </a:lnTo>
                  <a:lnTo>
                    <a:pt x="650980" y="4207"/>
                  </a:lnTo>
                  <a:lnTo>
                    <a:pt x="657239" y="4512"/>
                  </a:lnTo>
                  <a:lnTo>
                    <a:pt x="663498" y="4817"/>
                  </a:lnTo>
                  <a:lnTo>
                    <a:pt x="669758" y="5141"/>
                  </a:lnTo>
                  <a:lnTo>
                    <a:pt x="676017" y="5472"/>
                  </a:lnTo>
                  <a:lnTo>
                    <a:pt x="682277" y="5803"/>
                  </a:lnTo>
                  <a:lnTo>
                    <a:pt x="688536" y="6159"/>
                  </a:lnTo>
                  <a:lnTo>
                    <a:pt x="694796" y="6516"/>
                  </a:lnTo>
                  <a:lnTo>
                    <a:pt x="701055" y="6876"/>
                  </a:lnTo>
                  <a:lnTo>
                    <a:pt x="707314" y="7259"/>
                  </a:lnTo>
                  <a:lnTo>
                    <a:pt x="713574" y="7641"/>
                  </a:lnTo>
                  <a:lnTo>
                    <a:pt x="719833" y="8031"/>
                  </a:lnTo>
                  <a:lnTo>
                    <a:pt x="726093" y="8438"/>
                  </a:lnTo>
                  <a:lnTo>
                    <a:pt x="732352" y="8844"/>
                  </a:lnTo>
                  <a:lnTo>
                    <a:pt x="738611" y="9263"/>
                  </a:lnTo>
                  <a:lnTo>
                    <a:pt x="744871" y="9693"/>
                  </a:lnTo>
                  <a:lnTo>
                    <a:pt x="751130" y="10123"/>
                  </a:lnTo>
                  <a:lnTo>
                    <a:pt x="757390" y="10570"/>
                  </a:lnTo>
                  <a:lnTo>
                    <a:pt x="763649" y="11022"/>
                  </a:lnTo>
                  <a:lnTo>
                    <a:pt x="769909" y="11474"/>
                  </a:lnTo>
                  <a:lnTo>
                    <a:pt x="776168" y="11948"/>
                  </a:lnTo>
                  <a:lnTo>
                    <a:pt x="782427" y="12422"/>
                  </a:lnTo>
                  <a:lnTo>
                    <a:pt x="788687" y="12900"/>
                  </a:lnTo>
                  <a:lnTo>
                    <a:pt x="794946" y="13395"/>
                  </a:lnTo>
                  <a:lnTo>
                    <a:pt x="801206" y="13889"/>
                  </a:lnTo>
                  <a:lnTo>
                    <a:pt x="807465" y="14392"/>
                  </a:lnTo>
                  <a:lnTo>
                    <a:pt x="813725" y="14907"/>
                  </a:lnTo>
                  <a:lnTo>
                    <a:pt x="819984" y="15421"/>
                  </a:lnTo>
                  <a:lnTo>
                    <a:pt x="826243" y="15948"/>
                  </a:lnTo>
                  <a:lnTo>
                    <a:pt x="832503" y="16481"/>
                  </a:lnTo>
                  <a:lnTo>
                    <a:pt x="838762" y="17015"/>
                  </a:lnTo>
                  <a:lnTo>
                    <a:pt x="845022" y="17564"/>
                  </a:lnTo>
                  <a:lnTo>
                    <a:pt x="851281" y="18115"/>
                  </a:lnTo>
                  <a:lnTo>
                    <a:pt x="857541" y="18668"/>
                  </a:lnTo>
                  <a:lnTo>
                    <a:pt x="863800" y="19237"/>
                  </a:lnTo>
                  <a:lnTo>
                    <a:pt x="870059" y="19805"/>
                  </a:lnTo>
                  <a:lnTo>
                    <a:pt x="876319" y="20378"/>
                  </a:lnTo>
                  <a:lnTo>
                    <a:pt x="882578" y="20963"/>
                  </a:lnTo>
                  <a:lnTo>
                    <a:pt x="888838" y="21548"/>
                  </a:lnTo>
                  <a:lnTo>
                    <a:pt x="895097" y="22141"/>
                  </a:lnTo>
                  <a:lnTo>
                    <a:pt x="901356" y="22741"/>
                  </a:lnTo>
                  <a:lnTo>
                    <a:pt x="907616" y="23341"/>
                  </a:lnTo>
                  <a:lnTo>
                    <a:pt x="913875" y="23951"/>
                  </a:lnTo>
                  <a:lnTo>
                    <a:pt x="920135" y="24566"/>
                  </a:lnTo>
                  <a:lnTo>
                    <a:pt x="926394" y="25180"/>
                  </a:lnTo>
                  <a:lnTo>
                    <a:pt x="932654" y="25806"/>
                  </a:lnTo>
                  <a:lnTo>
                    <a:pt x="938913" y="26434"/>
                  </a:lnTo>
                  <a:lnTo>
                    <a:pt x="945172" y="27063"/>
                  </a:lnTo>
                  <a:lnTo>
                    <a:pt x="951432" y="27704"/>
                  </a:lnTo>
                  <a:lnTo>
                    <a:pt x="957691" y="28344"/>
                  </a:lnTo>
                  <a:lnTo>
                    <a:pt x="963951" y="28988"/>
                  </a:lnTo>
                  <a:lnTo>
                    <a:pt x="970210" y="29639"/>
                  </a:lnTo>
                  <a:lnTo>
                    <a:pt x="976470" y="30291"/>
                  </a:lnTo>
                  <a:lnTo>
                    <a:pt x="982729" y="30948"/>
                  </a:lnTo>
                  <a:lnTo>
                    <a:pt x="988988" y="31610"/>
                  </a:lnTo>
                  <a:lnTo>
                    <a:pt x="995248" y="32272"/>
                  </a:lnTo>
                  <a:lnTo>
                    <a:pt x="1001507" y="32941"/>
                  </a:lnTo>
                  <a:lnTo>
                    <a:pt x="1007767" y="33612"/>
                  </a:lnTo>
                  <a:lnTo>
                    <a:pt x="1014026" y="34284"/>
                  </a:lnTo>
                  <a:lnTo>
                    <a:pt x="1020286" y="34963"/>
                  </a:lnTo>
                  <a:lnTo>
                    <a:pt x="1026545" y="35643"/>
                  </a:lnTo>
                  <a:lnTo>
                    <a:pt x="1032804" y="36324"/>
                  </a:lnTo>
                  <a:lnTo>
                    <a:pt x="1039064" y="37012"/>
                  </a:lnTo>
                  <a:lnTo>
                    <a:pt x="1045323" y="37699"/>
                  </a:lnTo>
                  <a:lnTo>
                    <a:pt x="1051583" y="38389"/>
                  </a:lnTo>
                  <a:lnTo>
                    <a:pt x="1057842" y="39084"/>
                  </a:lnTo>
                  <a:lnTo>
                    <a:pt x="1064101" y="39778"/>
                  </a:lnTo>
                  <a:lnTo>
                    <a:pt x="1070361" y="40475"/>
                  </a:lnTo>
                  <a:lnTo>
                    <a:pt x="1076620" y="41175"/>
                  </a:lnTo>
                  <a:lnTo>
                    <a:pt x="1082880" y="41875"/>
                  </a:lnTo>
                  <a:lnTo>
                    <a:pt x="1089139" y="42578"/>
                  </a:lnTo>
                  <a:lnTo>
                    <a:pt x="1095399" y="43283"/>
                  </a:lnTo>
                  <a:lnTo>
                    <a:pt x="1101658" y="43987"/>
                  </a:lnTo>
                  <a:lnTo>
                    <a:pt x="1107917" y="44696"/>
                  </a:lnTo>
                  <a:lnTo>
                    <a:pt x="1114177" y="45404"/>
                  </a:lnTo>
                  <a:lnTo>
                    <a:pt x="1120436" y="46113"/>
                  </a:lnTo>
                  <a:lnTo>
                    <a:pt x="1126696" y="46825"/>
                  </a:lnTo>
                  <a:lnTo>
                    <a:pt x="1132955" y="47536"/>
                  </a:lnTo>
                  <a:lnTo>
                    <a:pt x="1139215" y="48248"/>
                  </a:lnTo>
                  <a:lnTo>
                    <a:pt x="1145474" y="48962"/>
                  </a:lnTo>
                  <a:lnTo>
                    <a:pt x="1151733" y="49675"/>
                  </a:lnTo>
                  <a:lnTo>
                    <a:pt x="1157993" y="50389"/>
                  </a:lnTo>
                  <a:lnTo>
                    <a:pt x="1164252" y="51104"/>
                  </a:lnTo>
                  <a:lnTo>
                    <a:pt x="1170512" y="51818"/>
                  </a:lnTo>
                  <a:lnTo>
                    <a:pt x="1176771" y="52533"/>
                  </a:lnTo>
                  <a:lnTo>
                    <a:pt x="1183031" y="53248"/>
                  </a:lnTo>
                  <a:lnTo>
                    <a:pt x="1189290" y="53963"/>
                  </a:lnTo>
                  <a:lnTo>
                    <a:pt x="1195549" y="54677"/>
                  </a:lnTo>
                  <a:lnTo>
                    <a:pt x="1201809" y="55392"/>
                  </a:lnTo>
                  <a:lnTo>
                    <a:pt x="1208068" y="56106"/>
                  </a:lnTo>
                  <a:lnTo>
                    <a:pt x="1214328" y="56819"/>
                  </a:lnTo>
                  <a:lnTo>
                    <a:pt x="1220587" y="57532"/>
                  </a:lnTo>
                  <a:lnTo>
                    <a:pt x="1226846" y="58244"/>
                  </a:lnTo>
                  <a:lnTo>
                    <a:pt x="1233106" y="58955"/>
                  </a:lnTo>
                  <a:lnTo>
                    <a:pt x="1239365" y="59666"/>
                  </a:lnTo>
                  <a:lnTo>
                    <a:pt x="1245625" y="60375"/>
                  </a:lnTo>
                  <a:lnTo>
                    <a:pt x="1251884" y="61083"/>
                  </a:lnTo>
                  <a:lnTo>
                    <a:pt x="1258144" y="61791"/>
                  </a:lnTo>
                  <a:lnTo>
                    <a:pt x="1264403" y="62496"/>
                  </a:lnTo>
                  <a:lnTo>
                    <a:pt x="1270662" y="63200"/>
                  </a:lnTo>
                  <a:lnTo>
                    <a:pt x="1276922" y="63904"/>
                  </a:lnTo>
                  <a:lnTo>
                    <a:pt x="1283181" y="64605"/>
                  </a:lnTo>
                  <a:lnTo>
                    <a:pt x="1289441" y="65305"/>
                  </a:lnTo>
                  <a:lnTo>
                    <a:pt x="1295700" y="66003"/>
                  </a:lnTo>
                  <a:lnTo>
                    <a:pt x="1301960" y="66698"/>
                  </a:lnTo>
                  <a:lnTo>
                    <a:pt x="1308219" y="67393"/>
                  </a:lnTo>
                  <a:lnTo>
                    <a:pt x="1314478" y="68085"/>
                  </a:lnTo>
                  <a:lnTo>
                    <a:pt x="1320738" y="68774"/>
                  </a:lnTo>
                  <a:lnTo>
                    <a:pt x="1326997" y="69463"/>
                  </a:lnTo>
                  <a:lnTo>
                    <a:pt x="1333257" y="70148"/>
                  </a:lnTo>
                  <a:lnTo>
                    <a:pt x="1339516" y="70830"/>
                  </a:lnTo>
                  <a:lnTo>
                    <a:pt x="1345776" y="71513"/>
                  </a:lnTo>
                  <a:lnTo>
                    <a:pt x="1352035" y="72189"/>
                  </a:lnTo>
                  <a:lnTo>
                    <a:pt x="1358294" y="72865"/>
                  </a:lnTo>
                  <a:lnTo>
                    <a:pt x="1364554" y="73539"/>
                  </a:lnTo>
                  <a:lnTo>
                    <a:pt x="1370813" y="74207"/>
                  </a:lnTo>
                  <a:lnTo>
                    <a:pt x="1377073" y="74875"/>
                  </a:lnTo>
                  <a:lnTo>
                    <a:pt x="1383332" y="75540"/>
                  </a:lnTo>
                  <a:lnTo>
                    <a:pt x="1389592" y="76200"/>
                  </a:lnTo>
                  <a:lnTo>
                    <a:pt x="1395851" y="76860"/>
                  </a:lnTo>
                  <a:lnTo>
                    <a:pt x="1402110" y="77514"/>
                  </a:lnTo>
                  <a:lnTo>
                    <a:pt x="1408370" y="78165"/>
                  </a:lnTo>
                  <a:lnTo>
                    <a:pt x="1414629" y="78816"/>
                  </a:lnTo>
                  <a:lnTo>
                    <a:pt x="1420889" y="79460"/>
                  </a:lnTo>
                  <a:lnTo>
                    <a:pt x="1427148" y="80101"/>
                  </a:lnTo>
                  <a:lnTo>
                    <a:pt x="1433407" y="80743"/>
                  </a:lnTo>
                  <a:lnTo>
                    <a:pt x="1439667" y="81374"/>
                  </a:lnTo>
                  <a:lnTo>
                    <a:pt x="1445926" y="82006"/>
                  </a:lnTo>
                  <a:lnTo>
                    <a:pt x="1452186" y="82636"/>
                  </a:lnTo>
                  <a:lnTo>
                    <a:pt x="1458445" y="83257"/>
                  </a:lnTo>
                  <a:lnTo>
                    <a:pt x="1464705" y="83878"/>
                  </a:lnTo>
                  <a:lnTo>
                    <a:pt x="1470964" y="84495"/>
                  </a:lnTo>
                  <a:lnTo>
                    <a:pt x="1477223" y="85106"/>
                  </a:lnTo>
                  <a:lnTo>
                    <a:pt x="1483483" y="85716"/>
                  </a:lnTo>
                  <a:lnTo>
                    <a:pt x="1489742" y="86319"/>
                  </a:lnTo>
                  <a:lnTo>
                    <a:pt x="1496002" y="86919"/>
                  </a:lnTo>
                  <a:lnTo>
                    <a:pt x="1502261" y="87518"/>
                  </a:lnTo>
                  <a:lnTo>
                    <a:pt x="1508521" y="88107"/>
                  </a:lnTo>
                  <a:lnTo>
                    <a:pt x="1514780" y="88695"/>
                  </a:lnTo>
                  <a:lnTo>
                    <a:pt x="1521039" y="89282"/>
                  </a:lnTo>
                  <a:lnTo>
                    <a:pt x="1527299" y="89858"/>
                  </a:lnTo>
                  <a:lnTo>
                    <a:pt x="1533558" y="90433"/>
                  </a:lnTo>
                  <a:lnTo>
                    <a:pt x="1539818" y="91006"/>
                  </a:lnTo>
                  <a:lnTo>
                    <a:pt x="1546077" y="91569"/>
                  </a:lnTo>
                  <a:lnTo>
                    <a:pt x="1552337" y="92132"/>
                  </a:lnTo>
                  <a:lnTo>
                    <a:pt x="1558596" y="92690"/>
                  </a:lnTo>
                  <a:lnTo>
                    <a:pt x="1564855" y="93240"/>
                  </a:lnTo>
                  <a:lnTo>
                    <a:pt x="1571115" y="93791"/>
                  </a:lnTo>
                  <a:lnTo>
                    <a:pt x="1577374" y="94333"/>
                  </a:lnTo>
                  <a:lnTo>
                    <a:pt x="1583634" y="94871"/>
                  </a:lnTo>
                  <a:lnTo>
                    <a:pt x="1589893" y="95408"/>
                  </a:lnTo>
                  <a:lnTo>
                    <a:pt x="1596152" y="95934"/>
                  </a:lnTo>
                  <a:lnTo>
                    <a:pt x="1602412" y="96459"/>
                  </a:lnTo>
                  <a:lnTo>
                    <a:pt x="1608671" y="96982"/>
                  </a:lnTo>
                  <a:lnTo>
                    <a:pt x="1614931" y="97493"/>
                  </a:lnTo>
                  <a:lnTo>
                    <a:pt x="1621190" y="98004"/>
                  </a:lnTo>
                  <a:lnTo>
                    <a:pt x="1627450" y="98511"/>
                  </a:lnTo>
                  <a:lnTo>
                    <a:pt x="1633709" y="99008"/>
                  </a:lnTo>
                  <a:lnTo>
                    <a:pt x="1639968" y="99506"/>
                  </a:lnTo>
                  <a:lnTo>
                    <a:pt x="1646228" y="99996"/>
                  </a:lnTo>
                  <a:lnTo>
                    <a:pt x="1652487" y="100479"/>
                  </a:lnTo>
                  <a:lnTo>
                    <a:pt x="1658747" y="100963"/>
                  </a:lnTo>
                  <a:lnTo>
                    <a:pt x="1665006" y="101436"/>
                  </a:lnTo>
                  <a:lnTo>
                    <a:pt x="1671266" y="101906"/>
                  </a:lnTo>
                  <a:lnTo>
                    <a:pt x="1677525" y="102376"/>
                  </a:lnTo>
                  <a:lnTo>
                    <a:pt x="1683784" y="102832"/>
                  </a:lnTo>
                  <a:lnTo>
                    <a:pt x="1690044" y="103287"/>
                  </a:lnTo>
                  <a:lnTo>
                    <a:pt x="1696303" y="103741"/>
                  </a:lnTo>
                  <a:lnTo>
                    <a:pt x="1702563" y="104182"/>
                  </a:lnTo>
                  <a:lnTo>
                    <a:pt x="1708822" y="104624"/>
                  </a:lnTo>
                  <a:lnTo>
                    <a:pt x="1715082" y="105060"/>
                  </a:lnTo>
                  <a:lnTo>
                    <a:pt x="1721341" y="105487"/>
                  </a:lnTo>
                  <a:lnTo>
                    <a:pt x="1727600" y="105914"/>
                  </a:lnTo>
                  <a:lnTo>
                    <a:pt x="1733860" y="106333"/>
                  </a:lnTo>
                  <a:lnTo>
                    <a:pt x="1740119" y="106746"/>
                  </a:lnTo>
                  <a:lnTo>
                    <a:pt x="1746379" y="107158"/>
                  </a:lnTo>
                  <a:lnTo>
                    <a:pt x="1752638" y="107560"/>
                  </a:lnTo>
                  <a:lnTo>
                    <a:pt x="1758897" y="107958"/>
                  </a:lnTo>
                  <a:lnTo>
                    <a:pt x="1765157" y="108357"/>
                  </a:lnTo>
                  <a:lnTo>
                    <a:pt x="1771416" y="108741"/>
                  </a:lnTo>
                  <a:lnTo>
                    <a:pt x="1777676" y="109125"/>
                  </a:lnTo>
                  <a:lnTo>
                    <a:pt x="1783935" y="109507"/>
                  </a:lnTo>
                  <a:lnTo>
                    <a:pt x="1790195" y="109877"/>
                  </a:lnTo>
                  <a:lnTo>
                    <a:pt x="1796454" y="110247"/>
                  </a:lnTo>
                  <a:lnTo>
                    <a:pt x="1802713" y="110611"/>
                  </a:lnTo>
                  <a:lnTo>
                    <a:pt x="1808973" y="110966"/>
                  </a:lnTo>
                  <a:lnTo>
                    <a:pt x="1815232" y="111322"/>
                  </a:lnTo>
                  <a:lnTo>
                    <a:pt x="1821492" y="111669"/>
                  </a:lnTo>
                  <a:lnTo>
                    <a:pt x="1827751" y="112011"/>
                  </a:lnTo>
                  <a:lnTo>
                    <a:pt x="1834011" y="112352"/>
                  </a:lnTo>
                  <a:lnTo>
                    <a:pt x="1840270" y="112682"/>
                  </a:lnTo>
                  <a:lnTo>
                    <a:pt x="1846529" y="113010"/>
                  </a:lnTo>
                  <a:lnTo>
                    <a:pt x="1852789" y="113336"/>
                  </a:lnTo>
                  <a:lnTo>
                    <a:pt x="1859048" y="113650"/>
                  </a:lnTo>
                  <a:lnTo>
                    <a:pt x="1865308" y="113964"/>
                  </a:lnTo>
                  <a:lnTo>
                    <a:pt x="1871567" y="114274"/>
                  </a:lnTo>
                  <a:lnTo>
                    <a:pt x="1877827" y="114574"/>
                  </a:lnTo>
                  <a:lnTo>
                    <a:pt x="1884086" y="114874"/>
                  </a:lnTo>
                  <a:lnTo>
                    <a:pt x="1890345" y="115168"/>
                  </a:lnTo>
                  <a:lnTo>
                    <a:pt x="1896605" y="115454"/>
                  </a:lnTo>
                  <a:lnTo>
                    <a:pt x="1902864" y="115741"/>
                  </a:lnTo>
                  <a:lnTo>
                    <a:pt x="1909124" y="116018"/>
                  </a:lnTo>
                  <a:lnTo>
                    <a:pt x="1915383" y="116291"/>
                  </a:lnTo>
                  <a:lnTo>
                    <a:pt x="1921642" y="116564"/>
                  </a:lnTo>
                  <a:lnTo>
                    <a:pt x="1927902" y="116826"/>
                  </a:lnTo>
                  <a:lnTo>
                    <a:pt x="1934161" y="117086"/>
                  </a:lnTo>
                  <a:lnTo>
                    <a:pt x="1940421" y="117344"/>
                  </a:lnTo>
                  <a:lnTo>
                    <a:pt x="1946680" y="117591"/>
                  </a:lnTo>
                  <a:lnTo>
                    <a:pt x="1952940" y="117839"/>
                  </a:lnTo>
                  <a:lnTo>
                    <a:pt x="1959199" y="118082"/>
                  </a:lnTo>
                  <a:lnTo>
                    <a:pt x="1965458" y="118316"/>
                  </a:lnTo>
                  <a:lnTo>
                    <a:pt x="1971718" y="118551"/>
                  </a:lnTo>
                  <a:lnTo>
                    <a:pt x="1977977" y="118779"/>
                  </a:lnTo>
                  <a:lnTo>
                    <a:pt x="1984237" y="119001"/>
                  </a:lnTo>
                  <a:lnTo>
                    <a:pt x="1990496" y="119223"/>
                  </a:lnTo>
                  <a:lnTo>
                    <a:pt x="1996756" y="119437"/>
                  </a:lnTo>
                  <a:lnTo>
                    <a:pt x="2003015" y="119647"/>
                  </a:lnTo>
                  <a:lnTo>
                    <a:pt x="2009274" y="119857"/>
                  </a:lnTo>
                  <a:lnTo>
                    <a:pt x="2015534" y="120056"/>
                  </a:lnTo>
                  <a:lnTo>
                    <a:pt x="2021793" y="120255"/>
                  </a:lnTo>
                  <a:lnTo>
                    <a:pt x="2028053" y="120452"/>
                  </a:lnTo>
                  <a:lnTo>
                    <a:pt x="2034312" y="120639"/>
                  </a:lnTo>
                  <a:lnTo>
                    <a:pt x="2040572" y="120826"/>
                  </a:lnTo>
                  <a:lnTo>
                    <a:pt x="2046831" y="121009"/>
                  </a:lnTo>
                  <a:lnTo>
                    <a:pt x="2053090" y="121185"/>
                  </a:lnTo>
                  <a:lnTo>
                    <a:pt x="2059350" y="121362"/>
                  </a:lnTo>
                  <a:lnTo>
                    <a:pt x="2065609" y="121532"/>
                  </a:lnTo>
                  <a:lnTo>
                    <a:pt x="2071869" y="121697"/>
                  </a:lnTo>
                  <a:lnTo>
                    <a:pt x="2078128" y="121863"/>
                  </a:lnTo>
                  <a:lnTo>
                    <a:pt x="2084388" y="122020"/>
                  </a:lnTo>
                  <a:lnTo>
                    <a:pt x="2090647" y="122176"/>
                  </a:lnTo>
                  <a:lnTo>
                    <a:pt x="2096906" y="122331"/>
                  </a:lnTo>
                  <a:lnTo>
                    <a:pt x="2103166" y="122477"/>
                  </a:lnTo>
                  <a:lnTo>
                    <a:pt x="2109425" y="122622"/>
                  </a:lnTo>
                  <a:lnTo>
                    <a:pt x="2115685" y="122766"/>
                  </a:lnTo>
                  <a:lnTo>
                    <a:pt x="2121944" y="122902"/>
                  </a:lnTo>
                  <a:lnTo>
                    <a:pt x="2128203" y="123039"/>
                  </a:lnTo>
                  <a:lnTo>
                    <a:pt x="2134463" y="123171"/>
                  </a:lnTo>
                  <a:lnTo>
                    <a:pt x="2140722" y="123298"/>
                  </a:lnTo>
                  <a:lnTo>
                    <a:pt x="2146982" y="123426"/>
                  </a:lnTo>
                  <a:lnTo>
                    <a:pt x="2153241" y="123548"/>
                  </a:lnTo>
                  <a:lnTo>
                    <a:pt x="2159501" y="123666"/>
                  </a:lnTo>
                  <a:lnTo>
                    <a:pt x="2165760" y="123785"/>
                  </a:lnTo>
                  <a:lnTo>
                    <a:pt x="2172019" y="123897"/>
                  </a:lnTo>
                  <a:lnTo>
                    <a:pt x="2178279" y="124008"/>
                  </a:lnTo>
                  <a:lnTo>
                    <a:pt x="2184538" y="124119"/>
                  </a:lnTo>
                  <a:lnTo>
                    <a:pt x="2190798" y="124222"/>
                  </a:lnTo>
                  <a:lnTo>
                    <a:pt x="2197057" y="124325"/>
                  </a:lnTo>
                  <a:lnTo>
                    <a:pt x="2203317" y="124427"/>
                  </a:lnTo>
                  <a:lnTo>
                    <a:pt x="2209576" y="124523"/>
                  </a:lnTo>
                  <a:lnTo>
                    <a:pt x="2215835" y="124619"/>
                  </a:lnTo>
                  <a:lnTo>
                    <a:pt x="2222095" y="124712"/>
                  </a:lnTo>
                  <a:lnTo>
                    <a:pt x="2228354" y="124802"/>
                  </a:lnTo>
                  <a:lnTo>
                    <a:pt x="2234614" y="124892"/>
                  </a:lnTo>
                  <a:lnTo>
                    <a:pt x="2240873" y="124977"/>
                  </a:lnTo>
                  <a:lnTo>
                    <a:pt x="2247133" y="125061"/>
                  </a:lnTo>
                  <a:lnTo>
                    <a:pt x="2253392" y="125145"/>
                  </a:lnTo>
                  <a:lnTo>
                    <a:pt x="2259651" y="125223"/>
                  </a:lnTo>
                  <a:lnTo>
                    <a:pt x="2265911" y="125301"/>
                  </a:lnTo>
                  <a:lnTo>
                    <a:pt x="2272170" y="125379"/>
                  </a:lnTo>
                  <a:lnTo>
                    <a:pt x="2278430" y="125452"/>
                  </a:lnTo>
                  <a:lnTo>
                    <a:pt x="2284689" y="125525"/>
                  </a:lnTo>
                  <a:lnTo>
                    <a:pt x="2290948" y="125597"/>
                  </a:lnTo>
                  <a:lnTo>
                    <a:pt x="2297208" y="125665"/>
                  </a:lnTo>
                  <a:lnTo>
                    <a:pt x="2303467" y="125734"/>
                  </a:lnTo>
                  <a:lnTo>
                    <a:pt x="2309727" y="125800"/>
                  </a:lnTo>
                  <a:lnTo>
                    <a:pt x="2315986" y="125865"/>
                  </a:lnTo>
                  <a:lnTo>
                    <a:pt x="2322246" y="125930"/>
                  </a:lnTo>
                  <a:lnTo>
                    <a:pt x="2328505" y="125992"/>
                  </a:lnTo>
                  <a:lnTo>
                    <a:pt x="2334764" y="126053"/>
                  </a:lnTo>
                  <a:lnTo>
                    <a:pt x="2341024" y="126114"/>
                  </a:lnTo>
                  <a:lnTo>
                    <a:pt x="2347283" y="126173"/>
                  </a:lnTo>
                  <a:lnTo>
                    <a:pt x="2353543" y="126231"/>
                  </a:lnTo>
                  <a:lnTo>
                    <a:pt x="2359802" y="126289"/>
                  </a:lnTo>
                  <a:lnTo>
                    <a:pt x="2366062" y="126345"/>
                  </a:lnTo>
                  <a:lnTo>
                    <a:pt x="2372321" y="126400"/>
                  </a:lnTo>
                  <a:lnTo>
                    <a:pt x="2378580" y="126456"/>
                  </a:lnTo>
                  <a:lnTo>
                    <a:pt x="2384840" y="126510"/>
                  </a:lnTo>
                  <a:lnTo>
                    <a:pt x="2391099" y="126564"/>
                  </a:lnTo>
                  <a:lnTo>
                    <a:pt x="2397359" y="126617"/>
                  </a:lnTo>
                  <a:lnTo>
                    <a:pt x="2403618" y="126670"/>
                  </a:lnTo>
                  <a:lnTo>
                    <a:pt x="2409878" y="126723"/>
                  </a:lnTo>
                  <a:lnTo>
                    <a:pt x="2416137" y="126775"/>
                  </a:lnTo>
                  <a:lnTo>
                    <a:pt x="2422396" y="126827"/>
                  </a:lnTo>
                  <a:lnTo>
                    <a:pt x="2428656" y="126879"/>
                  </a:lnTo>
                  <a:lnTo>
                    <a:pt x="2434915" y="126930"/>
                  </a:lnTo>
                  <a:lnTo>
                    <a:pt x="2441175" y="126982"/>
                  </a:lnTo>
                  <a:lnTo>
                    <a:pt x="2447434" y="127034"/>
                  </a:lnTo>
                  <a:lnTo>
                    <a:pt x="2453693" y="127086"/>
                  </a:lnTo>
                  <a:lnTo>
                    <a:pt x="2459953" y="127138"/>
                  </a:lnTo>
                  <a:lnTo>
                    <a:pt x="2466212" y="127190"/>
                  </a:lnTo>
                  <a:lnTo>
                    <a:pt x="2472472" y="127243"/>
                  </a:lnTo>
                  <a:lnTo>
                    <a:pt x="2478731" y="127296"/>
                  </a:lnTo>
                  <a:lnTo>
                    <a:pt x="2484991" y="127349"/>
                  </a:lnTo>
                  <a:lnTo>
                    <a:pt x="2491250" y="127403"/>
                  </a:lnTo>
                  <a:lnTo>
                    <a:pt x="2497509" y="127457"/>
                  </a:lnTo>
                  <a:lnTo>
                    <a:pt x="2503769" y="127513"/>
                  </a:lnTo>
                  <a:lnTo>
                    <a:pt x="2510028" y="127569"/>
                  </a:lnTo>
                  <a:lnTo>
                    <a:pt x="2516288" y="127625"/>
                  </a:lnTo>
                  <a:lnTo>
                    <a:pt x="2522547" y="127683"/>
                  </a:lnTo>
                  <a:lnTo>
                    <a:pt x="2528807" y="127741"/>
                  </a:lnTo>
                  <a:lnTo>
                    <a:pt x="2535066" y="127800"/>
                  </a:lnTo>
                  <a:lnTo>
                    <a:pt x="2541325" y="127861"/>
                  </a:lnTo>
                  <a:lnTo>
                    <a:pt x="2547585" y="127922"/>
                  </a:lnTo>
                  <a:lnTo>
                    <a:pt x="2553844" y="127985"/>
                  </a:lnTo>
                  <a:lnTo>
                    <a:pt x="2560104" y="128049"/>
                  </a:lnTo>
                  <a:lnTo>
                    <a:pt x="2566363" y="128113"/>
                  </a:lnTo>
                  <a:lnTo>
                    <a:pt x="2572623" y="128180"/>
                  </a:lnTo>
                  <a:lnTo>
                    <a:pt x="2578882" y="128248"/>
                  </a:lnTo>
                  <a:lnTo>
                    <a:pt x="2585141" y="128316"/>
                  </a:lnTo>
                  <a:lnTo>
                    <a:pt x="2591401" y="128388"/>
                  </a:lnTo>
                  <a:lnTo>
                    <a:pt x="2597660" y="128460"/>
                  </a:lnTo>
                  <a:lnTo>
                    <a:pt x="2603920" y="128533"/>
                  </a:lnTo>
                  <a:lnTo>
                    <a:pt x="2610179" y="128610"/>
                  </a:lnTo>
                  <a:lnTo>
                    <a:pt x="2616438" y="128687"/>
                  </a:lnTo>
                  <a:lnTo>
                    <a:pt x="2622698" y="128765"/>
                  </a:lnTo>
                  <a:lnTo>
                    <a:pt x="2628957" y="128847"/>
                  </a:lnTo>
                  <a:lnTo>
                    <a:pt x="2635217" y="128929"/>
                  </a:lnTo>
                  <a:lnTo>
                    <a:pt x="2641476" y="129013"/>
                  </a:lnTo>
                  <a:lnTo>
                    <a:pt x="2647736" y="129101"/>
                  </a:lnTo>
                  <a:lnTo>
                    <a:pt x="2653995" y="129188"/>
                  </a:lnTo>
                  <a:lnTo>
                    <a:pt x="2660254" y="129280"/>
                  </a:lnTo>
                  <a:lnTo>
                    <a:pt x="2666514" y="129373"/>
                  </a:lnTo>
                  <a:lnTo>
                    <a:pt x="2672773" y="129466"/>
                  </a:lnTo>
                  <a:lnTo>
                    <a:pt x="2679033" y="129565"/>
                  </a:lnTo>
                  <a:lnTo>
                    <a:pt x="2685292" y="129664"/>
                  </a:lnTo>
                  <a:lnTo>
                    <a:pt x="2691552" y="129765"/>
                  </a:lnTo>
                  <a:lnTo>
                    <a:pt x="2697811" y="129871"/>
                  </a:lnTo>
                  <a:lnTo>
                    <a:pt x="2704070" y="129977"/>
                  </a:lnTo>
                  <a:lnTo>
                    <a:pt x="2710330" y="130085"/>
                  </a:lnTo>
                  <a:lnTo>
                    <a:pt x="2716589" y="130198"/>
                  </a:lnTo>
                  <a:lnTo>
                    <a:pt x="2722849" y="130311"/>
                  </a:lnTo>
                  <a:lnTo>
                    <a:pt x="2729108" y="130428"/>
                  </a:lnTo>
                  <a:lnTo>
                    <a:pt x="2735368" y="130548"/>
                  </a:lnTo>
                  <a:lnTo>
                    <a:pt x="2741627" y="130668"/>
                  </a:lnTo>
                  <a:lnTo>
                    <a:pt x="2747886" y="130794"/>
                  </a:lnTo>
                  <a:lnTo>
                    <a:pt x="2754146" y="130922"/>
                  </a:lnTo>
                  <a:lnTo>
                    <a:pt x="2760405" y="131049"/>
                  </a:lnTo>
                  <a:lnTo>
                    <a:pt x="2766665" y="131185"/>
                  </a:lnTo>
                  <a:lnTo>
                    <a:pt x="2772924" y="131320"/>
                  </a:lnTo>
                  <a:lnTo>
                    <a:pt x="2779184" y="131457"/>
                  </a:lnTo>
                  <a:lnTo>
                    <a:pt x="2785443" y="131601"/>
                  </a:lnTo>
                  <a:lnTo>
                    <a:pt x="2791702" y="131744"/>
                  </a:lnTo>
                  <a:lnTo>
                    <a:pt x="2797962" y="131891"/>
                  </a:lnTo>
                  <a:lnTo>
                    <a:pt x="2804221" y="132043"/>
                  </a:lnTo>
                  <a:lnTo>
                    <a:pt x="2810481" y="132195"/>
                  </a:lnTo>
                  <a:lnTo>
                    <a:pt x="2816740" y="132352"/>
                  </a:lnTo>
                  <a:lnTo>
                    <a:pt x="2822999" y="132513"/>
                  </a:lnTo>
                  <a:lnTo>
                    <a:pt x="2829259" y="132673"/>
                  </a:lnTo>
                  <a:lnTo>
                    <a:pt x="2835518" y="132841"/>
                  </a:lnTo>
                  <a:lnTo>
                    <a:pt x="2841778" y="133010"/>
                  </a:lnTo>
                  <a:lnTo>
                    <a:pt x="2848037" y="133179"/>
                  </a:lnTo>
                  <a:lnTo>
                    <a:pt x="2854297" y="133357"/>
                  </a:lnTo>
                  <a:lnTo>
                    <a:pt x="2860556" y="133535"/>
                  </a:lnTo>
                  <a:lnTo>
                    <a:pt x="2866815" y="133715"/>
                  </a:lnTo>
                  <a:lnTo>
                    <a:pt x="2873075" y="133902"/>
                  </a:lnTo>
                  <a:lnTo>
                    <a:pt x="2879334" y="134089"/>
                  </a:lnTo>
                  <a:lnTo>
                    <a:pt x="2885594" y="134280"/>
                  </a:lnTo>
                  <a:lnTo>
                    <a:pt x="2891853" y="134477"/>
                  </a:lnTo>
                  <a:lnTo>
                    <a:pt x="2898113" y="134673"/>
                  </a:lnTo>
                  <a:lnTo>
                    <a:pt x="2904372" y="134875"/>
                  </a:lnTo>
                  <a:lnTo>
                    <a:pt x="2910631" y="135080"/>
                  </a:lnTo>
                  <a:lnTo>
                    <a:pt x="2916891" y="135286"/>
                  </a:lnTo>
                  <a:lnTo>
                    <a:pt x="2923150" y="135499"/>
                  </a:lnTo>
                  <a:lnTo>
                    <a:pt x="2929410" y="135714"/>
                  </a:lnTo>
                  <a:lnTo>
                    <a:pt x="2935669" y="135930"/>
                  </a:lnTo>
                  <a:lnTo>
                    <a:pt x="2941929" y="136154"/>
                  </a:lnTo>
                  <a:lnTo>
                    <a:pt x="2948188" y="136378"/>
                  </a:lnTo>
                  <a:lnTo>
                    <a:pt x="2954447" y="136605"/>
                  </a:lnTo>
                  <a:lnTo>
                    <a:pt x="2960707" y="136838"/>
                  </a:lnTo>
                  <a:lnTo>
                    <a:pt x="2966966" y="137072"/>
                  </a:lnTo>
                  <a:lnTo>
                    <a:pt x="2973226" y="137310"/>
                  </a:lnTo>
                  <a:lnTo>
                    <a:pt x="2979485" y="137553"/>
                  </a:lnTo>
                  <a:lnTo>
                    <a:pt x="2985744" y="137796"/>
                  </a:lnTo>
                  <a:lnTo>
                    <a:pt x="2992004" y="138046"/>
                  </a:lnTo>
                  <a:lnTo>
                    <a:pt x="2998263" y="138298"/>
                  </a:lnTo>
                  <a:lnTo>
                    <a:pt x="3004523" y="138550"/>
                  </a:lnTo>
                  <a:lnTo>
                    <a:pt x="3010782" y="138811"/>
                  </a:lnTo>
                  <a:lnTo>
                    <a:pt x="3017042" y="139073"/>
                  </a:lnTo>
                  <a:lnTo>
                    <a:pt x="3023301" y="139336"/>
                  </a:lnTo>
                  <a:lnTo>
                    <a:pt x="3029560" y="139607"/>
                  </a:lnTo>
                  <a:lnTo>
                    <a:pt x="3035820" y="139878"/>
                  </a:lnTo>
                  <a:lnTo>
                    <a:pt x="3042079" y="140152"/>
                  </a:lnTo>
                  <a:lnTo>
                    <a:pt x="3048339" y="140432"/>
                  </a:lnTo>
                  <a:lnTo>
                    <a:pt x="3054598" y="140712"/>
                  </a:lnTo>
                  <a:lnTo>
                    <a:pt x="3060858" y="140998"/>
                  </a:lnTo>
                  <a:lnTo>
                    <a:pt x="3067117" y="141287"/>
                  </a:lnTo>
                  <a:lnTo>
                    <a:pt x="3073376" y="141576"/>
                  </a:lnTo>
                  <a:lnTo>
                    <a:pt x="3079636" y="141872"/>
                  </a:lnTo>
                  <a:lnTo>
                    <a:pt x="3085895" y="142171"/>
                  </a:lnTo>
                  <a:lnTo>
                    <a:pt x="3092155" y="142469"/>
                  </a:lnTo>
                  <a:lnTo>
                    <a:pt x="3098414" y="142776"/>
                  </a:lnTo>
                  <a:lnTo>
                    <a:pt x="3104674" y="143083"/>
                  </a:lnTo>
                  <a:lnTo>
                    <a:pt x="3110933" y="143392"/>
                  </a:lnTo>
                  <a:lnTo>
                    <a:pt x="3117192" y="143707"/>
                  </a:lnTo>
                  <a:lnTo>
                    <a:pt x="3123452" y="144023"/>
                  </a:lnTo>
                  <a:lnTo>
                    <a:pt x="3129711" y="144342"/>
                  </a:lnTo>
                  <a:lnTo>
                    <a:pt x="3135971" y="144666"/>
                  </a:lnTo>
                  <a:lnTo>
                    <a:pt x="3142230" y="144990"/>
                  </a:lnTo>
                  <a:lnTo>
                    <a:pt x="3148489" y="145320"/>
                  </a:lnTo>
                  <a:lnTo>
                    <a:pt x="3154749" y="145652"/>
                  </a:lnTo>
                  <a:lnTo>
                    <a:pt x="3161008" y="145985"/>
                  </a:lnTo>
                  <a:lnTo>
                    <a:pt x="3167268" y="146324"/>
                  </a:lnTo>
                  <a:lnTo>
                    <a:pt x="3173527" y="146664"/>
                  </a:lnTo>
                  <a:lnTo>
                    <a:pt x="3179787" y="147005"/>
                  </a:lnTo>
                  <a:lnTo>
                    <a:pt x="3186046" y="147353"/>
                  </a:lnTo>
                  <a:lnTo>
                    <a:pt x="3192305" y="147702"/>
                  </a:lnTo>
                  <a:lnTo>
                    <a:pt x="3198565" y="148052"/>
                  </a:lnTo>
                  <a:lnTo>
                    <a:pt x="3198565" y="225758"/>
                  </a:lnTo>
                  <a:lnTo>
                    <a:pt x="3192305" y="225758"/>
                  </a:lnTo>
                  <a:lnTo>
                    <a:pt x="3186046" y="225758"/>
                  </a:lnTo>
                  <a:lnTo>
                    <a:pt x="3179787" y="225758"/>
                  </a:lnTo>
                  <a:lnTo>
                    <a:pt x="3173527" y="225758"/>
                  </a:lnTo>
                  <a:lnTo>
                    <a:pt x="3167268" y="225758"/>
                  </a:lnTo>
                  <a:lnTo>
                    <a:pt x="3161008" y="225758"/>
                  </a:lnTo>
                  <a:lnTo>
                    <a:pt x="3154749" y="225758"/>
                  </a:lnTo>
                  <a:lnTo>
                    <a:pt x="3148489" y="225758"/>
                  </a:lnTo>
                  <a:lnTo>
                    <a:pt x="3142230" y="225758"/>
                  </a:lnTo>
                  <a:lnTo>
                    <a:pt x="3135971" y="225758"/>
                  </a:lnTo>
                  <a:lnTo>
                    <a:pt x="3129711" y="225758"/>
                  </a:lnTo>
                  <a:lnTo>
                    <a:pt x="3123452" y="225758"/>
                  </a:lnTo>
                  <a:lnTo>
                    <a:pt x="3117192" y="225758"/>
                  </a:lnTo>
                  <a:lnTo>
                    <a:pt x="3110933" y="225758"/>
                  </a:lnTo>
                  <a:lnTo>
                    <a:pt x="3104674" y="225758"/>
                  </a:lnTo>
                  <a:lnTo>
                    <a:pt x="3098414" y="225758"/>
                  </a:lnTo>
                  <a:lnTo>
                    <a:pt x="3092155" y="225758"/>
                  </a:lnTo>
                  <a:lnTo>
                    <a:pt x="3085895" y="225758"/>
                  </a:lnTo>
                  <a:lnTo>
                    <a:pt x="3079636" y="225758"/>
                  </a:lnTo>
                  <a:lnTo>
                    <a:pt x="3073376" y="225758"/>
                  </a:lnTo>
                  <a:lnTo>
                    <a:pt x="3067117" y="225758"/>
                  </a:lnTo>
                  <a:lnTo>
                    <a:pt x="3060858" y="225758"/>
                  </a:lnTo>
                  <a:lnTo>
                    <a:pt x="3054598" y="225758"/>
                  </a:lnTo>
                  <a:lnTo>
                    <a:pt x="3048339" y="225758"/>
                  </a:lnTo>
                  <a:lnTo>
                    <a:pt x="3042079" y="225758"/>
                  </a:lnTo>
                  <a:lnTo>
                    <a:pt x="3035820" y="225758"/>
                  </a:lnTo>
                  <a:lnTo>
                    <a:pt x="3029560" y="225758"/>
                  </a:lnTo>
                  <a:lnTo>
                    <a:pt x="3023301" y="225758"/>
                  </a:lnTo>
                  <a:lnTo>
                    <a:pt x="3017042" y="225758"/>
                  </a:lnTo>
                  <a:lnTo>
                    <a:pt x="3010782" y="225758"/>
                  </a:lnTo>
                  <a:lnTo>
                    <a:pt x="3004523" y="225758"/>
                  </a:lnTo>
                  <a:lnTo>
                    <a:pt x="2998263" y="225758"/>
                  </a:lnTo>
                  <a:lnTo>
                    <a:pt x="2992004" y="225758"/>
                  </a:lnTo>
                  <a:lnTo>
                    <a:pt x="2985744" y="225758"/>
                  </a:lnTo>
                  <a:lnTo>
                    <a:pt x="2979485" y="225758"/>
                  </a:lnTo>
                  <a:lnTo>
                    <a:pt x="2973226" y="225758"/>
                  </a:lnTo>
                  <a:lnTo>
                    <a:pt x="2966966" y="225758"/>
                  </a:lnTo>
                  <a:lnTo>
                    <a:pt x="2960707" y="225758"/>
                  </a:lnTo>
                  <a:lnTo>
                    <a:pt x="2954447" y="225758"/>
                  </a:lnTo>
                  <a:lnTo>
                    <a:pt x="2948188" y="225758"/>
                  </a:lnTo>
                  <a:lnTo>
                    <a:pt x="2941929" y="225758"/>
                  </a:lnTo>
                  <a:lnTo>
                    <a:pt x="2935669" y="225758"/>
                  </a:lnTo>
                  <a:lnTo>
                    <a:pt x="2929410" y="225758"/>
                  </a:lnTo>
                  <a:lnTo>
                    <a:pt x="2923150" y="225758"/>
                  </a:lnTo>
                  <a:lnTo>
                    <a:pt x="2916891" y="225758"/>
                  </a:lnTo>
                  <a:lnTo>
                    <a:pt x="2910631" y="225758"/>
                  </a:lnTo>
                  <a:lnTo>
                    <a:pt x="2904372" y="225758"/>
                  </a:lnTo>
                  <a:lnTo>
                    <a:pt x="2898113" y="225758"/>
                  </a:lnTo>
                  <a:lnTo>
                    <a:pt x="2891853" y="225758"/>
                  </a:lnTo>
                  <a:lnTo>
                    <a:pt x="2885594" y="225758"/>
                  </a:lnTo>
                  <a:lnTo>
                    <a:pt x="2879334" y="225758"/>
                  </a:lnTo>
                  <a:lnTo>
                    <a:pt x="2873075" y="225758"/>
                  </a:lnTo>
                  <a:lnTo>
                    <a:pt x="2866815" y="225758"/>
                  </a:lnTo>
                  <a:lnTo>
                    <a:pt x="2860556" y="225758"/>
                  </a:lnTo>
                  <a:lnTo>
                    <a:pt x="2854297" y="225758"/>
                  </a:lnTo>
                  <a:lnTo>
                    <a:pt x="2848037" y="225758"/>
                  </a:lnTo>
                  <a:lnTo>
                    <a:pt x="2841778" y="225758"/>
                  </a:lnTo>
                  <a:lnTo>
                    <a:pt x="2835518" y="225758"/>
                  </a:lnTo>
                  <a:lnTo>
                    <a:pt x="2829259" y="225758"/>
                  </a:lnTo>
                  <a:lnTo>
                    <a:pt x="2822999" y="225758"/>
                  </a:lnTo>
                  <a:lnTo>
                    <a:pt x="2816740" y="225758"/>
                  </a:lnTo>
                  <a:lnTo>
                    <a:pt x="2810481" y="225758"/>
                  </a:lnTo>
                  <a:lnTo>
                    <a:pt x="2804221" y="225758"/>
                  </a:lnTo>
                  <a:lnTo>
                    <a:pt x="2797962" y="225758"/>
                  </a:lnTo>
                  <a:lnTo>
                    <a:pt x="2791702" y="225758"/>
                  </a:lnTo>
                  <a:lnTo>
                    <a:pt x="2785443" y="225758"/>
                  </a:lnTo>
                  <a:lnTo>
                    <a:pt x="2779184" y="225758"/>
                  </a:lnTo>
                  <a:lnTo>
                    <a:pt x="2772924" y="225758"/>
                  </a:lnTo>
                  <a:lnTo>
                    <a:pt x="2766665" y="225758"/>
                  </a:lnTo>
                  <a:lnTo>
                    <a:pt x="2760405" y="225758"/>
                  </a:lnTo>
                  <a:lnTo>
                    <a:pt x="2754146" y="225758"/>
                  </a:lnTo>
                  <a:lnTo>
                    <a:pt x="2747886" y="225758"/>
                  </a:lnTo>
                  <a:lnTo>
                    <a:pt x="2741627" y="225758"/>
                  </a:lnTo>
                  <a:lnTo>
                    <a:pt x="2735368" y="225758"/>
                  </a:lnTo>
                  <a:lnTo>
                    <a:pt x="2729108" y="225758"/>
                  </a:lnTo>
                  <a:lnTo>
                    <a:pt x="2722849" y="225758"/>
                  </a:lnTo>
                  <a:lnTo>
                    <a:pt x="2716589" y="225758"/>
                  </a:lnTo>
                  <a:lnTo>
                    <a:pt x="2710330" y="225758"/>
                  </a:lnTo>
                  <a:lnTo>
                    <a:pt x="2704070" y="225758"/>
                  </a:lnTo>
                  <a:lnTo>
                    <a:pt x="2697811" y="225758"/>
                  </a:lnTo>
                  <a:lnTo>
                    <a:pt x="2691552" y="225758"/>
                  </a:lnTo>
                  <a:lnTo>
                    <a:pt x="2685292" y="225758"/>
                  </a:lnTo>
                  <a:lnTo>
                    <a:pt x="2679033" y="225758"/>
                  </a:lnTo>
                  <a:lnTo>
                    <a:pt x="2672773" y="225758"/>
                  </a:lnTo>
                  <a:lnTo>
                    <a:pt x="2666514" y="225758"/>
                  </a:lnTo>
                  <a:lnTo>
                    <a:pt x="2660254" y="225758"/>
                  </a:lnTo>
                  <a:lnTo>
                    <a:pt x="2653995" y="225758"/>
                  </a:lnTo>
                  <a:lnTo>
                    <a:pt x="2647736" y="225758"/>
                  </a:lnTo>
                  <a:lnTo>
                    <a:pt x="2641476" y="225758"/>
                  </a:lnTo>
                  <a:lnTo>
                    <a:pt x="2635217" y="225758"/>
                  </a:lnTo>
                  <a:lnTo>
                    <a:pt x="2628957" y="225758"/>
                  </a:lnTo>
                  <a:lnTo>
                    <a:pt x="2622698" y="225758"/>
                  </a:lnTo>
                  <a:lnTo>
                    <a:pt x="2616438" y="225758"/>
                  </a:lnTo>
                  <a:lnTo>
                    <a:pt x="2610179" y="225758"/>
                  </a:lnTo>
                  <a:lnTo>
                    <a:pt x="2603920" y="225758"/>
                  </a:lnTo>
                  <a:lnTo>
                    <a:pt x="2597660" y="225758"/>
                  </a:lnTo>
                  <a:lnTo>
                    <a:pt x="2591401" y="225758"/>
                  </a:lnTo>
                  <a:lnTo>
                    <a:pt x="2585141" y="225758"/>
                  </a:lnTo>
                  <a:lnTo>
                    <a:pt x="2578882" y="225758"/>
                  </a:lnTo>
                  <a:lnTo>
                    <a:pt x="2572623" y="225758"/>
                  </a:lnTo>
                  <a:lnTo>
                    <a:pt x="2566363" y="225758"/>
                  </a:lnTo>
                  <a:lnTo>
                    <a:pt x="2560104" y="225758"/>
                  </a:lnTo>
                  <a:lnTo>
                    <a:pt x="2553844" y="225758"/>
                  </a:lnTo>
                  <a:lnTo>
                    <a:pt x="2547585" y="225758"/>
                  </a:lnTo>
                  <a:lnTo>
                    <a:pt x="2541325" y="225758"/>
                  </a:lnTo>
                  <a:lnTo>
                    <a:pt x="2535066" y="225758"/>
                  </a:lnTo>
                  <a:lnTo>
                    <a:pt x="2528807" y="225758"/>
                  </a:lnTo>
                  <a:lnTo>
                    <a:pt x="2522547" y="225758"/>
                  </a:lnTo>
                  <a:lnTo>
                    <a:pt x="2516288" y="225758"/>
                  </a:lnTo>
                  <a:lnTo>
                    <a:pt x="2510028" y="225758"/>
                  </a:lnTo>
                  <a:lnTo>
                    <a:pt x="2503769" y="225758"/>
                  </a:lnTo>
                  <a:lnTo>
                    <a:pt x="2497509" y="225758"/>
                  </a:lnTo>
                  <a:lnTo>
                    <a:pt x="2491250" y="225758"/>
                  </a:lnTo>
                  <a:lnTo>
                    <a:pt x="2484991" y="225758"/>
                  </a:lnTo>
                  <a:lnTo>
                    <a:pt x="2478731" y="225758"/>
                  </a:lnTo>
                  <a:lnTo>
                    <a:pt x="2472472" y="225758"/>
                  </a:lnTo>
                  <a:lnTo>
                    <a:pt x="2466212" y="225758"/>
                  </a:lnTo>
                  <a:lnTo>
                    <a:pt x="2459953" y="225758"/>
                  </a:lnTo>
                  <a:lnTo>
                    <a:pt x="2453693" y="225758"/>
                  </a:lnTo>
                  <a:lnTo>
                    <a:pt x="2447434" y="225758"/>
                  </a:lnTo>
                  <a:lnTo>
                    <a:pt x="2441175" y="225758"/>
                  </a:lnTo>
                  <a:lnTo>
                    <a:pt x="2434915" y="225758"/>
                  </a:lnTo>
                  <a:lnTo>
                    <a:pt x="2428656" y="225758"/>
                  </a:lnTo>
                  <a:lnTo>
                    <a:pt x="2422396" y="225758"/>
                  </a:lnTo>
                  <a:lnTo>
                    <a:pt x="2416137" y="225758"/>
                  </a:lnTo>
                  <a:lnTo>
                    <a:pt x="2409878" y="225758"/>
                  </a:lnTo>
                  <a:lnTo>
                    <a:pt x="2403618" y="225758"/>
                  </a:lnTo>
                  <a:lnTo>
                    <a:pt x="2397359" y="225758"/>
                  </a:lnTo>
                  <a:lnTo>
                    <a:pt x="2391099" y="225758"/>
                  </a:lnTo>
                  <a:lnTo>
                    <a:pt x="2384840" y="225758"/>
                  </a:lnTo>
                  <a:lnTo>
                    <a:pt x="2378580" y="225758"/>
                  </a:lnTo>
                  <a:lnTo>
                    <a:pt x="2372321" y="225758"/>
                  </a:lnTo>
                  <a:lnTo>
                    <a:pt x="2366062" y="225758"/>
                  </a:lnTo>
                  <a:lnTo>
                    <a:pt x="2359802" y="225758"/>
                  </a:lnTo>
                  <a:lnTo>
                    <a:pt x="2353543" y="225758"/>
                  </a:lnTo>
                  <a:lnTo>
                    <a:pt x="2347283" y="225758"/>
                  </a:lnTo>
                  <a:lnTo>
                    <a:pt x="2341024" y="225758"/>
                  </a:lnTo>
                  <a:lnTo>
                    <a:pt x="2334764" y="225758"/>
                  </a:lnTo>
                  <a:lnTo>
                    <a:pt x="2328505" y="225758"/>
                  </a:lnTo>
                  <a:lnTo>
                    <a:pt x="2322246" y="225758"/>
                  </a:lnTo>
                  <a:lnTo>
                    <a:pt x="2315986" y="225758"/>
                  </a:lnTo>
                  <a:lnTo>
                    <a:pt x="2309727" y="225758"/>
                  </a:lnTo>
                  <a:lnTo>
                    <a:pt x="2303467" y="225758"/>
                  </a:lnTo>
                  <a:lnTo>
                    <a:pt x="2297208" y="225758"/>
                  </a:lnTo>
                  <a:lnTo>
                    <a:pt x="2290948" y="225758"/>
                  </a:lnTo>
                  <a:lnTo>
                    <a:pt x="2284689" y="225758"/>
                  </a:lnTo>
                  <a:lnTo>
                    <a:pt x="2278430" y="225758"/>
                  </a:lnTo>
                  <a:lnTo>
                    <a:pt x="2272170" y="225758"/>
                  </a:lnTo>
                  <a:lnTo>
                    <a:pt x="2265911" y="225758"/>
                  </a:lnTo>
                  <a:lnTo>
                    <a:pt x="2259651" y="225758"/>
                  </a:lnTo>
                  <a:lnTo>
                    <a:pt x="2253392" y="225758"/>
                  </a:lnTo>
                  <a:lnTo>
                    <a:pt x="2247133" y="225758"/>
                  </a:lnTo>
                  <a:lnTo>
                    <a:pt x="2240873" y="225758"/>
                  </a:lnTo>
                  <a:lnTo>
                    <a:pt x="2234614" y="225758"/>
                  </a:lnTo>
                  <a:lnTo>
                    <a:pt x="2228354" y="225758"/>
                  </a:lnTo>
                  <a:lnTo>
                    <a:pt x="2222095" y="225758"/>
                  </a:lnTo>
                  <a:lnTo>
                    <a:pt x="2215835" y="225758"/>
                  </a:lnTo>
                  <a:lnTo>
                    <a:pt x="2209576" y="225758"/>
                  </a:lnTo>
                  <a:lnTo>
                    <a:pt x="2203317" y="225758"/>
                  </a:lnTo>
                  <a:lnTo>
                    <a:pt x="2197057" y="225758"/>
                  </a:lnTo>
                  <a:lnTo>
                    <a:pt x="2190798" y="225758"/>
                  </a:lnTo>
                  <a:lnTo>
                    <a:pt x="2184538" y="225758"/>
                  </a:lnTo>
                  <a:lnTo>
                    <a:pt x="2178279" y="225758"/>
                  </a:lnTo>
                  <a:lnTo>
                    <a:pt x="2172019" y="225758"/>
                  </a:lnTo>
                  <a:lnTo>
                    <a:pt x="2165760" y="225758"/>
                  </a:lnTo>
                  <a:lnTo>
                    <a:pt x="2159501" y="225758"/>
                  </a:lnTo>
                  <a:lnTo>
                    <a:pt x="2153241" y="225758"/>
                  </a:lnTo>
                  <a:lnTo>
                    <a:pt x="2146982" y="225758"/>
                  </a:lnTo>
                  <a:lnTo>
                    <a:pt x="2140722" y="225758"/>
                  </a:lnTo>
                  <a:lnTo>
                    <a:pt x="2134463" y="225758"/>
                  </a:lnTo>
                  <a:lnTo>
                    <a:pt x="2128203" y="225758"/>
                  </a:lnTo>
                  <a:lnTo>
                    <a:pt x="2121944" y="225758"/>
                  </a:lnTo>
                  <a:lnTo>
                    <a:pt x="2115685" y="225758"/>
                  </a:lnTo>
                  <a:lnTo>
                    <a:pt x="2109425" y="225758"/>
                  </a:lnTo>
                  <a:lnTo>
                    <a:pt x="2103166" y="225758"/>
                  </a:lnTo>
                  <a:lnTo>
                    <a:pt x="2096906" y="225758"/>
                  </a:lnTo>
                  <a:lnTo>
                    <a:pt x="2090647" y="225758"/>
                  </a:lnTo>
                  <a:lnTo>
                    <a:pt x="2084388" y="225758"/>
                  </a:lnTo>
                  <a:lnTo>
                    <a:pt x="2078128" y="225758"/>
                  </a:lnTo>
                  <a:lnTo>
                    <a:pt x="2071869" y="225758"/>
                  </a:lnTo>
                  <a:lnTo>
                    <a:pt x="2065609" y="225758"/>
                  </a:lnTo>
                  <a:lnTo>
                    <a:pt x="2059350" y="225758"/>
                  </a:lnTo>
                  <a:lnTo>
                    <a:pt x="2053090" y="225758"/>
                  </a:lnTo>
                  <a:lnTo>
                    <a:pt x="2046831" y="225758"/>
                  </a:lnTo>
                  <a:lnTo>
                    <a:pt x="2040572" y="225758"/>
                  </a:lnTo>
                  <a:lnTo>
                    <a:pt x="2034312" y="225758"/>
                  </a:lnTo>
                  <a:lnTo>
                    <a:pt x="2028053" y="225758"/>
                  </a:lnTo>
                  <a:lnTo>
                    <a:pt x="2021793" y="225758"/>
                  </a:lnTo>
                  <a:lnTo>
                    <a:pt x="2015534" y="225758"/>
                  </a:lnTo>
                  <a:lnTo>
                    <a:pt x="2009274" y="225758"/>
                  </a:lnTo>
                  <a:lnTo>
                    <a:pt x="2003015" y="225758"/>
                  </a:lnTo>
                  <a:lnTo>
                    <a:pt x="1996756" y="225758"/>
                  </a:lnTo>
                  <a:lnTo>
                    <a:pt x="1990496" y="225758"/>
                  </a:lnTo>
                  <a:lnTo>
                    <a:pt x="1984237" y="225758"/>
                  </a:lnTo>
                  <a:lnTo>
                    <a:pt x="1977977" y="225758"/>
                  </a:lnTo>
                  <a:lnTo>
                    <a:pt x="1971718" y="225758"/>
                  </a:lnTo>
                  <a:lnTo>
                    <a:pt x="1965458" y="225758"/>
                  </a:lnTo>
                  <a:lnTo>
                    <a:pt x="1959199" y="225758"/>
                  </a:lnTo>
                  <a:lnTo>
                    <a:pt x="1952940" y="225758"/>
                  </a:lnTo>
                  <a:lnTo>
                    <a:pt x="1946680" y="225758"/>
                  </a:lnTo>
                  <a:lnTo>
                    <a:pt x="1940421" y="225758"/>
                  </a:lnTo>
                  <a:lnTo>
                    <a:pt x="1934161" y="225758"/>
                  </a:lnTo>
                  <a:lnTo>
                    <a:pt x="1927902" y="225758"/>
                  </a:lnTo>
                  <a:lnTo>
                    <a:pt x="1921642" y="225758"/>
                  </a:lnTo>
                  <a:lnTo>
                    <a:pt x="1915383" y="225758"/>
                  </a:lnTo>
                  <a:lnTo>
                    <a:pt x="1909124" y="225758"/>
                  </a:lnTo>
                  <a:lnTo>
                    <a:pt x="1902864" y="225758"/>
                  </a:lnTo>
                  <a:lnTo>
                    <a:pt x="1896605" y="225758"/>
                  </a:lnTo>
                  <a:lnTo>
                    <a:pt x="1890345" y="225758"/>
                  </a:lnTo>
                  <a:lnTo>
                    <a:pt x="1884086" y="225758"/>
                  </a:lnTo>
                  <a:lnTo>
                    <a:pt x="1877827" y="225758"/>
                  </a:lnTo>
                  <a:lnTo>
                    <a:pt x="1871567" y="225758"/>
                  </a:lnTo>
                  <a:lnTo>
                    <a:pt x="1865308" y="225758"/>
                  </a:lnTo>
                  <a:lnTo>
                    <a:pt x="1859048" y="225758"/>
                  </a:lnTo>
                  <a:lnTo>
                    <a:pt x="1852789" y="225758"/>
                  </a:lnTo>
                  <a:lnTo>
                    <a:pt x="1846529" y="225758"/>
                  </a:lnTo>
                  <a:lnTo>
                    <a:pt x="1840270" y="225758"/>
                  </a:lnTo>
                  <a:lnTo>
                    <a:pt x="1834011" y="225758"/>
                  </a:lnTo>
                  <a:lnTo>
                    <a:pt x="1827751" y="225758"/>
                  </a:lnTo>
                  <a:lnTo>
                    <a:pt x="1821492" y="225758"/>
                  </a:lnTo>
                  <a:lnTo>
                    <a:pt x="1815232" y="225758"/>
                  </a:lnTo>
                  <a:lnTo>
                    <a:pt x="1808973" y="225758"/>
                  </a:lnTo>
                  <a:lnTo>
                    <a:pt x="1802713" y="225758"/>
                  </a:lnTo>
                  <a:lnTo>
                    <a:pt x="1796454" y="225758"/>
                  </a:lnTo>
                  <a:lnTo>
                    <a:pt x="1790195" y="225758"/>
                  </a:lnTo>
                  <a:lnTo>
                    <a:pt x="1783935" y="225758"/>
                  </a:lnTo>
                  <a:lnTo>
                    <a:pt x="1777676" y="225758"/>
                  </a:lnTo>
                  <a:lnTo>
                    <a:pt x="1771416" y="225758"/>
                  </a:lnTo>
                  <a:lnTo>
                    <a:pt x="1765157" y="225758"/>
                  </a:lnTo>
                  <a:lnTo>
                    <a:pt x="1758897" y="225758"/>
                  </a:lnTo>
                  <a:lnTo>
                    <a:pt x="1752638" y="225758"/>
                  </a:lnTo>
                  <a:lnTo>
                    <a:pt x="1746379" y="225758"/>
                  </a:lnTo>
                  <a:lnTo>
                    <a:pt x="1740119" y="225758"/>
                  </a:lnTo>
                  <a:lnTo>
                    <a:pt x="1733860" y="225758"/>
                  </a:lnTo>
                  <a:lnTo>
                    <a:pt x="1727600" y="225758"/>
                  </a:lnTo>
                  <a:lnTo>
                    <a:pt x="1721341" y="225758"/>
                  </a:lnTo>
                  <a:lnTo>
                    <a:pt x="1715082" y="225758"/>
                  </a:lnTo>
                  <a:lnTo>
                    <a:pt x="1708822" y="225758"/>
                  </a:lnTo>
                  <a:lnTo>
                    <a:pt x="1702563" y="225758"/>
                  </a:lnTo>
                  <a:lnTo>
                    <a:pt x="1696303" y="225758"/>
                  </a:lnTo>
                  <a:lnTo>
                    <a:pt x="1690044" y="225758"/>
                  </a:lnTo>
                  <a:lnTo>
                    <a:pt x="1683784" y="225758"/>
                  </a:lnTo>
                  <a:lnTo>
                    <a:pt x="1677525" y="225758"/>
                  </a:lnTo>
                  <a:lnTo>
                    <a:pt x="1671266" y="225758"/>
                  </a:lnTo>
                  <a:lnTo>
                    <a:pt x="1665006" y="225758"/>
                  </a:lnTo>
                  <a:lnTo>
                    <a:pt x="1658747" y="225758"/>
                  </a:lnTo>
                  <a:lnTo>
                    <a:pt x="1652487" y="225758"/>
                  </a:lnTo>
                  <a:lnTo>
                    <a:pt x="1646228" y="225758"/>
                  </a:lnTo>
                  <a:lnTo>
                    <a:pt x="1639968" y="225758"/>
                  </a:lnTo>
                  <a:lnTo>
                    <a:pt x="1633709" y="225758"/>
                  </a:lnTo>
                  <a:lnTo>
                    <a:pt x="1627450" y="225758"/>
                  </a:lnTo>
                  <a:lnTo>
                    <a:pt x="1621190" y="225758"/>
                  </a:lnTo>
                  <a:lnTo>
                    <a:pt x="1614931" y="225758"/>
                  </a:lnTo>
                  <a:lnTo>
                    <a:pt x="1608671" y="225758"/>
                  </a:lnTo>
                  <a:lnTo>
                    <a:pt x="1602412" y="225758"/>
                  </a:lnTo>
                  <a:lnTo>
                    <a:pt x="1596152" y="225758"/>
                  </a:lnTo>
                  <a:lnTo>
                    <a:pt x="1589893" y="225758"/>
                  </a:lnTo>
                  <a:lnTo>
                    <a:pt x="1583634" y="225758"/>
                  </a:lnTo>
                  <a:lnTo>
                    <a:pt x="1577374" y="225758"/>
                  </a:lnTo>
                  <a:lnTo>
                    <a:pt x="1571115" y="225758"/>
                  </a:lnTo>
                  <a:lnTo>
                    <a:pt x="1564855" y="225758"/>
                  </a:lnTo>
                  <a:lnTo>
                    <a:pt x="1558596" y="225758"/>
                  </a:lnTo>
                  <a:lnTo>
                    <a:pt x="1552337" y="225758"/>
                  </a:lnTo>
                  <a:lnTo>
                    <a:pt x="1546077" y="225758"/>
                  </a:lnTo>
                  <a:lnTo>
                    <a:pt x="1539818" y="225758"/>
                  </a:lnTo>
                  <a:lnTo>
                    <a:pt x="1533558" y="225758"/>
                  </a:lnTo>
                  <a:lnTo>
                    <a:pt x="1527299" y="225758"/>
                  </a:lnTo>
                  <a:lnTo>
                    <a:pt x="1521039" y="225758"/>
                  </a:lnTo>
                  <a:lnTo>
                    <a:pt x="1514780" y="225758"/>
                  </a:lnTo>
                  <a:lnTo>
                    <a:pt x="1508521" y="225758"/>
                  </a:lnTo>
                  <a:lnTo>
                    <a:pt x="1502261" y="225758"/>
                  </a:lnTo>
                  <a:lnTo>
                    <a:pt x="1496002" y="225758"/>
                  </a:lnTo>
                  <a:lnTo>
                    <a:pt x="1489742" y="225758"/>
                  </a:lnTo>
                  <a:lnTo>
                    <a:pt x="1483483" y="225758"/>
                  </a:lnTo>
                  <a:lnTo>
                    <a:pt x="1477223" y="225758"/>
                  </a:lnTo>
                  <a:lnTo>
                    <a:pt x="1470964" y="225758"/>
                  </a:lnTo>
                  <a:lnTo>
                    <a:pt x="1464705" y="225758"/>
                  </a:lnTo>
                  <a:lnTo>
                    <a:pt x="1458445" y="225758"/>
                  </a:lnTo>
                  <a:lnTo>
                    <a:pt x="1452186" y="225758"/>
                  </a:lnTo>
                  <a:lnTo>
                    <a:pt x="1445926" y="225758"/>
                  </a:lnTo>
                  <a:lnTo>
                    <a:pt x="1439667" y="225758"/>
                  </a:lnTo>
                  <a:lnTo>
                    <a:pt x="1433407" y="225758"/>
                  </a:lnTo>
                  <a:lnTo>
                    <a:pt x="1427148" y="225758"/>
                  </a:lnTo>
                  <a:lnTo>
                    <a:pt x="1420889" y="225758"/>
                  </a:lnTo>
                  <a:lnTo>
                    <a:pt x="1414629" y="225758"/>
                  </a:lnTo>
                  <a:lnTo>
                    <a:pt x="1408370" y="225758"/>
                  </a:lnTo>
                  <a:lnTo>
                    <a:pt x="1402110" y="225758"/>
                  </a:lnTo>
                  <a:lnTo>
                    <a:pt x="1395851" y="225758"/>
                  </a:lnTo>
                  <a:lnTo>
                    <a:pt x="1389592" y="225758"/>
                  </a:lnTo>
                  <a:lnTo>
                    <a:pt x="1383332" y="225758"/>
                  </a:lnTo>
                  <a:lnTo>
                    <a:pt x="1377073" y="225758"/>
                  </a:lnTo>
                  <a:lnTo>
                    <a:pt x="1370813" y="225758"/>
                  </a:lnTo>
                  <a:lnTo>
                    <a:pt x="1364554" y="225758"/>
                  </a:lnTo>
                  <a:lnTo>
                    <a:pt x="1358294" y="225758"/>
                  </a:lnTo>
                  <a:lnTo>
                    <a:pt x="1352035" y="225758"/>
                  </a:lnTo>
                  <a:lnTo>
                    <a:pt x="1345776" y="225758"/>
                  </a:lnTo>
                  <a:lnTo>
                    <a:pt x="1339516" y="225758"/>
                  </a:lnTo>
                  <a:lnTo>
                    <a:pt x="1333257" y="225758"/>
                  </a:lnTo>
                  <a:lnTo>
                    <a:pt x="1326997" y="225758"/>
                  </a:lnTo>
                  <a:lnTo>
                    <a:pt x="1320738" y="225758"/>
                  </a:lnTo>
                  <a:lnTo>
                    <a:pt x="1314478" y="225758"/>
                  </a:lnTo>
                  <a:lnTo>
                    <a:pt x="1308219" y="225758"/>
                  </a:lnTo>
                  <a:lnTo>
                    <a:pt x="1301960" y="225758"/>
                  </a:lnTo>
                  <a:lnTo>
                    <a:pt x="1295700" y="225758"/>
                  </a:lnTo>
                  <a:lnTo>
                    <a:pt x="1289441" y="225758"/>
                  </a:lnTo>
                  <a:lnTo>
                    <a:pt x="1283181" y="225758"/>
                  </a:lnTo>
                  <a:lnTo>
                    <a:pt x="1276922" y="225758"/>
                  </a:lnTo>
                  <a:lnTo>
                    <a:pt x="1270662" y="225758"/>
                  </a:lnTo>
                  <a:lnTo>
                    <a:pt x="1264403" y="225758"/>
                  </a:lnTo>
                  <a:lnTo>
                    <a:pt x="1258144" y="225758"/>
                  </a:lnTo>
                  <a:lnTo>
                    <a:pt x="1251884" y="225758"/>
                  </a:lnTo>
                  <a:lnTo>
                    <a:pt x="1245625" y="225758"/>
                  </a:lnTo>
                  <a:lnTo>
                    <a:pt x="1239365" y="225758"/>
                  </a:lnTo>
                  <a:lnTo>
                    <a:pt x="1233106" y="225758"/>
                  </a:lnTo>
                  <a:lnTo>
                    <a:pt x="1226846" y="225758"/>
                  </a:lnTo>
                  <a:lnTo>
                    <a:pt x="1220587" y="225758"/>
                  </a:lnTo>
                  <a:lnTo>
                    <a:pt x="1214328" y="225758"/>
                  </a:lnTo>
                  <a:lnTo>
                    <a:pt x="1208068" y="225758"/>
                  </a:lnTo>
                  <a:lnTo>
                    <a:pt x="1201809" y="225758"/>
                  </a:lnTo>
                  <a:lnTo>
                    <a:pt x="1195549" y="225758"/>
                  </a:lnTo>
                  <a:lnTo>
                    <a:pt x="1189290" y="225758"/>
                  </a:lnTo>
                  <a:lnTo>
                    <a:pt x="1183031" y="225758"/>
                  </a:lnTo>
                  <a:lnTo>
                    <a:pt x="1176771" y="225758"/>
                  </a:lnTo>
                  <a:lnTo>
                    <a:pt x="1170512" y="225758"/>
                  </a:lnTo>
                  <a:lnTo>
                    <a:pt x="1164252" y="225758"/>
                  </a:lnTo>
                  <a:lnTo>
                    <a:pt x="1157993" y="225758"/>
                  </a:lnTo>
                  <a:lnTo>
                    <a:pt x="1151733" y="225758"/>
                  </a:lnTo>
                  <a:lnTo>
                    <a:pt x="1145474" y="225758"/>
                  </a:lnTo>
                  <a:lnTo>
                    <a:pt x="1139215" y="225758"/>
                  </a:lnTo>
                  <a:lnTo>
                    <a:pt x="1132955" y="225758"/>
                  </a:lnTo>
                  <a:lnTo>
                    <a:pt x="1126696" y="225758"/>
                  </a:lnTo>
                  <a:lnTo>
                    <a:pt x="1120436" y="225758"/>
                  </a:lnTo>
                  <a:lnTo>
                    <a:pt x="1114177" y="225758"/>
                  </a:lnTo>
                  <a:lnTo>
                    <a:pt x="1107917" y="225758"/>
                  </a:lnTo>
                  <a:lnTo>
                    <a:pt x="1101658" y="225758"/>
                  </a:lnTo>
                  <a:lnTo>
                    <a:pt x="1095399" y="225758"/>
                  </a:lnTo>
                  <a:lnTo>
                    <a:pt x="1089139" y="225758"/>
                  </a:lnTo>
                  <a:lnTo>
                    <a:pt x="1082880" y="225758"/>
                  </a:lnTo>
                  <a:lnTo>
                    <a:pt x="1076620" y="225758"/>
                  </a:lnTo>
                  <a:lnTo>
                    <a:pt x="1070361" y="225758"/>
                  </a:lnTo>
                  <a:lnTo>
                    <a:pt x="1064101" y="225758"/>
                  </a:lnTo>
                  <a:lnTo>
                    <a:pt x="1057842" y="225758"/>
                  </a:lnTo>
                  <a:lnTo>
                    <a:pt x="1051583" y="225758"/>
                  </a:lnTo>
                  <a:lnTo>
                    <a:pt x="1045323" y="225758"/>
                  </a:lnTo>
                  <a:lnTo>
                    <a:pt x="1039064" y="225758"/>
                  </a:lnTo>
                  <a:lnTo>
                    <a:pt x="1032804" y="225758"/>
                  </a:lnTo>
                  <a:lnTo>
                    <a:pt x="1026545" y="225758"/>
                  </a:lnTo>
                  <a:lnTo>
                    <a:pt x="1020286" y="225758"/>
                  </a:lnTo>
                  <a:lnTo>
                    <a:pt x="1014026" y="225758"/>
                  </a:lnTo>
                  <a:lnTo>
                    <a:pt x="1007767" y="225758"/>
                  </a:lnTo>
                  <a:lnTo>
                    <a:pt x="1001507" y="225758"/>
                  </a:lnTo>
                  <a:lnTo>
                    <a:pt x="995248" y="225758"/>
                  </a:lnTo>
                  <a:lnTo>
                    <a:pt x="988988" y="225758"/>
                  </a:lnTo>
                  <a:lnTo>
                    <a:pt x="982729" y="225758"/>
                  </a:lnTo>
                  <a:lnTo>
                    <a:pt x="976470" y="225758"/>
                  </a:lnTo>
                  <a:lnTo>
                    <a:pt x="970210" y="225758"/>
                  </a:lnTo>
                  <a:lnTo>
                    <a:pt x="963951" y="225758"/>
                  </a:lnTo>
                  <a:lnTo>
                    <a:pt x="957691" y="225758"/>
                  </a:lnTo>
                  <a:lnTo>
                    <a:pt x="951432" y="225758"/>
                  </a:lnTo>
                  <a:lnTo>
                    <a:pt x="945172" y="225758"/>
                  </a:lnTo>
                  <a:lnTo>
                    <a:pt x="938913" y="225758"/>
                  </a:lnTo>
                  <a:lnTo>
                    <a:pt x="932654" y="225758"/>
                  </a:lnTo>
                  <a:lnTo>
                    <a:pt x="926394" y="225758"/>
                  </a:lnTo>
                  <a:lnTo>
                    <a:pt x="920135" y="225758"/>
                  </a:lnTo>
                  <a:lnTo>
                    <a:pt x="913875" y="225758"/>
                  </a:lnTo>
                  <a:lnTo>
                    <a:pt x="907616" y="225758"/>
                  </a:lnTo>
                  <a:lnTo>
                    <a:pt x="901356" y="225758"/>
                  </a:lnTo>
                  <a:lnTo>
                    <a:pt x="895097" y="225758"/>
                  </a:lnTo>
                  <a:lnTo>
                    <a:pt x="888838" y="225758"/>
                  </a:lnTo>
                  <a:lnTo>
                    <a:pt x="882578" y="225758"/>
                  </a:lnTo>
                  <a:lnTo>
                    <a:pt x="876319" y="225758"/>
                  </a:lnTo>
                  <a:lnTo>
                    <a:pt x="870059" y="225758"/>
                  </a:lnTo>
                  <a:lnTo>
                    <a:pt x="863800" y="225758"/>
                  </a:lnTo>
                  <a:lnTo>
                    <a:pt x="857541" y="225758"/>
                  </a:lnTo>
                  <a:lnTo>
                    <a:pt x="851281" y="225758"/>
                  </a:lnTo>
                  <a:lnTo>
                    <a:pt x="845022" y="225758"/>
                  </a:lnTo>
                  <a:lnTo>
                    <a:pt x="838762" y="225758"/>
                  </a:lnTo>
                  <a:lnTo>
                    <a:pt x="832503" y="225758"/>
                  </a:lnTo>
                  <a:lnTo>
                    <a:pt x="826243" y="225758"/>
                  </a:lnTo>
                  <a:lnTo>
                    <a:pt x="819984" y="225758"/>
                  </a:lnTo>
                  <a:lnTo>
                    <a:pt x="813725" y="225758"/>
                  </a:lnTo>
                  <a:lnTo>
                    <a:pt x="807465" y="225758"/>
                  </a:lnTo>
                  <a:lnTo>
                    <a:pt x="801206" y="225758"/>
                  </a:lnTo>
                  <a:lnTo>
                    <a:pt x="794946" y="225758"/>
                  </a:lnTo>
                  <a:lnTo>
                    <a:pt x="788687" y="225758"/>
                  </a:lnTo>
                  <a:lnTo>
                    <a:pt x="782427" y="225758"/>
                  </a:lnTo>
                  <a:lnTo>
                    <a:pt x="776168" y="225758"/>
                  </a:lnTo>
                  <a:lnTo>
                    <a:pt x="769909" y="225758"/>
                  </a:lnTo>
                  <a:lnTo>
                    <a:pt x="763649" y="225758"/>
                  </a:lnTo>
                  <a:lnTo>
                    <a:pt x="757390" y="225758"/>
                  </a:lnTo>
                  <a:lnTo>
                    <a:pt x="751130" y="225758"/>
                  </a:lnTo>
                  <a:lnTo>
                    <a:pt x="744871" y="225758"/>
                  </a:lnTo>
                  <a:lnTo>
                    <a:pt x="738611" y="225758"/>
                  </a:lnTo>
                  <a:lnTo>
                    <a:pt x="732352" y="225758"/>
                  </a:lnTo>
                  <a:lnTo>
                    <a:pt x="726093" y="225758"/>
                  </a:lnTo>
                  <a:lnTo>
                    <a:pt x="719833" y="225758"/>
                  </a:lnTo>
                  <a:lnTo>
                    <a:pt x="713574" y="225758"/>
                  </a:lnTo>
                  <a:lnTo>
                    <a:pt x="707314" y="225758"/>
                  </a:lnTo>
                  <a:lnTo>
                    <a:pt x="701055" y="225758"/>
                  </a:lnTo>
                  <a:lnTo>
                    <a:pt x="694796" y="225758"/>
                  </a:lnTo>
                  <a:lnTo>
                    <a:pt x="688536" y="225758"/>
                  </a:lnTo>
                  <a:lnTo>
                    <a:pt x="682277" y="225758"/>
                  </a:lnTo>
                  <a:lnTo>
                    <a:pt x="676017" y="225758"/>
                  </a:lnTo>
                  <a:lnTo>
                    <a:pt x="669758" y="225758"/>
                  </a:lnTo>
                  <a:lnTo>
                    <a:pt x="663498" y="225758"/>
                  </a:lnTo>
                  <a:lnTo>
                    <a:pt x="657239" y="225758"/>
                  </a:lnTo>
                  <a:lnTo>
                    <a:pt x="650980" y="225758"/>
                  </a:lnTo>
                  <a:lnTo>
                    <a:pt x="644720" y="225758"/>
                  </a:lnTo>
                  <a:lnTo>
                    <a:pt x="638461" y="225758"/>
                  </a:lnTo>
                  <a:lnTo>
                    <a:pt x="632201" y="225758"/>
                  </a:lnTo>
                  <a:lnTo>
                    <a:pt x="625942" y="225758"/>
                  </a:lnTo>
                  <a:lnTo>
                    <a:pt x="619682" y="225758"/>
                  </a:lnTo>
                  <a:lnTo>
                    <a:pt x="613423" y="225758"/>
                  </a:lnTo>
                  <a:lnTo>
                    <a:pt x="607164" y="225758"/>
                  </a:lnTo>
                  <a:lnTo>
                    <a:pt x="600904" y="225758"/>
                  </a:lnTo>
                  <a:lnTo>
                    <a:pt x="594645" y="225758"/>
                  </a:lnTo>
                  <a:lnTo>
                    <a:pt x="588385" y="225758"/>
                  </a:lnTo>
                  <a:lnTo>
                    <a:pt x="582126" y="225758"/>
                  </a:lnTo>
                  <a:lnTo>
                    <a:pt x="575866" y="225758"/>
                  </a:lnTo>
                  <a:lnTo>
                    <a:pt x="569607" y="225758"/>
                  </a:lnTo>
                  <a:lnTo>
                    <a:pt x="563348" y="225758"/>
                  </a:lnTo>
                  <a:lnTo>
                    <a:pt x="557088" y="225758"/>
                  </a:lnTo>
                  <a:lnTo>
                    <a:pt x="550829" y="225758"/>
                  </a:lnTo>
                  <a:lnTo>
                    <a:pt x="544569" y="225758"/>
                  </a:lnTo>
                  <a:lnTo>
                    <a:pt x="538310" y="225758"/>
                  </a:lnTo>
                  <a:lnTo>
                    <a:pt x="532050" y="225758"/>
                  </a:lnTo>
                  <a:lnTo>
                    <a:pt x="525791" y="225758"/>
                  </a:lnTo>
                  <a:lnTo>
                    <a:pt x="519532" y="225758"/>
                  </a:lnTo>
                  <a:lnTo>
                    <a:pt x="513272" y="225758"/>
                  </a:lnTo>
                  <a:lnTo>
                    <a:pt x="507013" y="225758"/>
                  </a:lnTo>
                  <a:lnTo>
                    <a:pt x="500753" y="225758"/>
                  </a:lnTo>
                  <a:lnTo>
                    <a:pt x="494494" y="225758"/>
                  </a:lnTo>
                  <a:lnTo>
                    <a:pt x="488235" y="225758"/>
                  </a:lnTo>
                  <a:lnTo>
                    <a:pt x="481975" y="225758"/>
                  </a:lnTo>
                  <a:lnTo>
                    <a:pt x="475716" y="225758"/>
                  </a:lnTo>
                  <a:lnTo>
                    <a:pt x="469456" y="225758"/>
                  </a:lnTo>
                  <a:lnTo>
                    <a:pt x="463197" y="225758"/>
                  </a:lnTo>
                  <a:lnTo>
                    <a:pt x="456937" y="225758"/>
                  </a:lnTo>
                  <a:lnTo>
                    <a:pt x="450678" y="225758"/>
                  </a:lnTo>
                  <a:lnTo>
                    <a:pt x="444419" y="225758"/>
                  </a:lnTo>
                  <a:lnTo>
                    <a:pt x="438159" y="225758"/>
                  </a:lnTo>
                  <a:lnTo>
                    <a:pt x="431900" y="225758"/>
                  </a:lnTo>
                  <a:lnTo>
                    <a:pt x="425640" y="225758"/>
                  </a:lnTo>
                  <a:lnTo>
                    <a:pt x="419381" y="225758"/>
                  </a:lnTo>
                  <a:lnTo>
                    <a:pt x="413121" y="225758"/>
                  </a:lnTo>
                  <a:lnTo>
                    <a:pt x="406862" y="225758"/>
                  </a:lnTo>
                  <a:lnTo>
                    <a:pt x="400603" y="225758"/>
                  </a:lnTo>
                  <a:lnTo>
                    <a:pt x="394343" y="225758"/>
                  </a:lnTo>
                  <a:lnTo>
                    <a:pt x="388084" y="225758"/>
                  </a:lnTo>
                  <a:lnTo>
                    <a:pt x="381824" y="225758"/>
                  </a:lnTo>
                  <a:lnTo>
                    <a:pt x="375565" y="225758"/>
                  </a:lnTo>
                  <a:lnTo>
                    <a:pt x="369305" y="225758"/>
                  </a:lnTo>
                  <a:lnTo>
                    <a:pt x="363046" y="225758"/>
                  </a:lnTo>
                  <a:lnTo>
                    <a:pt x="356787" y="225758"/>
                  </a:lnTo>
                  <a:lnTo>
                    <a:pt x="350527" y="225758"/>
                  </a:lnTo>
                  <a:lnTo>
                    <a:pt x="344268" y="225758"/>
                  </a:lnTo>
                  <a:lnTo>
                    <a:pt x="338008" y="225758"/>
                  </a:lnTo>
                  <a:lnTo>
                    <a:pt x="331749" y="225758"/>
                  </a:lnTo>
                  <a:lnTo>
                    <a:pt x="325490" y="225758"/>
                  </a:lnTo>
                  <a:lnTo>
                    <a:pt x="319230" y="225758"/>
                  </a:lnTo>
                  <a:lnTo>
                    <a:pt x="312971" y="225758"/>
                  </a:lnTo>
                  <a:lnTo>
                    <a:pt x="306711" y="225758"/>
                  </a:lnTo>
                  <a:lnTo>
                    <a:pt x="300452" y="225758"/>
                  </a:lnTo>
                  <a:lnTo>
                    <a:pt x="294192" y="225758"/>
                  </a:lnTo>
                  <a:lnTo>
                    <a:pt x="287933" y="225758"/>
                  </a:lnTo>
                  <a:lnTo>
                    <a:pt x="281674" y="225758"/>
                  </a:lnTo>
                  <a:lnTo>
                    <a:pt x="275414" y="225758"/>
                  </a:lnTo>
                  <a:lnTo>
                    <a:pt x="269155" y="225758"/>
                  </a:lnTo>
                  <a:lnTo>
                    <a:pt x="262895" y="225758"/>
                  </a:lnTo>
                  <a:lnTo>
                    <a:pt x="256636" y="225758"/>
                  </a:lnTo>
                  <a:lnTo>
                    <a:pt x="250376" y="225758"/>
                  </a:lnTo>
                  <a:lnTo>
                    <a:pt x="244117" y="225758"/>
                  </a:lnTo>
                  <a:lnTo>
                    <a:pt x="237858" y="225758"/>
                  </a:lnTo>
                  <a:lnTo>
                    <a:pt x="231598" y="225758"/>
                  </a:lnTo>
                  <a:lnTo>
                    <a:pt x="225339" y="225758"/>
                  </a:lnTo>
                  <a:lnTo>
                    <a:pt x="219079" y="225758"/>
                  </a:lnTo>
                  <a:lnTo>
                    <a:pt x="212820" y="225758"/>
                  </a:lnTo>
                  <a:lnTo>
                    <a:pt x="206560" y="225758"/>
                  </a:lnTo>
                  <a:lnTo>
                    <a:pt x="200301" y="225758"/>
                  </a:lnTo>
                  <a:lnTo>
                    <a:pt x="194042" y="225758"/>
                  </a:lnTo>
                  <a:lnTo>
                    <a:pt x="187782" y="225758"/>
                  </a:lnTo>
                  <a:lnTo>
                    <a:pt x="181523" y="225758"/>
                  </a:lnTo>
                  <a:lnTo>
                    <a:pt x="175263" y="225758"/>
                  </a:lnTo>
                  <a:lnTo>
                    <a:pt x="169004" y="225758"/>
                  </a:lnTo>
                  <a:lnTo>
                    <a:pt x="162745" y="225758"/>
                  </a:lnTo>
                  <a:lnTo>
                    <a:pt x="156485" y="225758"/>
                  </a:lnTo>
                  <a:lnTo>
                    <a:pt x="150226" y="225758"/>
                  </a:lnTo>
                  <a:lnTo>
                    <a:pt x="143966" y="225758"/>
                  </a:lnTo>
                  <a:lnTo>
                    <a:pt x="137707" y="225758"/>
                  </a:lnTo>
                  <a:lnTo>
                    <a:pt x="131447" y="225758"/>
                  </a:lnTo>
                  <a:lnTo>
                    <a:pt x="125188" y="225758"/>
                  </a:lnTo>
                  <a:lnTo>
                    <a:pt x="118929" y="225758"/>
                  </a:lnTo>
                  <a:lnTo>
                    <a:pt x="112669" y="225758"/>
                  </a:lnTo>
                  <a:lnTo>
                    <a:pt x="106410" y="225758"/>
                  </a:lnTo>
                  <a:lnTo>
                    <a:pt x="100150" y="225758"/>
                  </a:lnTo>
                  <a:lnTo>
                    <a:pt x="93891" y="225758"/>
                  </a:lnTo>
                  <a:lnTo>
                    <a:pt x="87631" y="225758"/>
                  </a:lnTo>
                  <a:lnTo>
                    <a:pt x="81372" y="225758"/>
                  </a:lnTo>
                  <a:lnTo>
                    <a:pt x="75113" y="225758"/>
                  </a:lnTo>
                  <a:lnTo>
                    <a:pt x="68853" y="225758"/>
                  </a:lnTo>
                  <a:lnTo>
                    <a:pt x="62594" y="225758"/>
                  </a:lnTo>
                  <a:lnTo>
                    <a:pt x="56334" y="225758"/>
                  </a:lnTo>
                  <a:lnTo>
                    <a:pt x="50075" y="225758"/>
                  </a:lnTo>
                  <a:lnTo>
                    <a:pt x="43815" y="225758"/>
                  </a:lnTo>
                  <a:lnTo>
                    <a:pt x="37556" y="225758"/>
                  </a:lnTo>
                  <a:lnTo>
                    <a:pt x="31297" y="225758"/>
                  </a:lnTo>
                  <a:lnTo>
                    <a:pt x="25037" y="225758"/>
                  </a:lnTo>
                  <a:lnTo>
                    <a:pt x="18778" y="225758"/>
                  </a:lnTo>
                  <a:lnTo>
                    <a:pt x="12518" y="225758"/>
                  </a:lnTo>
                  <a:lnTo>
                    <a:pt x="6259" y="225758"/>
                  </a:lnTo>
                  <a:lnTo>
                    <a:pt x="0" y="22575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49798" y="1029801"/>
              <a:ext cx="3198565" cy="148052"/>
            </a:xfrm>
            <a:custGeom>
              <a:avLst/>
              <a:pathLst>
                <a:path w="3198565" h="148052">
                  <a:moveTo>
                    <a:pt x="0" y="33374"/>
                  </a:moveTo>
                  <a:lnTo>
                    <a:pt x="6259" y="32551"/>
                  </a:lnTo>
                  <a:lnTo>
                    <a:pt x="12518" y="31735"/>
                  </a:lnTo>
                  <a:lnTo>
                    <a:pt x="18778" y="30919"/>
                  </a:lnTo>
                  <a:lnTo>
                    <a:pt x="25037" y="30125"/>
                  </a:lnTo>
                  <a:lnTo>
                    <a:pt x="31297" y="29333"/>
                  </a:lnTo>
                  <a:lnTo>
                    <a:pt x="37556" y="28544"/>
                  </a:lnTo>
                  <a:lnTo>
                    <a:pt x="43815" y="27776"/>
                  </a:lnTo>
                  <a:lnTo>
                    <a:pt x="50075" y="27009"/>
                  </a:lnTo>
                  <a:lnTo>
                    <a:pt x="56334" y="26250"/>
                  </a:lnTo>
                  <a:lnTo>
                    <a:pt x="62594" y="25507"/>
                  </a:lnTo>
                  <a:lnTo>
                    <a:pt x="68853" y="24765"/>
                  </a:lnTo>
                  <a:lnTo>
                    <a:pt x="75113" y="24037"/>
                  </a:lnTo>
                  <a:lnTo>
                    <a:pt x="81372" y="23321"/>
                  </a:lnTo>
                  <a:lnTo>
                    <a:pt x="87631" y="22605"/>
                  </a:lnTo>
                  <a:lnTo>
                    <a:pt x="93891" y="21910"/>
                  </a:lnTo>
                  <a:lnTo>
                    <a:pt x="100150" y="21220"/>
                  </a:lnTo>
                  <a:lnTo>
                    <a:pt x="106410" y="20531"/>
                  </a:lnTo>
                  <a:lnTo>
                    <a:pt x="112669" y="19869"/>
                  </a:lnTo>
                  <a:lnTo>
                    <a:pt x="118929" y="19207"/>
                  </a:lnTo>
                  <a:lnTo>
                    <a:pt x="125188" y="18551"/>
                  </a:lnTo>
                  <a:lnTo>
                    <a:pt x="131447" y="17918"/>
                  </a:lnTo>
                  <a:lnTo>
                    <a:pt x="137707" y="17285"/>
                  </a:lnTo>
                  <a:lnTo>
                    <a:pt x="143966" y="16663"/>
                  </a:lnTo>
                  <a:lnTo>
                    <a:pt x="150226" y="16059"/>
                  </a:lnTo>
                  <a:lnTo>
                    <a:pt x="156485" y="15455"/>
                  </a:lnTo>
                  <a:lnTo>
                    <a:pt x="162745" y="14869"/>
                  </a:lnTo>
                  <a:lnTo>
                    <a:pt x="169004" y="14294"/>
                  </a:lnTo>
                  <a:lnTo>
                    <a:pt x="175263" y="13720"/>
                  </a:lnTo>
                  <a:lnTo>
                    <a:pt x="181523" y="13170"/>
                  </a:lnTo>
                  <a:lnTo>
                    <a:pt x="187782" y="12626"/>
                  </a:lnTo>
                  <a:lnTo>
                    <a:pt x="194042" y="12082"/>
                  </a:lnTo>
                  <a:lnTo>
                    <a:pt x="200301" y="11569"/>
                  </a:lnTo>
                  <a:lnTo>
                    <a:pt x="206560" y="11055"/>
                  </a:lnTo>
                  <a:lnTo>
                    <a:pt x="212820" y="10549"/>
                  </a:lnTo>
                  <a:lnTo>
                    <a:pt x="219079" y="10066"/>
                  </a:lnTo>
                  <a:lnTo>
                    <a:pt x="225339" y="9583"/>
                  </a:lnTo>
                  <a:lnTo>
                    <a:pt x="231598" y="9115"/>
                  </a:lnTo>
                  <a:lnTo>
                    <a:pt x="237858" y="8664"/>
                  </a:lnTo>
                  <a:lnTo>
                    <a:pt x="244117" y="8213"/>
                  </a:lnTo>
                  <a:lnTo>
                    <a:pt x="250376" y="7783"/>
                  </a:lnTo>
                  <a:lnTo>
                    <a:pt x="256636" y="7364"/>
                  </a:lnTo>
                  <a:lnTo>
                    <a:pt x="262895" y="6945"/>
                  </a:lnTo>
                  <a:lnTo>
                    <a:pt x="269155" y="6554"/>
                  </a:lnTo>
                  <a:lnTo>
                    <a:pt x="275414" y="6167"/>
                  </a:lnTo>
                  <a:lnTo>
                    <a:pt x="281674" y="5783"/>
                  </a:lnTo>
                  <a:lnTo>
                    <a:pt x="287933" y="5429"/>
                  </a:lnTo>
                  <a:lnTo>
                    <a:pt x="294192" y="5075"/>
                  </a:lnTo>
                  <a:lnTo>
                    <a:pt x="300452" y="4730"/>
                  </a:lnTo>
                  <a:lnTo>
                    <a:pt x="306711" y="4408"/>
                  </a:lnTo>
                  <a:lnTo>
                    <a:pt x="312971" y="4087"/>
                  </a:lnTo>
                  <a:lnTo>
                    <a:pt x="319230" y="3782"/>
                  </a:lnTo>
                  <a:lnTo>
                    <a:pt x="325490" y="3493"/>
                  </a:lnTo>
                  <a:lnTo>
                    <a:pt x="331749" y="3204"/>
                  </a:lnTo>
                  <a:lnTo>
                    <a:pt x="338008" y="2939"/>
                  </a:lnTo>
                  <a:lnTo>
                    <a:pt x="344268" y="2684"/>
                  </a:lnTo>
                  <a:lnTo>
                    <a:pt x="350527" y="2428"/>
                  </a:lnTo>
                  <a:lnTo>
                    <a:pt x="356787" y="2203"/>
                  </a:lnTo>
                  <a:lnTo>
                    <a:pt x="363046" y="1980"/>
                  </a:lnTo>
                  <a:lnTo>
                    <a:pt x="369305" y="1763"/>
                  </a:lnTo>
                  <a:lnTo>
                    <a:pt x="375565" y="1573"/>
                  </a:lnTo>
                  <a:lnTo>
                    <a:pt x="381824" y="1384"/>
                  </a:lnTo>
                  <a:lnTo>
                    <a:pt x="388084" y="1206"/>
                  </a:lnTo>
                  <a:lnTo>
                    <a:pt x="394343" y="1049"/>
                  </a:lnTo>
                  <a:lnTo>
                    <a:pt x="400603" y="893"/>
                  </a:lnTo>
                  <a:lnTo>
                    <a:pt x="406862" y="755"/>
                  </a:lnTo>
                  <a:lnTo>
                    <a:pt x="413121" y="632"/>
                  </a:lnTo>
                  <a:lnTo>
                    <a:pt x="419381" y="508"/>
                  </a:lnTo>
                  <a:lnTo>
                    <a:pt x="425640" y="411"/>
                  </a:lnTo>
                  <a:lnTo>
                    <a:pt x="431900" y="320"/>
                  </a:lnTo>
                  <a:lnTo>
                    <a:pt x="438159" y="230"/>
                  </a:lnTo>
                  <a:lnTo>
                    <a:pt x="444419" y="171"/>
                  </a:lnTo>
                  <a:lnTo>
                    <a:pt x="450678" y="114"/>
                  </a:lnTo>
                  <a:lnTo>
                    <a:pt x="456937" y="62"/>
                  </a:lnTo>
                  <a:lnTo>
                    <a:pt x="463197" y="37"/>
                  </a:lnTo>
                  <a:lnTo>
                    <a:pt x="469456" y="12"/>
                  </a:lnTo>
                  <a:lnTo>
                    <a:pt x="475716" y="0"/>
                  </a:lnTo>
                  <a:lnTo>
                    <a:pt x="481975" y="6"/>
                  </a:lnTo>
                  <a:lnTo>
                    <a:pt x="488235" y="13"/>
                  </a:lnTo>
                  <a:lnTo>
                    <a:pt x="494494" y="40"/>
                  </a:lnTo>
                  <a:lnTo>
                    <a:pt x="500753" y="79"/>
                  </a:lnTo>
                  <a:lnTo>
                    <a:pt x="507013" y="118"/>
                  </a:lnTo>
                  <a:lnTo>
                    <a:pt x="513272" y="183"/>
                  </a:lnTo>
                  <a:lnTo>
                    <a:pt x="519532" y="253"/>
                  </a:lnTo>
                  <a:lnTo>
                    <a:pt x="525791" y="325"/>
                  </a:lnTo>
                  <a:lnTo>
                    <a:pt x="532050" y="426"/>
                  </a:lnTo>
                  <a:lnTo>
                    <a:pt x="538310" y="528"/>
                  </a:lnTo>
                  <a:lnTo>
                    <a:pt x="544569" y="637"/>
                  </a:lnTo>
                  <a:lnTo>
                    <a:pt x="550829" y="769"/>
                  </a:lnTo>
                  <a:lnTo>
                    <a:pt x="557088" y="902"/>
                  </a:lnTo>
                  <a:lnTo>
                    <a:pt x="563348" y="1048"/>
                  </a:lnTo>
                  <a:lnTo>
                    <a:pt x="569607" y="1210"/>
                  </a:lnTo>
                  <a:lnTo>
                    <a:pt x="575866" y="1373"/>
                  </a:lnTo>
                  <a:lnTo>
                    <a:pt x="582126" y="1555"/>
                  </a:lnTo>
                  <a:lnTo>
                    <a:pt x="588385" y="1747"/>
                  </a:lnTo>
                  <a:lnTo>
                    <a:pt x="594645" y="1939"/>
                  </a:lnTo>
                  <a:lnTo>
                    <a:pt x="600904" y="2157"/>
                  </a:lnTo>
                  <a:lnTo>
                    <a:pt x="607164" y="2378"/>
                  </a:lnTo>
                  <a:lnTo>
                    <a:pt x="613423" y="2602"/>
                  </a:lnTo>
                  <a:lnTo>
                    <a:pt x="619682" y="2852"/>
                  </a:lnTo>
                  <a:lnTo>
                    <a:pt x="625942" y="3102"/>
                  </a:lnTo>
                  <a:lnTo>
                    <a:pt x="632201" y="3360"/>
                  </a:lnTo>
                  <a:lnTo>
                    <a:pt x="638461" y="3638"/>
                  </a:lnTo>
                  <a:lnTo>
                    <a:pt x="644720" y="3915"/>
                  </a:lnTo>
                  <a:lnTo>
                    <a:pt x="650980" y="4207"/>
                  </a:lnTo>
                  <a:lnTo>
                    <a:pt x="657239" y="4512"/>
                  </a:lnTo>
                  <a:lnTo>
                    <a:pt x="663498" y="4817"/>
                  </a:lnTo>
                  <a:lnTo>
                    <a:pt x="669758" y="5141"/>
                  </a:lnTo>
                  <a:lnTo>
                    <a:pt x="676017" y="5472"/>
                  </a:lnTo>
                  <a:lnTo>
                    <a:pt x="682277" y="5803"/>
                  </a:lnTo>
                  <a:lnTo>
                    <a:pt x="688536" y="6159"/>
                  </a:lnTo>
                  <a:lnTo>
                    <a:pt x="694796" y="6516"/>
                  </a:lnTo>
                  <a:lnTo>
                    <a:pt x="701055" y="6876"/>
                  </a:lnTo>
                  <a:lnTo>
                    <a:pt x="707314" y="7259"/>
                  </a:lnTo>
                  <a:lnTo>
                    <a:pt x="713574" y="7641"/>
                  </a:lnTo>
                  <a:lnTo>
                    <a:pt x="719833" y="8031"/>
                  </a:lnTo>
                  <a:lnTo>
                    <a:pt x="726093" y="8438"/>
                  </a:lnTo>
                  <a:lnTo>
                    <a:pt x="732352" y="8844"/>
                  </a:lnTo>
                  <a:lnTo>
                    <a:pt x="738611" y="9263"/>
                  </a:lnTo>
                  <a:lnTo>
                    <a:pt x="744871" y="9693"/>
                  </a:lnTo>
                  <a:lnTo>
                    <a:pt x="751130" y="10123"/>
                  </a:lnTo>
                  <a:lnTo>
                    <a:pt x="757390" y="10570"/>
                  </a:lnTo>
                  <a:lnTo>
                    <a:pt x="763649" y="11022"/>
                  </a:lnTo>
                  <a:lnTo>
                    <a:pt x="769909" y="11474"/>
                  </a:lnTo>
                  <a:lnTo>
                    <a:pt x="776168" y="11948"/>
                  </a:lnTo>
                  <a:lnTo>
                    <a:pt x="782427" y="12422"/>
                  </a:lnTo>
                  <a:lnTo>
                    <a:pt x="788687" y="12900"/>
                  </a:lnTo>
                  <a:lnTo>
                    <a:pt x="794946" y="13395"/>
                  </a:lnTo>
                  <a:lnTo>
                    <a:pt x="801206" y="13889"/>
                  </a:lnTo>
                  <a:lnTo>
                    <a:pt x="807465" y="14392"/>
                  </a:lnTo>
                  <a:lnTo>
                    <a:pt x="813725" y="14907"/>
                  </a:lnTo>
                  <a:lnTo>
                    <a:pt x="819984" y="15421"/>
                  </a:lnTo>
                  <a:lnTo>
                    <a:pt x="826243" y="15948"/>
                  </a:lnTo>
                  <a:lnTo>
                    <a:pt x="832503" y="16481"/>
                  </a:lnTo>
                  <a:lnTo>
                    <a:pt x="838762" y="17015"/>
                  </a:lnTo>
                  <a:lnTo>
                    <a:pt x="845022" y="17564"/>
                  </a:lnTo>
                  <a:lnTo>
                    <a:pt x="851281" y="18115"/>
                  </a:lnTo>
                  <a:lnTo>
                    <a:pt x="857541" y="18668"/>
                  </a:lnTo>
                  <a:lnTo>
                    <a:pt x="863800" y="19237"/>
                  </a:lnTo>
                  <a:lnTo>
                    <a:pt x="870059" y="19805"/>
                  </a:lnTo>
                  <a:lnTo>
                    <a:pt x="876319" y="20378"/>
                  </a:lnTo>
                  <a:lnTo>
                    <a:pt x="882578" y="20963"/>
                  </a:lnTo>
                  <a:lnTo>
                    <a:pt x="888838" y="21548"/>
                  </a:lnTo>
                  <a:lnTo>
                    <a:pt x="895097" y="22141"/>
                  </a:lnTo>
                  <a:lnTo>
                    <a:pt x="901356" y="22741"/>
                  </a:lnTo>
                  <a:lnTo>
                    <a:pt x="907616" y="23341"/>
                  </a:lnTo>
                  <a:lnTo>
                    <a:pt x="913875" y="23951"/>
                  </a:lnTo>
                  <a:lnTo>
                    <a:pt x="920135" y="24566"/>
                  </a:lnTo>
                  <a:lnTo>
                    <a:pt x="926394" y="25180"/>
                  </a:lnTo>
                  <a:lnTo>
                    <a:pt x="932654" y="25806"/>
                  </a:lnTo>
                  <a:lnTo>
                    <a:pt x="938913" y="26434"/>
                  </a:lnTo>
                  <a:lnTo>
                    <a:pt x="945172" y="27063"/>
                  </a:lnTo>
                  <a:lnTo>
                    <a:pt x="951432" y="27704"/>
                  </a:lnTo>
                  <a:lnTo>
                    <a:pt x="957691" y="28344"/>
                  </a:lnTo>
                  <a:lnTo>
                    <a:pt x="963951" y="28988"/>
                  </a:lnTo>
                  <a:lnTo>
                    <a:pt x="970210" y="29639"/>
                  </a:lnTo>
                  <a:lnTo>
                    <a:pt x="976470" y="30291"/>
                  </a:lnTo>
                  <a:lnTo>
                    <a:pt x="982729" y="30948"/>
                  </a:lnTo>
                  <a:lnTo>
                    <a:pt x="988988" y="31610"/>
                  </a:lnTo>
                  <a:lnTo>
                    <a:pt x="995248" y="32272"/>
                  </a:lnTo>
                  <a:lnTo>
                    <a:pt x="1001507" y="32941"/>
                  </a:lnTo>
                  <a:lnTo>
                    <a:pt x="1007767" y="33612"/>
                  </a:lnTo>
                  <a:lnTo>
                    <a:pt x="1014026" y="34284"/>
                  </a:lnTo>
                  <a:lnTo>
                    <a:pt x="1020286" y="34963"/>
                  </a:lnTo>
                  <a:lnTo>
                    <a:pt x="1026545" y="35643"/>
                  </a:lnTo>
                  <a:lnTo>
                    <a:pt x="1032804" y="36324"/>
                  </a:lnTo>
                  <a:lnTo>
                    <a:pt x="1039064" y="37012"/>
                  </a:lnTo>
                  <a:lnTo>
                    <a:pt x="1045323" y="37699"/>
                  </a:lnTo>
                  <a:lnTo>
                    <a:pt x="1051583" y="38389"/>
                  </a:lnTo>
                  <a:lnTo>
                    <a:pt x="1057842" y="39084"/>
                  </a:lnTo>
                  <a:lnTo>
                    <a:pt x="1064101" y="39778"/>
                  </a:lnTo>
                  <a:lnTo>
                    <a:pt x="1070361" y="40475"/>
                  </a:lnTo>
                  <a:lnTo>
                    <a:pt x="1076620" y="41175"/>
                  </a:lnTo>
                  <a:lnTo>
                    <a:pt x="1082880" y="41875"/>
                  </a:lnTo>
                  <a:lnTo>
                    <a:pt x="1089139" y="42578"/>
                  </a:lnTo>
                  <a:lnTo>
                    <a:pt x="1095399" y="43283"/>
                  </a:lnTo>
                  <a:lnTo>
                    <a:pt x="1101658" y="43987"/>
                  </a:lnTo>
                  <a:lnTo>
                    <a:pt x="1107917" y="44696"/>
                  </a:lnTo>
                  <a:lnTo>
                    <a:pt x="1114177" y="45404"/>
                  </a:lnTo>
                  <a:lnTo>
                    <a:pt x="1120436" y="46113"/>
                  </a:lnTo>
                  <a:lnTo>
                    <a:pt x="1126696" y="46825"/>
                  </a:lnTo>
                  <a:lnTo>
                    <a:pt x="1132955" y="47536"/>
                  </a:lnTo>
                  <a:lnTo>
                    <a:pt x="1139215" y="48248"/>
                  </a:lnTo>
                  <a:lnTo>
                    <a:pt x="1145474" y="48962"/>
                  </a:lnTo>
                  <a:lnTo>
                    <a:pt x="1151733" y="49675"/>
                  </a:lnTo>
                  <a:lnTo>
                    <a:pt x="1157993" y="50389"/>
                  </a:lnTo>
                  <a:lnTo>
                    <a:pt x="1164252" y="51104"/>
                  </a:lnTo>
                  <a:lnTo>
                    <a:pt x="1170512" y="51818"/>
                  </a:lnTo>
                  <a:lnTo>
                    <a:pt x="1176771" y="52533"/>
                  </a:lnTo>
                  <a:lnTo>
                    <a:pt x="1183031" y="53248"/>
                  </a:lnTo>
                  <a:lnTo>
                    <a:pt x="1189290" y="53963"/>
                  </a:lnTo>
                  <a:lnTo>
                    <a:pt x="1195549" y="54677"/>
                  </a:lnTo>
                  <a:lnTo>
                    <a:pt x="1201809" y="55392"/>
                  </a:lnTo>
                  <a:lnTo>
                    <a:pt x="1208068" y="56106"/>
                  </a:lnTo>
                  <a:lnTo>
                    <a:pt x="1214328" y="56819"/>
                  </a:lnTo>
                  <a:lnTo>
                    <a:pt x="1220587" y="57532"/>
                  </a:lnTo>
                  <a:lnTo>
                    <a:pt x="1226846" y="58244"/>
                  </a:lnTo>
                  <a:lnTo>
                    <a:pt x="1233106" y="58955"/>
                  </a:lnTo>
                  <a:lnTo>
                    <a:pt x="1239365" y="59666"/>
                  </a:lnTo>
                  <a:lnTo>
                    <a:pt x="1245625" y="60375"/>
                  </a:lnTo>
                  <a:lnTo>
                    <a:pt x="1251884" y="61083"/>
                  </a:lnTo>
                  <a:lnTo>
                    <a:pt x="1258144" y="61791"/>
                  </a:lnTo>
                  <a:lnTo>
                    <a:pt x="1264403" y="62496"/>
                  </a:lnTo>
                  <a:lnTo>
                    <a:pt x="1270662" y="63200"/>
                  </a:lnTo>
                  <a:lnTo>
                    <a:pt x="1276922" y="63904"/>
                  </a:lnTo>
                  <a:lnTo>
                    <a:pt x="1283181" y="64605"/>
                  </a:lnTo>
                  <a:lnTo>
                    <a:pt x="1289441" y="65305"/>
                  </a:lnTo>
                  <a:lnTo>
                    <a:pt x="1295700" y="66003"/>
                  </a:lnTo>
                  <a:lnTo>
                    <a:pt x="1301960" y="66698"/>
                  </a:lnTo>
                  <a:lnTo>
                    <a:pt x="1308219" y="67393"/>
                  </a:lnTo>
                  <a:lnTo>
                    <a:pt x="1314478" y="68085"/>
                  </a:lnTo>
                  <a:lnTo>
                    <a:pt x="1320738" y="68774"/>
                  </a:lnTo>
                  <a:lnTo>
                    <a:pt x="1326997" y="69463"/>
                  </a:lnTo>
                  <a:lnTo>
                    <a:pt x="1333257" y="70148"/>
                  </a:lnTo>
                  <a:lnTo>
                    <a:pt x="1339516" y="70830"/>
                  </a:lnTo>
                  <a:lnTo>
                    <a:pt x="1345776" y="71513"/>
                  </a:lnTo>
                  <a:lnTo>
                    <a:pt x="1352035" y="72189"/>
                  </a:lnTo>
                  <a:lnTo>
                    <a:pt x="1358294" y="72865"/>
                  </a:lnTo>
                  <a:lnTo>
                    <a:pt x="1364554" y="73539"/>
                  </a:lnTo>
                  <a:lnTo>
                    <a:pt x="1370813" y="74207"/>
                  </a:lnTo>
                  <a:lnTo>
                    <a:pt x="1377073" y="74875"/>
                  </a:lnTo>
                  <a:lnTo>
                    <a:pt x="1383332" y="75540"/>
                  </a:lnTo>
                  <a:lnTo>
                    <a:pt x="1389592" y="76200"/>
                  </a:lnTo>
                  <a:lnTo>
                    <a:pt x="1395851" y="76860"/>
                  </a:lnTo>
                  <a:lnTo>
                    <a:pt x="1402110" y="77514"/>
                  </a:lnTo>
                  <a:lnTo>
                    <a:pt x="1408370" y="78165"/>
                  </a:lnTo>
                  <a:lnTo>
                    <a:pt x="1414629" y="78816"/>
                  </a:lnTo>
                  <a:lnTo>
                    <a:pt x="1420889" y="79460"/>
                  </a:lnTo>
                  <a:lnTo>
                    <a:pt x="1427148" y="80101"/>
                  </a:lnTo>
                  <a:lnTo>
                    <a:pt x="1433407" y="80743"/>
                  </a:lnTo>
                  <a:lnTo>
                    <a:pt x="1439667" y="81374"/>
                  </a:lnTo>
                  <a:lnTo>
                    <a:pt x="1445926" y="82006"/>
                  </a:lnTo>
                  <a:lnTo>
                    <a:pt x="1452186" y="82636"/>
                  </a:lnTo>
                  <a:lnTo>
                    <a:pt x="1458445" y="83257"/>
                  </a:lnTo>
                  <a:lnTo>
                    <a:pt x="1464705" y="83878"/>
                  </a:lnTo>
                  <a:lnTo>
                    <a:pt x="1470964" y="84495"/>
                  </a:lnTo>
                  <a:lnTo>
                    <a:pt x="1477223" y="85106"/>
                  </a:lnTo>
                  <a:lnTo>
                    <a:pt x="1483483" y="85716"/>
                  </a:lnTo>
                  <a:lnTo>
                    <a:pt x="1489742" y="86319"/>
                  </a:lnTo>
                  <a:lnTo>
                    <a:pt x="1496002" y="86919"/>
                  </a:lnTo>
                  <a:lnTo>
                    <a:pt x="1502261" y="87518"/>
                  </a:lnTo>
                  <a:lnTo>
                    <a:pt x="1508521" y="88107"/>
                  </a:lnTo>
                  <a:lnTo>
                    <a:pt x="1514780" y="88695"/>
                  </a:lnTo>
                  <a:lnTo>
                    <a:pt x="1521039" y="89282"/>
                  </a:lnTo>
                  <a:lnTo>
                    <a:pt x="1527299" y="89858"/>
                  </a:lnTo>
                  <a:lnTo>
                    <a:pt x="1533558" y="90433"/>
                  </a:lnTo>
                  <a:lnTo>
                    <a:pt x="1539818" y="91006"/>
                  </a:lnTo>
                  <a:lnTo>
                    <a:pt x="1546077" y="91569"/>
                  </a:lnTo>
                  <a:lnTo>
                    <a:pt x="1552337" y="92132"/>
                  </a:lnTo>
                  <a:lnTo>
                    <a:pt x="1558596" y="92690"/>
                  </a:lnTo>
                  <a:lnTo>
                    <a:pt x="1564855" y="93240"/>
                  </a:lnTo>
                  <a:lnTo>
                    <a:pt x="1571115" y="93791"/>
                  </a:lnTo>
                  <a:lnTo>
                    <a:pt x="1577374" y="94333"/>
                  </a:lnTo>
                  <a:lnTo>
                    <a:pt x="1583634" y="94871"/>
                  </a:lnTo>
                  <a:lnTo>
                    <a:pt x="1589893" y="95408"/>
                  </a:lnTo>
                  <a:lnTo>
                    <a:pt x="1596152" y="95934"/>
                  </a:lnTo>
                  <a:lnTo>
                    <a:pt x="1602412" y="96459"/>
                  </a:lnTo>
                  <a:lnTo>
                    <a:pt x="1608671" y="96982"/>
                  </a:lnTo>
                  <a:lnTo>
                    <a:pt x="1614931" y="97493"/>
                  </a:lnTo>
                  <a:lnTo>
                    <a:pt x="1621190" y="98004"/>
                  </a:lnTo>
                  <a:lnTo>
                    <a:pt x="1627450" y="98511"/>
                  </a:lnTo>
                  <a:lnTo>
                    <a:pt x="1633709" y="99008"/>
                  </a:lnTo>
                  <a:lnTo>
                    <a:pt x="1639968" y="99506"/>
                  </a:lnTo>
                  <a:lnTo>
                    <a:pt x="1646228" y="99996"/>
                  </a:lnTo>
                  <a:lnTo>
                    <a:pt x="1652487" y="100479"/>
                  </a:lnTo>
                  <a:lnTo>
                    <a:pt x="1658747" y="100963"/>
                  </a:lnTo>
                  <a:lnTo>
                    <a:pt x="1665006" y="101436"/>
                  </a:lnTo>
                  <a:lnTo>
                    <a:pt x="1671266" y="101906"/>
                  </a:lnTo>
                  <a:lnTo>
                    <a:pt x="1677525" y="102376"/>
                  </a:lnTo>
                  <a:lnTo>
                    <a:pt x="1683784" y="102832"/>
                  </a:lnTo>
                  <a:lnTo>
                    <a:pt x="1690044" y="103287"/>
                  </a:lnTo>
                  <a:lnTo>
                    <a:pt x="1696303" y="103741"/>
                  </a:lnTo>
                  <a:lnTo>
                    <a:pt x="1702563" y="104182"/>
                  </a:lnTo>
                  <a:lnTo>
                    <a:pt x="1708822" y="104624"/>
                  </a:lnTo>
                  <a:lnTo>
                    <a:pt x="1715082" y="105060"/>
                  </a:lnTo>
                  <a:lnTo>
                    <a:pt x="1721341" y="105487"/>
                  </a:lnTo>
                  <a:lnTo>
                    <a:pt x="1727600" y="105914"/>
                  </a:lnTo>
                  <a:lnTo>
                    <a:pt x="1733860" y="106333"/>
                  </a:lnTo>
                  <a:lnTo>
                    <a:pt x="1740119" y="106746"/>
                  </a:lnTo>
                  <a:lnTo>
                    <a:pt x="1746379" y="107158"/>
                  </a:lnTo>
                  <a:lnTo>
                    <a:pt x="1752638" y="107560"/>
                  </a:lnTo>
                  <a:lnTo>
                    <a:pt x="1758897" y="107958"/>
                  </a:lnTo>
                  <a:lnTo>
                    <a:pt x="1765157" y="108357"/>
                  </a:lnTo>
                  <a:lnTo>
                    <a:pt x="1771416" y="108741"/>
                  </a:lnTo>
                  <a:lnTo>
                    <a:pt x="1777676" y="109125"/>
                  </a:lnTo>
                  <a:lnTo>
                    <a:pt x="1783935" y="109507"/>
                  </a:lnTo>
                  <a:lnTo>
                    <a:pt x="1790195" y="109877"/>
                  </a:lnTo>
                  <a:lnTo>
                    <a:pt x="1796454" y="110247"/>
                  </a:lnTo>
                  <a:lnTo>
                    <a:pt x="1802713" y="110611"/>
                  </a:lnTo>
                  <a:lnTo>
                    <a:pt x="1808973" y="110966"/>
                  </a:lnTo>
                  <a:lnTo>
                    <a:pt x="1815232" y="111322"/>
                  </a:lnTo>
                  <a:lnTo>
                    <a:pt x="1821492" y="111669"/>
                  </a:lnTo>
                  <a:lnTo>
                    <a:pt x="1827751" y="112011"/>
                  </a:lnTo>
                  <a:lnTo>
                    <a:pt x="1834011" y="112352"/>
                  </a:lnTo>
                  <a:lnTo>
                    <a:pt x="1840270" y="112682"/>
                  </a:lnTo>
                  <a:lnTo>
                    <a:pt x="1846529" y="113010"/>
                  </a:lnTo>
                  <a:lnTo>
                    <a:pt x="1852789" y="113336"/>
                  </a:lnTo>
                  <a:lnTo>
                    <a:pt x="1859048" y="113650"/>
                  </a:lnTo>
                  <a:lnTo>
                    <a:pt x="1865308" y="113964"/>
                  </a:lnTo>
                  <a:lnTo>
                    <a:pt x="1871567" y="114274"/>
                  </a:lnTo>
                  <a:lnTo>
                    <a:pt x="1877827" y="114574"/>
                  </a:lnTo>
                  <a:lnTo>
                    <a:pt x="1884086" y="114874"/>
                  </a:lnTo>
                  <a:lnTo>
                    <a:pt x="1890345" y="115168"/>
                  </a:lnTo>
                  <a:lnTo>
                    <a:pt x="1896605" y="115454"/>
                  </a:lnTo>
                  <a:lnTo>
                    <a:pt x="1902864" y="115741"/>
                  </a:lnTo>
                  <a:lnTo>
                    <a:pt x="1909124" y="116018"/>
                  </a:lnTo>
                  <a:lnTo>
                    <a:pt x="1915383" y="116291"/>
                  </a:lnTo>
                  <a:lnTo>
                    <a:pt x="1921642" y="116564"/>
                  </a:lnTo>
                  <a:lnTo>
                    <a:pt x="1927902" y="116826"/>
                  </a:lnTo>
                  <a:lnTo>
                    <a:pt x="1934161" y="117086"/>
                  </a:lnTo>
                  <a:lnTo>
                    <a:pt x="1940421" y="117344"/>
                  </a:lnTo>
                  <a:lnTo>
                    <a:pt x="1946680" y="117591"/>
                  </a:lnTo>
                  <a:lnTo>
                    <a:pt x="1952940" y="117839"/>
                  </a:lnTo>
                  <a:lnTo>
                    <a:pt x="1959199" y="118082"/>
                  </a:lnTo>
                  <a:lnTo>
                    <a:pt x="1965458" y="118316"/>
                  </a:lnTo>
                  <a:lnTo>
                    <a:pt x="1971718" y="118551"/>
                  </a:lnTo>
                  <a:lnTo>
                    <a:pt x="1977977" y="118779"/>
                  </a:lnTo>
                  <a:lnTo>
                    <a:pt x="1984237" y="119001"/>
                  </a:lnTo>
                  <a:lnTo>
                    <a:pt x="1990496" y="119223"/>
                  </a:lnTo>
                  <a:lnTo>
                    <a:pt x="1996756" y="119437"/>
                  </a:lnTo>
                  <a:lnTo>
                    <a:pt x="2003015" y="119647"/>
                  </a:lnTo>
                  <a:lnTo>
                    <a:pt x="2009274" y="119857"/>
                  </a:lnTo>
                  <a:lnTo>
                    <a:pt x="2015534" y="120056"/>
                  </a:lnTo>
                  <a:lnTo>
                    <a:pt x="2021793" y="120255"/>
                  </a:lnTo>
                  <a:lnTo>
                    <a:pt x="2028053" y="120452"/>
                  </a:lnTo>
                  <a:lnTo>
                    <a:pt x="2034312" y="120639"/>
                  </a:lnTo>
                  <a:lnTo>
                    <a:pt x="2040572" y="120826"/>
                  </a:lnTo>
                  <a:lnTo>
                    <a:pt x="2046831" y="121009"/>
                  </a:lnTo>
                  <a:lnTo>
                    <a:pt x="2053090" y="121185"/>
                  </a:lnTo>
                  <a:lnTo>
                    <a:pt x="2059350" y="121362"/>
                  </a:lnTo>
                  <a:lnTo>
                    <a:pt x="2065609" y="121532"/>
                  </a:lnTo>
                  <a:lnTo>
                    <a:pt x="2071869" y="121697"/>
                  </a:lnTo>
                  <a:lnTo>
                    <a:pt x="2078128" y="121863"/>
                  </a:lnTo>
                  <a:lnTo>
                    <a:pt x="2084388" y="122020"/>
                  </a:lnTo>
                  <a:lnTo>
                    <a:pt x="2090647" y="122176"/>
                  </a:lnTo>
                  <a:lnTo>
                    <a:pt x="2096906" y="122331"/>
                  </a:lnTo>
                  <a:lnTo>
                    <a:pt x="2103166" y="122477"/>
                  </a:lnTo>
                  <a:lnTo>
                    <a:pt x="2109425" y="122622"/>
                  </a:lnTo>
                  <a:lnTo>
                    <a:pt x="2115685" y="122766"/>
                  </a:lnTo>
                  <a:lnTo>
                    <a:pt x="2121944" y="122902"/>
                  </a:lnTo>
                  <a:lnTo>
                    <a:pt x="2128203" y="123039"/>
                  </a:lnTo>
                  <a:lnTo>
                    <a:pt x="2134463" y="123171"/>
                  </a:lnTo>
                  <a:lnTo>
                    <a:pt x="2140722" y="123298"/>
                  </a:lnTo>
                  <a:lnTo>
                    <a:pt x="2146982" y="123426"/>
                  </a:lnTo>
                  <a:lnTo>
                    <a:pt x="2153241" y="123548"/>
                  </a:lnTo>
                  <a:lnTo>
                    <a:pt x="2159501" y="123666"/>
                  </a:lnTo>
                  <a:lnTo>
                    <a:pt x="2165760" y="123785"/>
                  </a:lnTo>
                  <a:lnTo>
                    <a:pt x="2172019" y="123897"/>
                  </a:lnTo>
                  <a:lnTo>
                    <a:pt x="2178279" y="124008"/>
                  </a:lnTo>
                  <a:lnTo>
                    <a:pt x="2184538" y="124119"/>
                  </a:lnTo>
                  <a:lnTo>
                    <a:pt x="2190798" y="124222"/>
                  </a:lnTo>
                  <a:lnTo>
                    <a:pt x="2197057" y="124325"/>
                  </a:lnTo>
                  <a:lnTo>
                    <a:pt x="2203317" y="124427"/>
                  </a:lnTo>
                  <a:lnTo>
                    <a:pt x="2209576" y="124523"/>
                  </a:lnTo>
                  <a:lnTo>
                    <a:pt x="2215835" y="124619"/>
                  </a:lnTo>
                  <a:lnTo>
                    <a:pt x="2222095" y="124712"/>
                  </a:lnTo>
                  <a:lnTo>
                    <a:pt x="2228354" y="124802"/>
                  </a:lnTo>
                  <a:lnTo>
                    <a:pt x="2234614" y="124892"/>
                  </a:lnTo>
                  <a:lnTo>
                    <a:pt x="2240873" y="124977"/>
                  </a:lnTo>
                  <a:lnTo>
                    <a:pt x="2247133" y="125061"/>
                  </a:lnTo>
                  <a:lnTo>
                    <a:pt x="2253392" y="125145"/>
                  </a:lnTo>
                  <a:lnTo>
                    <a:pt x="2259651" y="125223"/>
                  </a:lnTo>
                  <a:lnTo>
                    <a:pt x="2265911" y="125301"/>
                  </a:lnTo>
                  <a:lnTo>
                    <a:pt x="2272170" y="125379"/>
                  </a:lnTo>
                  <a:lnTo>
                    <a:pt x="2278430" y="125452"/>
                  </a:lnTo>
                  <a:lnTo>
                    <a:pt x="2284689" y="125525"/>
                  </a:lnTo>
                  <a:lnTo>
                    <a:pt x="2290948" y="125597"/>
                  </a:lnTo>
                  <a:lnTo>
                    <a:pt x="2297208" y="125665"/>
                  </a:lnTo>
                  <a:lnTo>
                    <a:pt x="2303467" y="125734"/>
                  </a:lnTo>
                  <a:lnTo>
                    <a:pt x="2309727" y="125800"/>
                  </a:lnTo>
                  <a:lnTo>
                    <a:pt x="2315986" y="125865"/>
                  </a:lnTo>
                  <a:lnTo>
                    <a:pt x="2322246" y="125930"/>
                  </a:lnTo>
                  <a:lnTo>
                    <a:pt x="2328505" y="125992"/>
                  </a:lnTo>
                  <a:lnTo>
                    <a:pt x="2334764" y="126053"/>
                  </a:lnTo>
                  <a:lnTo>
                    <a:pt x="2341024" y="126114"/>
                  </a:lnTo>
                  <a:lnTo>
                    <a:pt x="2347283" y="126173"/>
                  </a:lnTo>
                  <a:lnTo>
                    <a:pt x="2353543" y="126231"/>
                  </a:lnTo>
                  <a:lnTo>
                    <a:pt x="2359802" y="126289"/>
                  </a:lnTo>
                  <a:lnTo>
                    <a:pt x="2366062" y="126345"/>
                  </a:lnTo>
                  <a:lnTo>
                    <a:pt x="2372321" y="126400"/>
                  </a:lnTo>
                  <a:lnTo>
                    <a:pt x="2378580" y="126456"/>
                  </a:lnTo>
                  <a:lnTo>
                    <a:pt x="2384840" y="126510"/>
                  </a:lnTo>
                  <a:lnTo>
                    <a:pt x="2391099" y="126564"/>
                  </a:lnTo>
                  <a:lnTo>
                    <a:pt x="2397359" y="126617"/>
                  </a:lnTo>
                  <a:lnTo>
                    <a:pt x="2403618" y="126670"/>
                  </a:lnTo>
                  <a:lnTo>
                    <a:pt x="2409878" y="126723"/>
                  </a:lnTo>
                  <a:lnTo>
                    <a:pt x="2416137" y="126775"/>
                  </a:lnTo>
                  <a:lnTo>
                    <a:pt x="2422396" y="126827"/>
                  </a:lnTo>
                  <a:lnTo>
                    <a:pt x="2428656" y="126879"/>
                  </a:lnTo>
                  <a:lnTo>
                    <a:pt x="2434915" y="126930"/>
                  </a:lnTo>
                  <a:lnTo>
                    <a:pt x="2441175" y="126982"/>
                  </a:lnTo>
                  <a:lnTo>
                    <a:pt x="2447434" y="127034"/>
                  </a:lnTo>
                  <a:lnTo>
                    <a:pt x="2453693" y="127086"/>
                  </a:lnTo>
                  <a:lnTo>
                    <a:pt x="2459953" y="127138"/>
                  </a:lnTo>
                  <a:lnTo>
                    <a:pt x="2466212" y="127190"/>
                  </a:lnTo>
                  <a:lnTo>
                    <a:pt x="2472472" y="127243"/>
                  </a:lnTo>
                  <a:lnTo>
                    <a:pt x="2478731" y="127296"/>
                  </a:lnTo>
                  <a:lnTo>
                    <a:pt x="2484991" y="127349"/>
                  </a:lnTo>
                  <a:lnTo>
                    <a:pt x="2491250" y="127403"/>
                  </a:lnTo>
                  <a:lnTo>
                    <a:pt x="2497509" y="127457"/>
                  </a:lnTo>
                  <a:lnTo>
                    <a:pt x="2503769" y="127513"/>
                  </a:lnTo>
                  <a:lnTo>
                    <a:pt x="2510028" y="127569"/>
                  </a:lnTo>
                  <a:lnTo>
                    <a:pt x="2516288" y="127625"/>
                  </a:lnTo>
                  <a:lnTo>
                    <a:pt x="2522547" y="127683"/>
                  </a:lnTo>
                  <a:lnTo>
                    <a:pt x="2528807" y="127741"/>
                  </a:lnTo>
                  <a:lnTo>
                    <a:pt x="2535066" y="127800"/>
                  </a:lnTo>
                  <a:lnTo>
                    <a:pt x="2541325" y="127861"/>
                  </a:lnTo>
                  <a:lnTo>
                    <a:pt x="2547585" y="127922"/>
                  </a:lnTo>
                  <a:lnTo>
                    <a:pt x="2553844" y="127985"/>
                  </a:lnTo>
                  <a:lnTo>
                    <a:pt x="2560104" y="128049"/>
                  </a:lnTo>
                  <a:lnTo>
                    <a:pt x="2566363" y="128113"/>
                  </a:lnTo>
                  <a:lnTo>
                    <a:pt x="2572623" y="128180"/>
                  </a:lnTo>
                  <a:lnTo>
                    <a:pt x="2578882" y="128248"/>
                  </a:lnTo>
                  <a:lnTo>
                    <a:pt x="2585141" y="128316"/>
                  </a:lnTo>
                  <a:lnTo>
                    <a:pt x="2591401" y="128388"/>
                  </a:lnTo>
                  <a:lnTo>
                    <a:pt x="2597660" y="128460"/>
                  </a:lnTo>
                  <a:lnTo>
                    <a:pt x="2603920" y="128533"/>
                  </a:lnTo>
                  <a:lnTo>
                    <a:pt x="2610179" y="128610"/>
                  </a:lnTo>
                  <a:lnTo>
                    <a:pt x="2616438" y="128687"/>
                  </a:lnTo>
                  <a:lnTo>
                    <a:pt x="2622698" y="128765"/>
                  </a:lnTo>
                  <a:lnTo>
                    <a:pt x="2628957" y="128847"/>
                  </a:lnTo>
                  <a:lnTo>
                    <a:pt x="2635217" y="128929"/>
                  </a:lnTo>
                  <a:lnTo>
                    <a:pt x="2641476" y="129013"/>
                  </a:lnTo>
                  <a:lnTo>
                    <a:pt x="2647736" y="129101"/>
                  </a:lnTo>
                  <a:lnTo>
                    <a:pt x="2653995" y="129188"/>
                  </a:lnTo>
                  <a:lnTo>
                    <a:pt x="2660254" y="129280"/>
                  </a:lnTo>
                  <a:lnTo>
                    <a:pt x="2666514" y="129373"/>
                  </a:lnTo>
                  <a:lnTo>
                    <a:pt x="2672773" y="129466"/>
                  </a:lnTo>
                  <a:lnTo>
                    <a:pt x="2679033" y="129565"/>
                  </a:lnTo>
                  <a:lnTo>
                    <a:pt x="2685292" y="129664"/>
                  </a:lnTo>
                  <a:lnTo>
                    <a:pt x="2691552" y="129765"/>
                  </a:lnTo>
                  <a:lnTo>
                    <a:pt x="2697811" y="129871"/>
                  </a:lnTo>
                  <a:lnTo>
                    <a:pt x="2704070" y="129977"/>
                  </a:lnTo>
                  <a:lnTo>
                    <a:pt x="2710330" y="130085"/>
                  </a:lnTo>
                  <a:lnTo>
                    <a:pt x="2716589" y="130198"/>
                  </a:lnTo>
                  <a:lnTo>
                    <a:pt x="2722849" y="130311"/>
                  </a:lnTo>
                  <a:lnTo>
                    <a:pt x="2729108" y="130428"/>
                  </a:lnTo>
                  <a:lnTo>
                    <a:pt x="2735368" y="130548"/>
                  </a:lnTo>
                  <a:lnTo>
                    <a:pt x="2741627" y="130668"/>
                  </a:lnTo>
                  <a:lnTo>
                    <a:pt x="2747886" y="130794"/>
                  </a:lnTo>
                  <a:lnTo>
                    <a:pt x="2754146" y="130922"/>
                  </a:lnTo>
                  <a:lnTo>
                    <a:pt x="2760405" y="131049"/>
                  </a:lnTo>
                  <a:lnTo>
                    <a:pt x="2766665" y="131185"/>
                  </a:lnTo>
                  <a:lnTo>
                    <a:pt x="2772924" y="131320"/>
                  </a:lnTo>
                  <a:lnTo>
                    <a:pt x="2779184" y="131457"/>
                  </a:lnTo>
                  <a:lnTo>
                    <a:pt x="2785443" y="131601"/>
                  </a:lnTo>
                  <a:lnTo>
                    <a:pt x="2791702" y="131744"/>
                  </a:lnTo>
                  <a:lnTo>
                    <a:pt x="2797962" y="131891"/>
                  </a:lnTo>
                  <a:lnTo>
                    <a:pt x="2804221" y="132043"/>
                  </a:lnTo>
                  <a:lnTo>
                    <a:pt x="2810481" y="132195"/>
                  </a:lnTo>
                  <a:lnTo>
                    <a:pt x="2816740" y="132352"/>
                  </a:lnTo>
                  <a:lnTo>
                    <a:pt x="2822999" y="132513"/>
                  </a:lnTo>
                  <a:lnTo>
                    <a:pt x="2829259" y="132673"/>
                  </a:lnTo>
                  <a:lnTo>
                    <a:pt x="2835518" y="132841"/>
                  </a:lnTo>
                  <a:lnTo>
                    <a:pt x="2841778" y="133010"/>
                  </a:lnTo>
                  <a:lnTo>
                    <a:pt x="2848037" y="133179"/>
                  </a:lnTo>
                  <a:lnTo>
                    <a:pt x="2854297" y="133357"/>
                  </a:lnTo>
                  <a:lnTo>
                    <a:pt x="2860556" y="133535"/>
                  </a:lnTo>
                  <a:lnTo>
                    <a:pt x="2866815" y="133715"/>
                  </a:lnTo>
                  <a:lnTo>
                    <a:pt x="2873075" y="133902"/>
                  </a:lnTo>
                  <a:lnTo>
                    <a:pt x="2879334" y="134089"/>
                  </a:lnTo>
                  <a:lnTo>
                    <a:pt x="2885594" y="134280"/>
                  </a:lnTo>
                  <a:lnTo>
                    <a:pt x="2891853" y="134477"/>
                  </a:lnTo>
                  <a:lnTo>
                    <a:pt x="2898113" y="134673"/>
                  </a:lnTo>
                  <a:lnTo>
                    <a:pt x="2904372" y="134875"/>
                  </a:lnTo>
                  <a:lnTo>
                    <a:pt x="2910631" y="135080"/>
                  </a:lnTo>
                  <a:lnTo>
                    <a:pt x="2916891" y="135286"/>
                  </a:lnTo>
                  <a:lnTo>
                    <a:pt x="2923150" y="135499"/>
                  </a:lnTo>
                  <a:lnTo>
                    <a:pt x="2929410" y="135714"/>
                  </a:lnTo>
                  <a:lnTo>
                    <a:pt x="2935669" y="135930"/>
                  </a:lnTo>
                  <a:lnTo>
                    <a:pt x="2941929" y="136154"/>
                  </a:lnTo>
                  <a:lnTo>
                    <a:pt x="2948188" y="136378"/>
                  </a:lnTo>
                  <a:lnTo>
                    <a:pt x="2954447" y="136605"/>
                  </a:lnTo>
                  <a:lnTo>
                    <a:pt x="2960707" y="136838"/>
                  </a:lnTo>
                  <a:lnTo>
                    <a:pt x="2966966" y="137072"/>
                  </a:lnTo>
                  <a:lnTo>
                    <a:pt x="2973226" y="137310"/>
                  </a:lnTo>
                  <a:lnTo>
                    <a:pt x="2979485" y="137553"/>
                  </a:lnTo>
                  <a:lnTo>
                    <a:pt x="2985744" y="137796"/>
                  </a:lnTo>
                  <a:lnTo>
                    <a:pt x="2992004" y="138046"/>
                  </a:lnTo>
                  <a:lnTo>
                    <a:pt x="2998263" y="138298"/>
                  </a:lnTo>
                  <a:lnTo>
                    <a:pt x="3004523" y="138550"/>
                  </a:lnTo>
                  <a:lnTo>
                    <a:pt x="3010782" y="138811"/>
                  </a:lnTo>
                  <a:lnTo>
                    <a:pt x="3017042" y="139073"/>
                  </a:lnTo>
                  <a:lnTo>
                    <a:pt x="3023301" y="139336"/>
                  </a:lnTo>
                  <a:lnTo>
                    <a:pt x="3029560" y="139607"/>
                  </a:lnTo>
                  <a:lnTo>
                    <a:pt x="3035820" y="139878"/>
                  </a:lnTo>
                  <a:lnTo>
                    <a:pt x="3042079" y="140152"/>
                  </a:lnTo>
                  <a:lnTo>
                    <a:pt x="3048339" y="140432"/>
                  </a:lnTo>
                  <a:lnTo>
                    <a:pt x="3054598" y="140712"/>
                  </a:lnTo>
                  <a:lnTo>
                    <a:pt x="3060858" y="140998"/>
                  </a:lnTo>
                  <a:lnTo>
                    <a:pt x="3067117" y="141287"/>
                  </a:lnTo>
                  <a:lnTo>
                    <a:pt x="3073376" y="141576"/>
                  </a:lnTo>
                  <a:lnTo>
                    <a:pt x="3079636" y="141872"/>
                  </a:lnTo>
                  <a:lnTo>
                    <a:pt x="3085895" y="142171"/>
                  </a:lnTo>
                  <a:lnTo>
                    <a:pt x="3092155" y="142469"/>
                  </a:lnTo>
                  <a:lnTo>
                    <a:pt x="3098414" y="142776"/>
                  </a:lnTo>
                  <a:lnTo>
                    <a:pt x="3104674" y="143083"/>
                  </a:lnTo>
                  <a:lnTo>
                    <a:pt x="3110933" y="143392"/>
                  </a:lnTo>
                  <a:lnTo>
                    <a:pt x="3117192" y="143707"/>
                  </a:lnTo>
                  <a:lnTo>
                    <a:pt x="3123452" y="144023"/>
                  </a:lnTo>
                  <a:lnTo>
                    <a:pt x="3129711" y="144342"/>
                  </a:lnTo>
                  <a:lnTo>
                    <a:pt x="3135971" y="144666"/>
                  </a:lnTo>
                  <a:lnTo>
                    <a:pt x="3142230" y="144990"/>
                  </a:lnTo>
                  <a:lnTo>
                    <a:pt x="3148489" y="145320"/>
                  </a:lnTo>
                  <a:lnTo>
                    <a:pt x="3154749" y="145652"/>
                  </a:lnTo>
                  <a:lnTo>
                    <a:pt x="3161008" y="145985"/>
                  </a:lnTo>
                  <a:lnTo>
                    <a:pt x="3167268" y="146324"/>
                  </a:lnTo>
                  <a:lnTo>
                    <a:pt x="3173527" y="146664"/>
                  </a:lnTo>
                  <a:lnTo>
                    <a:pt x="3179787" y="147005"/>
                  </a:lnTo>
                  <a:lnTo>
                    <a:pt x="3186046" y="147353"/>
                  </a:lnTo>
                  <a:lnTo>
                    <a:pt x="3192305" y="147702"/>
                  </a:lnTo>
                  <a:lnTo>
                    <a:pt x="3198565" y="148052"/>
                  </a:lnTo>
                </a:path>
              </a:pathLst>
            </a:custGeom>
            <a:ln w="27101" cap="flat">
              <a:solidFill>
                <a:srgbClr val="F5E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589870" y="1273524"/>
              <a:ext cx="3518421" cy="0"/>
            </a:xfrm>
            <a:custGeom>
              <a:avLst/>
              <a:pathLst>
                <a:path w="3518421" h="0">
                  <a:moveTo>
                    <a:pt x="0" y="0"/>
                  </a:moveTo>
                  <a:lnTo>
                    <a:pt x="35184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9086" y="12735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801430" y="12735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63775" y="12735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3608008" y="1334462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4739275" y="133446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5901619" y="133446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5306414" y="1485248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24" name="rc24"/>
            <p:cNvSpPr/>
            <p:nvPr/>
          </p:nvSpPr>
          <p:spPr>
            <a:xfrm>
              <a:off x="3768544" y="1753001"/>
              <a:ext cx="3161073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>
              <a:off x="3838133" y="1880681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26" name="rc26"/>
            <p:cNvSpPr/>
            <p:nvPr/>
          </p:nvSpPr>
          <p:spPr>
            <a:xfrm>
              <a:off x="4764972" y="1822590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782972" y="1840590"/>
              <a:ext cx="183455" cy="183455"/>
            </a:xfrm>
            <a:prstGeom prst="rect">
              <a:avLst/>
            </a:prstGeom>
            <a:ln w="27101" cap="flat">
              <a:solidFill>
                <a:srgbClr val="8E4C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228381" y="1822590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5246381" y="1840590"/>
              <a:ext cx="183455" cy="183455"/>
            </a:xfrm>
            <a:prstGeom prst="rect">
              <a:avLst/>
            </a:pr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5653690" y="182259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5671691" y="1840590"/>
              <a:ext cx="183455" cy="183455"/>
            </a:xfrm>
            <a:prstGeom prst="rect">
              <a:avLst/>
            </a:prstGeom>
            <a:ln w="27101" cap="flat">
              <a:solidFill>
                <a:srgbClr val="D79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079000" y="1822590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6097000" y="1840590"/>
              <a:ext cx="183455" cy="183455"/>
            </a:xfrm>
            <a:prstGeom prst="rect">
              <a:avLst/>
            </a:prstGeom>
            <a:ln w="27101" cap="flat">
              <a:solidFill>
                <a:srgbClr val="E8C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504309" y="1822590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522309" y="1840590"/>
              <a:ext cx="183456" cy="183455"/>
            </a:xfrm>
            <a:prstGeom prst="rect">
              <a:avLst/>
            </a:prstGeom>
            <a:ln w="27101" cap="flat">
              <a:solidFill>
                <a:srgbClr val="F5E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5054017" y="1891991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17426" y="18906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942736" y="189199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368045" y="1892318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793354" y="18906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41" name="rc41"/>
            <p:cNvSpPr/>
            <p:nvPr/>
          </p:nvSpPr>
          <p:spPr>
            <a:xfrm>
              <a:off x="3520281" y="2181225"/>
              <a:ext cx="3657600" cy="1600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589870" y="2478503"/>
              <a:ext cx="3518421" cy="3952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3749798" y="2511079"/>
              <a:ext cx="3198565" cy="344679"/>
            </a:xfrm>
            <a:custGeom>
              <a:avLst/>
              <a:pathLst>
                <a:path w="3198565" h="344679">
                  <a:moveTo>
                    <a:pt x="0" y="344679"/>
                  </a:moveTo>
                  <a:lnTo>
                    <a:pt x="6259" y="344679"/>
                  </a:lnTo>
                  <a:lnTo>
                    <a:pt x="12518" y="344679"/>
                  </a:lnTo>
                  <a:lnTo>
                    <a:pt x="18778" y="344679"/>
                  </a:lnTo>
                  <a:lnTo>
                    <a:pt x="25037" y="344679"/>
                  </a:lnTo>
                  <a:lnTo>
                    <a:pt x="31297" y="344679"/>
                  </a:lnTo>
                  <a:lnTo>
                    <a:pt x="37556" y="344679"/>
                  </a:lnTo>
                  <a:lnTo>
                    <a:pt x="43815" y="344679"/>
                  </a:lnTo>
                  <a:lnTo>
                    <a:pt x="50075" y="344679"/>
                  </a:lnTo>
                  <a:lnTo>
                    <a:pt x="56334" y="344679"/>
                  </a:lnTo>
                  <a:lnTo>
                    <a:pt x="62594" y="344679"/>
                  </a:lnTo>
                  <a:lnTo>
                    <a:pt x="68853" y="344679"/>
                  </a:lnTo>
                  <a:lnTo>
                    <a:pt x="75113" y="344679"/>
                  </a:lnTo>
                  <a:lnTo>
                    <a:pt x="81372" y="344679"/>
                  </a:lnTo>
                  <a:lnTo>
                    <a:pt x="87631" y="344679"/>
                  </a:lnTo>
                  <a:lnTo>
                    <a:pt x="93891" y="344677"/>
                  </a:lnTo>
                  <a:lnTo>
                    <a:pt x="100150" y="344673"/>
                  </a:lnTo>
                  <a:lnTo>
                    <a:pt x="106410" y="344664"/>
                  </a:lnTo>
                  <a:lnTo>
                    <a:pt x="112669" y="344642"/>
                  </a:lnTo>
                  <a:lnTo>
                    <a:pt x="118929" y="344592"/>
                  </a:lnTo>
                  <a:lnTo>
                    <a:pt x="125188" y="344490"/>
                  </a:lnTo>
                  <a:lnTo>
                    <a:pt x="131447" y="344295"/>
                  </a:lnTo>
                  <a:lnTo>
                    <a:pt x="137707" y="343947"/>
                  </a:lnTo>
                  <a:lnTo>
                    <a:pt x="143966" y="343368"/>
                  </a:lnTo>
                  <a:lnTo>
                    <a:pt x="150226" y="342473"/>
                  </a:lnTo>
                  <a:lnTo>
                    <a:pt x="156485" y="341178"/>
                  </a:lnTo>
                  <a:lnTo>
                    <a:pt x="162745" y="339430"/>
                  </a:lnTo>
                  <a:lnTo>
                    <a:pt x="169004" y="337222"/>
                  </a:lnTo>
                  <a:lnTo>
                    <a:pt x="175263" y="334603"/>
                  </a:lnTo>
                  <a:lnTo>
                    <a:pt x="181523" y="331672"/>
                  </a:lnTo>
                  <a:lnTo>
                    <a:pt x="187782" y="328543"/>
                  </a:lnTo>
                  <a:lnTo>
                    <a:pt x="194042" y="325296"/>
                  </a:lnTo>
                  <a:lnTo>
                    <a:pt x="200301" y="321939"/>
                  </a:lnTo>
                  <a:lnTo>
                    <a:pt x="206560" y="318380"/>
                  </a:lnTo>
                  <a:lnTo>
                    <a:pt x="212820" y="314454"/>
                  </a:lnTo>
                  <a:lnTo>
                    <a:pt x="219079" y="309958"/>
                  </a:lnTo>
                  <a:lnTo>
                    <a:pt x="225339" y="304808"/>
                  </a:lnTo>
                  <a:lnTo>
                    <a:pt x="231598" y="299115"/>
                  </a:lnTo>
                  <a:lnTo>
                    <a:pt x="237858" y="293147"/>
                  </a:lnTo>
                  <a:lnTo>
                    <a:pt x="244117" y="287300"/>
                  </a:lnTo>
                  <a:lnTo>
                    <a:pt x="250376" y="281996"/>
                  </a:lnTo>
                  <a:lnTo>
                    <a:pt x="256636" y="277575"/>
                  </a:lnTo>
                  <a:lnTo>
                    <a:pt x="262895" y="274206"/>
                  </a:lnTo>
                  <a:lnTo>
                    <a:pt x="269155" y="271832"/>
                  </a:lnTo>
                  <a:lnTo>
                    <a:pt x="275414" y="270183"/>
                  </a:lnTo>
                  <a:lnTo>
                    <a:pt x="281674" y="268817"/>
                  </a:lnTo>
                  <a:lnTo>
                    <a:pt x="287933" y="267208"/>
                  </a:lnTo>
                  <a:lnTo>
                    <a:pt x="294192" y="264833"/>
                  </a:lnTo>
                  <a:lnTo>
                    <a:pt x="300452" y="261242"/>
                  </a:lnTo>
                  <a:lnTo>
                    <a:pt x="306711" y="256100"/>
                  </a:lnTo>
                  <a:lnTo>
                    <a:pt x="312971" y="249202"/>
                  </a:lnTo>
                  <a:lnTo>
                    <a:pt x="319230" y="240457"/>
                  </a:lnTo>
                  <a:lnTo>
                    <a:pt x="325490" y="229793"/>
                  </a:lnTo>
                  <a:lnTo>
                    <a:pt x="331749" y="217293"/>
                  </a:lnTo>
                  <a:lnTo>
                    <a:pt x="338008" y="203090"/>
                  </a:lnTo>
                  <a:lnTo>
                    <a:pt x="344268" y="187251"/>
                  </a:lnTo>
                  <a:lnTo>
                    <a:pt x="350527" y="169817"/>
                  </a:lnTo>
                  <a:lnTo>
                    <a:pt x="356787" y="150817"/>
                  </a:lnTo>
                  <a:lnTo>
                    <a:pt x="363046" y="130320"/>
                  </a:lnTo>
                  <a:lnTo>
                    <a:pt x="369305" y="108530"/>
                  </a:lnTo>
                  <a:lnTo>
                    <a:pt x="375565" y="85899"/>
                  </a:lnTo>
                  <a:lnTo>
                    <a:pt x="381824" y="63231"/>
                  </a:lnTo>
                  <a:lnTo>
                    <a:pt x="388084" y="41730"/>
                  </a:lnTo>
                  <a:lnTo>
                    <a:pt x="394343" y="22956"/>
                  </a:lnTo>
                  <a:lnTo>
                    <a:pt x="400603" y="8665"/>
                  </a:lnTo>
                  <a:lnTo>
                    <a:pt x="406862" y="563"/>
                  </a:lnTo>
                  <a:lnTo>
                    <a:pt x="413121" y="0"/>
                  </a:lnTo>
                  <a:lnTo>
                    <a:pt x="419381" y="7690"/>
                  </a:lnTo>
                  <a:lnTo>
                    <a:pt x="425640" y="23527"/>
                  </a:lnTo>
                  <a:lnTo>
                    <a:pt x="431900" y="46754"/>
                  </a:lnTo>
                  <a:lnTo>
                    <a:pt x="438159" y="75416"/>
                  </a:lnTo>
                  <a:lnTo>
                    <a:pt x="444419" y="107200"/>
                  </a:lnTo>
                  <a:lnTo>
                    <a:pt x="450678" y="140010"/>
                  </a:lnTo>
                  <a:lnTo>
                    <a:pt x="456937" y="172041"/>
                  </a:lnTo>
                  <a:lnTo>
                    <a:pt x="463197" y="201939"/>
                  </a:lnTo>
                  <a:lnTo>
                    <a:pt x="469456" y="228851"/>
                  </a:lnTo>
                  <a:lnTo>
                    <a:pt x="475716" y="252369"/>
                  </a:lnTo>
                  <a:lnTo>
                    <a:pt x="481975" y="272422"/>
                  </a:lnTo>
                  <a:lnTo>
                    <a:pt x="488235" y="289158"/>
                  </a:lnTo>
                  <a:lnTo>
                    <a:pt x="494494" y="302846"/>
                  </a:lnTo>
                  <a:lnTo>
                    <a:pt x="500753" y="313808"/>
                  </a:lnTo>
                  <a:lnTo>
                    <a:pt x="507013" y="322387"/>
                  </a:lnTo>
                  <a:lnTo>
                    <a:pt x="513272" y="328929"/>
                  </a:lnTo>
                  <a:lnTo>
                    <a:pt x="519532" y="333773"/>
                  </a:lnTo>
                  <a:lnTo>
                    <a:pt x="525791" y="337244"/>
                  </a:lnTo>
                  <a:lnTo>
                    <a:pt x="532050" y="339643"/>
                  </a:lnTo>
                  <a:lnTo>
                    <a:pt x="538310" y="341216"/>
                  </a:lnTo>
                  <a:lnTo>
                    <a:pt x="544569" y="342216"/>
                  </a:lnTo>
                  <a:lnTo>
                    <a:pt x="550829" y="342843"/>
                  </a:lnTo>
                  <a:lnTo>
                    <a:pt x="557088" y="343234"/>
                  </a:lnTo>
                  <a:lnTo>
                    <a:pt x="563348" y="343489"/>
                  </a:lnTo>
                  <a:lnTo>
                    <a:pt x="569607" y="343677"/>
                  </a:lnTo>
                  <a:lnTo>
                    <a:pt x="575866" y="343837"/>
                  </a:lnTo>
                  <a:lnTo>
                    <a:pt x="582126" y="343987"/>
                  </a:lnTo>
                  <a:lnTo>
                    <a:pt x="588385" y="344132"/>
                  </a:lnTo>
                  <a:lnTo>
                    <a:pt x="594645" y="344267"/>
                  </a:lnTo>
                  <a:lnTo>
                    <a:pt x="600904" y="344385"/>
                  </a:lnTo>
                  <a:lnTo>
                    <a:pt x="607164" y="344481"/>
                  </a:lnTo>
                  <a:lnTo>
                    <a:pt x="613423" y="344553"/>
                  </a:lnTo>
                  <a:lnTo>
                    <a:pt x="619682" y="344604"/>
                  </a:lnTo>
                  <a:lnTo>
                    <a:pt x="625942" y="344637"/>
                  </a:lnTo>
                  <a:lnTo>
                    <a:pt x="632201" y="344657"/>
                  </a:lnTo>
                  <a:lnTo>
                    <a:pt x="638461" y="344669"/>
                  </a:lnTo>
                  <a:lnTo>
                    <a:pt x="644720" y="344674"/>
                  </a:lnTo>
                  <a:lnTo>
                    <a:pt x="650980" y="344677"/>
                  </a:lnTo>
                  <a:lnTo>
                    <a:pt x="657239" y="344678"/>
                  </a:lnTo>
                  <a:lnTo>
                    <a:pt x="663498" y="344679"/>
                  </a:lnTo>
                  <a:lnTo>
                    <a:pt x="669758" y="344679"/>
                  </a:lnTo>
                  <a:lnTo>
                    <a:pt x="676017" y="344679"/>
                  </a:lnTo>
                  <a:lnTo>
                    <a:pt x="682277" y="344679"/>
                  </a:lnTo>
                  <a:lnTo>
                    <a:pt x="688536" y="344679"/>
                  </a:lnTo>
                  <a:lnTo>
                    <a:pt x="694796" y="344679"/>
                  </a:lnTo>
                  <a:lnTo>
                    <a:pt x="701055" y="344679"/>
                  </a:lnTo>
                  <a:lnTo>
                    <a:pt x="707314" y="344679"/>
                  </a:lnTo>
                  <a:lnTo>
                    <a:pt x="713574" y="344679"/>
                  </a:lnTo>
                  <a:lnTo>
                    <a:pt x="719833" y="344679"/>
                  </a:lnTo>
                  <a:lnTo>
                    <a:pt x="726093" y="344679"/>
                  </a:lnTo>
                  <a:lnTo>
                    <a:pt x="732352" y="344679"/>
                  </a:lnTo>
                  <a:lnTo>
                    <a:pt x="738611" y="344679"/>
                  </a:lnTo>
                  <a:lnTo>
                    <a:pt x="744871" y="344679"/>
                  </a:lnTo>
                  <a:lnTo>
                    <a:pt x="751130" y="344679"/>
                  </a:lnTo>
                  <a:lnTo>
                    <a:pt x="757390" y="344679"/>
                  </a:lnTo>
                  <a:lnTo>
                    <a:pt x="763649" y="344679"/>
                  </a:lnTo>
                  <a:lnTo>
                    <a:pt x="769909" y="344679"/>
                  </a:lnTo>
                  <a:lnTo>
                    <a:pt x="776168" y="344679"/>
                  </a:lnTo>
                  <a:lnTo>
                    <a:pt x="782427" y="344679"/>
                  </a:lnTo>
                  <a:lnTo>
                    <a:pt x="788687" y="344679"/>
                  </a:lnTo>
                  <a:lnTo>
                    <a:pt x="794946" y="344679"/>
                  </a:lnTo>
                  <a:lnTo>
                    <a:pt x="801206" y="344679"/>
                  </a:lnTo>
                  <a:lnTo>
                    <a:pt x="807465" y="344679"/>
                  </a:lnTo>
                  <a:lnTo>
                    <a:pt x="813725" y="344679"/>
                  </a:lnTo>
                  <a:lnTo>
                    <a:pt x="819984" y="344679"/>
                  </a:lnTo>
                  <a:lnTo>
                    <a:pt x="826243" y="344679"/>
                  </a:lnTo>
                  <a:lnTo>
                    <a:pt x="832503" y="344679"/>
                  </a:lnTo>
                  <a:lnTo>
                    <a:pt x="838762" y="344679"/>
                  </a:lnTo>
                  <a:lnTo>
                    <a:pt x="845022" y="344679"/>
                  </a:lnTo>
                  <a:lnTo>
                    <a:pt x="851281" y="344679"/>
                  </a:lnTo>
                  <a:lnTo>
                    <a:pt x="857541" y="344679"/>
                  </a:lnTo>
                  <a:lnTo>
                    <a:pt x="863800" y="344679"/>
                  </a:lnTo>
                  <a:lnTo>
                    <a:pt x="870059" y="344678"/>
                  </a:lnTo>
                  <a:lnTo>
                    <a:pt x="876319" y="344675"/>
                  </a:lnTo>
                  <a:lnTo>
                    <a:pt x="882578" y="344670"/>
                  </a:lnTo>
                  <a:lnTo>
                    <a:pt x="888838" y="344660"/>
                  </a:lnTo>
                  <a:lnTo>
                    <a:pt x="895097" y="344641"/>
                  </a:lnTo>
                  <a:lnTo>
                    <a:pt x="901356" y="344611"/>
                  </a:lnTo>
                  <a:lnTo>
                    <a:pt x="907616" y="344563"/>
                  </a:lnTo>
                  <a:lnTo>
                    <a:pt x="913875" y="344493"/>
                  </a:lnTo>
                  <a:lnTo>
                    <a:pt x="920135" y="344398"/>
                  </a:lnTo>
                  <a:lnTo>
                    <a:pt x="926394" y="344278"/>
                  </a:lnTo>
                  <a:lnTo>
                    <a:pt x="932654" y="344136"/>
                  </a:lnTo>
                  <a:lnTo>
                    <a:pt x="938913" y="343980"/>
                  </a:lnTo>
                  <a:lnTo>
                    <a:pt x="945172" y="343822"/>
                  </a:lnTo>
                  <a:lnTo>
                    <a:pt x="951432" y="343675"/>
                  </a:lnTo>
                  <a:lnTo>
                    <a:pt x="957691" y="343549"/>
                  </a:lnTo>
                  <a:lnTo>
                    <a:pt x="963951" y="343456"/>
                  </a:lnTo>
                  <a:lnTo>
                    <a:pt x="970210" y="343397"/>
                  </a:lnTo>
                  <a:lnTo>
                    <a:pt x="976470" y="343373"/>
                  </a:lnTo>
                  <a:lnTo>
                    <a:pt x="982729" y="343378"/>
                  </a:lnTo>
                  <a:lnTo>
                    <a:pt x="988988" y="343405"/>
                  </a:lnTo>
                  <a:lnTo>
                    <a:pt x="995248" y="343447"/>
                  </a:lnTo>
                  <a:lnTo>
                    <a:pt x="1001507" y="343495"/>
                  </a:lnTo>
                  <a:lnTo>
                    <a:pt x="1007767" y="343540"/>
                  </a:lnTo>
                  <a:lnTo>
                    <a:pt x="1014026" y="343578"/>
                  </a:lnTo>
                  <a:lnTo>
                    <a:pt x="1020286" y="343610"/>
                  </a:lnTo>
                  <a:lnTo>
                    <a:pt x="1026545" y="343642"/>
                  </a:lnTo>
                  <a:lnTo>
                    <a:pt x="1032804" y="343685"/>
                  </a:lnTo>
                  <a:lnTo>
                    <a:pt x="1039064" y="343746"/>
                  </a:lnTo>
                  <a:lnTo>
                    <a:pt x="1045323" y="343831"/>
                  </a:lnTo>
                  <a:lnTo>
                    <a:pt x="1051583" y="343941"/>
                  </a:lnTo>
                  <a:lnTo>
                    <a:pt x="1057842" y="344067"/>
                  </a:lnTo>
                  <a:lnTo>
                    <a:pt x="1064101" y="344198"/>
                  </a:lnTo>
                  <a:lnTo>
                    <a:pt x="1070361" y="344322"/>
                  </a:lnTo>
                  <a:lnTo>
                    <a:pt x="1076620" y="344429"/>
                  </a:lnTo>
                  <a:lnTo>
                    <a:pt x="1082880" y="344513"/>
                  </a:lnTo>
                  <a:lnTo>
                    <a:pt x="1089139" y="344576"/>
                  </a:lnTo>
                  <a:lnTo>
                    <a:pt x="1095399" y="344618"/>
                  </a:lnTo>
                  <a:lnTo>
                    <a:pt x="1101658" y="344645"/>
                  </a:lnTo>
                  <a:lnTo>
                    <a:pt x="1107917" y="344662"/>
                  </a:lnTo>
                  <a:lnTo>
                    <a:pt x="1114177" y="344671"/>
                  </a:lnTo>
                  <a:lnTo>
                    <a:pt x="1120436" y="344675"/>
                  </a:lnTo>
                  <a:lnTo>
                    <a:pt x="1126696" y="344678"/>
                  </a:lnTo>
                  <a:lnTo>
                    <a:pt x="1132955" y="344679"/>
                  </a:lnTo>
                  <a:lnTo>
                    <a:pt x="1139215" y="344679"/>
                  </a:lnTo>
                  <a:lnTo>
                    <a:pt x="1145474" y="344679"/>
                  </a:lnTo>
                  <a:lnTo>
                    <a:pt x="1151733" y="344679"/>
                  </a:lnTo>
                  <a:lnTo>
                    <a:pt x="1157993" y="344679"/>
                  </a:lnTo>
                  <a:lnTo>
                    <a:pt x="1164252" y="344679"/>
                  </a:lnTo>
                  <a:lnTo>
                    <a:pt x="1170512" y="344679"/>
                  </a:lnTo>
                  <a:lnTo>
                    <a:pt x="1176771" y="344679"/>
                  </a:lnTo>
                  <a:lnTo>
                    <a:pt x="1183031" y="344679"/>
                  </a:lnTo>
                  <a:lnTo>
                    <a:pt x="1189290" y="344679"/>
                  </a:lnTo>
                  <a:lnTo>
                    <a:pt x="1195549" y="344679"/>
                  </a:lnTo>
                  <a:lnTo>
                    <a:pt x="1201809" y="344679"/>
                  </a:lnTo>
                  <a:lnTo>
                    <a:pt x="1208068" y="344679"/>
                  </a:lnTo>
                  <a:lnTo>
                    <a:pt x="1214328" y="344679"/>
                  </a:lnTo>
                  <a:lnTo>
                    <a:pt x="1220587" y="344679"/>
                  </a:lnTo>
                  <a:lnTo>
                    <a:pt x="1226846" y="344679"/>
                  </a:lnTo>
                  <a:lnTo>
                    <a:pt x="1233106" y="344679"/>
                  </a:lnTo>
                  <a:lnTo>
                    <a:pt x="1239365" y="344679"/>
                  </a:lnTo>
                  <a:lnTo>
                    <a:pt x="1245625" y="344679"/>
                  </a:lnTo>
                  <a:lnTo>
                    <a:pt x="1251884" y="344679"/>
                  </a:lnTo>
                  <a:lnTo>
                    <a:pt x="1258144" y="344679"/>
                  </a:lnTo>
                  <a:lnTo>
                    <a:pt x="1264403" y="344679"/>
                  </a:lnTo>
                  <a:lnTo>
                    <a:pt x="1270662" y="344679"/>
                  </a:lnTo>
                  <a:lnTo>
                    <a:pt x="1276922" y="344679"/>
                  </a:lnTo>
                  <a:lnTo>
                    <a:pt x="1283181" y="344679"/>
                  </a:lnTo>
                  <a:lnTo>
                    <a:pt x="1289441" y="344679"/>
                  </a:lnTo>
                  <a:lnTo>
                    <a:pt x="1295700" y="344679"/>
                  </a:lnTo>
                  <a:lnTo>
                    <a:pt x="1301960" y="344679"/>
                  </a:lnTo>
                  <a:lnTo>
                    <a:pt x="1308219" y="344679"/>
                  </a:lnTo>
                  <a:lnTo>
                    <a:pt x="1314478" y="344679"/>
                  </a:lnTo>
                  <a:lnTo>
                    <a:pt x="1320738" y="344679"/>
                  </a:lnTo>
                  <a:lnTo>
                    <a:pt x="1326997" y="344679"/>
                  </a:lnTo>
                  <a:lnTo>
                    <a:pt x="1333257" y="344679"/>
                  </a:lnTo>
                  <a:lnTo>
                    <a:pt x="1339516" y="344679"/>
                  </a:lnTo>
                  <a:lnTo>
                    <a:pt x="1345776" y="344679"/>
                  </a:lnTo>
                  <a:lnTo>
                    <a:pt x="1352035" y="344679"/>
                  </a:lnTo>
                  <a:lnTo>
                    <a:pt x="1358294" y="344679"/>
                  </a:lnTo>
                  <a:lnTo>
                    <a:pt x="1364554" y="344679"/>
                  </a:lnTo>
                  <a:lnTo>
                    <a:pt x="1370813" y="344679"/>
                  </a:lnTo>
                  <a:lnTo>
                    <a:pt x="1377073" y="344679"/>
                  </a:lnTo>
                  <a:lnTo>
                    <a:pt x="1383332" y="344679"/>
                  </a:lnTo>
                  <a:lnTo>
                    <a:pt x="1389592" y="344679"/>
                  </a:lnTo>
                  <a:lnTo>
                    <a:pt x="1395851" y="344679"/>
                  </a:lnTo>
                  <a:lnTo>
                    <a:pt x="1402110" y="344679"/>
                  </a:lnTo>
                  <a:lnTo>
                    <a:pt x="1408370" y="344679"/>
                  </a:lnTo>
                  <a:lnTo>
                    <a:pt x="1414629" y="344679"/>
                  </a:lnTo>
                  <a:lnTo>
                    <a:pt x="1420889" y="344679"/>
                  </a:lnTo>
                  <a:lnTo>
                    <a:pt x="1427148" y="344679"/>
                  </a:lnTo>
                  <a:lnTo>
                    <a:pt x="1433407" y="344679"/>
                  </a:lnTo>
                  <a:lnTo>
                    <a:pt x="1439667" y="344679"/>
                  </a:lnTo>
                  <a:lnTo>
                    <a:pt x="1445926" y="344679"/>
                  </a:lnTo>
                  <a:lnTo>
                    <a:pt x="1452186" y="344679"/>
                  </a:lnTo>
                  <a:lnTo>
                    <a:pt x="1458445" y="344679"/>
                  </a:lnTo>
                  <a:lnTo>
                    <a:pt x="1464705" y="344679"/>
                  </a:lnTo>
                  <a:lnTo>
                    <a:pt x="1470964" y="344679"/>
                  </a:lnTo>
                  <a:lnTo>
                    <a:pt x="1477223" y="344679"/>
                  </a:lnTo>
                  <a:lnTo>
                    <a:pt x="1483483" y="344679"/>
                  </a:lnTo>
                  <a:lnTo>
                    <a:pt x="1489742" y="344679"/>
                  </a:lnTo>
                  <a:lnTo>
                    <a:pt x="1496002" y="344679"/>
                  </a:lnTo>
                  <a:lnTo>
                    <a:pt x="1502261" y="344679"/>
                  </a:lnTo>
                  <a:lnTo>
                    <a:pt x="1508521" y="344679"/>
                  </a:lnTo>
                  <a:lnTo>
                    <a:pt x="1514780" y="344679"/>
                  </a:lnTo>
                  <a:lnTo>
                    <a:pt x="1521039" y="344679"/>
                  </a:lnTo>
                  <a:lnTo>
                    <a:pt x="1527299" y="344679"/>
                  </a:lnTo>
                  <a:lnTo>
                    <a:pt x="1533558" y="344679"/>
                  </a:lnTo>
                  <a:lnTo>
                    <a:pt x="1539818" y="344679"/>
                  </a:lnTo>
                  <a:lnTo>
                    <a:pt x="1546077" y="344679"/>
                  </a:lnTo>
                  <a:lnTo>
                    <a:pt x="1552337" y="344679"/>
                  </a:lnTo>
                  <a:lnTo>
                    <a:pt x="1558596" y="344679"/>
                  </a:lnTo>
                  <a:lnTo>
                    <a:pt x="1564855" y="344679"/>
                  </a:lnTo>
                  <a:lnTo>
                    <a:pt x="1571115" y="344679"/>
                  </a:lnTo>
                  <a:lnTo>
                    <a:pt x="1577374" y="344679"/>
                  </a:lnTo>
                  <a:lnTo>
                    <a:pt x="1583634" y="344679"/>
                  </a:lnTo>
                  <a:lnTo>
                    <a:pt x="1589893" y="344679"/>
                  </a:lnTo>
                  <a:lnTo>
                    <a:pt x="1596152" y="344679"/>
                  </a:lnTo>
                  <a:lnTo>
                    <a:pt x="1602412" y="344679"/>
                  </a:lnTo>
                  <a:lnTo>
                    <a:pt x="1608671" y="344679"/>
                  </a:lnTo>
                  <a:lnTo>
                    <a:pt x="1614931" y="344679"/>
                  </a:lnTo>
                  <a:lnTo>
                    <a:pt x="1621190" y="344679"/>
                  </a:lnTo>
                  <a:lnTo>
                    <a:pt x="1627450" y="344679"/>
                  </a:lnTo>
                  <a:lnTo>
                    <a:pt x="1633709" y="344679"/>
                  </a:lnTo>
                  <a:lnTo>
                    <a:pt x="1639968" y="344679"/>
                  </a:lnTo>
                  <a:lnTo>
                    <a:pt x="1646228" y="344679"/>
                  </a:lnTo>
                  <a:lnTo>
                    <a:pt x="1652487" y="344679"/>
                  </a:lnTo>
                  <a:lnTo>
                    <a:pt x="1658747" y="344679"/>
                  </a:lnTo>
                  <a:lnTo>
                    <a:pt x="1665006" y="344679"/>
                  </a:lnTo>
                  <a:lnTo>
                    <a:pt x="1671266" y="344679"/>
                  </a:lnTo>
                  <a:lnTo>
                    <a:pt x="1677525" y="344679"/>
                  </a:lnTo>
                  <a:lnTo>
                    <a:pt x="1683784" y="344679"/>
                  </a:lnTo>
                  <a:lnTo>
                    <a:pt x="1690044" y="344679"/>
                  </a:lnTo>
                  <a:lnTo>
                    <a:pt x="1696303" y="344679"/>
                  </a:lnTo>
                  <a:lnTo>
                    <a:pt x="1702563" y="344679"/>
                  </a:lnTo>
                  <a:lnTo>
                    <a:pt x="1708822" y="344679"/>
                  </a:lnTo>
                  <a:lnTo>
                    <a:pt x="1715082" y="344679"/>
                  </a:lnTo>
                  <a:lnTo>
                    <a:pt x="1721341" y="344679"/>
                  </a:lnTo>
                  <a:lnTo>
                    <a:pt x="1727600" y="344679"/>
                  </a:lnTo>
                  <a:lnTo>
                    <a:pt x="1733860" y="344679"/>
                  </a:lnTo>
                  <a:lnTo>
                    <a:pt x="1740119" y="344679"/>
                  </a:lnTo>
                  <a:lnTo>
                    <a:pt x="1746379" y="344679"/>
                  </a:lnTo>
                  <a:lnTo>
                    <a:pt x="1752638" y="344679"/>
                  </a:lnTo>
                  <a:lnTo>
                    <a:pt x="1758897" y="344679"/>
                  </a:lnTo>
                  <a:lnTo>
                    <a:pt x="1765157" y="344679"/>
                  </a:lnTo>
                  <a:lnTo>
                    <a:pt x="1771416" y="344679"/>
                  </a:lnTo>
                  <a:lnTo>
                    <a:pt x="1777676" y="344679"/>
                  </a:lnTo>
                  <a:lnTo>
                    <a:pt x="1783935" y="344679"/>
                  </a:lnTo>
                  <a:lnTo>
                    <a:pt x="1790195" y="344679"/>
                  </a:lnTo>
                  <a:lnTo>
                    <a:pt x="1796454" y="344679"/>
                  </a:lnTo>
                  <a:lnTo>
                    <a:pt x="1802713" y="344679"/>
                  </a:lnTo>
                  <a:lnTo>
                    <a:pt x="1808973" y="344679"/>
                  </a:lnTo>
                  <a:lnTo>
                    <a:pt x="1815232" y="344679"/>
                  </a:lnTo>
                  <a:lnTo>
                    <a:pt x="1821492" y="344679"/>
                  </a:lnTo>
                  <a:lnTo>
                    <a:pt x="1827751" y="344679"/>
                  </a:lnTo>
                  <a:lnTo>
                    <a:pt x="1834011" y="344679"/>
                  </a:lnTo>
                  <a:lnTo>
                    <a:pt x="1840270" y="344679"/>
                  </a:lnTo>
                  <a:lnTo>
                    <a:pt x="1846529" y="344679"/>
                  </a:lnTo>
                  <a:lnTo>
                    <a:pt x="1852789" y="344679"/>
                  </a:lnTo>
                  <a:lnTo>
                    <a:pt x="1859048" y="344679"/>
                  </a:lnTo>
                  <a:lnTo>
                    <a:pt x="1865308" y="344679"/>
                  </a:lnTo>
                  <a:lnTo>
                    <a:pt x="1871567" y="344679"/>
                  </a:lnTo>
                  <a:lnTo>
                    <a:pt x="1877827" y="344679"/>
                  </a:lnTo>
                  <a:lnTo>
                    <a:pt x="1884086" y="344679"/>
                  </a:lnTo>
                  <a:lnTo>
                    <a:pt x="1890345" y="344679"/>
                  </a:lnTo>
                  <a:lnTo>
                    <a:pt x="1896605" y="344679"/>
                  </a:lnTo>
                  <a:lnTo>
                    <a:pt x="1902864" y="344679"/>
                  </a:lnTo>
                  <a:lnTo>
                    <a:pt x="1909124" y="344679"/>
                  </a:lnTo>
                  <a:lnTo>
                    <a:pt x="1915383" y="344679"/>
                  </a:lnTo>
                  <a:lnTo>
                    <a:pt x="1921642" y="344679"/>
                  </a:lnTo>
                  <a:lnTo>
                    <a:pt x="1927902" y="344679"/>
                  </a:lnTo>
                  <a:lnTo>
                    <a:pt x="1934161" y="344679"/>
                  </a:lnTo>
                  <a:lnTo>
                    <a:pt x="1940421" y="344679"/>
                  </a:lnTo>
                  <a:lnTo>
                    <a:pt x="1946680" y="344679"/>
                  </a:lnTo>
                  <a:lnTo>
                    <a:pt x="1952940" y="344679"/>
                  </a:lnTo>
                  <a:lnTo>
                    <a:pt x="1959199" y="344679"/>
                  </a:lnTo>
                  <a:lnTo>
                    <a:pt x="1965458" y="344679"/>
                  </a:lnTo>
                  <a:lnTo>
                    <a:pt x="1971718" y="344679"/>
                  </a:lnTo>
                  <a:lnTo>
                    <a:pt x="1977977" y="344679"/>
                  </a:lnTo>
                  <a:lnTo>
                    <a:pt x="1984237" y="344679"/>
                  </a:lnTo>
                  <a:lnTo>
                    <a:pt x="1990496" y="344679"/>
                  </a:lnTo>
                  <a:lnTo>
                    <a:pt x="1996756" y="344679"/>
                  </a:lnTo>
                  <a:lnTo>
                    <a:pt x="2003015" y="344679"/>
                  </a:lnTo>
                  <a:lnTo>
                    <a:pt x="2009274" y="344679"/>
                  </a:lnTo>
                  <a:lnTo>
                    <a:pt x="2015534" y="344679"/>
                  </a:lnTo>
                  <a:lnTo>
                    <a:pt x="2021793" y="344679"/>
                  </a:lnTo>
                  <a:lnTo>
                    <a:pt x="2028053" y="344679"/>
                  </a:lnTo>
                  <a:lnTo>
                    <a:pt x="2034312" y="344679"/>
                  </a:lnTo>
                  <a:lnTo>
                    <a:pt x="2040572" y="344679"/>
                  </a:lnTo>
                  <a:lnTo>
                    <a:pt x="2046831" y="344679"/>
                  </a:lnTo>
                  <a:lnTo>
                    <a:pt x="2053090" y="344679"/>
                  </a:lnTo>
                  <a:lnTo>
                    <a:pt x="2059350" y="344679"/>
                  </a:lnTo>
                  <a:lnTo>
                    <a:pt x="2065609" y="344679"/>
                  </a:lnTo>
                  <a:lnTo>
                    <a:pt x="2071869" y="344679"/>
                  </a:lnTo>
                  <a:lnTo>
                    <a:pt x="2078128" y="344679"/>
                  </a:lnTo>
                  <a:lnTo>
                    <a:pt x="2084388" y="344679"/>
                  </a:lnTo>
                  <a:lnTo>
                    <a:pt x="2090647" y="344679"/>
                  </a:lnTo>
                  <a:lnTo>
                    <a:pt x="2096906" y="344679"/>
                  </a:lnTo>
                  <a:lnTo>
                    <a:pt x="2103166" y="344679"/>
                  </a:lnTo>
                  <a:lnTo>
                    <a:pt x="2109425" y="344679"/>
                  </a:lnTo>
                  <a:lnTo>
                    <a:pt x="2115685" y="344679"/>
                  </a:lnTo>
                  <a:lnTo>
                    <a:pt x="2121944" y="344679"/>
                  </a:lnTo>
                  <a:lnTo>
                    <a:pt x="2128203" y="344679"/>
                  </a:lnTo>
                  <a:lnTo>
                    <a:pt x="2134463" y="344679"/>
                  </a:lnTo>
                  <a:lnTo>
                    <a:pt x="2140722" y="344679"/>
                  </a:lnTo>
                  <a:lnTo>
                    <a:pt x="2146982" y="344679"/>
                  </a:lnTo>
                  <a:lnTo>
                    <a:pt x="2153241" y="344679"/>
                  </a:lnTo>
                  <a:lnTo>
                    <a:pt x="2159501" y="344679"/>
                  </a:lnTo>
                  <a:lnTo>
                    <a:pt x="2165760" y="344679"/>
                  </a:lnTo>
                  <a:lnTo>
                    <a:pt x="2172019" y="344679"/>
                  </a:lnTo>
                  <a:lnTo>
                    <a:pt x="2178279" y="344679"/>
                  </a:lnTo>
                  <a:lnTo>
                    <a:pt x="2184538" y="344679"/>
                  </a:lnTo>
                  <a:lnTo>
                    <a:pt x="2190798" y="344679"/>
                  </a:lnTo>
                  <a:lnTo>
                    <a:pt x="2197057" y="344679"/>
                  </a:lnTo>
                  <a:lnTo>
                    <a:pt x="2203317" y="344679"/>
                  </a:lnTo>
                  <a:lnTo>
                    <a:pt x="2209576" y="344679"/>
                  </a:lnTo>
                  <a:lnTo>
                    <a:pt x="2215835" y="344679"/>
                  </a:lnTo>
                  <a:lnTo>
                    <a:pt x="2222095" y="344679"/>
                  </a:lnTo>
                  <a:lnTo>
                    <a:pt x="2228354" y="344679"/>
                  </a:lnTo>
                  <a:lnTo>
                    <a:pt x="2234614" y="344679"/>
                  </a:lnTo>
                  <a:lnTo>
                    <a:pt x="2240873" y="344679"/>
                  </a:lnTo>
                  <a:lnTo>
                    <a:pt x="2247133" y="344679"/>
                  </a:lnTo>
                  <a:lnTo>
                    <a:pt x="2253392" y="344679"/>
                  </a:lnTo>
                  <a:lnTo>
                    <a:pt x="2259651" y="344679"/>
                  </a:lnTo>
                  <a:lnTo>
                    <a:pt x="2265911" y="344679"/>
                  </a:lnTo>
                  <a:lnTo>
                    <a:pt x="2272170" y="344679"/>
                  </a:lnTo>
                  <a:lnTo>
                    <a:pt x="2278430" y="344679"/>
                  </a:lnTo>
                  <a:lnTo>
                    <a:pt x="2284689" y="344679"/>
                  </a:lnTo>
                  <a:lnTo>
                    <a:pt x="2290948" y="344679"/>
                  </a:lnTo>
                  <a:lnTo>
                    <a:pt x="2297208" y="344679"/>
                  </a:lnTo>
                  <a:lnTo>
                    <a:pt x="2303467" y="344679"/>
                  </a:lnTo>
                  <a:lnTo>
                    <a:pt x="2309727" y="344679"/>
                  </a:lnTo>
                  <a:lnTo>
                    <a:pt x="2315986" y="344679"/>
                  </a:lnTo>
                  <a:lnTo>
                    <a:pt x="2322246" y="344679"/>
                  </a:lnTo>
                  <a:lnTo>
                    <a:pt x="2328505" y="344679"/>
                  </a:lnTo>
                  <a:lnTo>
                    <a:pt x="2334764" y="344679"/>
                  </a:lnTo>
                  <a:lnTo>
                    <a:pt x="2341024" y="344679"/>
                  </a:lnTo>
                  <a:lnTo>
                    <a:pt x="2347283" y="344679"/>
                  </a:lnTo>
                  <a:lnTo>
                    <a:pt x="2353543" y="344679"/>
                  </a:lnTo>
                  <a:lnTo>
                    <a:pt x="2359802" y="344679"/>
                  </a:lnTo>
                  <a:lnTo>
                    <a:pt x="2366062" y="344679"/>
                  </a:lnTo>
                  <a:lnTo>
                    <a:pt x="2372321" y="344679"/>
                  </a:lnTo>
                  <a:lnTo>
                    <a:pt x="2378580" y="344679"/>
                  </a:lnTo>
                  <a:lnTo>
                    <a:pt x="2384840" y="344679"/>
                  </a:lnTo>
                  <a:lnTo>
                    <a:pt x="2391099" y="344679"/>
                  </a:lnTo>
                  <a:lnTo>
                    <a:pt x="2397359" y="344679"/>
                  </a:lnTo>
                  <a:lnTo>
                    <a:pt x="2403618" y="344679"/>
                  </a:lnTo>
                  <a:lnTo>
                    <a:pt x="2409878" y="344679"/>
                  </a:lnTo>
                  <a:lnTo>
                    <a:pt x="2416137" y="344679"/>
                  </a:lnTo>
                  <a:lnTo>
                    <a:pt x="2422396" y="344679"/>
                  </a:lnTo>
                  <a:lnTo>
                    <a:pt x="2428656" y="344679"/>
                  </a:lnTo>
                  <a:lnTo>
                    <a:pt x="2434915" y="344679"/>
                  </a:lnTo>
                  <a:lnTo>
                    <a:pt x="2441175" y="344679"/>
                  </a:lnTo>
                  <a:lnTo>
                    <a:pt x="2447434" y="344679"/>
                  </a:lnTo>
                  <a:lnTo>
                    <a:pt x="2453693" y="344679"/>
                  </a:lnTo>
                  <a:lnTo>
                    <a:pt x="2459953" y="344679"/>
                  </a:lnTo>
                  <a:lnTo>
                    <a:pt x="2466212" y="344679"/>
                  </a:lnTo>
                  <a:lnTo>
                    <a:pt x="2472472" y="344679"/>
                  </a:lnTo>
                  <a:lnTo>
                    <a:pt x="2478731" y="344679"/>
                  </a:lnTo>
                  <a:lnTo>
                    <a:pt x="2484991" y="344679"/>
                  </a:lnTo>
                  <a:lnTo>
                    <a:pt x="2491250" y="344679"/>
                  </a:lnTo>
                  <a:lnTo>
                    <a:pt x="2497509" y="344678"/>
                  </a:lnTo>
                  <a:lnTo>
                    <a:pt x="2503769" y="344676"/>
                  </a:lnTo>
                  <a:lnTo>
                    <a:pt x="2510028" y="344672"/>
                  </a:lnTo>
                  <a:lnTo>
                    <a:pt x="2516288" y="344664"/>
                  </a:lnTo>
                  <a:lnTo>
                    <a:pt x="2522547" y="344649"/>
                  </a:lnTo>
                  <a:lnTo>
                    <a:pt x="2528807" y="344624"/>
                  </a:lnTo>
                  <a:lnTo>
                    <a:pt x="2535066" y="344585"/>
                  </a:lnTo>
                  <a:lnTo>
                    <a:pt x="2541325" y="344527"/>
                  </a:lnTo>
                  <a:lnTo>
                    <a:pt x="2547585" y="344447"/>
                  </a:lnTo>
                  <a:lnTo>
                    <a:pt x="2553844" y="344347"/>
                  </a:lnTo>
                  <a:lnTo>
                    <a:pt x="2560104" y="344230"/>
                  </a:lnTo>
                  <a:lnTo>
                    <a:pt x="2566363" y="344109"/>
                  </a:lnTo>
                  <a:lnTo>
                    <a:pt x="2572623" y="344001"/>
                  </a:lnTo>
                  <a:lnTo>
                    <a:pt x="2578882" y="343922"/>
                  </a:lnTo>
                  <a:lnTo>
                    <a:pt x="2585141" y="343884"/>
                  </a:lnTo>
                  <a:lnTo>
                    <a:pt x="2591401" y="343894"/>
                  </a:lnTo>
                  <a:lnTo>
                    <a:pt x="2597660" y="343951"/>
                  </a:lnTo>
                  <a:lnTo>
                    <a:pt x="2603920" y="344043"/>
                  </a:lnTo>
                  <a:lnTo>
                    <a:pt x="2610179" y="344157"/>
                  </a:lnTo>
                  <a:lnTo>
                    <a:pt x="2616438" y="344276"/>
                  </a:lnTo>
                  <a:lnTo>
                    <a:pt x="2622698" y="344386"/>
                  </a:lnTo>
                  <a:lnTo>
                    <a:pt x="2628957" y="344480"/>
                  </a:lnTo>
                  <a:lnTo>
                    <a:pt x="2635217" y="344552"/>
                  </a:lnTo>
                  <a:lnTo>
                    <a:pt x="2641476" y="344603"/>
                  </a:lnTo>
                  <a:lnTo>
                    <a:pt x="2647736" y="344636"/>
                  </a:lnTo>
                  <a:lnTo>
                    <a:pt x="2653995" y="344657"/>
                  </a:lnTo>
                  <a:lnTo>
                    <a:pt x="2660254" y="344668"/>
                  </a:lnTo>
                  <a:lnTo>
                    <a:pt x="2666514" y="344674"/>
                  </a:lnTo>
                  <a:lnTo>
                    <a:pt x="2672773" y="344677"/>
                  </a:lnTo>
                  <a:lnTo>
                    <a:pt x="2679033" y="344678"/>
                  </a:lnTo>
                  <a:lnTo>
                    <a:pt x="2685292" y="344679"/>
                  </a:lnTo>
                  <a:lnTo>
                    <a:pt x="2691552" y="344679"/>
                  </a:lnTo>
                  <a:lnTo>
                    <a:pt x="2697811" y="344679"/>
                  </a:lnTo>
                  <a:lnTo>
                    <a:pt x="2704070" y="344679"/>
                  </a:lnTo>
                  <a:lnTo>
                    <a:pt x="2710330" y="344679"/>
                  </a:lnTo>
                  <a:lnTo>
                    <a:pt x="2716589" y="344679"/>
                  </a:lnTo>
                  <a:lnTo>
                    <a:pt x="2722849" y="344679"/>
                  </a:lnTo>
                  <a:lnTo>
                    <a:pt x="2729108" y="344679"/>
                  </a:lnTo>
                  <a:lnTo>
                    <a:pt x="2735368" y="344679"/>
                  </a:lnTo>
                  <a:lnTo>
                    <a:pt x="2741627" y="344679"/>
                  </a:lnTo>
                  <a:lnTo>
                    <a:pt x="2747886" y="344679"/>
                  </a:lnTo>
                  <a:lnTo>
                    <a:pt x="2754146" y="344679"/>
                  </a:lnTo>
                  <a:lnTo>
                    <a:pt x="2760405" y="344679"/>
                  </a:lnTo>
                  <a:lnTo>
                    <a:pt x="2766665" y="344679"/>
                  </a:lnTo>
                  <a:lnTo>
                    <a:pt x="2772924" y="344679"/>
                  </a:lnTo>
                  <a:lnTo>
                    <a:pt x="2779184" y="344679"/>
                  </a:lnTo>
                  <a:lnTo>
                    <a:pt x="2785443" y="344679"/>
                  </a:lnTo>
                  <a:lnTo>
                    <a:pt x="2791702" y="344679"/>
                  </a:lnTo>
                  <a:lnTo>
                    <a:pt x="2797962" y="344679"/>
                  </a:lnTo>
                  <a:lnTo>
                    <a:pt x="2804221" y="344679"/>
                  </a:lnTo>
                  <a:lnTo>
                    <a:pt x="2810481" y="344679"/>
                  </a:lnTo>
                  <a:lnTo>
                    <a:pt x="2816740" y="344679"/>
                  </a:lnTo>
                  <a:lnTo>
                    <a:pt x="2822999" y="344679"/>
                  </a:lnTo>
                  <a:lnTo>
                    <a:pt x="2829259" y="344679"/>
                  </a:lnTo>
                  <a:lnTo>
                    <a:pt x="2835518" y="344679"/>
                  </a:lnTo>
                  <a:lnTo>
                    <a:pt x="2841778" y="344679"/>
                  </a:lnTo>
                  <a:lnTo>
                    <a:pt x="2848037" y="344679"/>
                  </a:lnTo>
                  <a:lnTo>
                    <a:pt x="2854297" y="344679"/>
                  </a:lnTo>
                  <a:lnTo>
                    <a:pt x="2860556" y="344679"/>
                  </a:lnTo>
                  <a:lnTo>
                    <a:pt x="2866815" y="344679"/>
                  </a:lnTo>
                  <a:lnTo>
                    <a:pt x="2873075" y="344679"/>
                  </a:lnTo>
                  <a:lnTo>
                    <a:pt x="2879334" y="344679"/>
                  </a:lnTo>
                  <a:lnTo>
                    <a:pt x="2885594" y="344679"/>
                  </a:lnTo>
                  <a:lnTo>
                    <a:pt x="2891853" y="344679"/>
                  </a:lnTo>
                  <a:lnTo>
                    <a:pt x="2898113" y="344679"/>
                  </a:lnTo>
                  <a:lnTo>
                    <a:pt x="2904372" y="344679"/>
                  </a:lnTo>
                  <a:lnTo>
                    <a:pt x="2910631" y="344679"/>
                  </a:lnTo>
                  <a:lnTo>
                    <a:pt x="2916891" y="344679"/>
                  </a:lnTo>
                  <a:lnTo>
                    <a:pt x="2923150" y="344679"/>
                  </a:lnTo>
                  <a:lnTo>
                    <a:pt x="2929410" y="344679"/>
                  </a:lnTo>
                  <a:lnTo>
                    <a:pt x="2935669" y="344679"/>
                  </a:lnTo>
                  <a:lnTo>
                    <a:pt x="2941929" y="344679"/>
                  </a:lnTo>
                  <a:lnTo>
                    <a:pt x="2948188" y="344679"/>
                  </a:lnTo>
                  <a:lnTo>
                    <a:pt x="2954447" y="344679"/>
                  </a:lnTo>
                  <a:lnTo>
                    <a:pt x="2960707" y="344679"/>
                  </a:lnTo>
                  <a:lnTo>
                    <a:pt x="2966966" y="344679"/>
                  </a:lnTo>
                  <a:lnTo>
                    <a:pt x="2973226" y="344679"/>
                  </a:lnTo>
                  <a:lnTo>
                    <a:pt x="2979485" y="344679"/>
                  </a:lnTo>
                  <a:lnTo>
                    <a:pt x="2985744" y="344679"/>
                  </a:lnTo>
                  <a:lnTo>
                    <a:pt x="2992004" y="344679"/>
                  </a:lnTo>
                  <a:lnTo>
                    <a:pt x="2998263" y="344679"/>
                  </a:lnTo>
                  <a:lnTo>
                    <a:pt x="3004523" y="344679"/>
                  </a:lnTo>
                  <a:lnTo>
                    <a:pt x="3010782" y="344679"/>
                  </a:lnTo>
                  <a:lnTo>
                    <a:pt x="3017042" y="344679"/>
                  </a:lnTo>
                  <a:lnTo>
                    <a:pt x="3023301" y="344679"/>
                  </a:lnTo>
                  <a:lnTo>
                    <a:pt x="3029560" y="344679"/>
                  </a:lnTo>
                  <a:lnTo>
                    <a:pt x="3035820" y="344679"/>
                  </a:lnTo>
                  <a:lnTo>
                    <a:pt x="3042079" y="344679"/>
                  </a:lnTo>
                  <a:lnTo>
                    <a:pt x="3048339" y="344679"/>
                  </a:lnTo>
                  <a:lnTo>
                    <a:pt x="3054598" y="344679"/>
                  </a:lnTo>
                  <a:lnTo>
                    <a:pt x="3060858" y="344679"/>
                  </a:lnTo>
                  <a:lnTo>
                    <a:pt x="3067117" y="344679"/>
                  </a:lnTo>
                  <a:lnTo>
                    <a:pt x="3073376" y="344679"/>
                  </a:lnTo>
                  <a:lnTo>
                    <a:pt x="3079636" y="344679"/>
                  </a:lnTo>
                  <a:lnTo>
                    <a:pt x="3085895" y="344679"/>
                  </a:lnTo>
                  <a:lnTo>
                    <a:pt x="3092155" y="344679"/>
                  </a:lnTo>
                  <a:lnTo>
                    <a:pt x="3098414" y="344679"/>
                  </a:lnTo>
                  <a:lnTo>
                    <a:pt x="3104674" y="344679"/>
                  </a:lnTo>
                  <a:lnTo>
                    <a:pt x="3110933" y="344679"/>
                  </a:lnTo>
                  <a:lnTo>
                    <a:pt x="3117192" y="344679"/>
                  </a:lnTo>
                  <a:lnTo>
                    <a:pt x="3123452" y="344679"/>
                  </a:lnTo>
                  <a:lnTo>
                    <a:pt x="3129711" y="344679"/>
                  </a:lnTo>
                  <a:lnTo>
                    <a:pt x="3135971" y="344679"/>
                  </a:lnTo>
                  <a:lnTo>
                    <a:pt x="3142230" y="344679"/>
                  </a:lnTo>
                  <a:lnTo>
                    <a:pt x="3148489" y="344679"/>
                  </a:lnTo>
                  <a:lnTo>
                    <a:pt x="3154749" y="344679"/>
                  </a:lnTo>
                  <a:lnTo>
                    <a:pt x="3161008" y="344679"/>
                  </a:lnTo>
                  <a:lnTo>
                    <a:pt x="3167268" y="344679"/>
                  </a:lnTo>
                  <a:lnTo>
                    <a:pt x="3173527" y="344679"/>
                  </a:lnTo>
                  <a:lnTo>
                    <a:pt x="3179787" y="344679"/>
                  </a:lnTo>
                  <a:lnTo>
                    <a:pt x="3186046" y="344679"/>
                  </a:lnTo>
                  <a:lnTo>
                    <a:pt x="3192305" y="344679"/>
                  </a:lnTo>
                  <a:lnTo>
                    <a:pt x="3198565" y="344679"/>
                  </a:lnTo>
                  <a:lnTo>
                    <a:pt x="3192305" y="344679"/>
                  </a:lnTo>
                  <a:lnTo>
                    <a:pt x="3186046" y="344679"/>
                  </a:lnTo>
                  <a:lnTo>
                    <a:pt x="3179787" y="344679"/>
                  </a:lnTo>
                  <a:lnTo>
                    <a:pt x="3173527" y="344679"/>
                  </a:lnTo>
                  <a:lnTo>
                    <a:pt x="3167268" y="344679"/>
                  </a:lnTo>
                  <a:lnTo>
                    <a:pt x="3161008" y="344679"/>
                  </a:lnTo>
                  <a:lnTo>
                    <a:pt x="3154749" y="344679"/>
                  </a:lnTo>
                  <a:lnTo>
                    <a:pt x="3148489" y="344679"/>
                  </a:lnTo>
                  <a:lnTo>
                    <a:pt x="3142230" y="344679"/>
                  </a:lnTo>
                  <a:lnTo>
                    <a:pt x="3135971" y="344679"/>
                  </a:lnTo>
                  <a:lnTo>
                    <a:pt x="3129711" y="344679"/>
                  </a:lnTo>
                  <a:lnTo>
                    <a:pt x="3123452" y="344679"/>
                  </a:lnTo>
                  <a:lnTo>
                    <a:pt x="3117192" y="344679"/>
                  </a:lnTo>
                  <a:lnTo>
                    <a:pt x="3110933" y="344679"/>
                  </a:lnTo>
                  <a:lnTo>
                    <a:pt x="3104674" y="344679"/>
                  </a:lnTo>
                  <a:lnTo>
                    <a:pt x="3098414" y="344679"/>
                  </a:lnTo>
                  <a:lnTo>
                    <a:pt x="3092155" y="344679"/>
                  </a:lnTo>
                  <a:lnTo>
                    <a:pt x="3085895" y="344679"/>
                  </a:lnTo>
                  <a:lnTo>
                    <a:pt x="3079636" y="344679"/>
                  </a:lnTo>
                  <a:lnTo>
                    <a:pt x="3073376" y="344679"/>
                  </a:lnTo>
                  <a:lnTo>
                    <a:pt x="3067117" y="344679"/>
                  </a:lnTo>
                  <a:lnTo>
                    <a:pt x="3060858" y="344679"/>
                  </a:lnTo>
                  <a:lnTo>
                    <a:pt x="3054598" y="344679"/>
                  </a:lnTo>
                  <a:lnTo>
                    <a:pt x="3048339" y="344679"/>
                  </a:lnTo>
                  <a:lnTo>
                    <a:pt x="3042079" y="344679"/>
                  </a:lnTo>
                  <a:lnTo>
                    <a:pt x="3035820" y="344679"/>
                  </a:lnTo>
                  <a:lnTo>
                    <a:pt x="3029560" y="344679"/>
                  </a:lnTo>
                  <a:lnTo>
                    <a:pt x="3023301" y="344679"/>
                  </a:lnTo>
                  <a:lnTo>
                    <a:pt x="3017042" y="344679"/>
                  </a:lnTo>
                  <a:lnTo>
                    <a:pt x="3010782" y="344679"/>
                  </a:lnTo>
                  <a:lnTo>
                    <a:pt x="3004523" y="344679"/>
                  </a:lnTo>
                  <a:lnTo>
                    <a:pt x="2998263" y="344679"/>
                  </a:lnTo>
                  <a:lnTo>
                    <a:pt x="2992004" y="344679"/>
                  </a:lnTo>
                  <a:lnTo>
                    <a:pt x="2985744" y="344679"/>
                  </a:lnTo>
                  <a:lnTo>
                    <a:pt x="2979485" y="344679"/>
                  </a:lnTo>
                  <a:lnTo>
                    <a:pt x="2973226" y="344679"/>
                  </a:lnTo>
                  <a:lnTo>
                    <a:pt x="2966966" y="344679"/>
                  </a:lnTo>
                  <a:lnTo>
                    <a:pt x="2960707" y="344679"/>
                  </a:lnTo>
                  <a:lnTo>
                    <a:pt x="2954447" y="344679"/>
                  </a:lnTo>
                  <a:lnTo>
                    <a:pt x="2948188" y="344679"/>
                  </a:lnTo>
                  <a:lnTo>
                    <a:pt x="2941929" y="344679"/>
                  </a:lnTo>
                  <a:lnTo>
                    <a:pt x="2935669" y="344679"/>
                  </a:lnTo>
                  <a:lnTo>
                    <a:pt x="2929410" y="344679"/>
                  </a:lnTo>
                  <a:lnTo>
                    <a:pt x="2923150" y="344679"/>
                  </a:lnTo>
                  <a:lnTo>
                    <a:pt x="2916891" y="344679"/>
                  </a:lnTo>
                  <a:lnTo>
                    <a:pt x="2910631" y="344679"/>
                  </a:lnTo>
                  <a:lnTo>
                    <a:pt x="2904372" y="344679"/>
                  </a:lnTo>
                  <a:lnTo>
                    <a:pt x="2898113" y="344679"/>
                  </a:lnTo>
                  <a:lnTo>
                    <a:pt x="2891853" y="344679"/>
                  </a:lnTo>
                  <a:lnTo>
                    <a:pt x="2885594" y="344679"/>
                  </a:lnTo>
                  <a:lnTo>
                    <a:pt x="2879334" y="344679"/>
                  </a:lnTo>
                  <a:lnTo>
                    <a:pt x="2873075" y="344679"/>
                  </a:lnTo>
                  <a:lnTo>
                    <a:pt x="2866815" y="344679"/>
                  </a:lnTo>
                  <a:lnTo>
                    <a:pt x="2860556" y="344679"/>
                  </a:lnTo>
                  <a:lnTo>
                    <a:pt x="2854297" y="344679"/>
                  </a:lnTo>
                  <a:lnTo>
                    <a:pt x="2848037" y="344679"/>
                  </a:lnTo>
                  <a:lnTo>
                    <a:pt x="2841778" y="344679"/>
                  </a:lnTo>
                  <a:lnTo>
                    <a:pt x="2835518" y="344679"/>
                  </a:lnTo>
                  <a:lnTo>
                    <a:pt x="2829259" y="344679"/>
                  </a:lnTo>
                  <a:lnTo>
                    <a:pt x="2822999" y="344679"/>
                  </a:lnTo>
                  <a:lnTo>
                    <a:pt x="2816740" y="344679"/>
                  </a:lnTo>
                  <a:lnTo>
                    <a:pt x="2810481" y="344679"/>
                  </a:lnTo>
                  <a:lnTo>
                    <a:pt x="2804221" y="344679"/>
                  </a:lnTo>
                  <a:lnTo>
                    <a:pt x="2797962" y="344679"/>
                  </a:lnTo>
                  <a:lnTo>
                    <a:pt x="2791702" y="344679"/>
                  </a:lnTo>
                  <a:lnTo>
                    <a:pt x="2785443" y="344679"/>
                  </a:lnTo>
                  <a:lnTo>
                    <a:pt x="2779184" y="344679"/>
                  </a:lnTo>
                  <a:lnTo>
                    <a:pt x="2772924" y="344679"/>
                  </a:lnTo>
                  <a:lnTo>
                    <a:pt x="2766665" y="344679"/>
                  </a:lnTo>
                  <a:lnTo>
                    <a:pt x="2760405" y="344679"/>
                  </a:lnTo>
                  <a:lnTo>
                    <a:pt x="2754146" y="344679"/>
                  </a:lnTo>
                  <a:lnTo>
                    <a:pt x="2747886" y="344679"/>
                  </a:lnTo>
                  <a:lnTo>
                    <a:pt x="2741627" y="344679"/>
                  </a:lnTo>
                  <a:lnTo>
                    <a:pt x="2735368" y="344679"/>
                  </a:lnTo>
                  <a:lnTo>
                    <a:pt x="2729108" y="344679"/>
                  </a:lnTo>
                  <a:lnTo>
                    <a:pt x="2722849" y="344679"/>
                  </a:lnTo>
                  <a:lnTo>
                    <a:pt x="2716589" y="344679"/>
                  </a:lnTo>
                  <a:lnTo>
                    <a:pt x="2710330" y="344679"/>
                  </a:lnTo>
                  <a:lnTo>
                    <a:pt x="2704070" y="344679"/>
                  </a:lnTo>
                  <a:lnTo>
                    <a:pt x="2697811" y="344679"/>
                  </a:lnTo>
                  <a:lnTo>
                    <a:pt x="2691552" y="344679"/>
                  </a:lnTo>
                  <a:lnTo>
                    <a:pt x="2685292" y="344679"/>
                  </a:lnTo>
                  <a:lnTo>
                    <a:pt x="2679033" y="344679"/>
                  </a:lnTo>
                  <a:lnTo>
                    <a:pt x="2672773" y="344679"/>
                  </a:lnTo>
                  <a:lnTo>
                    <a:pt x="2666514" y="344679"/>
                  </a:lnTo>
                  <a:lnTo>
                    <a:pt x="2660254" y="344679"/>
                  </a:lnTo>
                  <a:lnTo>
                    <a:pt x="2653995" y="344679"/>
                  </a:lnTo>
                  <a:lnTo>
                    <a:pt x="2647736" y="344679"/>
                  </a:lnTo>
                  <a:lnTo>
                    <a:pt x="2641476" y="344679"/>
                  </a:lnTo>
                  <a:lnTo>
                    <a:pt x="2635217" y="344679"/>
                  </a:lnTo>
                  <a:lnTo>
                    <a:pt x="2628957" y="344679"/>
                  </a:lnTo>
                  <a:lnTo>
                    <a:pt x="2622698" y="344679"/>
                  </a:lnTo>
                  <a:lnTo>
                    <a:pt x="2616438" y="344679"/>
                  </a:lnTo>
                  <a:lnTo>
                    <a:pt x="2610179" y="344679"/>
                  </a:lnTo>
                  <a:lnTo>
                    <a:pt x="2603920" y="344679"/>
                  </a:lnTo>
                  <a:lnTo>
                    <a:pt x="2597660" y="344679"/>
                  </a:lnTo>
                  <a:lnTo>
                    <a:pt x="2591401" y="344679"/>
                  </a:lnTo>
                  <a:lnTo>
                    <a:pt x="2585141" y="344679"/>
                  </a:lnTo>
                  <a:lnTo>
                    <a:pt x="2578882" y="344679"/>
                  </a:lnTo>
                  <a:lnTo>
                    <a:pt x="2572623" y="344679"/>
                  </a:lnTo>
                  <a:lnTo>
                    <a:pt x="2566363" y="344679"/>
                  </a:lnTo>
                  <a:lnTo>
                    <a:pt x="2560104" y="344679"/>
                  </a:lnTo>
                  <a:lnTo>
                    <a:pt x="2553844" y="344679"/>
                  </a:lnTo>
                  <a:lnTo>
                    <a:pt x="2547585" y="344679"/>
                  </a:lnTo>
                  <a:lnTo>
                    <a:pt x="2541325" y="344679"/>
                  </a:lnTo>
                  <a:lnTo>
                    <a:pt x="2535066" y="344679"/>
                  </a:lnTo>
                  <a:lnTo>
                    <a:pt x="2528807" y="344679"/>
                  </a:lnTo>
                  <a:lnTo>
                    <a:pt x="2522547" y="344679"/>
                  </a:lnTo>
                  <a:lnTo>
                    <a:pt x="2516288" y="344679"/>
                  </a:lnTo>
                  <a:lnTo>
                    <a:pt x="2510028" y="344679"/>
                  </a:lnTo>
                  <a:lnTo>
                    <a:pt x="2503769" y="344679"/>
                  </a:lnTo>
                  <a:lnTo>
                    <a:pt x="2497509" y="344679"/>
                  </a:lnTo>
                  <a:lnTo>
                    <a:pt x="2491250" y="344679"/>
                  </a:lnTo>
                  <a:lnTo>
                    <a:pt x="2484991" y="344679"/>
                  </a:lnTo>
                  <a:lnTo>
                    <a:pt x="2478731" y="344679"/>
                  </a:lnTo>
                  <a:lnTo>
                    <a:pt x="2472472" y="344679"/>
                  </a:lnTo>
                  <a:lnTo>
                    <a:pt x="2466212" y="344679"/>
                  </a:lnTo>
                  <a:lnTo>
                    <a:pt x="2459953" y="344679"/>
                  </a:lnTo>
                  <a:lnTo>
                    <a:pt x="2453693" y="344679"/>
                  </a:lnTo>
                  <a:lnTo>
                    <a:pt x="2447434" y="344679"/>
                  </a:lnTo>
                  <a:lnTo>
                    <a:pt x="2441175" y="344679"/>
                  </a:lnTo>
                  <a:lnTo>
                    <a:pt x="2434915" y="344679"/>
                  </a:lnTo>
                  <a:lnTo>
                    <a:pt x="2428656" y="344679"/>
                  </a:lnTo>
                  <a:lnTo>
                    <a:pt x="2422396" y="344679"/>
                  </a:lnTo>
                  <a:lnTo>
                    <a:pt x="2416137" y="344679"/>
                  </a:lnTo>
                  <a:lnTo>
                    <a:pt x="2409878" y="344679"/>
                  </a:lnTo>
                  <a:lnTo>
                    <a:pt x="2403618" y="344679"/>
                  </a:lnTo>
                  <a:lnTo>
                    <a:pt x="2397359" y="344679"/>
                  </a:lnTo>
                  <a:lnTo>
                    <a:pt x="2391099" y="344679"/>
                  </a:lnTo>
                  <a:lnTo>
                    <a:pt x="2384840" y="344679"/>
                  </a:lnTo>
                  <a:lnTo>
                    <a:pt x="2378580" y="344679"/>
                  </a:lnTo>
                  <a:lnTo>
                    <a:pt x="2372321" y="344679"/>
                  </a:lnTo>
                  <a:lnTo>
                    <a:pt x="2366062" y="344679"/>
                  </a:lnTo>
                  <a:lnTo>
                    <a:pt x="2359802" y="344679"/>
                  </a:lnTo>
                  <a:lnTo>
                    <a:pt x="2353543" y="344679"/>
                  </a:lnTo>
                  <a:lnTo>
                    <a:pt x="2347283" y="344679"/>
                  </a:lnTo>
                  <a:lnTo>
                    <a:pt x="2341024" y="344679"/>
                  </a:lnTo>
                  <a:lnTo>
                    <a:pt x="2334764" y="344679"/>
                  </a:lnTo>
                  <a:lnTo>
                    <a:pt x="2328505" y="344679"/>
                  </a:lnTo>
                  <a:lnTo>
                    <a:pt x="2322246" y="344679"/>
                  </a:lnTo>
                  <a:lnTo>
                    <a:pt x="2315986" y="344679"/>
                  </a:lnTo>
                  <a:lnTo>
                    <a:pt x="2309727" y="344679"/>
                  </a:lnTo>
                  <a:lnTo>
                    <a:pt x="2303467" y="344679"/>
                  </a:lnTo>
                  <a:lnTo>
                    <a:pt x="2297208" y="344679"/>
                  </a:lnTo>
                  <a:lnTo>
                    <a:pt x="2290948" y="344679"/>
                  </a:lnTo>
                  <a:lnTo>
                    <a:pt x="2284689" y="344679"/>
                  </a:lnTo>
                  <a:lnTo>
                    <a:pt x="2278430" y="344679"/>
                  </a:lnTo>
                  <a:lnTo>
                    <a:pt x="2272170" y="344679"/>
                  </a:lnTo>
                  <a:lnTo>
                    <a:pt x="2265911" y="344679"/>
                  </a:lnTo>
                  <a:lnTo>
                    <a:pt x="2259651" y="344679"/>
                  </a:lnTo>
                  <a:lnTo>
                    <a:pt x="2253392" y="344679"/>
                  </a:lnTo>
                  <a:lnTo>
                    <a:pt x="2247133" y="344679"/>
                  </a:lnTo>
                  <a:lnTo>
                    <a:pt x="2240873" y="344679"/>
                  </a:lnTo>
                  <a:lnTo>
                    <a:pt x="2234614" y="344679"/>
                  </a:lnTo>
                  <a:lnTo>
                    <a:pt x="2228354" y="344679"/>
                  </a:lnTo>
                  <a:lnTo>
                    <a:pt x="2222095" y="344679"/>
                  </a:lnTo>
                  <a:lnTo>
                    <a:pt x="2215835" y="344679"/>
                  </a:lnTo>
                  <a:lnTo>
                    <a:pt x="2209576" y="344679"/>
                  </a:lnTo>
                  <a:lnTo>
                    <a:pt x="2203317" y="344679"/>
                  </a:lnTo>
                  <a:lnTo>
                    <a:pt x="2197057" y="344679"/>
                  </a:lnTo>
                  <a:lnTo>
                    <a:pt x="2190798" y="344679"/>
                  </a:lnTo>
                  <a:lnTo>
                    <a:pt x="2184538" y="344679"/>
                  </a:lnTo>
                  <a:lnTo>
                    <a:pt x="2178279" y="344679"/>
                  </a:lnTo>
                  <a:lnTo>
                    <a:pt x="2172019" y="344679"/>
                  </a:lnTo>
                  <a:lnTo>
                    <a:pt x="2165760" y="344679"/>
                  </a:lnTo>
                  <a:lnTo>
                    <a:pt x="2159501" y="344679"/>
                  </a:lnTo>
                  <a:lnTo>
                    <a:pt x="2153241" y="344679"/>
                  </a:lnTo>
                  <a:lnTo>
                    <a:pt x="2146982" y="344679"/>
                  </a:lnTo>
                  <a:lnTo>
                    <a:pt x="2140722" y="344679"/>
                  </a:lnTo>
                  <a:lnTo>
                    <a:pt x="2134463" y="344679"/>
                  </a:lnTo>
                  <a:lnTo>
                    <a:pt x="2128203" y="344679"/>
                  </a:lnTo>
                  <a:lnTo>
                    <a:pt x="2121944" y="344679"/>
                  </a:lnTo>
                  <a:lnTo>
                    <a:pt x="2115685" y="344679"/>
                  </a:lnTo>
                  <a:lnTo>
                    <a:pt x="2109425" y="344679"/>
                  </a:lnTo>
                  <a:lnTo>
                    <a:pt x="2103166" y="344679"/>
                  </a:lnTo>
                  <a:lnTo>
                    <a:pt x="2096906" y="344679"/>
                  </a:lnTo>
                  <a:lnTo>
                    <a:pt x="2090647" y="344679"/>
                  </a:lnTo>
                  <a:lnTo>
                    <a:pt x="2084388" y="344679"/>
                  </a:lnTo>
                  <a:lnTo>
                    <a:pt x="2078128" y="344679"/>
                  </a:lnTo>
                  <a:lnTo>
                    <a:pt x="2071869" y="344679"/>
                  </a:lnTo>
                  <a:lnTo>
                    <a:pt x="2065609" y="344679"/>
                  </a:lnTo>
                  <a:lnTo>
                    <a:pt x="2059350" y="344679"/>
                  </a:lnTo>
                  <a:lnTo>
                    <a:pt x="2053090" y="344679"/>
                  </a:lnTo>
                  <a:lnTo>
                    <a:pt x="2046831" y="344679"/>
                  </a:lnTo>
                  <a:lnTo>
                    <a:pt x="2040572" y="344679"/>
                  </a:lnTo>
                  <a:lnTo>
                    <a:pt x="2034312" y="344679"/>
                  </a:lnTo>
                  <a:lnTo>
                    <a:pt x="2028053" y="344679"/>
                  </a:lnTo>
                  <a:lnTo>
                    <a:pt x="2021793" y="344679"/>
                  </a:lnTo>
                  <a:lnTo>
                    <a:pt x="2015534" y="344679"/>
                  </a:lnTo>
                  <a:lnTo>
                    <a:pt x="2009274" y="344679"/>
                  </a:lnTo>
                  <a:lnTo>
                    <a:pt x="2003015" y="344679"/>
                  </a:lnTo>
                  <a:lnTo>
                    <a:pt x="1996756" y="344679"/>
                  </a:lnTo>
                  <a:lnTo>
                    <a:pt x="1990496" y="344679"/>
                  </a:lnTo>
                  <a:lnTo>
                    <a:pt x="1984237" y="344679"/>
                  </a:lnTo>
                  <a:lnTo>
                    <a:pt x="1977977" y="344679"/>
                  </a:lnTo>
                  <a:lnTo>
                    <a:pt x="1971718" y="344679"/>
                  </a:lnTo>
                  <a:lnTo>
                    <a:pt x="1965458" y="344679"/>
                  </a:lnTo>
                  <a:lnTo>
                    <a:pt x="1959199" y="344679"/>
                  </a:lnTo>
                  <a:lnTo>
                    <a:pt x="1952940" y="344679"/>
                  </a:lnTo>
                  <a:lnTo>
                    <a:pt x="1946680" y="344679"/>
                  </a:lnTo>
                  <a:lnTo>
                    <a:pt x="1940421" y="344679"/>
                  </a:lnTo>
                  <a:lnTo>
                    <a:pt x="1934161" y="344679"/>
                  </a:lnTo>
                  <a:lnTo>
                    <a:pt x="1927902" y="344679"/>
                  </a:lnTo>
                  <a:lnTo>
                    <a:pt x="1921642" y="344679"/>
                  </a:lnTo>
                  <a:lnTo>
                    <a:pt x="1915383" y="344679"/>
                  </a:lnTo>
                  <a:lnTo>
                    <a:pt x="1909124" y="344679"/>
                  </a:lnTo>
                  <a:lnTo>
                    <a:pt x="1902864" y="344679"/>
                  </a:lnTo>
                  <a:lnTo>
                    <a:pt x="1896605" y="344679"/>
                  </a:lnTo>
                  <a:lnTo>
                    <a:pt x="1890345" y="344679"/>
                  </a:lnTo>
                  <a:lnTo>
                    <a:pt x="1884086" y="344679"/>
                  </a:lnTo>
                  <a:lnTo>
                    <a:pt x="1877827" y="344679"/>
                  </a:lnTo>
                  <a:lnTo>
                    <a:pt x="1871567" y="344679"/>
                  </a:lnTo>
                  <a:lnTo>
                    <a:pt x="1865308" y="344679"/>
                  </a:lnTo>
                  <a:lnTo>
                    <a:pt x="1859048" y="344679"/>
                  </a:lnTo>
                  <a:lnTo>
                    <a:pt x="1852789" y="344679"/>
                  </a:lnTo>
                  <a:lnTo>
                    <a:pt x="1846529" y="344679"/>
                  </a:lnTo>
                  <a:lnTo>
                    <a:pt x="1840270" y="344679"/>
                  </a:lnTo>
                  <a:lnTo>
                    <a:pt x="1834011" y="344679"/>
                  </a:lnTo>
                  <a:lnTo>
                    <a:pt x="1827751" y="344679"/>
                  </a:lnTo>
                  <a:lnTo>
                    <a:pt x="1821492" y="344679"/>
                  </a:lnTo>
                  <a:lnTo>
                    <a:pt x="1815232" y="344679"/>
                  </a:lnTo>
                  <a:lnTo>
                    <a:pt x="1808973" y="344679"/>
                  </a:lnTo>
                  <a:lnTo>
                    <a:pt x="1802713" y="344679"/>
                  </a:lnTo>
                  <a:lnTo>
                    <a:pt x="1796454" y="344679"/>
                  </a:lnTo>
                  <a:lnTo>
                    <a:pt x="1790195" y="344679"/>
                  </a:lnTo>
                  <a:lnTo>
                    <a:pt x="1783935" y="344679"/>
                  </a:lnTo>
                  <a:lnTo>
                    <a:pt x="1777676" y="344679"/>
                  </a:lnTo>
                  <a:lnTo>
                    <a:pt x="1771416" y="344679"/>
                  </a:lnTo>
                  <a:lnTo>
                    <a:pt x="1765157" y="344679"/>
                  </a:lnTo>
                  <a:lnTo>
                    <a:pt x="1758897" y="344679"/>
                  </a:lnTo>
                  <a:lnTo>
                    <a:pt x="1752638" y="344679"/>
                  </a:lnTo>
                  <a:lnTo>
                    <a:pt x="1746379" y="344679"/>
                  </a:lnTo>
                  <a:lnTo>
                    <a:pt x="1740119" y="344679"/>
                  </a:lnTo>
                  <a:lnTo>
                    <a:pt x="1733860" y="344679"/>
                  </a:lnTo>
                  <a:lnTo>
                    <a:pt x="1727600" y="344679"/>
                  </a:lnTo>
                  <a:lnTo>
                    <a:pt x="1721341" y="344679"/>
                  </a:lnTo>
                  <a:lnTo>
                    <a:pt x="1715082" y="344679"/>
                  </a:lnTo>
                  <a:lnTo>
                    <a:pt x="1708822" y="344679"/>
                  </a:lnTo>
                  <a:lnTo>
                    <a:pt x="1702563" y="344679"/>
                  </a:lnTo>
                  <a:lnTo>
                    <a:pt x="1696303" y="344679"/>
                  </a:lnTo>
                  <a:lnTo>
                    <a:pt x="1690044" y="344679"/>
                  </a:lnTo>
                  <a:lnTo>
                    <a:pt x="1683784" y="344679"/>
                  </a:lnTo>
                  <a:lnTo>
                    <a:pt x="1677525" y="344679"/>
                  </a:lnTo>
                  <a:lnTo>
                    <a:pt x="1671266" y="344679"/>
                  </a:lnTo>
                  <a:lnTo>
                    <a:pt x="1665006" y="344679"/>
                  </a:lnTo>
                  <a:lnTo>
                    <a:pt x="1658747" y="344679"/>
                  </a:lnTo>
                  <a:lnTo>
                    <a:pt x="1652487" y="344679"/>
                  </a:lnTo>
                  <a:lnTo>
                    <a:pt x="1646228" y="344679"/>
                  </a:lnTo>
                  <a:lnTo>
                    <a:pt x="1639968" y="344679"/>
                  </a:lnTo>
                  <a:lnTo>
                    <a:pt x="1633709" y="344679"/>
                  </a:lnTo>
                  <a:lnTo>
                    <a:pt x="1627450" y="344679"/>
                  </a:lnTo>
                  <a:lnTo>
                    <a:pt x="1621190" y="344679"/>
                  </a:lnTo>
                  <a:lnTo>
                    <a:pt x="1614931" y="344679"/>
                  </a:lnTo>
                  <a:lnTo>
                    <a:pt x="1608671" y="344679"/>
                  </a:lnTo>
                  <a:lnTo>
                    <a:pt x="1602412" y="344679"/>
                  </a:lnTo>
                  <a:lnTo>
                    <a:pt x="1596152" y="344679"/>
                  </a:lnTo>
                  <a:lnTo>
                    <a:pt x="1589893" y="344679"/>
                  </a:lnTo>
                  <a:lnTo>
                    <a:pt x="1583634" y="344679"/>
                  </a:lnTo>
                  <a:lnTo>
                    <a:pt x="1577374" y="344679"/>
                  </a:lnTo>
                  <a:lnTo>
                    <a:pt x="1571115" y="344679"/>
                  </a:lnTo>
                  <a:lnTo>
                    <a:pt x="1564855" y="344679"/>
                  </a:lnTo>
                  <a:lnTo>
                    <a:pt x="1558596" y="344679"/>
                  </a:lnTo>
                  <a:lnTo>
                    <a:pt x="1552337" y="344679"/>
                  </a:lnTo>
                  <a:lnTo>
                    <a:pt x="1546077" y="344679"/>
                  </a:lnTo>
                  <a:lnTo>
                    <a:pt x="1539818" y="344679"/>
                  </a:lnTo>
                  <a:lnTo>
                    <a:pt x="1533558" y="344679"/>
                  </a:lnTo>
                  <a:lnTo>
                    <a:pt x="1527299" y="344679"/>
                  </a:lnTo>
                  <a:lnTo>
                    <a:pt x="1521039" y="344679"/>
                  </a:lnTo>
                  <a:lnTo>
                    <a:pt x="1514780" y="344679"/>
                  </a:lnTo>
                  <a:lnTo>
                    <a:pt x="1508521" y="344679"/>
                  </a:lnTo>
                  <a:lnTo>
                    <a:pt x="1502261" y="344679"/>
                  </a:lnTo>
                  <a:lnTo>
                    <a:pt x="1496002" y="344679"/>
                  </a:lnTo>
                  <a:lnTo>
                    <a:pt x="1489742" y="344679"/>
                  </a:lnTo>
                  <a:lnTo>
                    <a:pt x="1483483" y="344679"/>
                  </a:lnTo>
                  <a:lnTo>
                    <a:pt x="1477223" y="344679"/>
                  </a:lnTo>
                  <a:lnTo>
                    <a:pt x="1470964" y="344679"/>
                  </a:lnTo>
                  <a:lnTo>
                    <a:pt x="1464705" y="344679"/>
                  </a:lnTo>
                  <a:lnTo>
                    <a:pt x="1458445" y="344679"/>
                  </a:lnTo>
                  <a:lnTo>
                    <a:pt x="1452186" y="344679"/>
                  </a:lnTo>
                  <a:lnTo>
                    <a:pt x="1445926" y="344679"/>
                  </a:lnTo>
                  <a:lnTo>
                    <a:pt x="1439667" y="344679"/>
                  </a:lnTo>
                  <a:lnTo>
                    <a:pt x="1433407" y="344679"/>
                  </a:lnTo>
                  <a:lnTo>
                    <a:pt x="1427148" y="344679"/>
                  </a:lnTo>
                  <a:lnTo>
                    <a:pt x="1420889" y="344679"/>
                  </a:lnTo>
                  <a:lnTo>
                    <a:pt x="1414629" y="344679"/>
                  </a:lnTo>
                  <a:lnTo>
                    <a:pt x="1408370" y="344679"/>
                  </a:lnTo>
                  <a:lnTo>
                    <a:pt x="1402110" y="344679"/>
                  </a:lnTo>
                  <a:lnTo>
                    <a:pt x="1395851" y="344679"/>
                  </a:lnTo>
                  <a:lnTo>
                    <a:pt x="1389592" y="344679"/>
                  </a:lnTo>
                  <a:lnTo>
                    <a:pt x="1383332" y="344679"/>
                  </a:lnTo>
                  <a:lnTo>
                    <a:pt x="1377073" y="344679"/>
                  </a:lnTo>
                  <a:lnTo>
                    <a:pt x="1370813" y="344679"/>
                  </a:lnTo>
                  <a:lnTo>
                    <a:pt x="1364554" y="344679"/>
                  </a:lnTo>
                  <a:lnTo>
                    <a:pt x="1358294" y="344679"/>
                  </a:lnTo>
                  <a:lnTo>
                    <a:pt x="1352035" y="344679"/>
                  </a:lnTo>
                  <a:lnTo>
                    <a:pt x="1345776" y="344679"/>
                  </a:lnTo>
                  <a:lnTo>
                    <a:pt x="1339516" y="344679"/>
                  </a:lnTo>
                  <a:lnTo>
                    <a:pt x="1333257" y="344679"/>
                  </a:lnTo>
                  <a:lnTo>
                    <a:pt x="1326997" y="344679"/>
                  </a:lnTo>
                  <a:lnTo>
                    <a:pt x="1320738" y="344679"/>
                  </a:lnTo>
                  <a:lnTo>
                    <a:pt x="1314478" y="344679"/>
                  </a:lnTo>
                  <a:lnTo>
                    <a:pt x="1308219" y="344679"/>
                  </a:lnTo>
                  <a:lnTo>
                    <a:pt x="1301960" y="344679"/>
                  </a:lnTo>
                  <a:lnTo>
                    <a:pt x="1295700" y="344679"/>
                  </a:lnTo>
                  <a:lnTo>
                    <a:pt x="1289441" y="344679"/>
                  </a:lnTo>
                  <a:lnTo>
                    <a:pt x="1283181" y="344679"/>
                  </a:lnTo>
                  <a:lnTo>
                    <a:pt x="1276922" y="344679"/>
                  </a:lnTo>
                  <a:lnTo>
                    <a:pt x="1270662" y="344679"/>
                  </a:lnTo>
                  <a:lnTo>
                    <a:pt x="1264403" y="344679"/>
                  </a:lnTo>
                  <a:lnTo>
                    <a:pt x="1258144" y="344679"/>
                  </a:lnTo>
                  <a:lnTo>
                    <a:pt x="1251884" y="344679"/>
                  </a:lnTo>
                  <a:lnTo>
                    <a:pt x="1245625" y="344679"/>
                  </a:lnTo>
                  <a:lnTo>
                    <a:pt x="1239365" y="344679"/>
                  </a:lnTo>
                  <a:lnTo>
                    <a:pt x="1233106" y="344679"/>
                  </a:lnTo>
                  <a:lnTo>
                    <a:pt x="1226846" y="344679"/>
                  </a:lnTo>
                  <a:lnTo>
                    <a:pt x="1220587" y="344679"/>
                  </a:lnTo>
                  <a:lnTo>
                    <a:pt x="1214328" y="344679"/>
                  </a:lnTo>
                  <a:lnTo>
                    <a:pt x="1208068" y="344679"/>
                  </a:lnTo>
                  <a:lnTo>
                    <a:pt x="1201809" y="344679"/>
                  </a:lnTo>
                  <a:lnTo>
                    <a:pt x="1195549" y="344679"/>
                  </a:lnTo>
                  <a:lnTo>
                    <a:pt x="1189290" y="344679"/>
                  </a:lnTo>
                  <a:lnTo>
                    <a:pt x="1183031" y="344679"/>
                  </a:lnTo>
                  <a:lnTo>
                    <a:pt x="1176771" y="344679"/>
                  </a:lnTo>
                  <a:lnTo>
                    <a:pt x="1170512" y="344679"/>
                  </a:lnTo>
                  <a:lnTo>
                    <a:pt x="1164252" y="344679"/>
                  </a:lnTo>
                  <a:lnTo>
                    <a:pt x="1157993" y="344679"/>
                  </a:lnTo>
                  <a:lnTo>
                    <a:pt x="1151733" y="344679"/>
                  </a:lnTo>
                  <a:lnTo>
                    <a:pt x="1145474" y="344679"/>
                  </a:lnTo>
                  <a:lnTo>
                    <a:pt x="1139215" y="344679"/>
                  </a:lnTo>
                  <a:lnTo>
                    <a:pt x="1132955" y="344679"/>
                  </a:lnTo>
                  <a:lnTo>
                    <a:pt x="1126696" y="344679"/>
                  </a:lnTo>
                  <a:lnTo>
                    <a:pt x="1120436" y="344679"/>
                  </a:lnTo>
                  <a:lnTo>
                    <a:pt x="1114177" y="344679"/>
                  </a:lnTo>
                  <a:lnTo>
                    <a:pt x="1107917" y="344679"/>
                  </a:lnTo>
                  <a:lnTo>
                    <a:pt x="1101658" y="344679"/>
                  </a:lnTo>
                  <a:lnTo>
                    <a:pt x="1095399" y="344679"/>
                  </a:lnTo>
                  <a:lnTo>
                    <a:pt x="1089139" y="344679"/>
                  </a:lnTo>
                  <a:lnTo>
                    <a:pt x="1082880" y="344679"/>
                  </a:lnTo>
                  <a:lnTo>
                    <a:pt x="1076620" y="344679"/>
                  </a:lnTo>
                  <a:lnTo>
                    <a:pt x="1070361" y="344679"/>
                  </a:lnTo>
                  <a:lnTo>
                    <a:pt x="1064101" y="344679"/>
                  </a:lnTo>
                  <a:lnTo>
                    <a:pt x="1057842" y="344679"/>
                  </a:lnTo>
                  <a:lnTo>
                    <a:pt x="1051583" y="344679"/>
                  </a:lnTo>
                  <a:lnTo>
                    <a:pt x="1045323" y="344679"/>
                  </a:lnTo>
                  <a:lnTo>
                    <a:pt x="1039064" y="344679"/>
                  </a:lnTo>
                  <a:lnTo>
                    <a:pt x="1032804" y="344679"/>
                  </a:lnTo>
                  <a:lnTo>
                    <a:pt x="1026545" y="344679"/>
                  </a:lnTo>
                  <a:lnTo>
                    <a:pt x="1020286" y="344679"/>
                  </a:lnTo>
                  <a:lnTo>
                    <a:pt x="1014026" y="344679"/>
                  </a:lnTo>
                  <a:lnTo>
                    <a:pt x="1007767" y="344679"/>
                  </a:lnTo>
                  <a:lnTo>
                    <a:pt x="1001507" y="344679"/>
                  </a:lnTo>
                  <a:lnTo>
                    <a:pt x="995248" y="344679"/>
                  </a:lnTo>
                  <a:lnTo>
                    <a:pt x="988988" y="344679"/>
                  </a:lnTo>
                  <a:lnTo>
                    <a:pt x="982729" y="344679"/>
                  </a:lnTo>
                  <a:lnTo>
                    <a:pt x="976470" y="344679"/>
                  </a:lnTo>
                  <a:lnTo>
                    <a:pt x="970210" y="344679"/>
                  </a:lnTo>
                  <a:lnTo>
                    <a:pt x="963951" y="344679"/>
                  </a:lnTo>
                  <a:lnTo>
                    <a:pt x="957691" y="344679"/>
                  </a:lnTo>
                  <a:lnTo>
                    <a:pt x="951432" y="344679"/>
                  </a:lnTo>
                  <a:lnTo>
                    <a:pt x="945172" y="344679"/>
                  </a:lnTo>
                  <a:lnTo>
                    <a:pt x="938913" y="344679"/>
                  </a:lnTo>
                  <a:lnTo>
                    <a:pt x="932654" y="344679"/>
                  </a:lnTo>
                  <a:lnTo>
                    <a:pt x="926394" y="344679"/>
                  </a:lnTo>
                  <a:lnTo>
                    <a:pt x="920135" y="344679"/>
                  </a:lnTo>
                  <a:lnTo>
                    <a:pt x="913875" y="344679"/>
                  </a:lnTo>
                  <a:lnTo>
                    <a:pt x="907616" y="344679"/>
                  </a:lnTo>
                  <a:lnTo>
                    <a:pt x="901356" y="344679"/>
                  </a:lnTo>
                  <a:lnTo>
                    <a:pt x="895097" y="344679"/>
                  </a:lnTo>
                  <a:lnTo>
                    <a:pt x="888838" y="344679"/>
                  </a:lnTo>
                  <a:lnTo>
                    <a:pt x="882578" y="344679"/>
                  </a:lnTo>
                  <a:lnTo>
                    <a:pt x="876319" y="344679"/>
                  </a:lnTo>
                  <a:lnTo>
                    <a:pt x="870059" y="344679"/>
                  </a:lnTo>
                  <a:lnTo>
                    <a:pt x="863800" y="344679"/>
                  </a:lnTo>
                  <a:lnTo>
                    <a:pt x="857541" y="344679"/>
                  </a:lnTo>
                  <a:lnTo>
                    <a:pt x="851281" y="344679"/>
                  </a:lnTo>
                  <a:lnTo>
                    <a:pt x="845022" y="344679"/>
                  </a:lnTo>
                  <a:lnTo>
                    <a:pt x="838762" y="344679"/>
                  </a:lnTo>
                  <a:lnTo>
                    <a:pt x="832503" y="344679"/>
                  </a:lnTo>
                  <a:lnTo>
                    <a:pt x="826243" y="344679"/>
                  </a:lnTo>
                  <a:lnTo>
                    <a:pt x="819984" y="344679"/>
                  </a:lnTo>
                  <a:lnTo>
                    <a:pt x="813725" y="344679"/>
                  </a:lnTo>
                  <a:lnTo>
                    <a:pt x="807465" y="344679"/>
                  </a:lnTo>
                  <a:lnTo>
                    <a:pt x="801206" y="344679"/>
                  </a:lnTo>
                  <a:lnTo>
                    <a:pt x="794946" y="344679"/>
                  </a:lnTo>
                  <a:lnTo>
                    <a:pt x="788687" y="344679"/>
                  </a:lnTo>
                  <a:lnTo>
                    <a:pt x="782427" y="344679"/>
                  </a:lnTo>
                  <a:lnTo>
                    <a:pt x="776168" y="344679"/>
                  </a:lnTo>
                  <a:lnTo>
                    <a:pt x="769909" y="344679"/>
                  </a:lnTo>
                  <a:lnTo>
                    <a:pt x="763649" y="344679"/>
                  </a:lnTo>
                  <a:lnTo>
                    <a:pt x="757390" y="344679"/>
                  </a:lnTo>
                  <a:lnTo>
                    <a:pt x="751130" y="344679"/>
                  </a:lnTo>
                  <a:lnTo>
                    <a:pt x="744871" y="344679"/>
                  </a:lnTo>
                  <a:lnTo>
                    <a:pt x="738611" y="344679"/>
                  </a:lnTo>
                  <a:lnTo>
                    <a:pt x="732352" y="344679"/>
                  </a:lnTo>
                  <a:lnTo>
                    <a:pt x="726093" y="344679"/>
                  </a:lnTo>
                  <a:lnTo>
                    <a:pt x="719833" y="344679"/>
                  </a:lnTo>
                  <a:lnTo>
                    <a:pt x="713574" y="344679"/>
                  </a:lnTo>
                  <a:lnTo>
                    <a:pt x="707314" y="344679"/>
                  </a:lnTo>
                  <a:lnTo>
                    <a:pt x="701055" y="344679"/>
                  </a:lnTo>
                  <a:lnTo>
                    <a:pt x="694796" y="344679"/>
                  </a:lnTo>
                  <a:lnTo>
                    <a:pt x="688536" y="344679"/>
                  </a:lnTo>
                  <a:lnTo>
                    <a:pt x="682277" y="344679"/>
                  </a:lnTo>
                  <a:lnTo>
                    <a:pt x="676017" y="344679"/>
                  </a:lnTo>
                  <a:lnTo>
                    <a:pt x="669758" y="344679"/>
                  </a:lnTo>
                  <a:lnTo>
                    <a:pt x="663498" y="344679"/>
                  </a:lnTo>
                  <a:lnTo>
                    <a:pt x="657239" y="344679"/>
                  </a:lnTo>
                  <a:lnTo>
                    <a:pt x="650980" y="344679"/>
                  </a:lnTo>
                  <a:lnTo>
                    <a:pt x="644720" y="344679"/>
                  </a:lnTo>
                  <a:lnTo>
                    <a:pt x="638461" y="344679"/>
                  </a:lnTo>
                  <a:lnTo>
                    <a:pt x="632201" y="344679"/>
                  </a:lnTo>
                  <a:lnTo>
                    <a:pt x="625942" y="344679"/>
                  </a:lnTo>
                  <a:lnTo>
                    <a:pt x="619682" y="344679"/>
                  </a:lnTo>
                  <a:lnTo>
                    <a:pt x="613423" y="344679"/>
                  </a:lnTo>
                  <a:lnTo>
                    <a:pt x="607164" y="344679"/>
                  </a:lnTo>
                  <a:lnTo>
                    <a:pt x="600904" y="344679"/>
                  </a:lnTo>
                  <a:lnTo>
                    <a:pt x="594645" y="344679"/>
                  </a:lnTo>
                  <a:lnTo>
                    <a:pt x="588385" y="344679"/>
                  </a:lnTo>
                  <a:lnTo>
                    <a:pt x="582126" y="344679"/>
                  </a:lnTo>
                  <a:lnTo>
                    <a:pt x="575866" y="344679"/>
                  </a:lnTo>
                  <a:lnTo>
                    <a:pt x="569607" y="344679"/>
                  </a:lnTo>
                  <a:lnTo>
                    <a:pt x="563348" y="344679"/>
                  </a:lnTo>
                  <a:lnTo>
                    <a:pt x="557088" y="344679"/>
                  </a:lnTo>
                  <a:lnTo>
                    <a:pt x="550829" y="344679"/>
                  </a:lnTo>
                  <a:lnTo>
                    <a:pt x="544569" y="344679"/>
                  </a:lnTo>
                  <a:lnTo>
                    <a:pt x="538310" y="344679"/>
                  </a:lnTo>
                  <a:lnTo>
                    <a:pt x="532050" y="344679"/>
                  </a:lnTo>
                  <a:lnTo>
                    <a:pt x="525791" y="344679"/>
                  </a:lnTo>
                  <a:lnTo>
                    <a:pt x="519532" y="344679"/>
                  </a:lnTo>
                  <a:lnTo>
                    <a:pt x="513272" y="344679"/>
                  </a:lnTo>
                  <a:lnTo>
                    <a:pt x="507013" y="344679"/>
                  </a:lnTo>
                  <a:lnTo>
                    <a:pt x="500753" y="344679"/>
                  </a:lnTo>
                  <a:lnTo>
                    <a:pt x="494494" y="344679"/>
                  </a:lnTo>
                  <a:lnTo>
                    <a:pt x="488235" y="344679"/>
                  </a:lnTo>
                  <a:lnTo>
                    <a:pt x="481975" y="344679"/>
                  </a:lnTo>
                  <a:lnTo>
                    <a:pt x="475716" y="344679"/>
                  </a:lnTo>
                  <a:lnTo>
                    <a:pt x="469456" y="344679"/>
                  </a:lnTo>
                  <a:lnTo>
                    <a:pt x="463197" y="344679"/>
                  </a:lnTo>
                  <a:lnTo>
                    <a:pt x="456937" y="344679"/>
                  </a:lnTo>
                  <a:lnTo>
                    <a:pt x="450678" y="344679"/>
                  </a:lnTo>
                  <a:lnTo>
                    <a:pt x="444419" y="344679"/>
                  </a:lnTo>
                  <a:lnTo>
                    <a:pt x="438159" y="344679"/>
                  </a:lnTo>
                  <a:lnTo>
                    <a:pt x="431900" y="344679"/>
                  </a:lnTo>
                  <a:lnTo>
                    <a:pt x="425640" y="344679"/>
                  </a:lnTo>
                  <a:lnTo>
                    <a:pt x="419381" y="344679"/>
                  </a:lnTo>
                  <a:lnTo>
                    <a:pt x="413121" y="344679"/>
                  </a:lnTo>
                  <a:lnTo>
                    <a:pt x="406862" y="344679"/>
                  </a:lnTo>
                  <a:lnTo>
                    <a:pt x="400603" y="344679"/>
                  </a:lnTo>
                  <a:lnTo>
                    <a:pt x="394343" y="344679"/>
                  </a:lnTo>
                  <a:lnTo>
                    <a:pt x="388084" y="344679"/>
                  </a:lnTo>
                  <a:lnTo>
                    <a:pt x="381824" y="344679"/>
                  </a:lnTo>
                  <a:lnTo>
                    <a:pt x="375565" y="344679"/>
                  </a:lnTo>
                  <a:lnTo>
                    <a:pt x="369305" y="344679"/>
                  </a:lnTo>
                  <a:lnTo>
                    <a:pt x="363046" y="344679"/>
                  </a:lnTo>
                  <a:lnTo>
                    <a:pt x="356787" y="344679"/>
                  </a:lnTo>
                  <a:lnTo>
                    <a:pt x="350527" y="344679"/>
                  </a:lnTo>
                  <a:lnTo>
                    <a:pt x="344268" y="344679"/>
                  </a:lnTo>
                  <a:lnTo>
                    <a:pt x="338008" y="344679"/>
                  </a:lnTo>
                  <a:lnTo>
                    <a:pt x="331749" y="344679"/>
                  </a:lnTo>
                  <a:lnTo>
                    <a:pt x="325490" y="344679"/>
                  </a:lnTo>
                  <a:lnTo>
                    <a:pt x="319230" y="344679"/>
                  </a:lnTo>
                  <a:lnTo>
                    <a:pt x="312971" y="344679"/>
                  </a:lnTo>
                  <a:lnTo>
                    <a:pt x="306711" y="344679"/>
                  </a:lnTo>
                  <a:lnTo>
                    <a:pt x="300452" y="344679"/>
                  </a:lnTo>
                  <a:lnTo>
                    <a:pt x="294192" y="344679"/>
                  </a:lnTo>
                  <a:lnTo>
                    <a:pt x="287933" y="344679"/>
                  </a:lnTo>
                  <a:lnTo>
                    <a:pt x="281674" y="344679"/>
                  </a:lnTo>
                  <a:lnTo>
                    <a:pt x="275414" y="344679"/>
                  </a:lnTo>
                  <a:lnTo>
                    <a:pt x="269155" y="344679"/>
                  </a:lnTo>
                  <a:lnTo>
                    <a:pt x="262895" y="344679"/>
                  </a:lnTo>
                  <a:lnTo>
                    <a:pt x="256636" y="344679"/>
                  </a:lnTo>
                  <a:lnTo>
                    <a:pt x="250376" y="344679"/>
                  </a:lnTo>
                  <a:lnTo>
                    <a:pt x="244117" y="344679"/>
                  </a:lnTo>
                  <a:lnTo>
                    <a:pt x="237858" y="344679"/>
                  </a:lnTo>
                  <a:lnTo>
                    <a:pt x="231598" y="344679"/>
                  </a:lnTo>
                  <a:lnTo>
                    <a:pt x="225339" y="344679"/>
                  </a:lnTo>
                  <a:lnTo>
                    <a:pt x="219079" y="344679"/>
                  </a:lnTo>
                  <a:lnTo>
                    <a:pt x="212820" y="344679"/>
                  </a:lnTo>
                  <a:lnTo>
                    <a:pt x="206560" y="344679"/>
                  </a:lnTo>
                  <a:lnTo>
                    <a:pt x="200301" y="344679"/>
                  </a:lnTo>
                  <a:lnTo>
                    <a:pt x="194042" y="344679"/>
                  </a:lnTo>
                  <a:lnTo>
                    <a:pt x="187782" y="344679"/>
                  </a:lnTo>
                  <a:lnTo>
                    <a:pt x="181523" y="344679"/>
                  </a:lnTo>
                  <a:lnTo>
                    <a:pt x="175263" y="344679"/>
                  </a:lnTo>
                  <a:lnTo>
                    <a:pt x="169004" y="344679"/>
                  </a:lnTo>
                  <a:lnTo>
                    <a:pt x="162745" y="344679"/>
                  </a:lnTo>
                  <a:lnTo>
                    <a:pt x="156485" y="344679"/>
                  </a:lnTo>
                  <a:lnTo>
                    <a:pt x="150226" y="344679"/>
                  </a:lnTo>
                  <a:lnTo>
                    <a:pt x="143966" y="344679"/>
                  </a:lnTo>
                  <a:lnTo>
                    <a:pt x="137707" y="344679"/>
                  </a:lnTo>
                  <a:lnTo>
                    <a:pt x="131447" y="344679"/>
                  </a:lnTo>
                  <a:lnTo>
                    <a:pt x="125188" y="344679"/>
                  </a:lnTo>
                  <a:lnTo>
                    <a:pt x="118929" y="344679"/>
                  </a:lnTo>
                  <a:lnTo>
                    <a:pt x="112669" y="344679"/>
                  </a:lnTo>
                  <a:lnTo>
                    <a:pt x="106410" y="344679"/>
                  </a:lnTo>
                  <a:lnTo>
                    <a:pt x="100150" y="344679"/>
                  </a:lnTo>
                  <a:lnTo>
                    <a:pt x="93891" y="344679"/>
                  </a:lnTo>
                  <a:lnTo>
                    <a:pt x="87631" y="344679"/>
                  </a:lnTo>
                  <a:lnTo>
                    <a:pt x="81372" y="344679"/>
                  </a:lnTo>
                  <a:lnTo>
                    <a:pt x="75113" y="344679"/>
                  </a:lnTo>
                  <a:lnTo>
                    <a:pt x="68853" y="344679"/>
                  </a:lnTo>
                  <a:lnTo>
                    <a:pt x="62594" y="344679"/>
                  </a:lnTo>
                  <a:lnTo>
                    <a:pt x="56334" y="344679"/>
                  </a:lnTo>
                  <a:lnTo>
                    <a:pt x="50075" y="344679"/>
                  </a:lnTo>
                  <a:lnTo>
                    <a:pt x="43815" y="344679"/>
                  </a:lnTo>
                  <a:lnTo>
                    <a:pt x="37556" y="344679"/>
                  </a:lnTo>
                  <a:lnTo>
                    <a:pt x="31297" y="344679"/>
                  </a:lnTo>
                  <a:lnTo>
                    <a:pt x="25037" y="344679"/>
                  </a:lnTo>
                  <a:lnTo>
                    <a:pt x="18778" y="344679"/>
                  </a:lnTo>
                  <a:lnTo>
                    <a:pt x="12518" y="344679"/>
                  </a:lnTo>
                  <a:lnTo>
                    <a:pt x="6259" y="34467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749798" y="2511079"/>
              <a:ext cx="3198565" cy="344679"/>
            </a:xfrm>
            <a:custGeom>
              <a:avLst/>
              <a:pathLst>
                <a:path w="3198565" h="344679">
                  <a:moveTo>
                    <a:pt x="0" y="344679"/>
                  </a:moveTo>
                  <a:lnTo>
                    <a:pt x="6259" y="344679"/>
                  </a:lnTo>
                  <a:lnTo>
                    <a:pt x="12518" y="344679"/>
                  </a:lnTo>
                  <a:lnTo>
                    <a:pt x="18778" y="344679"/>
                  </a:lnTo>
                  <a:lnTo>
                    <a:pt x="25037" y="344679"/>
                  </a:lnTo>
                  <a:lnTo>
                    <a:pt x="31297" y="344679"/>
                  </a:lnTo>
                  <a:lnTo>
                    <a:pt x="37556" y="344679"/>
                  </a:lnTo>
                  <a:lnTo>
                    <a:pt x="43815" y="344679"/>
                  </a:lnTo>
                  <a:lnTo>
                    <a:pt x="50075" y="344679"/>
                  </a:lnTo>
                  <a:lnTo>
                    <a:pt x="56334" y="344679"/>
                  </a:lnTo>
                  <a:lnTo>
                    <a:pt x="62594" y="344679"/>
                  </a:lnTo>
                  <a:lnTo>
                    <a:pt x="68853" y="344679"/>
                  </a:lnTo>
                  <a:lnTo>
                    <a:pt x="75113" y="344679"/>
                  </a:lnTo>
                  <a:lnTo>
                    <a:pt x="81372" y="344679"/>
                  </a:lnTo>
                  <a:lnTo>
                    <a:pt x="87631" y="344679"/>
                  </a:lnTo>
                  <a:lnTo>
                    <a:pt x="93891" y="344677"/>
                  </a:lnTo>
                  <a:lnTo>
                    <a:pt x="100150" y="344673"/>
                  </a:lnTo>
                  <a:lnTo>
                    <a:pt x="106410" y="344664"/>
                  </a:lnTo>
                  <a:lnTo>
                    <a:pt x="112669" y="344642"/>
                  </a:lnTo>
                  <a:lnTo>
                    <a:pt x="118929" y="344592"/>
                  </a:lnTo>
                  <a:lnTo>
                    <a:pt x="125188" y="344490"/>
                  </a:lnTo>
                  <a:lnTo>
                    <a:pt x="131447" y="344295"/>
                  </a:lnTo>
                  <a:lnTo>
                    <a:pt x="137707" y="343947"/>
                  </a:lnTo>
                  <a:lnTo>
                    <a:pt x="143966" y="343368"/>
                  </a:lnTo>
                  <a:lnTo>
                    <a:pt x="150226" y="342473"/>
                  </a:lnTo>
                  <a:lnTo>
                    <a:pt x="156485" y="341178"/>
                  </a:lnTo>
                  <a:lnTo>
                    <a:pt x="162745" y="339430"/>
                  </a:lnTo>
                  <a:lnTo>
                    <a:pt x="169004" y="337222"/>
                  </a:lnTo>
                  <a:lnTo>
                    <a:pt x="175263" y="334603"/>
                  </a:lnTo>
                  <a:lnTo>
                    <a:pt x="181523" y="331672"/>
                  </a:lnTo>
                  <a:lnTo>
                    <a:pt x="187782" y="328543"/>
                  </a:lnTo>
                  <a:lnTo>
                    <a:pt x="194042" y="325296"/>
                  </a:lnTo>
                  <a:lnTo>
                    <a:pt x="200301" y="321939"/>
                  </a:lnTo>
                  <a:lnTo>
                    <a:pt x="206560" y="318380"/>
                  </a:lnTo>
                  <a:lnTo>
                    <a:pt x="212820" y="314454"/>
                  </a:lnTo>
                  <a:lnTo>
                    <a:pt x="219079" y="309958"/>
                  </a:lnTo>
                  <a:lnTo>
                    <a:pt x="225339" y="304808"/>
                  </a:lnTo>
                  <a:lnTo>
                    <a:pt x="231598" y="299115"/>
                  </a:lnTo>
                  <a:lnTo>
                    <a:pt x="237858" y="293147"/>
                  </a:lnTo>
                  <a:lnTo>
                    <a:pt x="244117" y="287300"/>
                  </a:lnTo>
                  <a:lnTo>
                    <a:pt x="250376" y="281996"/>
                  </a:lnTo>
                  <a:lnTo>
                    <a:pt x="256636" y="277575"/>
                  </a:lnTo>
                  <a:lnTo>
                    <a:pt x="262895" y="274206"/>
                  </a:lnTo>
                  <a:lnTo>
                    <a:pt x="269155" y="271832"/>
                  </a:lnTo>
                  <a:lnTo>
                    <a:pt x="275414" y="270183"/>
                  </a:lnTo>
                  <a:lnTo>
                    <a:pt x="281674" y="268817"/>
                  </a:lnTo>
                  <a:lnTo>
                    <a:pt x="287933" y="267208"/>
                  </a:lnTo>
                  <a:lnTo>
                    <a:pt x="294192" y="264833"/>
                  </a:lnTo>
                  <a:lnTo>
                    <a:pt x="300452" y="261242"/>
                  </a:lnTo>
                  <a:lnTo>
                    <a:pt x="306711" y="256100"/>
                  </a:lnTo>
                  <a:lnTo>
                    <a:pt x="312971" y="249202"/>
                  </a:lnTo>
                  <a:lnTo>
                    <a:pt x="319230" y="240457"/>
                  </a:lnTo>
                  <a:lnTo>
                    <a:pt x="325490" y="229793"/>
                  </a:lnTo>
                  <a:lnTo>
                    <a:pt x="331749" y="217293"/>
                  </a:lnTo>
                  <a:lnTo>
                    <a:pt x="338008" y="203090"/>
                  </a:lnTo>
                  <a:lnTo>
                    <a:pt x="344268" y="187251"/>
                  </a:lnTo>
                  <a:lnTo>
                    <a:pt x="350527" y="169817"/>
                  </a:lnTo>
                  <a:lnTo>
                    <a:pt x="356787" y="150817"/>
                  </a:lnTo>
                  <a:lnTo>
                    <a:pt x="363046" y="130320"/>
                  </a:lnTo>
                  <a:lnTo>
                    <a:pt x="369305" y="108530"/>
                  </a:lnTo>
                  <a:lnTo>
                    <a:pt x="375565" y="85899"/>
                  </a:lnTo>
                  <a:lnTo>
                    <a:pt x="381824" y="63231"/>
                  </a:lnTo>
                  <a:lnTo>
                    <a:pt x="388084" y="41730"/>
                  </a:lnTo>
                  <a:lnTo>
                    <a:pt x="394343" y="22956"/>
                  </a:lnTo>
                  <a:lnTo>
                    <a:pt x="400603" y="8665"/>
                  </a:lnTo>
                  <a:lnTo>
                    <a:pt x="406862" y="563"/>
                  </a:lnTo>
                  <a:lnTo>
                    <a:pt x="413121" y="0"/>
                  </a:lnTo>
                  <a:lnTo>
                    <a:pt x="419381" y="7690"/>
                  </a:lnTo>
                  <a:lnTo>
                    <a:pt x="425640" y="23527"/>
                  </a:lnTo>
                  <a:lnTo>
                    <a:pt x="431900" y="46754"/>
                  </a:lnTo>
                  <a:lnTo>
                    <a:pt x="438159" y="75416"/>
                  </a:lnTo>
                  <a:lnTo>
                    <a:pt x="444419" y="107200"/>
                  </a:lnTo>
                  <a:lnTo>
                    <a:pt x="450678" y="140010"/>
                  </a:lnTo>
                  <a:lnTo>
                    <a:pt x="456937" y="172041"/>
                  </a:lnTo>
                  <a:lnTo>
                    <a:pt x="463197" y="201939"/>
                  </a:lnTo>
                  <a:lnTo>
                    <a:pt x="469456" y="228851"/>
                  </a:lnTo>
                  <a:lnTo>
                    <a:pt x="475716" y="252369"/>
                  </a:lnTo>
                  <a:lnTo>
                    <a:pt x="481975" y="272422"/>
                  </a:lnTo>
                  <a:lnTo>
                    <a:pt x="488235" y="289158"/>
                  </a:lnTo>
                  <a:lnTo>
                    <a:pt x="494494" y="302846"/>
                  </a:lnTo>
                  <a:lnTo>
                    <a:pt x="500753" y="313808"/>
                  </a:lnTo>
                  <a:lnTo>
                    <a:pt x="507013" y="322387"/>
                  </a:lnTo>
                  <a:lnTo>
                    <a:pt x="513272" y="328929"/>
                  </a:lnTo>
                  <a:lnTo>
                    <a:pt x="519532" y="333773"/>
                  </a:lnTo>
                  <a:lnTo>
                    <a:pt x="525791" y="337244"/>
                  </a:lnTo>
                  <a:lnTo>
                    <a:pt x="532050" y="339643"/>
                  </a:lnTo>
                  <a:lnTo>
                    <a:pt x="538310" y="341216"/>
                  </a:lnTo>
                  <a:lnTo>
                    <a:pt x="544569" y="342216"/>
                  </a:lnTo>
                  <a:lnTo>
                    <a:pt x="550829" y="342843"/>
                  </a:lnTo>
                  <a:lnTo>
                    <a:pt x="557088" y="343234"/>
                  </a:lnTo>
                  <a:lnTo>
                    <a:pt x="563348" y="343489"/>
                  </a:lnTo>
                  <a:lnTo>
                    <a:pt x="569607" y="343677"/>
                  </a:lnTo>
                  <a:lnTo>
                    <a:pt x="575866" y="343837"/>
                  </a:lnTo>
                  <a:lnTo>
                    <a:pt x="582126" y="343987"/>
                  </a:lnTo>
                  <a:lnTo>
                    <a:pt x="588385" y="344132"/>
                  </a:lnTo>
                  <a:lnTo>
                    <a:pt x="594645" y="344267"/>
                  </a:lnTo>
                  <a:lnTo>
                    <a:pt x="600904" y="344385"/>
                  </a:lnTo>
                  <a:lnTo>
                    <a:pt x="607164" y="344481"/>
                  </a:lnTo>
                  <a:lnTo>
                    <a:pt x="613423" y="344553"/>
                  </a:lnTo>
                  <a:lnTo>
                    <a:pt x="619682" y="344604"/>
                  </a:lnTo>
                  <a:lnTo>
                    <a:pt x="625942" y="344637"/>
                  </a:lnTo>
                  <a:lnTo>
                    <a:pt x="632201" y="344657"/>
                  </a:lnTo>
                  <a:lnTo>
                    <a:pt x="638461" y="344669"/>
                  </a:lnTo>
                  <a:lnTo>
                    <a:pt x="644720" y="344674"/>
                  </a:lnTo>
                  <a:lnTo>
                    <a:pt x="650980" y="344677"/>
                  </a:lnTo>
                  <a:lnTo>
                    <a:pt x="657239" y="344678"/>
                  </a:lnTo>
                  <a:lnTo>
                    <a:pt x="663498" y="344679"/>
                  </a:lnTo>
                  <a:lnTo>
                    <a:pt x="669758" y="344679"/>
                  </a:lnTo>
                  <a:lnTo>
                    <a:pt x="676017" y="344679"/>
                  </a:lnTo>
                  <a:lnTo>
                    <a:pt x="682277" y="344679"/>
                  </a:lnTo>
                  <a:lnTo>
                    <a:pt x="688536" y="344679"/>
                  </a:lnTo>
                  <a:lnTo>
                    <a:pt x="694796" y="344679"/>
                  </a:lnTo>
                  <a:lnTo>
                    <a:pt x="701055" y="344679"/>
                  </a:lnTo>
                  <a:lnTo>
                    <a:pt x="707314" y="344679"/>
                  </a:lnTo>
                  <a:lnTo>
                    <a:pt x="713574" y="344679"/>
                  </a:lnTo>
                  <a:lnTo>
                    <a:pt x="719833" y="344679"/>
                  </a:lnTo>
                  <a:lnTo>
                    <a:pt x="726093" y="344679"/>
                  </a:lnTo>
                  <a:lnTo>
                    <a:pt x="732352" y="344679"/>
                  </a:lnTo>
                  <a:lnTo>
                    <a:pt x="738611" y="344679"/>
                  </a:lnTo>
                  <a:lnTo>
                    <a:pt x="744871" y="344679"/>
                  </a:lnTo>
                  <a:lnTo>
                    <a:pt x="751130" y="344679"/>
                  </a:lnTo>
                  <a:lnTo>
                    <a:pt x="757390" y="344679"/>
                  </a:lnTo>
                  <a:lnTo>
                    <a:pt x="763649" y="344679"/>
                  </a:lnTo>
                  <a:lnTo>
                    <a:pt x="769909" y="344679"/>
                  </a:lnTo>
                  <a:lnTo>
                    <a:pt x="776168" y="344679"/>
                  </a:lnTo>
                  <a:lnTo>
                    <a:pt x="782427" y="344679"/>
                  </a:lnTo>
                  <a:lnTo>
                    <a:pt x="788687" y="344679"/>
                  </a:lnTo>
                  <a:lnTo>
                    <a:pt x="794946" y="344679"/>
                  </a:lnTo>
                  <a:lnTo>
                    <a:pt x="801206" y="344679"/>
                  </a:lnTo>
                  <a:lnTo>
                    <a:pt x="807465" y="344679"/>
                  </a:lnTo>
                  <a:lnTo>
                    <a:pt x="813725" y="344679"/>
                  </a:lnTo>
                  <a:lnTo>
                    <a:pt x="819984" y="344679"/>
                  </a:lnTo>
                  <a:lnTo>
                    <a:pt x="826243" y="344679"/>
                  </a:lnTo>
                  <a:lnTo>
                    <a:pt x="832503" y="344679"/>
                  </a:lnTo>
                  <a:lnTo>
                    <a:pt x="838762" y="344679"/>
                  </a:lnTo>
                  <a:lnTo>
                    <a:pt x="845022" y="344679"/>
                  </a:lnTo>
                  <a:lnTo>
                    <a:pt x="851281" y="344679"/>
                  </a:lnTo>
                  <a:lnTo>
                    <a:pt x="857541" y="344679"/>
                  </a:lnTo>
                  <a:lnTo>
                    <a:pt x="863800" y="344679"/>
                  </a:lnTo>
                  <a:lnTo>
                    <a:pt x="870059" y="344678"/>
                  </a:lnTo>
                  <a:lnTo>
                    <a:pt x="876319" y="344675"/>
                  </a:lnTo>
                  <a:lnTo>
                    <a:pt x="882578" y="344670"/>
                  </a:lnTo>
                  <a:lnTo>
                    <a:pt x="888838" y="344660"/>
                  </a:lnTo>
                  <a:lnTo>
                    <a:pt x="895097" y="344641"/>
                  </a:lnTo>
                  <a:lnTo>
                    <a:pt x="901356" y="344611"/>
                  </a:lnTo>
                  <a:lnTo>
                    <a:pt x="907616" y="344563"/>
                  </a:lnTo>
                  <a:lnTo>
                    <a:pt x="913875" y="344493"/>
                  </a:lnTo>
                  <a:lnTo>
                    <a:pt x="920135" y="344398"/>
                  </a:lnTo>
                  <a:lnTo>
                    <a:pt x="926394" y="344278"/>
                  </a:lnTo>
                  <a:lnTo>
                    <a:pt x="932654" y="344136"/>
                  </a:lnTo>
                  <a:lnTo>
                    <a:pt x="938913" y="343980"/>
                  </a:lnTo>
                  <a:lnTo>
                    <a:pt x="945172" y="343822"/>
                  </a:lnTo>
                  <a:lnTo>
                    <a:pt x="951432" y="343675"/>
                  </a:lnTo>
                  <a:lnTo>
                    <a:pt x="957691" y="343549"/>
                  </a:lnTo>
                  <a:lnTo>
                    <a:pt x="963951" y="343456"/>
                  </a:lnTo>
                  <a:lnTo>
                    <a:pt x="970210" y="343397"/>
                  </a:lnTo>
                  <a:lnTo>
                    <a:pt x="976470" y="343373"/>
                  </a:lnTo>
                  <a:lnTo>
                    <a:pt x="982729" y="343378"/>
                  </a:lnTo>
                  <a:lnTo>
                    <a:pt x="988988" y="343405"/>
                  </a:lnTo>
                  <a:lnTo>
                    <a:pt x="995248" y="343447"/>
                  </a:lnTo>
                  <a:lnTo>
                    <a:pt x="1001507" y="343495"/>
                  </a:lnTo>
                  <a:lnTo>
                    <a:pt x="1007767" y="343540"/>
                  </a:lnTo>
                  <a:lnTo>
                    <a:pt x="1014026" y="343578"/>
                  </a:lnTo>
                  <a:lnTo>
                    <a:pt x="1020286" y="343610"/>
                  </a:lnTo>
                  <a:lnTo>
                    <a:pt x="1026545" y="343642"/>
                  </a:lnTo>
                  <a:lnTo>
                    <a:pt x="1032804" y="343685"/>
                  </a:lnTo>
                  <a:lnTo>
                    <a:pt x="1039064" y="343746"/>
                  </a:lnTo>
                  <a:lnTo>
                    <a:pt x="1045323" y="343831"/>
                  </a:lnTo>
                  <a:lnTo>
                    <a:pt x="1051583" y="343941"/>
                  </a:lnTo>
                  <a:lnTo>
                    <a:pt x="1057842" y="344067"/>
                  </a:lnTo>
                  <a:lnTo>
                    <a:pt x="1064101" y="344198"/>
                  </a:lnTo>
                  <a:lnTo>
                    <a:pt x="1070361" y="344322"/>
                  </a:lnTo>
                  <a:lnTo>
                    <a:pt x="1076620" y="344429"/>
                  </a:lnTo>
                  <a:lnTo>
                    <a:pt x="1082880" y="344513"/>
                  </a:lnTo>
                  <a:lnTo>
                    <a:pt x="1089139" y="344576"/>
                  </a:lnTo>
                  <a:lnTo>
                    <a:pt x="1095399" y="344618"/>
                  </a:lnTo>
                  <a:lnTo>
                    <a:pt x="1101658" y="344645"/>
                  </a:lnTo>
                  <a:lnTo>
                    <a:pt x="1107917" y="344662"/>
                  </a:lnTo>
                  <a:lnTo>
                    <a:pt x="1114177" y="344671"/>
                  </a:lnTo>
                  <a:lnTo>
                    <a:pt x="1120436" y="344675"/>
                  </a:lnTo>
                  <a:lnTo>
                    <a:pt x="1126696" y="344678"/>
                  </a:lnTo>
                  <a:lnTo>
                    <a:pt x="1132955" y="344679"/>
                  </a:lnTo>
                  <a:lnTo>
                    <a:pt x="1139215" y="344679"/>
                  </a:lnTo>
                  <a:lnTo>
                    <a:pt x="1145474" y="344679"/>
                  </a:lnTo>
                  <a:lnTo>
                    <a:pt x="1151733" y="344679"/>
                  </a:lnTo>
                  <a:lnTo>
                    <a:pt x="1157993" y="344679"/>
                  </a:lnTo>
                  <a:lnTo>
                    <a:pt x="1164252" y="344679"/>
                  </a:lnTo>
                  <a:lnTo>
                    <a:pt x="1170512" y="344679"/>
                  </a:lnTo>
                  <a:lnTo>
                    <a:pt x="1176771" y="344679"/>
                  </a:lnTo>
                  <a:lnTo>
                    <a:pt x="1183031" y="344679"/>
                  </a:lnTo>
                  <a:lnTo>
                    <a:pt x="1189290" y="344679"/>
                  </a:lnTo>
                  <a:lnTo>
                    <a:pt x="1195549" y="344679"/>
                  </a:lnTo>
                  <a:lnTo>
                    <a:pt x="1201809" y="344679"/>
                  </a:lnTo>
                  <a:lnTo>
                    <a:pt x="1208068" y="344679"/>
                  </a:lnTo>
                  <a:lnTo>
                    <a:pt x="1214328" y="344679"/>
                  </a:lnTo>
                  <a:lnTo>
                    <a:pt x="1220587" y="344679"/>
                  </a:lnTo>
                  <a:lnTo>
                    <a:pt x="1226846" y="344679"/>
                  </a:lnTo>
                  <a:lnTo>
                    <a:pt x="1233106" y="344679"/>
                  </a:lnTo>
                  <a:lnTo>
                    <a:pt x="1239365" y="344679"/>
                  </a:lnTo>
                  <a:lnTo>
                    <a:pt x="1245625" y="344679"/>
                  </a:lnTo>
                  <a:lnTo>
                    <a:pt x="1251884" y="344679"/>
                  </a:lnTo>
                  <a:lnTo>
                    <a:pt x="1258144" y="344679"/>
                  </a:lnTo>
                  <a:lnTo>
                    <a:pt x="1264403" y="344679"/>
                  </a:lnTo>
                  <a:lnTo>
                    <a:pt x="1270662" y="344679"/>
                  </a:lnTo>
                  <a:lnTo>
                    <a:pt x="1276922" y="344679"/>
                  </a:lnTo>
                  <a:lnTo>
                    <a:pt x="1283181" y="344679"/>
                  </a:lnTo>
                  <a:lnTo>
                    <a:pt x="1289441" y="344679"/>
                  </a:lnTo>
                  <a:lnTo>
                    <a:pt x="1295700" y="344679"/>
                  </a:lnTo>
                  <a:lnTo>
                    <a:pt x="1301960" y="344679"/>
                  </a:lnTo>
                  <a:lnTo>
                    <a:pt x="1308219" y="344679"/>
                  </a:lnTo>
                  <a:lnTo>
                    <a:pt x="1314478" y="344679"/>
                  </a:lnTo>
                  <a:lnTo>
                    <a:pt x="1320738" y="344679"/>
                  </a:lnTo>
                  <a:lnTo>
                    <a:pt x="1326997" y="344679"/>
                  </a:lnTo>
                  <a:lnTo>
                    <a:pt x="1333257" y="344679"/>
                  </a:lnTo>
                  <a:lnTo>
                    <a:pt x="1339516" y="344679"/>
                  </a:lnTo>
                  <a:lnTo>
                    <a:pt x="1345776" y="344679"/>
                  </a:lnTo>
                  <a:lnTo>
                    <a:pt x="1352035" y="344679"/>
                  </a:lnTo>
                  <a:lnTo>
                    <a:pt x="1358294" y="344679"/>
                  </a:lnTo>
                  <a:lnTo>
                    <a:pt x="1364554" y="344679"/>
                  </a:lnTo>
                  <a:lnTo>
                    <a:pt x="1370813" y="344679"/>
                  </a:lnTo>
                  <a:lnTo>
                    <a:pt x="1377073" y="344679"/>
                  </a:lnTo>
                  <a:lnTo>
                    <a:pt x="1383332" y="344679"/>
                  </a:lnTo>
                  <a:lnTo>
                    <a:pt x="1389592" y="344679"/>
                  </a:lnTo>
                  <a:lnTo>
                    <a:pt x="1395851" y="344679"/>
                  </a:lnTo>
                  <a:lnTo>
                    <a:pt x="1402110" y="344679"/>
                  </a:lnTo>
                  <a:lnTo>
                    <a:pt x="1408370" y="344679"/>
                  </a:lnTo>
                  <a:lnTo>
                    <a:pt x="1414629" y="344679"/>
                  </a:lnTo>
                  <a:lnTo>
                    <a:pt x="1420889" y="344679"/>
                  </a:lnTo>
                  <a:lnTo>
                    <a:pt x="1427148" y="344679"/>
                  </a:lnTo>
                  <a:lnTo>
                    <a:pt x="1433407" y="344679"/>
                  </a:lnTo>
                  <a:lnTo>
                    <a:pt x="1439667" y="344679"/>
                  </a:lnTo>
                  <a:lnTo>
                    <a:pt x="1445926" y="344679"/>
                  </a:lnTo>
                  <a:lnTo>
                    <a:pt x="1452186" y="344679"/>
                  </a:lnTo>
                  <a:lnTo>
                    <a:pt x="1458445" y="344679"/>
                  </a:lnTo>
                  <a:lnTo>
                    <a:pt x="1464705" y="344679"/>
                  </a:lnTo>
                  <a:lnTo>
                    <a:pt x="1470964" y="344679"/>
                  </a:lnTo>
                  <a:lnTo>
                    <a:pt x="1477223" y="344679"/>
                  </a:lnTo>
                  <a:lnTo>
                    <a:pt x="1483483" y="344679"/>
                  </a:lnTo>
                  <a:lnTo>
                    <a:pt x="1489742" y="344679"/>
                  </a:lnTo>
                  <a:lnTo>
                    <a:pt x="1496002" y="344679"/>
                  </a:lnTo>
                  <a:lnTo>
                    <a:pt x="1502261" y="344679"/>
                  </a:lnTo>
                  <a:lnTo>
                    <a:pt x="1508521" y="344679"/>
                  </a:lnTo>
                  <a:lnTo>
                    <a:pt x="1514780" y="344679"/>
                  </a:lnTo>
                  <a:lnTo>
                    <a:pt x="1521039" y="344679"/>
                  </a:lnTo>
                  <a:lnTo>
                    <a:pt x="1527299" y="344679"/>
                  </a:lnTo>
                  <a:lnTo>
                    <a:pt x="1533558" y="344679"/>
                  </a:lnTo>
                  <a:lnTo>
                    <a:pt x="1539818" y="344679"/>
                  </a:lnTo>
                  <a:lnTo>
                    <a:pt x="1546077" y="344679"/>
                  </a:lnTo>
                  <a:lnTo>
                    <a:pt x="1552337" y="344679"/>
                  </a:lnTo>
                  <a:lnTo>
                    <a:pt x="1558596" y="344679"/>
                  </a:lnTo>
                  <a:lnTo>
                    <a:pt x="1564855" y="344679"/>
                  </a:lnTo>
                  <a:lnTo>
                    <a:pt x="1571115" y="344679"/>
                  </a:lnTo>
                  <a:lnTo>
                    <a:pt x="1577374" y="344679"/>
                  </a:lnTo>
                  <a:lnTo>
                    <a:pt x="1583634" y="344679"/>
                  </a:lnTo>
                  <a:lnTo>
                    <a:pt x="1589893" y="344679"/>
                  </a:lnTo>
                  <a:lnTo>
                    <a:pt x="1596152" y="344679"/>
                  </a:lnTo>
                  <a:lnTo>
                    <a:pt x="1602412" y="344679"/>
                  </a:lnTo>
                  <a:lnTo>
                    <a:pt x="1608671" y="344679"/>
                  </a:lnTo>
                  <a:lnTo>
                    <a:pt x="1614931" y="344679"/>
                  </a:lnTo>
                  <a:lnTo>
                    <a:pt x="1621190" y="344679"/>
                  </a:lnTo>
                  <a:lnTo>
                    <a:pt x="1627450" y="344679"/>
                  </a:lnTo>
                  <a:lnTo>
                    <a:pt x="1633709" y="344679"/>
                  </a:lnTo>
                  <a:lnTo>
                    <a:pt x="1639968" y="344679"/>
                  </a:lnTo>
                  <a:lnTo>
                    <a:pt x="1646228" y="344679"/>
                  </a:lnTo>
                  <a:lnTo>
                    <a:pt x="1652487" y="344679"/>
                  </a:lnTo>
                  <a:lnTo>
                    <a:pt x="1658747" y="344679"/>
                  </a:lnTo>
                  <a:lnTo>
                    <a:pt x="1665006" y="344679"/>
                  </a:lnTo>
                  <a:lnTo>
                    <a:pt x="1671266" y="344679"/>
                  </a:lnTo>
                  <a:lnTo>
                    <a:pt x="1677525" y="344679"/>
                  </a:lnTo>
                  <a:lnTo>
                    <a:pt x="1683784" y="344679"/>
                  </a:lnTo>
                  <a:lnTo>
                    <a:pt x="1690044" y="344679"/>
                  </a:lnTo>
                  <a:lnTo>
                    <a:pt x="1696303" y="344679"/>
                  </a:lnTo>
                  <a:lnTo>
                    <a:pt x="1702563" y="344679"/>
                  </a:lnTo>
                  <a:lnTo>
                    <a:pt x="1708822" y="344679"/>
                  </a:lnTo>
                  <a:lnTo>
                    <a:pt x="1715082" y="344679"/>
                  </a:lnTo>
                  <a:lnTo>
                    <a:pt x="1721341" y="344679"/>
                  </a:lnTo>
                  <a:lnTo>
                    <a:pt x="1727600" y="344679"/>
                  </a:lnTo>
                  <a:lnTo>
                    <a:pt x="1733860" y="344679"/>
                  </a:lnTo>
                  <a:lnTo>
                    <a:pt x="1740119" y="344679"/>
                  </a:lnTo>
                  <a:lnTo>
                    <a:pt x="1746379" y="344679"/>
                  </a:lnTo>
                  <a:lnTo>
                    <a:pt x="1752638" y="344679"/>
                  </a:lnTo>
                  <a:lnTo>
                    <a:pt x="1758897" y="344679"/>
                  </a:lnTo>
                  <a:lnTo>
                    <a:pt x="1765157" y="344679"/>
                  </a:lnTo>
                  <a:lnTo>
                    <a:pt x="1771416" y="344679"/>
                  </a:lnTo>
                  <a:lnTo>
                    <a:pt x="1777676" y="344679"/>
                  </a:lnTo>
                  <a:lnTo>
                    <a:pt x="1783935" y="344679"/>
                  </a:lnTo>
                  <a:lnTo>
                    <a:pt x="1790195" y="344679"/>
                  </a:lnTo>
                  <a:lnTo>
                    <a:pt x="1796454" y="344679"/>
                  </a:lnTo>
                  <a:lnTo>
                    <a:pt x="1802713" y="344679"/>
                  </a:lnTo>
                  <a:lnTo>
                    <a:pt x="1808973" y="344679"/>
                  </a:lnTo>
                  <a:lnTo>
                    <a:pt x="1815232" y="344679"/>
                  </a:lnTo>
                  <a:lnTo>
                    <a:pt x="1821492" y="344679"/>
                  </a:lnTo>
                  <a:lnTo>
                    <a:pt x="1827751" y="344679"/>
                  </a:lnTo>
                  <a:lnTo>
                    <a:pt x="1834011" y="344679"/>
                  </a:lnTo>
                  <a:lnTo>
                    <a:pt x="1840270" y="344679"/>
                  </a:lnTo>
                  <a:lnTo>
                    <a:pt x="1846529" y="344679"/>
                  </a:lnTo>
                  <a:lnTo>
                    <a:pt x="1852789" y="344679"/>
                  </a:lnTo>
                  <a:lnTo>
                    <a:pt x="1859048" y="344679"/>
                  </a:lnTo>
                  <a:lnTo>
                    <a:pt x="1865308" y="344679"/>
                  </a:lnTo>
                  <a:lnTo>
                    <a:pt x="1871567" y="344679"/>
                  </a:lnTo>
                  <a:lnTo>
                    <a:pt x="1877827" y="344679"/>
                  </a:lnTo>
                  <a:lnTo>
                    <a:pt x="1884086" y="344679"/>
                  </a:lnTo>
                  <a:lnTo>
                    <a:pt x="1890345" y="344679"/>
                  </a:lnTo>
                  <a:lnTo>
                    <a:pt x="1896605" y="344679"/>
                  </a:lnTo>
                  <a:lnTo>
                    <a:pt x="1902864" y="344679"/>
                  </a:lnTo>
                  <a:lnTo>
                    <a:pt x="1909124" y="344679"/>
                  </a:lnTo>
                  <a:lnTo>
                    <a:pt x="1915383" y="344679"/>
                  </a:lnTo>
                  <a:lnTo>
                    <a:pt x="1921642" y="344679"/>
                  </a:lnTo>
                  <a:lnTo>
                    <a:pt x="1927902" y="344679"/>
                  </a:lnTo>
                  <a:lnTo>
                    <a:pt x="1934161" y="344679"/>
                  </a:lnTo>
                  <a:lnTo>
                    <a:pt x="1940421" y="344679"/>
                  </a:lnTo>
                  <a:lnTo>
                    <a:pt x="1946680" y="344679"/>
                  </a:lnTo>
                  <a:lnTo>
                    <a:pt x="1952940" y="344679"/>
                  </a:lnTo>
                  <a:lnTo>
                    <a:pt x="1959199" y="344679"/>
                  </a:lnTo>
                  <a:lnTo>
                    <a:pt x="1965458" y="344679"/>
                  </a:lnTo>
                  <a:lnTo>
                    <a:pt x="1971718" y="344679"/>
                  </a:lnTo>
                  <a:lnTo>
                    <a:pt x="1977977" y="344679"/>
                  </a:lnTo>
                  <a:lnTo>
                    <a:pt x="1984237" y="344679"/>
                  </a:lnTo>
                  <a:lnTo>
                    <a:pt x="1990496" y="344679"/>
                  </a:lnTo>
                  <a:lnTo>
                    <a:pt x="1996756" y="344679"/>
                  </a:lnTo>
                  <a:lnTo>
                    <a:pt x="2003015" y="344679"/>
                  </a:lnTo>
                  <a:lnTo>
                    <a:pt x="2009274" y="344679"/>
                  </a:lnTo>
                  <a:lnTo>
                    <a:pt x="2015534" y="344679"/>
                  </a:lnTo>
                  <a:lnTo>
                    <a:pt x="2021793" y="344679"/>
                  </a:lnTo>
                  <a:lnTo>
                    <a:pt x="2028053" y="344679"/>
                  </a:lnTo>
                  <a:lnTo>
                    <a:pt x="2034312" y="344679"/>
                  </a:lnTo>
                  <a:lnTo>
                    <a:pt x="2040572" y="344679"/>
                  </a:lnTo>
                  <a:lnTo>
                    <a:pt x="2046831" y="344679"/>
                  </a:lnTo>
                  <a:lnTo>
                    <a:pt x="2053090" y="344679"/>
                  </a:lnTo>
                  <a:lnTo>
                    <a:pt x="2059350" y="344679"/>
                  </a:lnTo>
                  <a:lnTo>
                    <a:pt x="2065609" y="344679"/>
                  </a:lnTo>
                  <a:lnTo>
                    <a:pt x="2071869" y="344679"/>
                  </a:lnTo>
                  <a:lnTo>
                    <a:pt x="2078128" y="344679"/>
                  </a:lnTo>
                  <a:lnTo>
                    <a:pt x="2084388" y="344679"/>
                  </a:lnTo>
                  <a:lnTo>
                    <a:pt x="2090647" y="344679"/>
                  </a:lnTo>
                  <a:lnTo>
                    <a:pt x="2096906" y="344679"/>
                  </a:lnTo>
                  <a:lnTo>
                    <a:pt x="2103166" y="344679"/>
                  </a:lnTo>
                  <a:lnTo>
                    <a:pt x="2109425" y="344679"/>
                  </a:lnTo>
                  <a:lnTo>
                    <a:pt x="2115685" y="344679"/>
                  </a:lnTo>
                  <a:lnTo>
                    <a:pt x="2121944" y="344679"/>
                  </a:lnTo>
                  <a:lnTo>
                    <a:pt x="2128203" y="344679"/>
                  </a:lnTo>
                  <a:lnTo>
                    <a:pt x="2134463" y="344679"/>
                  </a:lnTo>
                  <a:lnTo>
                    <a:pt x="2140722" y="344679"/>
                  </a:lnTo>
                  <a:lnTo>
                    <a:pt x="2146982" y="344679"/>
                  </a:lnTo>
                  <a:lnTo>
                    <a:pt x="2153241" y="344679"/>
                  </a:lnTo>
                  <a:lnTo>
                    <a:pt x="2159501" y="344679"/>
                  </a:lnTo>
                  <a:lnTo>
                    <a:pt x="2165760" y="344679"/>
                  </a:lnTo>
                  <a:lnTo>
                    <a:pt x="2172019" y="344679"/>
                  </a:lnTo>
                  <a:lnTo>
                    <a:pt x="2178279" y="344679"/>
                  </a:lnTo>
                  <a:lnTo>
                    <a:pt x="2184538" y="344679"/>
                  </a:lnTo>
                  <a:lnTo>
                    <a:pt x="2190798" y="344679"/>
                  </a:lnTo>
                  <a:lnTo>
                    <a:pt x="2197057" y="344679"/>
                  </a:lnTo>
                  <a:lnTo>
                    <a:pt x="2203317" y="344679"/>
                  </a:lnTo>
                  <a:lnTo>
                    <a:pt x="2209576" y="344679"/>
                  </a:lnTo>
                  <a:lnTo>
                    <a:pt x="2215835" y="344679"/>
                  </a:lnTo>
                  <a:lnTo>
                    <a:pt x="2222095" y="344679"/>
                  </a:lnTo>
                  <a:lnTo>
                    <a:pt x="2228354" y="344679"/>
                  </a:lnTo>
                  <a:lnTo>
                    <a:pt x="2234614" y="344679"/>
                  </a:lnTo>
                  <a:lnTo>
                    <a:pt x="2240873" y="344679"/>
                  </a:lnTo>
                  <a:lnTo>
                    <a:pt x="2247133" y="344679"/>
                  </a:lnTo>
                  <a:lnTo>
                    <a:pt x="2253392" y="344679"/>
                  </a:lnTo>
                  <a:lnTo>
                    <a:pt x="2259651" y="344679"/>
                  </a:lnTo>
                  <a:lnTo>
                    <a:pt x="2265911" y="344679"/>
                  </a:lnTo>
                  <a:lnTo>
                    <a:pt x="2272170" y="344679"/>
                  </a:lnTo>
                  <a:lnTo>
                    <a:pt x="2278430" y="344679"/>
                  </a:lnTo>
                  <a:lnTo>
                    <a:pt x="2284689" y="344679"/>
                  </a:lnTo>
                  <a:lnTo>
                    <a:pt x="2290948" y="344679"/>
                  </a:lnTo>
                  <a:lnTo>
                    <a:pt x="2297208" y="344679"/>
                  </a:lnTo>
                  <a:lnTo>
                    <a:pt x="2303467" y="344679"/>
                  </a:lnTo>
                  <a:lnTo>
                    <a:pt x="2309727" y="344679"/>
                  </a:lnTo>
                  <a:lnTo>
                    <a:pt x="2315986" y="344679"/>
                  </a:lnTo>
                  <a:lnTo>
                    <a:pt x="2322246" y="344679"/>
                  </a:lnTo>
                  <a:lnTo>
                    <a:pt x="2328505" y="344679"/>
                  </a:lnTo>
                  <a:lnTo>
                    <a:pt x="2334764" y="344679"/>
                  </a:lnTo>
                  <a:lnTo>
                    <a:pt x="2341024" y="344679"/>
                  </a:lnTo>
                  <a:lnTo>
                    <a:pt x="2347283" y="344679"/>
                  </a:lnTo>
                  <a:lnTo>
                    <a:pt x="2353543" y="344679"/>
                  </a:lnTo>
                  <a:lnTo>
                    <a:pt x="2359802" y="344679"/>
                  </a:lnTo>
                  <a:lnTo>
                    <a:pt x="2366062" y="344679"/>
                  </a:lnTo>
                  <a:lnTo>
                    <a:pt x="2372321" y="344679"/>
                  </a:lnTo>
                  <a:lnTo>
                    <a:pt x="2378580" y="344679"/>
                  </a:lnTo>
                  <a:lnTo>
                    <a:pt x="2384840" y="344679"/>
                  </a:lnTo>
                  <a:lnTo>
                    <a:pt x="2391099" y="344679"/>
                  </a:lnTo>
                  <a:lnTo>
                    <a:pt x="2397359" y="344679"/>
                  </a:lnTo>
                  <a:lnTo>
                    <a:pt x="2403618" y="344679"/>
                  </a:lnTo>
                  <a:lnTo>
                    <a:pt x="2409878" y="344679"/>
                  </a:lnTo>
                  <a:lnTo>
                    <a:pt x="2416137" y="344679"/>
                  </a:lnTo>
                  <a:lnTo>
                    <a:pt x="2422396" y="344679"/>
                  </a:lnTo>
                  <a:lnTo>
                    <a:pt x="2428656" y="344679"/>
                  </a:lnTo>
                  <a:lnTo>
                    <a:pt x="2434915" y="344679"/>
                  </a:lnTo>
                  <a:lnTo>
                    <a:pt x="2441175" y="344679"/>
                  </a:lnTo>
                  <a:lnTo>
                    <a:pt x="2447434" y="344679"/>
                  </a:lnTo>
                  <a:lnTo>
                    <a:pt x="2453693" y="344679"/>
                  </a:lnTo>
                  <a:lnTo>
                    <a:pt x="2459953" y="344679"/>
                  </a:lnTo>
                  <a:lnTo>
                    <a:pt x="2466212" y="344679"/>
                  </a:lnTo>
                  <a:lnTo>
                    <a:pt x="2472472" y="344679"/>
                  </a:lnTo>
                  <a:lnTo>
                    <a:pt x="2478731" y="344679"/>
                  </a:lnTo>
                  <a:lnTo>
                    <a:pt x="2484991" y="344679"/>
                  </a:lnTo>
                  <a:lnTo>
                    <a:pt x="2491250" y="344679"/>
                  </a:lnTo>
                  <a:lnTo>
                    <a:pt x="2497509" y="344678"/>
                  </a:lnTo>
                  <a:lnTo>
                    <a:pt x="2503769" y="344676"/>
                  </a:lnTo>
                  <a:lnTo>
                    <a:pt x="2510028" y="344672"/>
                  </a:lnTo>
                  <a:lnTo>
                    <a:pt x="2516288" y="344664"/>
                  </a:lnTo>
                  <a:lnTo>
                    <a:pt x="2522547" y="344649"/>
                  </a:lnTo>
                  <a:lnTo>
                    <a:pt x="2528807" y="344624"/>
                  </a:lnTo>
                  <a:lnTo>
                    <a:pt x="2535066" y="344585"/>
                  </a:lnTo>
                  <a:lnTo>
                    <a:pt x="2541325" y="344527"/>
                  </a:lnTo>
                  <a:lnTo>
                    <a:pt x="2547585" y="344447"/>
                  </a:lnTo>
                  <a:lnTo>
                    <a:pt x="2553844" y="344347"/>
                  </a:lnTo>
                  <a:lnTo>
                    <a:pt x="2560104" y="344230"/>
                  </a:lnTo>
                  <a:lnTo>
                    <a:pt x="2566363" y="344109"/>
                  </a:lnTo>
                  <a:lnTo>
                    <a:pt x="2572623" y="344001"/>
                  </a:lnTo>
                  <a:lnTo>
                    <a:pt x="2578882" y="343922"/>
                  </a:lnTo>
                  <a:lnTo>
                    <a:pt x="2585141" y="343884"/>
                  </a:lnTo>
                  <a:lnTo>
                    <a:pt x="2591401" y="343894"/>
                  </a:lnTo>
                  <a:lnTo>
                    <a:pt x="2597660" y="343951"/>
                  </a:lnTo>
                  <a:lnTo>
                    <a:pt x="2603920" y="344043"/>
                  </a:lnTo>
                  <a:lnTo>
                    <a:pt x="2610179" y="344157"/>
                  </a:lnTo>
                  <a:lnTo>
                    <a:pt x="2616438" y="344276"/>
                  </a:lnTo>
                  <a:lnTo>
                    <a:pt x="2622698" y="344386"/>
                  </a:lnTo>
                  <a:lnTo>
                    <a:pt x="2628957" y="344480"/>
                  </a:lnTo>
                  <a:lnTo>
                    <a:pt x="2635217" y="344552"/>
                  </a:lnTo>
                  <a:lnTo>
                    <a:pt x="2641476" y="344603"/>
                  </a:lnTo>
                  <a:lnTo>
                    <a:pt x="2647736" y="344636"/>
                  </a:lnTo>
                  <a:lnTo>
                    <a:pt x="2653995" y="344657"/>
                  </a:lnTo>
                  <a:lnTo>
                    <a:pt x="2660254" y="344668"/>
                  </a:lnTo>
                  <a:lnTo>
                    <a:pt x="2666514" y="344674"/>
                  </a:lnTo>
                  <a:lnTo>
                    <a:pt x="2672773" y="344677"/>
                  </a:lnTo>
                  <a:lnTo>
                    <a:pt x="2679033" y="344678"/>
                  </a:lnTo>
                  <a:lnTo>
                    <a:pt x="2685292" y="344679"/>
                  </a:lnTo>
                  <a:lnTo>
                    <a:pt x="2691552" y="344679"/>
                  </a:lnTo>
                  <a:lnTo>
                    <a:pt x="2697811" y="344679"/>
                  </a:lnTo>
                  <a:lnTo>
                    <a:pt x="2704070" y="344679"/>
                  </a:lnTo>
                  <a:lnTo>
                    <a:pt x="2710330" y="344679"/>
                  </a:lnTo>
                  <a:lnTo>
                    <a:pt x="2716589" y="344679"/>
                  </a:lnTo>
                  <a:lnTo>
                    <a:pt x="2722849" y="344679"/>
                  </a:lnTo>
                  <a:lnTo>
                    <a:pt x="2729108" y="344679"/>
                  </a:lnTo>
                  <a:lnTo>
                    <a:pt x="2735368" y="344679"/>
                  </a:lnTo>
                  <a:lnTo>
                    <a:pt x="2741627" y="344679"/>
                  </a:lnTo>
                  <a:lnTo>
                    <a:pt x="2747886" y="344679"/>
                  </a:lnTo>
                  <a:lnTo>
                    <a:pt x="2754146" y="344679"/>
                  </a:lnTo>
                  <a:lnTo>
                    <a:pt x="2760405" y="344679"/>
                  </a:lnTo>
                  <a:lnTo>
                    <a:pt x="2766665" y="344679"/>
                  </a:lnTo>
                  <a:lnTo>
                    <a:pt x="2772924" y="344679"/>
                  </a:lnTo>
                  <a:lnTo>
                    <a:pt x="2779184" y="344679"/>
                  </a:lnTo>
                  <a:lnTo>
                    <a:pt x="2785443" y="344679"/>
                  </a:lnTo>
                  <a:lnTo>
                    <a:pt x="2791702" y="344679"/>
                  </a:lnTo>
                  <a:lnTo>
                    <a:pt x="2797962" y="344679"/>
                  </a:lnTo>
                  <a:lnTo>
                    <a:pt x="2804221" y="344679"/>
                  </a:lnTo>
                  <a:lnTo>
                    <a:pt x="2810481" y="344679"/>
                  </a:lnTo>
                  <a:lnTo>
                    <a:pt x="2816740" y="344679"/>
                  </a:lnTo>
                  <a:lnTo>
                    <a:pt x="2822999" y="344679"/>
                  </a:lnTo>
                  <a:lnTo>
                    <a:pt x="2829259" y="344679"/>
                  </a:lnTo>
                  <a:lnTo>
                    <a:pt x="2835518" y="344679"/>
                  </a:lnTo>
                  <a:lnTo>
                    <a:pt x="2841778" y="344679"/>
                  </a:lnTo>
                  <a:lnTo>
                    <a:pt x="2848037" y="344679"/>
                  </a:lnTo>
                  <a:lnTo>
                    <a:pt x="2854297" y="344679"/>
                  </a:lnTo>
                  <a:lnTo>
                    <a:pt x="2860556" y="344679"/>
                  </a:lnTo>
                  <a:lnTo>
                    <a:pt x="2866815" y="344679"/>
                  </a:lnTo>
                  <a:lnTo>
                    <a:pt x="2873075" y="344679"/>
                  </a:lnTo>
                  <a:lnTo>
                    <a:pt x="2879334" y="344679"/>
                  </a:lnTo>
                  <a:lnTo>
                    <a:pt x="2885594" y="344679"/>
                  </a:lnTo>
                  <a:lnTo>
                    <a:pt x="2891853" y="344679"/>
                  </a:lnTo>
                  <a:lnTo>
                    <a:pt x="2898113" y="344679"/>
                  </a:lnTo>
                  <a:lnTo>
                    <a:pt x="2904372" y="344679"/>
                  </a:lnTo>
                  <a:lnTo>
                    <a:pt x="2910631" y="344679"/>
                  </a:lnTo>
                  <a:lnTo>
                    <a:pt x="2916891" y="344679"/>
                  </a:lnTo>
                  <a:lnTo>
                    <a:pt x="2923150" y="344679"/>
                  </a:lnTo>
                  <a:lnTo>
                    <a:pt x="2929410" y="344679"/>
                  </a:lnTo>
                  <a:lnTo>
                    <a:pt x="2935669" y="344679"/>
                  </a:lnTo>
                  <a:lnTo>
                    <a:pt x="2941929" y="344679"/>
                  </a:lnTo>
                  <a:lnTo>
                    <a:pt x="2948188" y="344679"/>
                  </a:lnTo>
                  <a:lnTo>
                    <a:pt x="2954447" y="344679"/>
                  </a:lnTo>
                  <a:lnTo>
                    <a:pt x="2960707" y="344679"/>
                  </a:lnTo>
                  <a:lnTo>
                    <a:pt x="2966966" y="344679"/>
                  </a:lnTo>
                  <a:lnTo>
                    <a:pt x="2973226" y="344679"/>
                  </a:lnTo>
                  <a:lnTo>
                    <a:pt x="2979485" y="344679"/>
                  </a:lnTo>
                  <a:lnTo>
                    <a:pt x="2985744" y="344679"/>
                  </a:lnTo>
                  <a:lnTo>
                    <a:pt x="2992004" y="344679"/>
                  </a:lnTo>
                  <a:lnTo>
                    <a:pt x="2998263" y="344679"/>
                  </a:lnTo>
                  <a:lnTo>
                    <a:pt x="3004523" y="344679"/>
                  </a:lnTo>
                  <a:lnTo>
                    <a:pt x="3010782" y="344679"/>
                  </a:lnTo>
                  <a:lnTo>
                    <a:pt x="3017042" y="344679"/>
                  </a:lnTo>
                  <a:lnTo>
                    <a:pt x="3023301" y="344679"/>
                  </a:lnTo>
                  <a:lnTo>
                    <a:pt x="3029560" y="344679"/>
                  </a:lnTo>
                  <a:lnTo>
                    <a:pt x="3035820" y="344679"/>
                  </a:lnTo>
                  <a:lnTo>
                    <a:pt x="3042079" y="344679"/>
                  </a:lnTo>
                  <a:lnTo>
                    <a:pt x="3048339" y="344679"/>
                  </a:lnTo>
                  <a:lnTo>
                    <a:pt x="3054598" y="344679"/>
                  </a:lnTo>
                  <a:lnTo>
                    <a:pt x="3060858" y="344679"/>
                  </a:lnTo>
                  <a:lnTo>
                    <a:pt x="3067117" y="344679"/>
                  </a:lnTo>
                  <a:lnTo>
                    <a:pt x="3073376" y="344679"/>
                  </a:lnTo>
                  <a:lnTo>
                    <a:pt x="3079636" y="344679"/>
                  </a:lnTo>
                  <a:lnTo>
                    <a:pt x="3085895" y="344679"/>
                  </a:lnTo>
                  <a:lnTo>
                    <a:pt x="3092155" y="344679"/>
                  </a:lnTo>
                  <a:lnTo>
                    <a:pt x="3098414" y="344679"/>
                  </a:lnTo>
                  <a:lnTo>
                    <a:pt x="3104674" y="344679"/>
                  </a:lnTo>
                  <a:lnTo>
                    <a:pt x="3110933" y="344679"/>
                  </a:lnTo>
                  <a:lnTo>
                    <a:pt x="3117192" y="344679"/>
                  </a:lnTo>
                  <a:lnTo>
                    <a:pt x="3123452" y="344679"/>
                  </a:lnTo>
                  <a:lnTo>
                    <a:pt x="3129711" y="344679"/>
                  </a:lnTo>
                  <a:lnTo>
                    <a:pt x="3135971" y="344679"/>
                  </a:lnTo>
                  <a:lnTo>
                    <a:pt x="3142230" y="344679"/>
                  </a:lnTo>
                  <a:lnTo>
                    <a:pt x="3148489" y="344679"/>
                  </a:lnTo>
                  <a:lnTo>
                    <a:pt x="3154749" y="344679"/>
                  </a:lnTo>
                  <a:lnTo>
                    <a:pt x="3161008" y="344679"/>
                  </a:lnTo>
                  <a:lnTo>
                    <a:pt x="3167268" y="344679"/>
                  </a:lnTo>
                  <a:lnTo>
                    <a:pt x="3173527" y="344679"/>
                  </a:lnTo>
                  <a:lnTo>
                    <a:pt x="3179787" y="344679"/>
                  </a:lnTo>
                  <a:lnTo>
                    <a:pt x="3186046" y="344679"/>
                  </a:lnTo>
                  <a:lnTo>
                    <a:pt x="3192305" y="344679"/>
                  </a:lnTo>
                  <a:lnTo>
                    <a:pt x="3198565" y="344679"/>
                  </a:lnTo>
                </a:path>
              </a:pathLst>
            </a:custGeom>
            <a:ln w="27101" cap="flat">
              <a:solidFill>
                <a:srgbClr val="002F3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49798" y="2496467"/>
              <a:ext cx="3198565" cy="359291"/>
            </a:xfrm>
            <a:custGeom>
              <a:avLst/>
              <a:pathLst>
                <a:path w="3198565" h="359291">
                  <a:moveTo>
                    <a:pt x="0" y="359291"/>
                  </a:moveTo>
                  <a:lnTo>
                    <a:pt x="6259" y="359291"/>
                  </a:lnTo>
                  <a:lnTo>
                    <a:pt x="12518" y="359291"/>
                  </a:lnTo>
                  <a:lnTo>
                    <a:pt x="18778" y="359291"/>
                  </a:lnTo>
                  <a:lnTo>
                    <a:pt x="25037" y="359291"/>
                  </a:lnTo>
                  <a:lnTo>
                    <a:pt x="31297" y="359291"/>
                  </a:lnTo>
                  <a:lnTo>
                    <a:pt x="37556" y="359291"/>
                  </a:lnTo>
                  <a:lnTo>
                    <a:pt x="43815" y="359291"/>
                  </a:lnTo>
                  <a:lnTo>
                    <a:pt x="50075" y="359291"/>
                  </a:lnTo>
                  <a:lnTo>
                    <a:pt x="56334" y="359291"/>
                  </a:lnTo>
                  <a:lnTo>
                    <a:pt x="62594" y="359291"/>
                  </a:lnTo>
                  <a:lnTo>
                    <a:pt x="68853" y="359290"/>
                  </a:lnTo>
                  <a:lnTo>
                    <a:pt x="75113" y="359290"/>
                  </a:lnTo>
                  <a:lnTo>
                    <a:pt x="81372" y="359288"/>
                  </a:lnTo>
                  <a:lnTo>
                    <a:pt x="87631" y="359284"/>
                  </a:lnTo>
                  <a:lnTo>
                    <a:pt x="93891" y="359276"/>
                  </a:lnTo>
                  <a:lnTo>
                    <a:pt x="100150" y="359259"/>
                  </a:lnTo>
                  <a:lnTo>
                    <a:pt x="106410" y="359229"/>
                  </a:lnTo>
                  <a:lnTo>
                    <a:pt x="112669" y="359175"/>
                  </a:lnTo>
                  <a:lnTo>
                    <a:pt x="118929" y="359085"/>
                  </a:lnTo>
                  <a:lnTo>
                    <a:pt x="125188" y="358938"/>
                  </a:lnTo>
                  <a:lnTo>
                    <a:pt x="131447" y="358713"/>
                  </a:lnTo>
                  <a:lnTo>
                    <a:pt x="137707" y="358382"/>
                  </a:lnTo>
                  <a:lnTo>
                    <a:pt x="143966" y="357916"/>
                  </a:lnTo>
                  <a:lnTo>
                    <a:pt x="150226" y="357289"/>
                  </a:lnTo>
                  <a:lnTo>
                    <a:pt x="156485" y="356484"/>
                  </a:lnTo>
                  <a:lnTo>
                    <a:pt x="162745" y="355494"/>
                  </a:lnTo>
                  <a:lnTo>
                    <a:pt x="169004" y="354327"/>
                  </a:lnTo>
                  <a:lnTo>
                    <a:pt x="175263" y="353010"/>
                  </a:lnTo>
                  <a:lnTo>
                    <a:pt x="181523" y="351581"/>
                  </a:lnTo>
                  <a:lnTo>
                    <a:pt x="187782" y="350094"/>
                  </a:lnTo>
                  <a:lnTo>
                    <a:pt x="194042" y="348598"/>
                  </a:lnTo>
                  <a:lnTo>
                    <a:pt x="200301" y="347126"/>
                  </a:lnTo>
                  <a:lnTo>
                    <a:pt x="206560" y="345689"/>
                  </a:lnTo>
                  <a:lnTo>
                    <a:pt x="212820" y="344280"/>
                  </a:lnTo>
                  <a:lnTo>
                    <a:pt x="219079" y="342879"/>
                  </a:lnTo>
                  <a:lnTo>
                    <a:pt x="225339" y="341461"/>
                  </a:lnTo>
                  <a:lnTo>
                    <a:pt x="231598" y="340005"/>
                  </a:lnTo>
                  <a:lnTo>
                    <a:pt x="237858" y="338506"/>
                  </a:lnTo>
                  <a:lnTo>
                    <a:pt x="244117" y="336975"/>
                  </a:lnTo>
                  <a:lnTo>
                    <a:pt x="250376" y="335443"/>
                  </a:lnTo>
                  <a:lnTo>
                    <a:pt x="256636" y="333946"/>
                  </a:lnTo>
                  <a:lnTo>
                    <a:pt x="262895" y="332522"/>
                  </a:lnTo>
                  <a:lnTo>
                    <a:pt x="269155" y="331200"/>
                  </a:lnTo>
                  <a:lnTo>
                    <a:pt x="275414" y="329993"/>
                  </a:lnTo>
                  <a:lnTo>
                    <a:pt x="281674" y="328876"/>
                  </a:lnTo>
                  <a:lnTo>
                    <a:pt x="287933" y="327819"/>
                  </a:lnTo>
                  <a:lnTo>
                    <a:pt x="294192" y="326783"/>
                  </a:lnTo>
                  <a:lnTo>
                    <a:pt x="300452" y="325731"/>
                  </a:lnTo>
                  <a:lnTo>
                    <a:pt x="306711" y="324633"/>
                  </a:lnTo>
                  <a:lnTo>
                    <a:pt x="312971" y="323466"/>
                  </a:lnTo>
                  <a:lnTo>
                    <a:pt x="319230" y="322216"/>
                  </a:lnTo>
                  <a:lnTo>
                    <a:pt x="325490" y="320876"/>
                  </a:lnTo>
                  <a:lnTo>
                    <a:pt x="331749" y="319439"/>
                  </a:lnTo>
                  <a:lnTo>
                    <a:pt x="338008" y="317901"/>
                  </a:lnTo>
                  <a:lnTo>
                    <a:pt x="344268" y="316259"/>
                  </a:lnTo>
                  <a:lnTo>
                    <a:pt x="350527" y="314514"/>
                  </a:lnTo>
                  <a:lnTo>
                    <a:pt x="356787" y="312670"/>
                  </a:lnTo>
                  <a:lnTo>
                    <a:pt x="363046" y="310730"/>
                  </a:lnTo>
                  <a:lnTo>
                    <a:pt x="369305" y="308715"/>
                  </a:lnTo>
                  <a:lnTo>
                    <a:pt x="375565" y="306634"/>
                  </a:lnTo>
                  <a:lnTo>
                    <a:pt x="381824" y="304491"/>
                  </a:lnTo>
                  <a:lnTo>
                    <a:pt x="388084" y="302275"/>
                  </a:lnTo>
                  <a:lnTo>
                    <a:pt x="394343" y="299959"/>
                  </a:lnTo>
                  <a:lnTo>
                    <a:pt x="400603" y="297499"/>
                  </a:lnTo>
                  <a:lnTo>
                    <a:pt x="406862" y="294831"/>
                  </a:lnTo>
                  <a:lnTo>
                    <a:pt x="413121" y="291877"/>
                  </a:lnTo>
                  <a:lnTo>
                    <a:pt x="419381" y="288539"/>
                  </a:lnTo>
                  <a:lnTo>
                    <a:pt x="425640" y="284708"/>
                  </a:lnTo>
                  <a:lnTo>
                    <a:pt x="431900" y="280258"/>
                  </a:lnTo>
                  <a:lnTo>
                    <a:pt x="438159" y="275051"/>
                  </a:lnTo>
                  <a:lnTo>
                    <a:pt x="444419" y="268926"/>
                  </a:lnTo>
                  <a:lnTo>
                    <a:pt x="450678" y="261615"/>
                  </a:lnTo>
                  <a:lnTo>
                    <a:pt x="456937" y="252920"/>
                  </a:lnTo>
                  <a:lnTo>
                    <a:pt x="463197" y="242591"/>
                  </a:lnTo>
                  <a:lnTo>
                    <a:pt x="469456" y="230318"/>
                  </a:lnTo>
                  <a:lnTo>
                    <a:pt x="475716" y="215761"/>
                  </a:lnTo>
                  <a:lnTo>
                    <a:pt x="481975" y="198599"/>
                  </a:lnTo>
                  <a:lnTo>
                    <a:pt x="488235" y="178599"/>
                  </a:lnTo>
                  <a:lnTo>
                    <a:pt x="494494" y="155728"/>
                  </a:lnTo>
                  <a:lnTo>
                    <a:pt x="500753" y="130278"/>
                  </a:lnTo>
                  <a:lnTo>
                    <a:pt x="507013" y="102991"/>
                  </a:lnTo>
                  <a:lnTo>
                    <a:pt x="513272" y="75144"/>
                  </a:lnTo>
                  <a:lnTo>
                    <a:pt x="519532" y="48555"/>
                  </a:lnTo>
                  <a:lnTo>
                    <a:pt x="525791" y="25475"/>
                  </a:lnTo>
                  <a:lnTo>
                    <a:pt x="532050" y="8358"/>
                  </a:lnTo>
                  <a:lnTo>
                    <a:pt x="538310" y="0"/>
                  </a:lnTo>
                  <a:lnTo>
                    <a:pt x="544569" y="2116"/>
                  </a:lnTo>
                  <a:lnTo>
                    <a:pt x="550829" y="14953"/>
                  </a:lnTo>
                  <a:lnTo>
                    <a:pt x="557088" y="37894"/>
                  </a:lnTo>
                  <a:lnTo>
                    <a:pt x="563348" y="69253"/>
                  </a:lnTo>
                  <a:lnTo>
                    <a:pt x="569607" y="106525"/>
                  </a:lnTo>
                  <a:lnTo>
                    <a:pt x="575866" y="146786"/>
                  </a:lnTo>
                  <a:lnTo>
                    <a:pt x="582126" y="187113"/>
                  </a:lnTo>
                  <a:lnTo>
                    <a:pt x="588385" y="224977"/>
                  </a:lnTo>
                  <a:lnTo>
                    <a:pt x="594645" y="258510"/>
                  </a:lnTo>
                  <a:lnTo>
                    <a:pt x="600904" y="286624"/>
                  </a:lnTo>
                  <a:lnTo>
                    <a:pt x="607164" y="308988"/>
                  </a:lnTo>
                  <a:lnTo>
                    <a:pt x="613423" y="325891"/>
                  </a:lnTo>
                  <a:lnTo>
                    <a:pt x="619682" y="338038"/>
                  </a:lnTo>
                  <a:lnTo>
                    <a:pt x="625942" y="346247"/>
                  </a:lnTo>
                  <a:lnTo>
                    <a:pt x="632201" y="351519"/>
                  </a:lnTo>
                  <a:lnTo>
                    <a:pt x="638461" y="354837"/>
                  </a:lnTo>
                  <a:lnTo>
                    <a:pt x="644720" y="356839"/>
                  </a:lnTo>
                  <a:lnTo>
                    <a:pt x="650980" y="357996"/>
                  </a:lnTo>
                  <a:lnTo>
                    <a:pt x="657239" y="358635"/>
                  </a:lnTo>
                  <a:lnTo>
                    <a:pt x="663498" y="358973"/>
                  </a:lnTo>
                  <a:lnTo>
                    <a:pt x="669758" y="359143"/>
                  </a:lnTo>
                  <a:lnTo>
                    <a:pt x="676017" y="359226"/>
                  </a:lnTo>
                  <a:lnTo>
                    <a:pt x="682277" y="359263"/>
                  </a:lnTo>
                  <a:lnTo>
                    <a:pt x="688536" y="359280"/>
                  </a:lnTo>
                  <a:lnTo>
                    <a:pt x="694796" y="359287"/>
                  </a:lnTo>
                  <a:lnTo>
                    <a:pt x="701055" y="359290"/>
                  </a:lnTo>
                  <a:lnTo>
                    <a:pt x="707314" y="359291"/>
                  </a:lnTo>
                  <a:lnTo>
                    <a:pt x="713574" y="359291"/>
                  </a:lnTo>
                  <a:lnTo>
                    <a:pt x="719833" y="359291"/>
                  </a:lnTo>
                  <a:lnTo>
                    <a:pt x="726093" y="359291"/>
                  </a:lnTo>
                  <a:lnTo>
                    <a:pt x="732352" y="359291"/>
                  </a:lnTo>
                  <a:lnTo>
                    <a:pt x="738611" y="359291"/>
                  </a:lnTo>
                  <a:lnTo>
                    <a:pt x="744871" y="359291"/>
                  </a:lnTo>
                  <a:lnTo>
                    <a:pt x="751130" y="359291"/>
                  </a:lnTo>
                  <a:lnTo>
                    <a:pt x="757390" y="359291"/>
                  </a:lnTo>
                  <a:lnTo>
                    <a:pt x="763649" y="359291"/>
                  </a:lnTo>
                  <a:lnTo>
                    <a:pt x="769909" y="359291"/>
                  </a:lnTo>
                  <a:lnTo>
                    <a:pt x="776168" y="359291"/>
                  </a:lnTo>
                  <a:lnTo>
                    <a:pt x="782427" y="359291"/>
                  </a:lnTo>
                  <a:lnTo>
                    <a:pt x="788687" y="359291"/>
                  </a:lnTo>
                  <a:lnTo>
                    <a:pt x="794946" y="359291"/>
                  </a:lnTo>
                  <a:lnTo>
                    <a:pt x="801206" y="359291"/>
                  </a:lnTo>
                  <a:lnTo>
                    <a:pt x="807465" y="359291"/>
                  </a:lnTo>
                  <a:lnTo>
                    <a:pt x="813725" y="359291"/>
                  </a:lnTo>
                  <a:lnTo>
                    <a:pt x="819984" y="359291"/>
                  </a:lnTo>
                  <a:lnTo>
                    <a:pt x="826243" y="359291"/>
                  </a:lnTo>
                  <a:lnTo>
                    <a:pt x="832503" y="359291"/>
                  </a:lnTo>
                  <a:lnTo>
                    <a:pt x="838762" y="359291"/>
                  </a:lnTo>
                  <a:lnTo>
                    <a:pt x="845022" y="359291"/>
                  </a:lnTo>
                  <a:lnTo>
                    <a:pt x="851281" y="359291"/>
                  </a:lnTo>
                  <a:lnTo>
                    <a:pt x="857541" y="359291"/>
                  </a:lnTo>
                  <a:lnTo>
                    <a:pt x="863800" y="359291"/>
                  </a:lnTo>
                  <a:lnTo>
                    <a:pt x="870059" y="359291"/>
                  </a:lnTo>
                  <a:lnTo>
                    <a:pt x="876319" y="359291"/>
                  </a:lnTo>
                  <a:lnTo>
                    <a:pt x="882578" y="359291"/>
                  </a:lnTo>
                  <a:lnTo>
                    <a:pt x="888838" y="359291"/>
                  </a:lnTo>
                  <a:lnTo>
                    <a:pt x="895097" y="359291"/>
                  </a:lnTo>
                  <a:lnTo>
                    <a:pt x="901356" y="359291"/>
                  </a:lnTo>
                  <a:lnTo>
                    <a:pt x="907616" y="359291"/>
                  </a:lnTo>
                  <a:lnTo>
                    <a:pt x="913875" y="359291"/>
                  </a:lnTo>
                  <a:lnTo>
                    <a:pt x="920135" y="359291"/>
                  </a:lnTo>
                  <a:lnTo>
                    <a:pt x="926394" y="359291"/>
                  </a:lnTo>
                  <a:lnTo>
                    <a:pt x="932654" y="359291"/>
                  </a:lnTo>
                  <a:lnTo>
                    <a:pt x="938913" y="359291"/>
                  </a:lnTo>
                  <a:lnTo>
                    <a:pt x="945172" y="359291"/>
                  </a:lnTo>
                  <a:lnTo>
                    <a:pt x="951432" y="359291"/>
                  </a:lnTo>
                  <a:lnTo>
                    <a:pt x="957691" y="359291"/>
                  </a:lnTo>
                  <a:lnTo>
                    <a:pt x="963951" y="359291"/>
                  </a:lnTo>
                  <a:lnTo>
                    <a:pt x="970210" y="359291"/>
                  </a:lnTo>
                  <a:lnTo>
                    <a:pt x="976470" y="359291"/>
                  </a:lnTo>
                  <a:lnTo>
                    <a:pt x="982729" y="359291"/>
                  </a:lnTo>
                  <a:lnTo>
                    <a:pt x="988988" y="359291"/>
                  </a:lnTo>
                  <a:lnTo>
                    <a:pt x="995248" y="359291"/>
                  </a:lnTo>
                  <a:lnTo>
                    <a:pt x="1001507" y="359291"/>
                  </a:lnTo>
                  <a:lnTo>
                    <a:pt x="1007767" y="359291"/>
                  </a:lnTo>
                  <a:lnTo>
                    <a:pt x="1014026" y="359291"/>
                  </a:lnTo>
                  <a:lnTo>
                    <a:pt x="1020286" y="359291"/>
                  </a:lnTo>
                  <a:lnTo>
                    <a:pt x="1026545" y="359291"/>
                  </a:lnTo>
                  <a:lnTo>
                    <a:pt x="1032804" y="359291"/>
                  </a:lnTo>
                  <a:lnTo>
                    <a:pt x="1039064" y="359291"/>
                  </a:lnTo>
                  <a:lnTo>
                    <a:pt x="1045323" y="359291"/>
                  </a:lnTo>
                  <a:lnTo>
                    <a:pt x="1051583" y="359291"/>
                  </a:lnTo>
                  <a:lnTo>
                    <a:pt x="1057842" y="359291"/>
                  </a:lnTo>
                  <a:lnTo>
                    <a:pt x="1064101" y="359291"/>
                  </a:lnTo>
                  <a:lnTo>
                    <a:pt x="1070361" y="359291"/>
                  </a:lnTo>
                  <a:lnTo>
                    <a:pt x="1076620" y="359291"/>
                  </a:lnTo>
                  <a:lnTo>
                    <a:pt x="1082880" y="359291"/>
                  </a:lnTo>
                  <a:lnTo>
                    <a:pt x="1089139" y="359291"/>
                  </a:lnTo>
                  <a:lnTo>
                    <a:pt x="1095399" y="359291"/>
                  </a:lnTo>
                  <a:lnTo>
                    <a:pt x="1101658" y="359291"/>
                  </a:lnTo>
                  <a:lnTo>
                    <a:pt x="1107917" y="359291"/>
                  </a:lnTo>
                  <a:lnTo>
                    <a:pt x="1114177" y="359291"/>
                  </a:lnTo>
                  <a:lnTo>
                    <a:pt x="1120436" y="359291"/>
                  </a:lnTo>
                  <a:lnTo>
                    <a:pt x="1126696" y="359291"/>
                  </a:lnTo>
                  <a:lnTo>
                    <a:pt x="1132955" y="359291"/>
                  </a:lnTo>
                  <a:lnTo>
                    <a:pt x="1139215" y="359291"/>
                  </a:lnTo>
                  <a:lnTo>
                    <a:pt x="1145474" y="359291"/>
                  </a:lnTo>
                  <a:lnTo>
                    <a:pt x="1151733" y="359291"/>
                  </a:lnTo>
                  <a:lnTo>
                    <a:pt x="1157993" y="359291"/>
                  </a:lnTo>
                  <a:lnTo>
                    <a:pt x="1164252" y="359291"/>
                  </a:lnTo>
                  <a:lnTo>
                    <a:pt x="1170512" y="359291"/>
                  </a:lnTo>
                  <a:lnTo>
                    <a:pt x="1176771" y="359291"/>
                  </a:lnTo>
                  <a:lnTo>
                    <a:pt x="1183031" y="359291"/>
                  </a:lnTo>
                  <a:lnTo>
                    <a:pt x="1189290" y="359291"/>
                  </a:lnTo>
                  <a:lnTo>
                    <a:pt x="1195549" y="359291"/>
                  </a:lnTo>
                  <a:lnTo>
                    <a:pt x="1201809" y="359291"/>
                  </a:lnTo>
                  <a:lnTo>
                    <a:pt x="1208068" y="359291"/>
                  </a:lnTo>
                  <a:lnTo>
                    <a:pt x="1214328" y="359291"/>
                  </a:lnTo>
                  <a:lnTo>
                    <a:pt x="1220587" y="359291"/>
                  </a:lnTo>
                  <a:lnTo>
                    <a:pt x="1226846" y="359291"/>
                  </a:lnTo>
                  <a:lnTo>
                    <a:pt x="1233106" y="359291"/>
                  </a:lnTo>
                  <a:lnTo>
                    <a:pt x="1239365" y="359291"/>
                  </a:lnTo>
                  <a:lnTo>
                    <a:pt x="1245625" y="359291"/>
                  </a:lnTo>
                  <a:lnTo>
                    <a:pt x="1251884" y="359291"/>
                  </a:lnTo>
                  <a:lnTo>
                    <a:pt x="1258144" y="359291"/>
                  </a:lnTo>
                  <a:lnTo>
                    <a:pt x="1264403" y="359291"/>
                  </a:lnTo>
                  <a:lnTo>
                    <a:pt x="1270662" y="359291"/>
                  </a:lnTo>
                  <a:lnTo>
                    <a:pt x="1276922" y="359291"/>
                  </a:lnTo>
                  <a:lnTo>
                    <a:pt x="1283181" y="359291"/>
                  </a:lnTo>
                  <a:lnTo>
                    <a:pt x="1289441" y="359291"/>
                  </a:lnTo>
                  <a:lnTo>
                    <a:pt x="1295700" y="359291"/>
                  </a:lnTo>
                  <a:lnTo>
                    <a:pt x="1301960" y="359291"/>
                  </a:lnTo>
                  <a:lnTo>
                    <a:pt x="1308219" y="359291"/>
                  </a:lnTo>
                  <a:lnTo>
                    <a:pt x="1314478" y="359291"/>
                  </a:lnTo>
                  <a:lnTo>
                    <a:pt x="1320738" y="359291"/>
                  </a:lnTo>
                  <a:lnTo>
                    <a:pt x="1326997" y="359291"/>
                  </a:lnTo>
                  <a:lnTo>
                    <a:pt x="1333257" y="359291"/>
                  </a:lnTo>
                  <a:lnTo>
                    <a:pt x="1339516" y="359291"/>
                  </a:lnTo>
                  <a:lnTo>
                    <a:pt x="1345776" y="359291"/>
                  </a:lnTo>
                  <a:lnTo>
                    <a:pt x="1352035" y="359291"/>
                  </a:lnTo>
                  <a:lnTo>
                    <a:pt x="1358294" y="359291"/>
                  </a:lnTo>
                  <a:lnTo>
                    <a:pt x="1364554" y="359291"/>
                  </a:lnTo>
                  <a:lnTo>
                    <a:pt x="1370813" y="359291"/>
                  </a:lnTo>
                  <a:lnTo>
                    <a:pt x="1377073" y="359291"/>
                  </a:lnTo>
                  <a:lnTo>
                    <a:pt x="1383332" y="359291"/>
                  </a:lnTo>
                  <a:lnTo>
                    <a:pt x="1389592" y="359291"/>
                  </a:lnTo>
                  <a:lnTo>
                    <a:pt x="1395851" y="359291"/>
                  </a:lnTo>
                  <a:lnTo>
                    <a:pt x="1402110" y="359291"/>
                  </a:lnTo>
                  <a:lnTo>
                    <a:pt x="1408370" y="359291"/>
                  </a:lnTo>
                  <a:lnTo>
                    <a:pt x="1414629" y="359291"/>
                  </a:lnTo>
                  <a:lnTo>
                    <a:pt x="1420889" y="359291"/>
                  </a:lnTo>
                  <a:lnTo>
                    <a:pt x="1427148" y="359291"/>
                  </a:lnTo>
                  <a:lnTo>
                    <a:pt x="1433407" y="359291"/>
                  </a:lnTo>
                  <a:lnTo>
                    <a:pt x="1439667" y="359291"/>
                  </a:lnTo>
                  <a:lnTo>
                    <a:pt x="1445926" y="359291"/>
                  </a:lnTo>
                  <a:lnTo>
                    <a:pt x="1452186" y="359291"/>
                  </a:lnTo>
                  <a:lnTo>
                    <a:pt x="1458445" y="359291"/>
                  </a:lnTo>
                  <a:lnTo>
                    <a:pt x="1464705" y="359291"/>
                  </a:lnTo>
                  <a:lnTo>
                    <a:pt x="1470964" y="359291"/>
                  </a:lnTo>
                  <a:lnTo>
                    <a:pt x="1477223" y="359291"/>
                  </a:lnTo>
                  <a:lnTo>
                    <a:pt x="1483483" y="359291"/>
                  </a:lnTo>
                  <a:lnTo>
                    <a:pt x="1489742" y="359291"/>
                  </a:lnTo>
                  <a:lnTo>
                    <a:pt x="1496002" y="359291"/>
                  </a:lnTo>
                  <a:lnTo>
                    <a:pt x="1502261" y="359291"/>
                  </a:lnTo>
                  <a:lnTo>
                    <a:pt x="1508521" y="359291"/>
                  </a:lnTo>
                  <a:lnTo>
                    <a:pt x="1514780" y="359291"/>
                  </a:lnTo>
                  <a:lnTo>
                    <a:pt x="1521039" y="359291"/>
                  </a:lnTo>
                  <a:lnTo>
                    <a:pt x="1527299" y="359291"/>
                  </a:lnTo>
                  <a:lnTo>
                    <a:pt x="1533558" y="359291"/>
                  </a:lnTo>
                  <a:lnTo>
                    <a:pt x="1539818" y="359291"/>
                  </a:lnTo>
                  <a:lnTo>
                    <a:pt x="1546077" y="359291"/>
                  </a:lnTo>
                  <a:lnTo>
                    <a:pt x="1552337" y="359291"/>
                  </a:lnTo>
                  <a:lnTo>
                    <a:pt x="1558596" y="359291"/>
                  </a:lnTo>
                  <a:lnTo>
                    <a:pt x="1564855" y="359291"/>
                  </a:lnTo>
                  <a:lnTo>
                    <a:pt x="1571115" y="359291"/>
                  </a:lnTo>
                  <a:lnTo>
                    <a:pt x="1577374" y="359291"/>
                  </a:lnTo>
                  <a:lnTo>
                    <a:pt x="1583634" y="359291"/>
                  </a:lnTo>
                  <a:lnTo>
                    <a:pt x="1589893" y="359291"/>
                  </a:lnTo>
                  <a:lnTo>
                    <a:pt x="1596152" y="359291"/>
                  </a:lnTo>
                  <a:lnTo>
                    <a:pt x="1602412" y="359291"/>
                  </a:lnTo>
                  <a:lnTo>
                    <a:pt x="1608671" y="359291"/>
                  </a:lnTo>
                  <a:lnTo>
                    <a:pt x="1614931" y="359291"/>
                  </a:lnTo>
                  <a:lnTo>
                    <a:pt x="1621190" y="359291"/>
                  </a:lnTo>
                  <a:lnTo>
                    <a:pt x="1627450" y="359291"/>
                  </a:lnTo>
                  <a:lnTo>
                    <a:pt x="1633709" y="359291"/>
                  </a:lnTo>
                  <a:lnTo>
                    <a:pt x="1639968" y="359291"/>
                  </a:lnTo>
                  <a:lnTo>
                    <a:pt x="1646228" y="359291"/>
                  </a:lnTo>
                  <a:lnTo>
                    <a:pt x="1652487" y="359291"/>
                  </a:lnTo>
                  <a:lnTo>
                    <a:pt x="1658747" y="359291"/>
                  </a:lnTo>
                  <a:lnTo>
                    <a:pt x="1665006" y="359291"/>
                  </a:lnTo>
                  <a:lnTo>
                    <a:pt x="1671266" y="359291"/>
                  </a:lnTo>
                  <a:lnTo>
                    <a:pt x="1677525" y="359291"/>
                  </a:lnTo>
                  <a:lnTo>
                    <a:pt x="1683784" y="359291"/>
                  </a:lnTo>
                  <a:lnTo>
                    <a:pt x="1690044" y="359291"/>
                  </a:lnTo>
                  <a:lnTo>
                    <a:pt x="1696303" y="359291"/>
                  </a:lnTo>
                  <a:lnTo>
                    <a:pt x="1702563" y="359291"/>
                  </a:lnTo>
                  <a:lnTo>
                    <a:pt x="1708822" y="359291"/>
                  </a:lnTo>
                  <a:lnTo>
                    <a:pt x="1715082" y="359291"/>
                  </a:lnTo>
                  <a:lnTo>
                    <a:pt x="1721341" y="359291"/>
                  </a:lnTo>
                  <a:lnTo>
                    <a:pt x="1727600" y="359291"/>
                  </a:lnTo>
                  <a:lnTo>
                    <a:pt x="1733860" y="359291"/>
                  </a:lnTo>
                  <a:lnTo>
                    <a:pt x="1740119" y="359291"/>
                  </a:lnTo>
                  <a:lnTo>
                    <a:pt x="1746379" y="359291"/>
                  </a:lnTo>
                  <a:lnTo>
                    <a:pt x="1752638" y="359291"/>
                  </a:lnTo>
                  <a:lnTo>
                    <a:pt x="1758897" y="359291"/>
                  </a:lnTo>
                  <a:lnTo>
                    <a:pt x="1765157" y="359291"/>
                  </a:lnTo>
                  <a:lnTo>
                    <a:pt x="1771416" y="359291"/>
                  </a:lnTo>
                  <a:lnTo>
                    <a:pt x="1777676" y="359291"/>
                  </a:lnTo>
                  <a:lnTo>
                    <a:pt x="1783935" y="359291"/>
                  </a:lnTo>
                  <a:lnTo>
                    <a:pt x="1790195" y="359291"/>
                  </a:lnTo>
                  <a:lnTo>
                    <a:pt x="1796454" y="359291"/>
                  </a:lnTo>
                  <a:lnTo>
                    <a:pt x="1802713" y="359291"/>
                  </a:lnTo>
                  <a:lnTo>
                    <a:pt x="1808973" y="359291"/>
                  </a:lnTo>
                  <a:lnTo>
                    <a:pt x="1815232" y="359291"/>
                  </a:lnTo>
                  <a:lnTo>
                    <a:pt x="1821492" y="359291"/>
                  </a:lnTo>
                  <a:lnTo>
                    <a:pt x="1827751" y="359291"/>
                  </a:lnTo>
                  <a:lnTo>
                    <a:pt x="1834011" y="359291"/>
                  </a:lnTo>
                  <a:lnTo>
                    <a:pt x="1840270" y="359291"/>
                  </a:lnTo>
                  <a:lnTo>
                    <a:pt x="1846529" y="359291"/>
                  </a:lnTo>
                  <a:lnTo>
                    <a:pt x="1852789" y="359291"/>
                  </a:lnTo>
                  <a:lnTo>
                    <a:pt x="1859048" y="359291"/>
                  </a:lnTo>
                  <a:lnTo>
                    <a:pt x="1865308" y="359291"/>
                  </a:lnTo>
                  <a:lnTo>
                    <a:pt x="1871567" y="359291"/>
                  </a:lnTo>
                  <a:lnTo>
                    <a:pt x="1877827" y="359291"/>
                  </a:lnTo>
                  <a:lnTo>
                    <a:pt x="1884086" y="359291"/>
                  </a:lnTo>
                  <a:lnTo>
                    <a:pt x="1890345" y="359291"/>
                  </a:lnTo>
                  <a:lnTo>
                    <a:pt x="1896605" y="359291"/>
                  </a:lnTo>
                  <a:lnTo>
                    <a:pt x="1902864" y="359291"/>
                  </a:lnTo>
                  <a:lnTo>
                    <a:pt x="1909124" y="359291"/>
                  </a:lnTo>
                  <a:lnTo>
                    <a:pt x="1915383" y="359291"/>
                  </a:lnTo>
                  <a:lnTo>
                    <a:pt x="1921642" y="359291"/>
                  </a:lnTo>
                  <a:lnTo>
                    <a:pt x="1927902" y="359291"/>
                  </a:lnTo>
                  <a:lnTo>
                    <a:pt x="1934161" y="359291"/>
                  </a:lnTo>
                  <a:lnTo>
                    <a:pt x="1940421" y="359291"/>
                  </a:lnTo>
                  <a:lnTo>
                    <a:pt x="1946680" y="359291"/>
                  </a:lnTo>
                  <a:lnTo>
                    <a:pt x="1952940" y="359291"/>
                  </a:lnTo>
                  <a:lnTo>
                    <a:pt x="1959199" y="359291"/>
                  </a:lnTo>
                  <a:lnTo>
                    <a:pt x="1965458" y="359291"/>
                  </a:lnTo>
                  <a:lnTo>
                    <a:pt x="1971718" y="359291"/>
                  </a:lnTo>
                  <a:lnTo>
                    <a:pt x="1977977" y="359291"/>
                  </a:lnTo>
                  <a:lnTo>
                    <a:pt x="1984237" y="359291"/>
                  </a:lnTo>
                  <a:lnTo>
                    <a:pt x="1990496" y="359291"/>
                  </a:lnTo>
                  <a:lnTo>
                    <a:pt x="1996756" y="359291"/>
                  </a:lnTo>
                  <a:lnTo>
                    <a:pt x="2003015" y="359291"/>
                  </a:lnTo>
                  <a:lnTo>
                    <a:pt x="2009274" y="359291"/>
                  </a:lnTo>
                  <a:lnTo>
                    <a:pt x="2015534" y="359291"/>
                  </a:lnTo>
                  <a:lnTo>
                    <a:pt x="2021793" y="359291"/>
                  </a:lnTo>
                  <a:lnTo>
                    <a:pt x="2028053" y="359291"/>
                  </a:lnTo>
                  <a:lnTo>
                    <a:pt x="2034312" y="359291"/>
                  </a:lnTo>
                  <a:lnTo>
                    <a:pt x="2040572" y="359291"/>
                  </a:lnTo>
                  <a:lnTo>
                    <a:pt x="2046831" y="359291"/>
                  </a:lnTo>
                  <a:lnTo>
                    <a:pt x="2053090" y="359291"/>
                  </a:lnTo>
                  <a:lnTo>
                    <a:pt x="2059350" y="359291"/>
                  </a:lnTo>
                  <a:lnTo>
                    <a:pt x="2065609" y="359291"/>
                  </a:lnTo>
                  <a:lnTo>
                    <a:pt x="2071869" y="359291"/>
                  </a:lnTo>
                  <a:lnTo>
                    <a:pt x="2078128" y="359291"/>
                  </a:lnTo>
                  <a:lnTo>
                    <a:pt x="2084388" y="359291"/>
                  </a:lnTo>
                  <a:lnTo>
                    <a:pt x="2090647" y="359291"/>
                  </a:lnTo>
                  <a:lnTo>
                    <a:pt x="2096906" y="359291"/>
                  </a:lnTo>
                  <a:lnTo>
                    <a:pt x="2103166" y="359291"/>
                  </a:lnTo>
                  <a:lnTo>
                    <a:pt x="2109425" y="359291"/>
                  </a:lnTo>
                  <a:lnTo>
                    <a:pt x="2115685" y="359291"/>
                  </a:lnTo>
                  <a:lnTo>
                    <a:pt x="2121944" y="359291"/>
                  </a:lnTo>
                  <a:lnTo>
                    <a:pt x="2128203" y="359291"/>
                  </a:lnTo>
                  <a:lnTo>
                    <a:pt x="2134463" y="359291"/>
                  </a:lnTo>
                  <a:lnTo>
                    <a:pt x="2140722" y="359291"/>
                  </a:lnTo>
                  <a:lnTo>
                    <a:pt x="2146982" y="359291"/>
                  </a:lnTo>
                  <a:lnTo>
                    <a:pt x="2153241" y="359291"/>
                  </a:lnTo>
                  <a:lnTo>
                    <a:pt x="2159501" y="359291"/>
                  </a:lnTo>
                  <a:lnTo>
                    <a:pt x="2165760" y="359291"/>
                  </a:lnTo>
                  <a:lnTo>
                    <a:pt x="2172019" y="359291"/>
                  </a:lnTo>
                  <a:lnTo>
                    <a:pt x="2178279" y="359291"/>
                  </a:lnTo>
                  <a:lnTo>
                    <a:pt x="2184538" y="359291"/>
                  </a:lnTo>
                  <a:lnTo>
                    <a:pt x="2190798" y="359291"/>
                  </a:lnTo>
                  <a:lnTo>
                    <a:pt x="2197057" y="359291"/>
                  </a:lnTo>
                  <a:lnTo>
                    <a:pt x="2203317" y="359291"/>
                  </a:lnTo>
                  <a:lnTo>
                    <a:pt x="2209576" y="359291"/>
                  </a:lnTo>
                  <a:lnTo>
                    <a:pt x="2215835" y="359291"/>
                  </a:lnTo>
                  <a:lnTo>
                    <a:pt x="2222095" y="359291"/>
                  </a:lnTo>
                  <a:lnTo>
                    <a:pt x="2228354" y="359291"/>
                  </a:lnTo>
                  <a:lnTo>
                    <a:pt x="2234614" y="359291"/>
                  </a:lnTo>
                  <a:lnTo>
                    <a:pt x="2240873" y="359291"/>
                  </a:lnTo>
                  <a:lnTo>
                    <a:pt x="2247133" y="359291"/>
                  </a:lnTo>
                  <a:lnTo>
                    <a:pt x="2253392" y="359291"/>
                  </a:lnTo>
                  <a:lnTo>
                    <a:pt x="2259651" y="359291"/>
                  </a:lnTo>
                  <a:lnTo>
                    <a:pt x="2265911" y="359291"/>
                  </a:lnTo>
                  <a:lnTo>
                    <a:pt x="2272170" y="359291"/>
                  </a:lnTo>
                  <a:lnTo>
                    <a:pt x="2278430" y="359291"/>
                  </a:lnTo>
                  <a:lnTo>
                    <a:pt x="2284689" y="359291"/>
                  </a:lnTo>
                  <a:lnTo>
                    <a:pt x="2290948" y="359291"/>
                  </a:lnTo>
                  <a:lnTo>
                    <a:pt x="2297208" y="359291"/>
                  </a:lnTo>
                  <a:lnTo>
                    <a:pt x="2303467" y="359291"/>
                  </a:lnTo>
                  <a:lnTo>
                    <a:pt x="2309727" y="359291"/>
                  </a:lnTo>
                  <a:lnTo>
                    <a:pt x="2315986" y="359291"/>
                  </a:lnTo>
                  <a:lnTo>
                    <a:pt x="2322246" y="359291"/>
                  </a:lnTo>
                  <a:lnTo>
                    <a:pt x="2328505" y="359291"/>
                  </a:lnTo>
                  <a:lnTo>
                    <a:pt x="2334764" y="359291"/>
                  </a:lnTo>
                  <a:lnTo>
                    <a:pt x="2341024" y="359290"/>
                  </a:lnTo>
                  <a:lnTo>
                    <a:pt x="2347283" y="359289"/>
                  </a:lnTo>
                  <a:lnTo>
                    <a:pt x="2353543" y="359288"/>
                  </a:lnTo>
                  <a:lnTo>
                    <a:pt x="2359802" y="359285"/>
                  </a:lnTo>
                  <a:lnTo>
                    <a:pt x="2366062" y="359279"/>
                  </a:lnTo>
                  <a:lnTo>
                    <a:pt x="2372321" y="359270"/>
                  </a:lnTo>
                  <a:lnTo>
                    <a:pt x="2378580" y="359256"/>
                  </a:lnTo>
                  <a:lnTo>
                    <a:pt x="2384840" y="359236"/>
                  </a:lnTo>
                  <a:lnTo>
                    <a:pt x="2391099" y="359206"/>
                  </a:lnTo>
                  <a:lnTo>
                    <a:pt x="2397359" y="359165"/>
                  </a:lnTo>
                  <a:lnTo>
                    <a:pt x="2403618" y="359111"/>
                  </a:lnTo>
                  <a:lnTo>
                    <a:pt x="2409878" y="359046"/>
                  </a:lnTo>
                  <a:lnTo>
                    <a:pt x="2416137" y="358970"/>
                  </a:lnTo>
                  <a:lnTo>
                    <a:pt x="2422396" y="358890"/>
                  </a:lnTo>
                  <a:lnTo>
                    <a:pt x="2428656" y="358810"/>
                  </a:lnTo>
                  <a:lnTo>
                    <a:pt x="2434915" y="358738"/>
                  </a:lnTo>
                  <a:lnTo>
                    <a:pt x="2441175" y="358682"/>
                  </a:lnTo>
                  <a:lnTo>
                    <a:pt x="2447434" y="358646"/>
                  </a:lnTo>
                  <a:lnTo>
                    <a:pt x="2453693" y="358637"/>
                  </a:lnTo>
                  <a:lnTo>
                    <a:pt x="2459953" y="358654"/>
                  </a:lnTo>
                  <a:lnTo>
                    <a:pt x="2466212" y="358696"/>
                  </a:lnTo>
                  <a:lnTo>
                    <a:pt x="2472472" y="358758"/>
                  </a:lnTo>
                  <a:lnTo>
                    <a:pt x="2478731" y="358833"/>
                  </a:lnTo>
                  <a:lnTo>
                    <a:pt x="2484991" y="358915"/>
                  </a:lnTo>
                  <a:lnTo>
                    <a:pt x="2491250" y="358994"/>
                  </a:lnTo>
                  <a:lnTo>
                    <a:pt x="2497509" y="359066"/>
                  </a:lnTo>
                  <a:lnTo>
                    <a:pt x="2503769" y="359128"/>
                  </a:lnTo>
                  <a:lnTo>
                    <a:pt x="2510028" y="359177"/>
                  </a:lnTo>
                  <a:lnTo>
                    <a:pt x="2516288" y="359215"/>
                  </a:lnTo>
                  <a:lnTo>
                    <a:pt x="2522547" y="359242"/>
                  </a:lnTo>
                  <a:lnTo>
                    <a:pt x="2528807" y="359261"/>
                  </a:lnTo>
                  <a:lnTo>
                    <a:pt x="2535066" y="359273"/>
                  </a:lnTo>
                  <a:lnTo>
                    <a:pt x="2541325" y="359281"/>
                  </a:lnTo>
                  <a:lnTo>
                    <a:pt x="2547585" y="359286"/>
                  </a:lnTo>
                  <a:lnTo>
                    <a:pt x="2553844" y="359288"/>
                  </a:lnTo>
                  <a:lnTo>
                    <a:pt x="2560104" y="359290"/>
                  </a:lnTo>
                  <a:lnTo>
                    <a:pt x="2566363" y="359291"/>
                  </a:lnTo>
                  <a:lnTo>
                    <a:pt x="2572623" y="359291"/>
                  </a:lnTo>
                  <a:lnTo>
                    <a:pt x="2578882" y="359291"/>
                  </a:lnTo>
                  <a:lnTo>
                    <a:pt x="2585141" y="359291"/>
                  </a:lnTo>
                  <a:lnTo>
                    <a:pt x="2591401" y="359291"/>
                  </a:lnTo>
                  <a:lnTo>
                    <a:pt x="2597660" y="359291"/>
                  </a:lnTo>
                  <a:lnTo>
                    <a:pt x="2603920" y="359291"/>
                  </a:lnTo>
                  <a:lnTo>
                    <a:pt x="2610179" y="359291"/>
                  </a:lnTo>
                  <a:lnTo>
                    <a:pt x="2616438" y="359291"/>
                  </a:lnTo>
                  <a:lnTo>
                    <a:pt x="2622698" y="359291"/>
                  </a:lnTo>
                  <a:lnTo>
                    <a:pt x="2628957" y="359291"/>
                  </a:lnTo>
                  <a:lnTo>
                    <a:pt x="2635217" y="359291"/>
                  </a:lnTo>
                  <a:lnTo>
                    <a:pt x="2641476" y="359291"/>
                  </a:lnTo>
                  <a:lnTo>
                    <a:pt x="2647736" y="359291"/>
                  </a:lnTo>
                  <a:lnTo>
                    <a:pt x="2653995" y="359291"/>
                  </a:lnTo>
                  <a:lnTo>
                    <a:pt x="2660254" y="359291"/>
                  </a:lnTo>
                  <a:lnTo>
                    <a:pt x="2666514" y="359291"/>
                  </a:lnTo>
                  <a:lnTo>
                    <a:pt x="2672773" y="359291"/>
                  </a:lnTo>
                  <a:lnTo>
                    <a:pt x="2679033" y="359291"/>
                  </a:lnTo>
                  <a:lnTo>
                    <a:pt x="2685292" y="359291"/>
                  </a:lnTo>
                  <a:lnTo>
                    <a:pt x="2691552" y="359291"/>
                  </a:lnTo>
                  <a:lnTo>
                    <a:pt x="2697811" y="359291"/>
                  </a:lnTo>
                  <a:lnTo>
                    <a:pt x="2704070" y="359291"/>
                  </a:lnTo>
                  <a:lnTo>
                    <a:pt x="2710330" y="359291"/>
                  </a:lnTo>
                  <a:lnTo>
                    <a:pt x="2716589" y="359291"/>
                  </a:lnTo>
                  <a:lnTo>
                    <a:pt x="2722849" y="359291"/>
                  </a:lnTo>
                  <a:lnTo>
                    <a:pt x="2729108" y="359291"/>
                  </a:lnTo>
                  <a:lnTo>
                    <a:pt x="2735368" y="359291"/>
                  </a:lnTo>
                  <a:lnTo>
                    <a:pt x="2741627" y="359291"/>
                  </a:lnTo>
                  <a:lnTo>
                    <a:pt x="2747886" y="359291"/>
                  </a:lnTo>
                  <a:lnTo>
                    <a:pt x="2754146" y="359291"/>
                  </a:lnTo>
                  <a:lnTo>
                    <a:pt x="2760405" y="359291"/>
                  </a:lnTo>
                  <a:lnTo>
                    <a:pt x="2766665" y="359291"/>
                  </a:lnTo>
                  <a:lnTo>
                    <a:pt x="2772924" y="359291"/>
                  </a:lnTo>
                  <a:lnTo>
                    <a:pt x="2779184" y="359291"/>
                  </a:lnTo>
                  <a:lnTo>
                    <a:pt x="2785443" y="359291"/>
                  </a:lnTo>
                  <a:lnTo>
                    <a:pt x="2791702" y="359291"/>
                  </a:lnTo>
                  <a:lnTo>
                    <a:pt x="2797962" y="359291"/>
                  </a:lnTo>
                  <a:lnTo>
                    <a:pt x="2804221" y="359291"/>
                  </a:lnTo>
                  <a:lnTo>
                    <a:pt x="2810481" y="359291"/>
                  </a:lnTo>
                  <a:lnTo>
                    <a:pt x="2816740" y="359291"/>
                  </a:lnTo>
                  <a:lnTo>
                    <a:pt x="2822999" y="359291"/>
                  </a:lnTo>
                  <a:lnTo>
                    <a:pt x="2829259" y="359291"/>
                  </a:lnTo>
                  <a:lnTo>
                    <a:pt x="2835518" y="359291"/>
                  </a:lnTo>
                  <a:lnTo>
                    <a:pt x="2841778" y="359291"/>
                  </a:lnTo>
                  <a:lnTo>
                    <a:pt x="2848037" y="359291"/>
                  </a:lnTo>
                  <a:lnTo>
                    <a:pt x="2854297" y="359291"/>
                  </a:lnTo>
                  <a:lnTo>
                    <a:pt x="2860556" y="359291"/>
                  </a:lnTo>
                  <a:lnTo>
                    <a:pt x="2866815" y="359291"/>
                  </a:lnTo>
                  <a:lnTo>
                    <a:pt x="2873075" y="359291"/>
                  </a:lnTo>
                  <a:lnTo>
                    <a:pt x="2879334" y="359291"/>
                  </a:lnTo>
                  <a:lnTo>
                    <a:pt x="2885594" y="359291"/>
                  </a:lnTo>
                  <a:lnTo>
                    <a:pt x="2891853" y="359291"/>
                  </a:lnTo>
                  <a:lnTo>
                    <a:pt x="2898113" y="359291"/>
                  </a:lnTo>
                  <a:lnTo>
                    <a:pt x="2904372" y="359291"/>
                  </a:lnTo>
                  <a:lnTo>
                    <a:pt x="2910631" y="359291"/>
                  </a:lnTo>
                  <a:lnTo>
                    <a:pt x="2916891" y="359291"/>
                  </a:lnTo>
                  <a:lnTo>
                    <a:pt x="2923150" y="359291"/>
                  </a:lnTo>
                  <a:lnTo>
                    <a:pt x="2929410" y="359291"/>
                  </a:lnTo>
                  <a:lnTo>
                    <a:pt x="2935669" y="359291"/>
                  </a:lnTo>
                  <a:lnTo>
                    <a:pt x="2941929" y="359291"/>
                  </a:lnTo>
                  <a:lnTo>
                    <a:pt x="2948188" y="359291"/>
                  </a:lnTo>
                  <a:lnTo>
                    <a:pt x="2954447" y="359291"/>
                  </a:lnTo>
                  <a:lnTo>
                    <a:pt x="2960707" y="359291"/>
                  </a:lnTo>
                  <a:lnTo>
                    <a:pt x="2966966" y="359291"/>
                  </a:lnTo>
                  <a:lnTo>
                    <a:pt x="2973226" y="359291"/>
                  </a:lnTo>
                  <a:lnTo>
                    <a:pt x="2979485" y="359291"/>
                  </a:lnTo>
                  <a:lnTo>
                    <a:pt x="2985744" y="359291"/>
                  </a:lnTo>
                  <a:lnTo>
                    <a:pt x="2992004" y="359291"/>
                  </a:lnTo>
                  <a:lnTo>
                    <a:pt x="2998263" y="359291"/>
                  </a:lnTo>
                  <a:lnTo>
                    <a:pt x="3004523" y="359291"/>
                  </a:lnTo>
                  <a:lnTo>
                    <a:pt x="3010782" y="359291"/>
                  </a:lnTo>
                  <a:lnTo>
                    <a:pt x="3017042" y="359291"/>
                  </a:lnTo>
                  <a:lnTo>
                    <a:pt x="3023301" y="359291"/>
                  </a:lnTo>
                  <a:lnTo>
                    <a:pt x="3029560" y="359291"/>
                  </a:lnTo>
                  <a:lnTo>
                    <a:pt x="3035820" y="359291"/>
                  </a:lnTo>
                  <a:lnTo>
                    <a:pt x="3042079" y="359291"/>
                  </a:lnTo>
                  <a:lnTo>
                    <a:pt x="3048339" y="359291"/>
                  </a:lnTo>
                  <a:lnTo>
                    <a:pt x="3054598" y="359291"/>
                  </a:lnTo>
                  <a:lnTo>
                    <a:pt x="3060858" y="359291"/>
                  </a:lnTo>
                  <a:lnTo>
                    <a:pt x="3067117" y="359291"/>
                  </a:lnTo>
                  <a:lnTo>
                    <a:pt x="3073376" y="359291"/>
                  </a:lnTo>
                  <a:lnTo>
                    <a:pt x="3079636" y="359291"/>
                  </a:lnTo>
                  <a:lnTo>
                    <a:pt x="3085895" y="359291"/>
                  </a:lnTo>
                  <a:lnTo>
                    <a:pt x="3092155" y="359291"/>
                  </a:lnTo>
                  <a:lnTo>
                    <a:pt x="3098414" y="359291"/>
                  </a:lnTo>
                  <a:lnTo>
                    <a:pt x="3104674" y="359291"/>
                  </a:lnTo>
                  <a:lnTo>
                    <a:pt x="3110933" y="359291"/>
                  </a:lnTo>
                  <a:lnTo>
                    <a:pt x="3117192" y="359291"/>
                  </a:lnTo>
                  <a:lnTo>
                    <a:pt x="3123452" y="359291"/>
                  </a:lnTo>
                  <a:lnTo>
                    <a:pt x="3129711" y="359291"/>
                  </a:lnTo>
                  <a:lnTo>
                    <a:pt x="3135971" y="359291"/>
                  </a:lnTo>
                  <a:lnTo>
                    <a:pt x="3142230" y="359291"/>
                  </a:lnTo>
                  <a:lnTo>
                    <a:pt x="3148489" y="359291"/>
                  </a:lnTo>
                  <a:lnTo>
                    <a:pt x="3154749" y="359291"/>
                  </a:lnTo>
                  <a:lnTo>
                    <a:pt x="3161008" y="359291"/>
                  </a:lnTo>
                  <a:lnTo>
                    <a:pt x="3167268" y="359291"/>
                  </a:lnTo>
                  <a:lnTo>
                    <a:pt x="3173527" y="359291"/>
                  </a:lnTo>
                  <a:lnTo>
                    <a:pt x="3179787" y="359291"/>
                  </a:lnTo>
                  <a:lnTo>
                    <a:pt x="3186046" y="359291"/>
                  </a:lnTo>
                  <a:lnTo>
                    <a:pt x="3192305" y="359291"/>
                  </a:lnTo>
                  <a:lnTo>
                    <a:pt x="3198565" y="359291"/>
                  </a:lnTo>
                  <a:lnTo>
                    <a:pt x="3192305" y="359291"/>
                  </a:lnTo>
                  <a:lnTo>
                    <a:pt x="3186046" y="359291"/>
                  </a:lnTo>
                  <a:lnTo>
                    <a:pt x="3179787" y="359291"/>
                  </a:lnTo>
                  <a:lnTo>
                    <a:pt x="3173527" y="359291"/>
                  </a:lnTo>
                  <a:lnTo>
                    <a:pt x="3167268" y="359291"/>
                  </a:lnTo>
                  <a:lnTo>
                    <a:pt x="3161008" y="359291"/>
                  </a:lnTo>
                  <a:lnTo>
                    <a:pt x="3154749" y="359291"/>
                  </a:lnTo>
                  <a:lnTo>
                    <a:pt x="3148489" y="359291"/>
                  </a:lnTo>
                  <a:lnTo>
                    <a:pt x="3142230" y="359291"/>
                  </a:lnTo>
                  <a:lnTo>
                    <a:pt x="3135971" y="359291"/>
                  </a:lnTo>
                  <a:lnTo>
                    <a:pt x="3129711" y="359291"/>
                  </a:lnTo>
                  <a:lnTo>
                    <a:pt x="3123452" y="359291"/>
                  </a:lnTo>
                  <a:lnTo>
                    <a:pt x="3117192" y="359291"/>
                  </a:lnTo>
                  <a:lnTo>
                    <a:pt x="3110933" y="359291"/>
                  </a:lnTo>
                  <a:lnTo>
                    <a:pt x="3104674" y="359291"/>
                  </a:lnTo>
                  <a:lnTo>
                    <a:pt x="3098414" y="359291"/>
                  </a:lnTo>
                  <a:lnTo>
                    <a:pt x="3092155" y="359291"/>
                  </a:lnTo>
                  <a:lnTo>
                    <a:pt x="3085895" y="359291"/>
                  </a:lnTo>
                  <a:lnTo>
                    <a:pt x="3079636" y="359291"/>
                  </a:lnTo>
                  <a:lnTo>
                    <a:pt x="3073376" y="359291"/>
                  </a:lnTo>
                  <a:lnTo>
                    <a:pt x="3067117" y="359291"/>
                  </a:lnTo>
                  <a:lnTo>
                    <a:pt x="3060858" y="359291"/>
                  </a:lnTo>
                  <a:lnTo>
                    <a:pt x="3054598" y="359291"/>
                  </a:lnTo>
                  <a:lnTo>
                    <a:pt x="3048339" y="359291"/>
                  </a:lnTo>
                  <a:lnTo>
                    <a:pt x="3042079" y="359291"/>
                  </a:lnTo>
                  <a:lnTo>
                    <a:pt x="3035820" y="359291"/>
                  </a:lnTo>
                  <a:lnTo>
                    <a:pt x="3029560" y="359291"/>
                  </a:lnTo>
                  <a:lnTo>
                    <a:pt x="3023301" y="359291"/>
                  </a:lnTo>
                  <a:lnTo>
                    <a:pt x="3017042" y="359291"/>
                  </a:lnTo>
                  <a:lnTo>
                    <a:pt x="3010782" y="359291"/>
                  </a:lnTo>
                  <a:lnTo>
                    <a:pt x="3004523" y="359291"/>
                  </a:lnTo>
                  <a:lnTo>
                    <a:pt x="2998263" y="359291"/>
                  </a:lnTo>
                  <a:lnTo>
                    <a:pt x="2992004" y="359291"/>
                  </a:lnTo>
                  <a:lnTo>
                    <a:pt x="2985744" y="359291"/>
                  </a:lnTo>
                  <a:lnTo>
                    <a:pt x="2979485" y="359291"/>
                  </a:lnTo>
                  <a:lnTo>
                    <a:pt x="2973226" y="359291"/>
                  </a:lnTo>
                  <a:lnTo>
                    <a:pt x="2966966" y="359291"/>
                  </a:lnTo>
                  <a:lnTo>
                    <a:pt x="2960707" y="359291"/>
                  </a:lnTo>
                  <a:lnTo>
                    <a:pt x="2954447" y="359291"/>
                  </a:lnTo>
                  <a:lnTo>
                    <a:pt x="2948188" y="359291"/>
                  </a:lnTo>
                  <a:lnTo>
                    <a:pt x="2941929" y="359291"/>
                  </a:lnTo>
                  <a:lnTo>
                    <a:pt x="2935669" y="359291"/>
                  </a:lnTo>
                  <a:lnTo>
                    <a:pt x="2929410" y="359291"/>
                  </a:lnTo>
                  <a:lnTo>
                    <a:pt x="2923150" y="359291"/>
                  </a:lnTo>
                  <a:lnTo>
                    <a:pt x="2916891" y="359291"/>
                  </a:lnTo>
                  <a:lnTo>
                    <a:pt x="2910631" y="359291"/>
                  </a:lnTo>
                  <a:lnTo>
                    <a:pt x="2904372" y="359291"/>
                  </a:lnTo>
                  <a:lnTo>
                    <a:pt x="2898113" y="359291"/>
                  </a:lnTo>
                  <a:lnTo>
                    <a:pt x="2891853" y="359291"/>
                  </a:lnTo>
                  <a:lnTo>
                    <a:pt x="2885594" y="359291"/>
                  </a:lnTo>
                  <a:lnTo>
                    <a:pt x="2879334" y="359291"/>
                  </a:lnTo>
                  <a:lnTo>
                    <a:pt x="2873075" y="359291"/>
                  </a:lnTo>
                  <a:lnTo>
                    <a:pt x="2866815" y="359291"/>
                  </a:lnTo>
                  <a:lnTo>
                    <a:pt x="2860556" y="359291"/>
                  </a:lnTo>
                  <a:lnTo>
                    <a:pt x="2854297" y="359291"/>
                  </a:lnTo>
                  <a:lnTo>
                    <a:pt x="2848037" y="359291"/>
                  </a:lnTo>
                  <a:lnTo>
                    <a:pt x="2841778" y="359291"/>
                  </a:lnTo>
                  <a:lnTo>
                    <a:pt x="2835518" y="359291"/>
                  </a:lnTo>
                  <a:lnTo>
                    <a:pt x="2829259" y="359291"/>
                  </a:lnTo>
                  <a:lnTo>
                    <a:pt x="2822999" y="359291"/>
                  </a:lnTo>
                  <a:lnTo>
                    <a:pt x="2816740" y="359291"/>
                  </a:lnTo>
                  <a:lnTo>
                    <a:pt x="2810481" y="359291"/>
                  </a:lnTo>
                  <a:lnTo>
                    <a:pt x="2804221" y="359291"/>
                  </a:lnTo>
                  <a:lnTo>
                    <a:pt x="2797962" y="359291"/>
                  </a:lnTo>
                  <a:lnTo>
                    <a:pt x="2791702" y="359291"/>
                  </a:lnTo>
                  <a:lnTo>
                    <a:pt x="2785443" y="359291"/>
                  </a:lnTo>
                  <a:lnTo>
                    <a:pt x="2779184" y="359291"/>
                  </a:lnTo>
                  <a:lnTo>
                    <a:pt x="2772924" y="359291"/>
                  </a:lnTo>
                  <a:lnTo>
                    <a:pt x="2766665" y="359291"/>
                  </a:lnTo>
                  <a:lnTo>
                    <a:pt x="2760405" y="359291"/>
                  </a:lnTo>
                  <a:lnTo>
                    <a:pt x="2754146" y="359291"/>
                  </a:lnTo>
                  <a:lnTo>
                    <a:pt x="2747886" y="359291"/>
                  </a:lnTo>
                  <a:lnTo>
                    <a:pt x="2741627" y="359291"/>
                  </a:lnTo>
                  <a:lnTo>
                    <a:pt x="2735368" y="359291"/>
                  </a:lnTo>
                  <a:lnTo>
                    <a:pt x="2729108" y="359291"/>
                  </a:lnTo>
                  <a:lnTo>
                    <a:pt x="2722849" y="359291"/>
                  </a:lnTo>
                  <a:lnTo>
                    <a:pt x="2716589" y="359291"/>
                  </a:lnTo>
                  <a:lnTo>
                    <a:pt x="2710330" y="359291"/>
                  </a:lnTo>
                  <a:lnTo>
                    <a:pt x="2704070" y="359291"/>
                  </a:lnTo>
                  <a:lnTo>
                    <a:pt x="2697811" y="359291"/>
                  </a:lnTo>
                  <a:lnTo>
                    <a:pt x="2691552" y="359291"/>
                  </a:lnTo>
                  <a:lnTo>
                    <a:pt x="2685292" y="359291"/>
                  </a:lnTo>
                  <a:lnTo>
                    <a:pt x="2679033" y="359291"/>
                  </a:lnTo>
                  <a:lnTo>
                    <a:pt x="2672773" y="359291"/>
                  </a:lnTo>
                  <a:lnTo>
                    <a:pt x="2666514" y="359291"/>
                  </a:lnTo>
                  <a:lnTo>
                    <a:pt x="2660254" y="359291"/>
                  </a:lnTo>
                  <a:lnTo>
                    <a:pt x="2653995" y="359291"/>
                  </a:lnTo>
                  <a:lnTo>
                    <a:pt x="2647736" y="359291"/>
                  </a:lnTo>
                  <a:lnTo>
                    <a:pt x="2641476" y="359291"/>
                  </a:lnTo>
                  <a:lnTo>
                    <a:pt x="2635217" y="359291"/>
                  </a:lnTo>
                  <a:lnTo>
                    <a:pt x="2628957" y="359291"/>
                  </a:lnTo>
                  <a:lnTo>
                    <a:pt x="2622698" y="359291"/>
                  </a:lnTo>
                  <a:lnTo>
                    <a:pt x="2616438" y="359291"/>
                  </a:lnTo>
                  <a:lnTo>
                    <a:pt x="2610179" y="359291"/>
                  </a:lnTo>
                  <a:lnTo>
                    <a:pt x="2603920" y="359291"/>
                  </a:lnTo>
                  <a:lnTo>
                    <a:pt x="2597660" y="359291"/>
                  </a:lnTo>
                  <a:lnTo>
                    <a:pt x="2591401" y="359291"/>
                  </a:lnTo>
                  <a:lnTo>
                    <a:pt x="2585141" y="359291"/>
                  </a:lnTo>
                  <a:lnTo>
                    <a:pt x="2578882" y="359291"/>
                  </a:lnTo>
                  <a:lnTo>
                    <a:pt x="2572623" y="359291"/>
                  </a:lnTo>
                  <a:lnTo>
                    <a:pt x="2566363" y="359291"/>
                  </a:lnTo>
                  <a:lnTo>
                    <a:pt x="2560104" y="359291"/>
                  </a:lnTo>
                  <a:lnTo>
                    <a:pt x="2553844" y="359291"/>
                  </a:lnTo>
                  <a:lnTo>
                    <a:pt x="2547585" y="359291"/>
                  </a:lnTo>
                  <a:lnTo>
                    <a:pt x="2541325" y="359291"/>
                  </a:lnTo>
                  <a:lnTo>
                    <a:pt x="2535066" y="359291"/>
                  </a:lnTo>
                  <a:lnTo>
                    <a:pt x="2528807" y="359291"/>
                  </a:lnTo>
                  <a:lnTo>
                    <a:pt x="2522547" y="359291"/>
                  </a:lnTo>
                  <a:lnTo>
                    <a:pt x="2516288" y="359291"/>
                  </a:lnTo>
                  <a:lnTo>
                    <a:pt x="2510028" y="359291"/>
                  </a:lnTo>
                  <a:lnTo>
                    <a:pt x="2503769" y="359291"/>
                  </a:lnTo>
                  <a:lnTo>
                    <a:pt x="2497509" y="359291"/>
                  </a:lnTo>
                  <a:lnTo>
                    <a:pt x="2491250" y="359291"/>
                  </a:lnTo>
                  <a:lnTo>
                    <a:pt x="2484991" y="359291"/>
                  </a:lnTo>
                  <a:lnTo>
                    <a:pt x="2478731" y="359291"/>
                  </a:lnTo>
                  <a:lnTo>
                    <a:pt x="2472472" y="359291"/>
                  </a:lnTo>
                  <a:lnTo>
                    <a:pt x="2466212" y="359291"/>
                  </a:lnTo>
                  <a:lnTo>
                    <a:pt x="2459953" y="359291"/>
                  </a:lnTo>
                  <a:lnTo>
                    <a:pt x="2453693" y="359291"/>
                  </a:lnTo>
                  <a:lnTo>
                    <a:pt x="2447434" y="359291"/>
                  </a:lnTo>
                  <a:lnTo>
                    <a:pt x="2441175" y="359291"/>
                  </a:lnTo>
                  <a:lnTo>
                    <a:pt x="2434915" y="359291"/>
                  </a:lnTo>
                  <a:lnTo>
                    <a:pt x="2428656" y="359291"/>
                  </a:lnTo>
                  <a:lnTo>
                    <a:pt x="2422396" y="359291"/>
                  </a:lnTo>
                  <a:lnTo>
                    <a:pt x="2416137" y="359291"/>
                  </a:lnTo>
                  <a:lnTo>
                    <a:pt x="2409878" y="359291"/>
                  </a:lnTo>
                  <a:lnTo>
                    <a:pt x="2403618" y="359291"/>
                  </a:lnTo>
                  <a:lnTo>
                    <a:pt x="2397359" y="359291"/>
                  </a:lnTo>
                  <a:lnTo>
                    <a:pt x="2391099" y="359291"/>
                  </a:lnTo>
                  <a:lnTo>
                    <a:pt x="2384840" y="359291"/>
                  </a:lnTo>
                  <a:lnTo>
                    <a:pt x="2378580" y="359291"/>
                  </a:lnTo>
                  <a:lnTo>
                    <a:pt x="2372321" y="359291"/>
                  </a:lnTo>
                  <a:lnTo>
                    <a:pt x="2366062" y="359291"/>
                  </a:lnTo>
                  <a:lnTo>
                    <a:pt x="2359802" y="359291"/>
                  </a:lnTo>
                  <a:lnTo>
                    <a:pt x="2353543" y="359291"/>
                  </a:lnTo>
                  <a:lnTo>
                    <a:pt x="2347283" y="359291"/>
                  </a:lnTo>
                  <a:lnTo>
                    <a:pt x="2341024" y="359291"/>
                  </a:lnTo>
                  <a:lnTo>
                    <a:pt x="2334764" y="359291"/>
                  </a:lnTo>
                  <a:lnTo>
                    <a:pt x="2328505" y="359291"/>
                  </a:lnTo>
                  <a:lnTo>
                    <a:pt x="2322246" y="359291"/>
                  </a:lnTo>
                  <a:lnTo>
                    <a:pt x="2315986" y="359291"/>
                  </a:lnTo>
                  <a:lnTo>
                    <a:pt x="2309727" y="359291"/>
                  </a:lnTo>
                  <a:lnTo>
                    <a:pt x="2303467" y="359291"/>
                  </a:lnTo>
                  <a:lnTo>
                    <a:pt x="2297208" y="359291"/>
                  </a:lnTo>
                  <a:lnTo>
                    <a:pt x="2290948" y="359291"/>
                  </a:lnTo>
                  <a:lnTo>
                    <a:pt x="2284689" y="359291"/>
                  </a:lnTo>
                  <a:lnTo>
                    <a:pt x="2278430" y="359291"/>
                  </a:lnTo>
                  <a:lnTo>
                    <a:pt x="2272170" y="359291"/>
                  </a:lnTo>
                  <a:lnTo>
                    <a:pt x="2265911" y="359291"/>
                  </a:lnTo>
                  <a:lnTo>
                    <a:pt x="2259651" y="359291"/>
                  </a:lnTo>
                  <a:lnTo>
                    <a:pt x="2253392" y="359291"/>
                  </a:lnTo>
                  <a:lnTo>
                    <a:pt x="2247133" y="359291"/>
                  </a:lnTo>
                  <a:lnTo>
                    <a:pt x="2240873" y="359291"/>
                  </a:lnTo>
                  <a:lnTo>
                    <a:pt x="2234614" y="359291"/>
                  </a:lnTo>
                  <a:lnTo>
                    <a:pt x="2228354" y="359291"/>
                  </a:lnTo>
                  <a:lnTo>
                    <a:pt x="2222095" y="359291"/>
                  </a:lnTo>
                  <a:lnTo>
                    <a:pt x="2215835" y="359291"/>
                  </a:lnTo>
                  <a:lnTo>
                    <a:pt x="2209576" y="359291"/>
                  </a:lnTo>
                  <a:lnTo>
                    <a:pt x="2203317" y="359291"/>
                  </a:lnTo>
                  <a:lnTo>
                    <a:pt x="2197057" y="359291"/>
                  </a:lnTo>
                  <a:lnTo>
                    <a:pt x="2190798" y="359291"/>
                  </a:lnTo>
                  <a:lnTo>
                    <a:pt x="2184538" y="359291"/>
                  </a:lnTo>
                  <a:lnTo>
                    <a:pt x="2178279" y="359291"/>
                  </a:lnTo>
                  <a:lnTo>
                    <a:pt x="2172019" y="359291"/>
                  </a:lnTo>
                  <a:lnTo>
                    <a:pt x="2165760" y="359291"/>
                  </a:lnTo>
                  <a:lnTo>
                    <a:pt x="2159501" y="359291"/>
                  </a:lnTo>
                  <a:lnTo>
                    <a:pt x="2153241" y="359291"/>
                  </a:lnTo>
                  <a:lnTo>
                    <a:pt x="2146982" y="359291"/>
                  </a:lnTo>
                  <a:lnTo>
                    <a:pt x="2140722" y="359291"/>
                  </a:lnTo>
                  <a:lnTo>
                    <a:pt x="2134463" y="359291"/>
                  </a:lnTo>
                  <a:lnTo>
                    <a:pt x="2128203" y="359291"/>
                  </a:lnTo>
                  <a:lnTo>
                    <a:pt x="2121944" y="359291"/>
                  </a:lnTo>
                  <a:lnTo>
                    <a:pt x="2115685" y="359291"/>
                  </a:lnTo>
                  <a:lnTo>
                    <a:pt x="2109425" y="359291"/>
                  </a:lnTo>
                  <a:lnTo>
                    <a:pt x="2103166" y="359291"/>
                  </a:lnTo>
                  <a:lnTo>
                    <a:pt x="2096906" y="359291"/>
                  </a:lnTo>
                  <a:lnTo>
                    <a:pt x="2090647" y="359291"/>
                  </a:lnTo>
                  <a:lnTo>
                    <a:pt x="2084388" y="359291"/>
                  </a:lnTo>
                  <a:lnTo>
                    <a:pt x="2078128" y="359291"/>
                  </a:lnTo>
                  <a:lnTo>
                    <a:pt x="2071869" y="359291"/>
                  </a:lnTo>
                  <a:lnTo>
                    <a:pt x="2065609" y="359291"/>
                  </a:lnTo>
                  <a:lnTo>
                    <a:pt x="2059350" y="359291"/>
                  </a:lnTo>
                  <a:lnTo>
                    <a:pt x="2053090" y="359291"/>
                  </a:lnTo>
                  <a:lnTo>
                    <a:pt x="2046831" y="359291"/>
                  </a:lnTo>
                  <a:lnTo>
                    <a:pt x="2040572" y="359291"/>
                  </a:lnTo>
                  <a:lnTo>
                    <a:pt x="2034312" y="359291"/>
                  </a:lnTo>
                  <a:lnTo>
                    <a:pt x="2028053" y="359291"/>
                  </a:lnTo>
                  <a:lnTo>
                    <a:pt x="2021793" y="359291"/>
                  </a:lnTo>
                  <a:lnTo>
                    <a:pt x="2015534" y="359291"/>
                  </a:lnTo>
                  <a:lnTo>
                    <a:pt x="2009274" y="359291"/>
                  </a:lnTo>
                  <a:lnTo>
                    <a:pt x="2003015" y="359291"/>
                  </a:lnTo>
                  <a:lnTo>
                    <a:pt x="1996756" y="359291"/>
                  </a:lnTo>
                  <a:lnTo>
                    <a:pt x="1990496" y="359291"/>
                  </a:lnTo>
                  <a:lnTo>
                    <a:pt x="1984237" y="359291"/>
                  </a:lnTo>
                  <a:lnTo>
                    <a:pt x="1977977" y="359291"/>
                  </a:lnTo>
                  <a:lnTo>
                    <a:pt x="1971718" y="359291"/>
                  </a:lnTo>
                  <a:lnTo>
                    <a:pt x="1965458" y="359291"/>
                  </a:lnTo>
                  <a:lnTo>
                    <a:pt x="1959199" y="359291"/>
                  </a:lnTo>
                  <a:lnTo>
                    <a:pt x="1952940" y="359291"/>
                  </a:lnTo>
                  <a:lnTo>
                    <a:pt x="1946680" y="359291"/>
                  </a:lnTo>
                  <a:lnTo>
                    <a:pt x="1940421" y="359291"/>
                  </a:lnTo>
                  <a:lnTo>
                    <a:pt x="1934161" y="359291"/>
                  </a:lnTo>
                  <a:lnTo>
                    <a:pt x="1927902" y="359291"/>
                  </a:lnTo>
                  <a:lnTo>
                    <a:pt x="1921642" y="359291"/>
                  </a:lnTo>
                  <a:lnTo>
                    <a:pt x="1915383" y="359291"/>
                  </a:lnTo>
                  <a:lnTo>
                    <a:pt x="1909124" y="359291"/>
                  </a:lnTo>
                  <a:lnTo>
                    <a:pt x="1902864" y="359291"/>
                  </a:lnTo>
                  <a:lnTo>
                    <a:pt x="1896605" y="359291"/>
                  </a:lnTo>
                  <a:lnTo>
                    <a:pt x="1890345" y="359291"/>
                  </a:lnTo>
                  <a:lnTo>
                    <a:pt x="1884086" y="359291"/>
                  </a:lnTo>
                  <a:lnTo>
                    <a:pt x="1877827" y="359291"/>
                  </a:lnTo>
                  <a:lnTo>
                    <a:pt x="1871567" y="359291"/>
                  </a:lnTo>
                  <a:lnTo>
                    <a:pt x="1865308" y="359291"/>
                  </a:lnTo>
                  <a:lnTo>
                    <a:pt x="1859048" y="359291"/>
                  </a:lnTo>
                  <a:lnTo>
                    <a:pt x="1852789" y="359291"/>
                  </a:lnTo>
                  <a:lnTo>
                    <a:pt x="1846529" y="359291"/>
                  </a:lnTo>
                  <a:lnTo>
                    <a:pt x="1840270" y="359291"/>
                  </a:lnTo>
                  <a:lnTo>
                    <a:pt x="1834011" y="359291"/>
                  </a:lnTo>
                  <a:lnTo>
                    <a:pt x="1827751" y="359291"/>
                  </a:lnTo>
                  <a:lnTo>
                    <a:pt x="1821492" y="359291"/>
                  </a:lnTo>
                  <a:lnTo>
                    <a:pt x="1815232" y="359291"/>
                  </a:lnTo>
                  <a:lnTo>
                    <a:pt x="1808973" y="359291"/>
                  </a:lnTo>
                  <a:lnTo>
                    <a:pt x="1802713" y="359291"/>
                  </a:lnTo>
                  <a:lnTo>
                    <a:pt x="1796454" y="359291"/>
                  </a:lnTo>
                  <a:lnTo>
                    <a:pt x="1790195" y="359291"/>
                  </a:lnTo>
                  <a:lnTo>
                    <a:pt x="1783935" y="359291"/>
                  </a:lnTo>
                  <a:lnTo>
                    <a:pt x="1777676" y="359291"/>
                  </a:lnTo>
                  <a:lnTo>
                    <a:pt x="1771416" y="359291"/>
                  </a:lnTo>
                  <a:lnTo>
                    <a:pt x="1765157" y="359291"/>
                  </a:lnTo>
                  <a:lnTo>
                    <a:pt x="1758897" y="359291"/>
                  </a:lnTo>
                  <a:lnTo>
                    <a:pt x="1752638" y="359291"/>
                  </a:lnTo>
                  <a:lnTo>
                    <a:pt x="1746379" y="359291"/>
                  </a:lnTo>
                  <a:lnTo>
                    <a:pt x="1740119" y="359291"/>
                  </a:lnTo>
                  <a:lnTo>
                    <a:pt x="1733860" y="359291"/>
                  </a:lnTo>
                  <a:lnTo>
                    <a:pt x="1727600" y="359291"/>
                  </a:lnTo>
                  <a:lnTo>
                    <a:pt x="1721341" y="359291"/>
                  </a:lnTo>
                  <a:lnTo>
                    <a:pt x="1715082" y="359291"/>
                  </a:lnTo>
                  <a:lnTo>
                    <a:pt x="1708822" y="359291"/>
                  </a:lnTo>
                  <a:lnTo>
                    <a:pt x="1702563" y="359291"/>
                  </a:lnTo>
                  <a:lnTo>
                    <a:pt x="1696303" y="359291"/>
                  </a:lnTo>
                  <a:lnTo>
                    <a:pt x="1690044" y="359291"/>
                  </a:lnTo>
                  <a:lnTo>
                    <a:pt x="1683784" y="359291"/>
                  </a:lnTo>
                  <a:lnTo>
                    <a:pt x="1677525" y="359291"/>
                  </a:lnTo>
                  <a:lnTo>
                    <a:pt x="1671266" y="359291"/>
                  </a:lnTo>
                  <a:lnTo>
                    <a:pt x="1665006" y="359291"/>
                  </a:lnTo>
                  <a:lnTo>
                    <a:pt x="1658747" y="359291"/>
                  </a:lnTo>
                  <a:lnTo>
                    <a:pt x="1652487" y="359291"/>
                  </a:lnTo>
                  <a:lnTo>
                    <a:pt x="1646228" y="359291"/>
                  </a:lnTo>
                  <a:lnTo>
                    <a:pt x="1639968" y="359291"/>
                  </a:lnTo>
                  <a:lnTo>
                    <a:pt x="1633709" y="359291"/>
                  </a:lnTo>
                  <a:lnTo>
                    <a:pt x="1627450" y="359291"/>
                  </a:lnTo>
                  <a:lnTo>
                    <a:pt x="1621190" y="359291"/>
                  </a:lnTo>
                  <a:lnTo>
                    <a:pt x="1614931" y="359291"/>
                  </a:lnTo>
                  <a:lnTo>
                    <a:pt x="1608671" y="359291"/>
                  </a:lnTo>
                  <a:lnTo>
                    <a:pt x="1602412" y="359291"/>
                  </a:lnTo>
                  <a:lnTo>
                    <a:pt x="1596152" y="359291"/>
                  </a:lnTo>
                  <a:lnTo>
                    <a:pt x="1589893" y="359291"/>
                  </a:lnTo>
                  <a:lnTo>
                    <a:pt x="1583634" y="359291"/>
                  </a:lnTo>
                  <a:lnTo>
                    <a:pt x="1577374" y="359291"/>
                  </a:lnTo>
                  <a:lnTo>
                    <a:pt x="1571115" y="359291"/>
                  </a:lnTo>
                  <a:lnTo>
                    <a:pt x="1564855" y="359291"/>
                  </a:lnTo>
                  <a:lnTo>
                    <a:pt x="1558596" y="359291"/>
                  </a:lnTo>
                  <a:lnTo>
                    <a:pt x="1552337" y="359291"/>
                  </a:lnTo>
                  <a:lnTo>
                    <a:pt x="1546077" y="359291"/>
                  </a:lnTo>
                  <a:lnTo>
                    <a:pt x="1539818" y="359291"/>
                  </a:lnTo>
                  <a:lnTo>
                    <a:pt x="1533558" y="359291"/>
                  </a:lnTo>
                  <a:lnTo>
                    <a:pt x="1527299" y="359291"/>
                  </a:lnTo>
                  <a:lnTo>
                    <a:pt x="1521039" y="359291"/>
                  </a:lnTo>
                  <a:lnTo>
                    <a:pt x="1514780" y="359291"/>
                  </a:lnTo>
                  <a:lnTo>
                    <a:pt x="1508521" y="359291"/>
                  </a:lnTo>
                  <a:lnTo>
                    <a:pt x="1502261" y="359291"/>
                  </a:lnTo>
                  <a:lnTo>
                    <a:pt x="1496002" y="359291"/>
                  </a:lnTo>
                  <a:lnTo>
                    <a:pt x="1489742" y="359291"/>
                  </a:lnTo>
                  <a:lnTo>
                    <a:pt x="1483483" y="359291"/>
                  </a:lnTo>
                  <a:lnTo>
                    <a:pt x="1477223" y="359291"/>
                  </a:lnTo>
                  <a:lnTo>
                    <a:pt x="1470964" y="359291"/>
                  </a:lnTo>
                  <a:lnTo>
                    <a:pt x="1464705" y="359291"/>
                  </a:lnTo>
                  <a:lnTo>
                    <a:pt x="1458445" y="359291"/>
                  </a:lnTo>
                  <a:lnTo>
                    <a:pt x="1452186" y="359291"/>
                  </a:lnTo>
                  <a:lnTo>
                    <a:pt x="1445926" y="359291"/>
                  </a:lnTo>
                  <a:lnTo>
                    <a:pt x="1439667" y="359291"/>
                  </a:lnTo>
                  <a:lnTo>
                    <a:pt x="1433407" y="359291"/>
                  </a:lnTo>
                  <a:lnTo>
                    <a:pt x="1427148" y="359291"/>
                  </a:lnTo>
                  <a:lnTo>
                    <a:pt x="1420889" y="359291"/>
                  </a:lnTo>
                  <a:lnTo>
                    <a:pt x="1414629" y="359291"/>
                  </a:lnTo>
                  <a:lnTo>
                    <a:pt x="1408370" y="359291"/>
                  </a:lnTo>
                  <a:lnTo>
                    <a:pt x="1402110" y="359291"/>
                  </a:lnTo>
                  <a:lnTo>
                    <a:pt x="1395851" y="359291"/>
                  </a:lnTo>
                  <a:lnTo>
                    <a:pt x="1389592" y="359291"/>
                  </a:lnTo>
                  <a:lnTo>
                    <a:pt x="1383332" y="359291"/>
                  </a:lnTo>
                  <a:lnTo>
                    <a:pt x="1377073" y="359291"/>
                  </a:lnTo>
                  <a:lnTo>
                    <a:pt x="1370813" y="359291"/>
                  </a:lnTo>
                  <a:lnTo>
                    <a:pt x="1364554" y="359291"/>
                  </a:lnTo>
                  <a:lnTo>
                    <a:pt x="1358294" y="359291"/>
                  </a:lnTo>
                  <a:lnTo>
                    <a:pt x="1352035" y="359291"/>
                  </a:lnTo>
                  <a:lnTo>
                    <a:pt x="1345776" y="359291"/>
                  </a:lnTo>
                  <a:lnTo>
                    <a:pt x="1339516" y="359291"/>
                  </a:lnTo>
                  <a:lnTo>
                    <a:pt x="1333257" y="359291"/>
                  </a:lnTo>
                  <a:lnTo>
                    <a:pt x="1326997" y="359291"/>
                  </a:lnTo>
                  <a:lnTo>
                    <a:pt x="1320738" y="359291"/>
                  </a:lnTo>
                  <a:lnTo>
                    <a:pt x="1314478" y="359291"/>
                  </a:lnTo>
                  <a:lnTo>
                    <a:pt x="1308219" y="359291"/>
                  </a:lnTo>
                  <a:lnTo>
                    <a:pt x="1301960" y="359291"/>
                  </a:lnTo>
                  <a:lnTo>
                    <a:pt x="1295700" y="359291"/>
                  </a:lnTo>
                  <a:lnTo>
                    <a:pt x="1289441" y="359291"/>
                  </a:lnTo>
                  <a:lnTo>
                    <a:pt x="1283181" y="359291"/>
                  </a:lnTo>
                  <a:lnTo>
                    <a:pt x="1276922" y="359291"/>
                  </a:lnTo>
                  <a:lnTo>
                    <a:pt x="1270662" y="359291"/>
                  </a:lnTo>
                  <a:lnTo>
                    <a:pt x="1264403" y="359291"/>
                  </a:lnTo>
                  <a:lnTo>
                    <a:pt x="1258144" y="359291"/>
                  </a:lnTo>
                  <a:lnTo>
                    <a:pt x="1251884" y="359291"/>
                  </a:lnTo>
                  <a:lnTo>
                    <a:pt x="1245625" y="359291"/>
                  </a:lnTo>
                  <a:lnTo>
                    <a:pt x="1239365" y="359291"/>
                  </a:lnTo>
                  <a:lnTo>
                    <a:pt x="1233106" y="359291"/>
                  </a:lnTo>
                  <a:lnTo>
                    <a:pt x="1226846" y="359291"/>
                  </a:lnTo>
                  <a:lnTo>
                    <a:pt x="1220587" y="359291"/>
                  </a:lnTo>
                  <a:lnTo>
                    <a:pt x="1214328" y="359291"/>
                  </a:lnTo>
                  <a:lnTo>
                    <a:pt x="1208068" y="359291"/>
                  </a:lnTo>
                  <a:lnTo>
                    <a:pt x="1201809" y="359291"/>
                  </a:lnTo>
                  <a:lnTo>
                    <a:pt x="1195549" y="359291"/>
                  </a:lnTo>
                  <a:lnTo>
                    <a:pt x="1189290" y="359291"/>
                  </a:lnTo>
                  <a:lnTo>
                    <a:pt x="1183031" y="359291"/>
                  </a:lnTo>
                  <a:lnTo>
                    <a:pt x="1176771" y="359291"/>
                  </a:lnTo>
                  <a:lnTo>
                    <a:pt x="1170512" y="359291"/>
                  </a:lnTo>
                  <a:lnTo>
                    <a:pt x="1164252" y="359291"/>
                  </a:lnTo>
                  <a:lnTo>
                    <a:pt x="1157993" y="359291"/>
                  </a:lnTo>
                  <a:lnTo>
                    <a:pt x="1151733" y="359291"/>
                  </a:lnTo>
                  <a:lnTo>
                    <a:pt x="1145474" y="359291"/>
                  </a:lnTo>
                  <a:lnTo>
                    <a:pt x="1139215" y="359291"/>
                  </a:lnTo>
                  <a:lnTo>
                    <a:pt x="1132955" y="359291"/>
                  </a:lnTo>
                  <a:lnTo>
                    <a:pt x="1126696" y="359291"/>
                  </a:lnTo>
                  <a:lnTo>
                    <a:pt x="1120436" y="359291"/>
                  </a:lnTo>
                  <a:lnTo>
                    <a:pt x="1114177" y="359291"/>
                  </a:lnTo>
                  <a:lnTo>
                    <a:pt x="1107917" y="359291"/>
                  </a:lnTo>
                  <a:lnTo>
                    <a:pt x="1101658" y="359291"/>
                  </a:lnTo>
                  <a:lnTo>
                    <a:pt x="1095399" y="359291"/>
                  </a:lnTo>
                  <a:lnTo>
                    <a:pt x="1089139" y="359291"/>
                  </a:lnTo>
                  <a:lnTo>
                    <a:pt x="1082880" y="359291"/>
                  </a:lnTo>
                  <a:lnTo>
                    <a:pt x="1076620" y="359291"/>
                  </a:lnTo>
                  <a:lnTo>
                    <a:pt x="1070361" y="359291"/>
                  </a:lnTo>
                  <a:lnTo>
                    <a:pt x="1064101" y="359291"/>
                  </a:lnTo>
                  <a:lnTo>
                    <a:pt x="1057842" y="359291"/>
                  </a:lnTo>
                  <a:lnTo>
                    <a:pt x="1051583" y="359291"/>
                  </a:lnTo>
                  <a:lnTo>
                    <a:pt x="1045323" y="359291"/>
                  </a:lnTo>
                  <a:lnTo>
                    <a:pt x="1039064" y="359291"/>
                  </a:lnTo>
                  <a:lnTo>
                    <a:pt x="1032804" y="359291"/>
                  </a:lnTo>
                  <a:lnTo>
                    <a:pt x="1026545" y="359291"/>
                  </a:lnTo>
                  <a:lnTo>
                    <a:pt x="1020286" y="359291"/>
                  </a:lnTo>
                  <a:lnTo>
                    <a:pt x="1014026" y="359291"/>
                  </a:lnTo>
                  <a:lnTo>
                    <a:pt x="1007767" y="359291"/>
                  </a:lnTo>
                  <a:lnTo>
                    <a:pt x="1001507" y="359291"/>
                  </a:lnTo>
                  <a:lnTo>
                    <a:pt x="995248" y="359291"/>
                  </a:lnTo>
                  <a:lnTo>
                    <a:pt x="988988" y="359291"/>
                  </a:lnTo>
                  <a:lnTo>
                    <a:pt x="982729" y="359291"/>
                  </a:lnTo>
                  <a:lnTo>
                    <a:pt x="976470" y="359291"/>
                  </a:lnTo>
                  <a:lnTo>
                    <a:pt x="970210" y="359291"/>
                  </a:lnTo>
                  <a:lnTo>
                    <a:pt x="963951" y="359291"/>
                  </a:lnTo>
                  <a:lnTo>
                    <a:pt x="957691" y="359291"/>
                  </a:lnTo>
                  <a:lnTo>
                    <a:pt x="951432" y="359291"/>
                  </a:lnTo>
                  <a:lnTo>
                    <a:pt x="945172" y="359291"/>
                  </a:lnTo>
                  <a:lnTo>
                    <a:pt x="938913" y="359291"/>
                  </a:lnTo>
                  <a:lnTo>
                    <a:pt x="932654" y="359291"/>
                  </a:lnTo>
                  <a:lnTo>
                    <a:pt x="926394" y="359291"/>
                  </a:lnTo>
                  <a:lnTo>
                    <a:pt x="920135" y="359291"/>
                  </a:lnTo>
                  <a:lnTo>
                    <a:pt x="913875" y="359291"/>
                  </a:lnTo>
                  <a:lnTo>
                    <a:pt x="907616" y="359291"/>
                  </a:lnTo>
                  <a:lnTo>
                    <a:pt x="901356" y="359291"/>
                  </a:lnTo>
                  <a:lnTo>
                    <a:pt x="895097" y="359291"/>
                  </a:lnTo>
                  <a:lnTo>
                    <a:pt x="888838" y="359291"/>
                  </a:lnTo>
                  <a:lnTo>
                    <a:pt x="882578" y="359291"/>
                  </a:lnTo>
                  <a:lnTo>
                    <a:pt x="876319" y="359291"/>
                  </a:lnTo>
                  <a:lnTo>
                    <a:pt x="870059" y="359291"/>
                  </a:lnTo>
                  <a:lnTo>
                    <a:pt x="863800" y="359291"/>
                  </a:lnTo>
                  <a:lnTo>
                    <a:pt x="857541" y="359291"/>
                  </a:lnTo>
                  <a:lnTo>
                    <a:pt x="851281" y="359291"/>
                  </a:lnTo>
                  <a:lnTo>
                    <a:pt x="845022" y="359291"/>
                  </a:lnTo>
                  <a:lnTo>
                    <a:pt x="838762" y="359291"/>
                  </a:lnTo>
                  <a:lnTo>
                    <a:pt x="832503" y="359291"/>
                  </a:lnTo>
                  <a:lnTo>
                    <a:pt x="826243" y="359291"/>
                  </a:lnTo>
                  <a:lnTo>
                    <a:pt x="819984" y="359291"/>
                  </a:lnTo>
                  <a:lnTo>
                    <a:pt x="813725" y="359291"/>
                  </a:lnTo>
                  <a:lnTo>
                    <a:pt x="807465" y="359291"/>
                  </a:lnTo>
                  <a:lnTo>
                    <a:pt x="801206" y="359291"/>
                  </a:lnTo>
                  <a:lnTo>
                    <a:pt x="794946" y="359291"/>
                  </a:lnTo>
                  <a:lnTo>
                    <a:pt x="788687" y="359291"/>
                  </a:lnTo>
                  <a:lnTo>
                    <a:pt x="782427" y="359291"/>
                  </a:lnTo>
                  <a:lnTo>
                    <a:pt x="776168" y="359291"/>
                  </a:lnTo>
                  <a:lnTo>
                    <a:pt x="769909" y="359291"/>
                  </a:lnTo>
                  <a:lnTo>
                    <a:pt x="763649" y="359291"/>
                  </a:lnTo>
                  <a:lnTo>
                    <a:pt x="757390" y="359291"/>
                  </a:lnTo>
                  <a:lnTo>
                    <a:pt x="751130" y="359291"/>
                  </a:lnTo>
                  <a:lnTo>
                    <a:pt x="744871" y="359291"/>
                  </a:lnTo>
                  <a:lnTo>
                    <a:pt x="738611" y="359291"/>
                  </a:lnTo>
                  <a:lnTo>
                    <a:pt x="732352" y="359291"/>
                  </a:lnTo>
                  <a:lnTo>
                    <a:pt x="726093" y="359291"/>
                  </a:lnTo>
                  <a:lnTo>
                    <a:pt x="719833" y="359291"/>
                  </a:lnTo>
                  <a:lnTo>
                    <a:pt x="713574" y="359291"/>
                  </a:lnTo>
                  <a:lnTo>
                    <a:pt x="707314" y="359291"/>
                  </a:lnTo>
                  <a:lnTo>
                    <a:pt x="701055" y="359291"/>
                  </a:lnTo>
                  <a:lnTo>
                    <a:pt x="694796" y="359291"/>
                  </a:lnTo>
                  <a:lnTo>
                    <a:pt x="688536" y="359291"/>
                  </a:lnTo>
                  <a:lnTo>
                    <a:pt x="682277" y="359291"/>
                  </a:lnTo>
                  <a:lnTo>
                    <a:pt x="676017" y="359291"/>
                  </a:lnTo>
                  <a:lnTo>
                    <a:pt x="669758" y="359291"/>
                  </a:lnTo>
                  <a:lnTo>
                    <a:pt x="663498" y="359291"/>
                  </a:lnTo>
                  <a:lnTo>
                    <a:pt x="657239" y="359291"/>
                  </a:lnTo>
                  <a:lnTo>
                    <a:pt x="650980" y="359291"/>
                  </a:lnTo>
                  <a:lnTo>
                    <a:pt x="644720" y="359291"/>
                  </a:lnTo>
                  <a:lnTo>
                    <a:pt x="638461" y="359291"/>
                  </a:lnTo>
                  <a:lnTo>
                    <a:pt x="632201" y="359291"/>
                  </a:lnTo>
                  <a:lnTo>
                    <a:pt x="625942" y="359291"/>
                  </a:lnTo>
                  <a:lnTo>
                    <a:pt x="619682" y="359291"/>
                  </a:lnTo>
                  <a:lnTo>
                    <a:pt x="613423" y="359291"/>
                  </a:lnTo>
                  <a:lnTo>
                    <a:pt x="607164" y="359291"/>
                  </a:lnTo>
                  <a:lnTo>
                    <a:pt x="600904" y="359291"/>
                  </a:lnTo>
                  <a:lnTo>
                    <a:pt x="594645" y="359291"/>
                  </a:lnTo>
                  <a:lnTo>
                    <a:pt x="588385" y="359291"/>
                  </a:lnTo>
                  <a:lnTo>
                    <a:pt x="582126" y="359291"/>
                  </a:lnTo>
                  <a:lnTo>
                    <a:pt x="575866" y="359291"/>
                  </a:lnTo>
                  <a:lnTo>
                    <a:pt x="569607" y="359291"/>
                  </a:lnTo>
                  <a:lnTo>
                    <a:pt x="563348" y="359291"/>
                  </a:lnTo>
                  <a:lnTo>
                    <a:pt x="557088" y="359291"/>
                  </a:lnTo>
                  <a:lnTo>
                    <a:pt x="550829" y="359291"/>
                  </a:lnTo>
                  <a:lnTo>
                    <a:pt x="544569" y="359291"/>
                  </a:lnTo>
                  <a:lnTo>
                    <a:pt x="538310" y="359291"/>
                  </a:lnTo>
                  <a:lnTo>
                    <a:pt x="532050" y="359291"/>
                  </a:lnTo>
                  <a:lnTo>
                    <a:pt x="525791" y="359291"/>
                  </a:lnTo>
                  <a:lnTo>
                    <a:pt x="519532" y="359291"/>
                  </a:lnTo>
                  <a:lnTo>
                    <a:pt x="513272" y="359291"/>
                  </a:lnTo>
                  <a:lnTo>
                    <a:pt x="507013" y="359291"/>
                  </a:lnTo>
                  <a:lnTo>
                    <a:pt x="500753" y="359291"/>
                  </a:lnTo>
                  <a:lnTo>
                    <a:pt x="494494" y="359291"/>
                  </a:lnTo>
                  <a:lnTo>
                    <a:pt x="488235" y="359291"/>
                  </a:lnTo>
                  <a:lnTo>
                    <a:pt x="481975" y="359291"/>
                  </a:lnTo>
                  <a:lnTo>
                    <a:pt x="475716" y="359291"/>
                  </a:lnTo>
                  <a:lnTo>
                    <a:pt x="469456" y="359291"/>
                  </a:lnTo>
                  <a:lnTo>
                    <a:pt x="463197" y="359291"/>
                  </a:lnTo>
                  <a:lnTo>
                    <a:pt x="456937" y="359291"/>
                  </a:lnTo>
                  <a:lnTo>
                    <a:pt x="450678" y="359291"/>
                  </a:lnTo>
                  <a:lnTo>
                    <a:pt x="444419" y="359291"/>
                  </a:lnTo>
                  <a:lnTo>
                    <a:pt x="438159" y="359291"/>
                  </a:lnTo>
                  <a:lnTo>
                    <a:pt x="431900" y="359291"/>
                  </a:lnTo>
                  <a:lnTo>
                    <a:pt x="425640" y="359291"/>
                  </a:lnTo>
                  <a:lnTo>
                    <a:pt x="419381" y="359291"/>
                  </a:lnTo>
                  <a:lnTo>
                    <a:pt x="413121" y="359291"/>
                  </a:lnTo>
                  <a:lnTo>
                    <a:pt x="406862" y="359291"/>
                  </a:lnTo>
                  <a:lnTo>
                    <a:pt x="400603" y="359291"/>
                  </a:lnTo>
                  <a:lnTo>
                    <a:pt x="394343" y="359291"/>
                  </a:lnTo>
                  <a:lnTo>
                    <a:pt x="388084" y="359291"/>
                  </a:lnTo>
                  <a:lnTo>
                    <a:pt x="381824" y="359291"/>
                  </a:lnTo>
                  <a:lnTo>
                    <a:pt x="375565" y="359291"/>
                  </a:lnTo>
                  <a:lnTo>
                    <a:pt x="369305" y="359291"/>
                  </a:lnTo>
                  <a:lnTo>
                    <a:pt x="363046" y="359291"/>
                  </a:lnTo>
                  <a:lnTo>
                    <a:pt x="356787" y="359291"/>
                  </a:lnTo>
                  <a:lnTo>
                    <a:pt x="350527" y="359291"/>
                  </a:lnTo>
                  <a:lnTo>
                    <a:pt x="344268" y="359291"/>
                  </a:lnTo>
                  <a:lnTo>
                    <a:pt x="338008" y="359291"/>
                  </a:lnTo>
                  <a:lnTo>
                    <a:pt x="331749" y="359291"/>
                  </a:lnTo>
                  <a:lnTo>
                    <a:pt x="325490" y="359291"/>
                  </a:lnTo>
                  <a:lnTo>
                    <a:pt x="319230" y="359291"/>
                  </a:lnTo>
                  <a:lnTo>
                    <a:pt x="312971" y="359291"/>
                  </a:lnTo>
                  <a:lnTo>
                    <a:pt x="306711" y="359291"/>
                  </a:lnTo>
                  <a:lnTo>
                    <a:pt x="300452" y="359291"/>
                  </a:lnTo>
                  <a:lnTo>
                    <a:pt x="294192" y="359291"/>
                  </a:lnTo>
                  <a:lnTo>
                    <a:pt x="287933" y="359291"/>
                  </a:lnTo>
                  <a:lnTo>
                    <a:pt x="281674" y="359291"/>
                  </a:lnTo>
                  <a:lnTo>
                    <a:pt x="275414" y="359291"/>
                  </a:lnTo>
                  <a:lnTo>
                    <a:pt x="269155" y="359291"/>
                  </a:lnTo>
                  <a:lnTo>
                    <a:pt x="262895" y="359291"/>
                  </a:lnTo>
                  <a:lnTo>
                    <a:pt x="256636" y="359291"/>
                  </a:lnTo>
                  <a:lnTo>
                    <a:pt x="250376" y="359291"/>
                  </a:lnTo>
                  <a:lnTo>
                    <a:pt x="244117" y="359291"/>
                  </a:lnTo>
                  <a:lnTo>
                    <a:pt x="237858" y="359291"/>
                  </a:lnTo>
                  <a:lnTo>
                    <a:pt x="231598" y="359291"/>
                  </a:lnTo>
                  <a:lnTo>
                    <a:pt x="225339" y="359291"/>
                  </a:lnTo>
                  <a:lnTo>
                    <a:pt x="219079" y="359291"/>
                  </a:lnTo>
                  <a:lnTo>
                    <a:pt x="212820" y="359291"/>
                  </a:lnTo>
                  <a:lnTo>
                    <a:pt x="206560" y="359291"/>
                  </a:lnTo>
                  <a:lnTo>
                    <a:pt x="200301" y="359291"/>
                  </a:lnTo>
                  <a:lnTo>
                    <a:pt x="194042" y="359291"/>
                  </a:lnTo>
                  <a:lnTo>
                    <a:pt x="187782" y="359291"/>
                  </a:lnTo>
                  <a:lnTo>
                    <a:pt x="181523" y="359291"/>
                  </a:lnTo>
                  <a:lnTo>
                    <a:pt x="175263" y="359291"/>
                  </a:lnTo>
                  <a:lnTo>
                    <a:pt x="169004" y="359291"/>
                  </a:lnTo>
                  <a:lnTo>
                    <a:pt x="162745" y="359291"/>
                  </a:lnTo>
                  <a:lnTo>
                    <a:pt x="156485" y="359291"/>
                  </a:lnTo>
                  <a:lnTo>
                    <a:pt x="150226" y="359291"/>
                  </a:lnTo>
                  <a:lnTo>
                    <a:pt x="143966" y="359291"/>
                  </a:lnTo>
                  <a:lnTo>
                    <a:pt x="137707" y="359291"/>
                  </a:lnTo>
                  <a:lnTo>
                    <a:pt x="131447" y="359291"/>
                  </a:lnTo>
                  <a:lnTo>
                    <a:pt x="125188" y="359291"/>
                  </a:lnTo>
                  <a:lnTo>
                    <a:pt x="118929" y="359291"/>
                  </a:lnTo>
                  <a:lnTo>
                    <a:pt x="112669" y="359291"/>
                  </a:lnTo>
                  <a:lnTo>
                    <a:pt x="106410" y="359291"/>
                  </a:lnTo>
                  <a:lnTo>
                    <a:pt x="100150" y="359291"/>
                  </a:lnTo>
                  <a:lnTo>
                    <a:pt x="93891" y="359291"/>
                  </a:lnTo>
                  <a:lnTo>
                    <a:pt x="87631" y="359291"/>
                  </a:lnTo>
                  <a:lnTo>
                    <a:pt x="81372" y="359291"/>
                  </a:lnTo>
                  <a:lnTo>
                    <a:pt x="75113" y="359291"/>
                  </a:lnTo>
                  <a:lnTo>
                    <a:pt x="68853" y="359291"/>
                  </a:lnTo>
                  <a:lnTo>
                    <a:pt x="62594" y="359291"/>
                  </a:lnTo>
                  <a:lnTo>
                    <a:pt x="56334" y="359291"/>
                  </a:lnTo>
                  <a:lnTo>
                    <a:pt x="50075" y="359291"/>
                  </a:lnTo>
                  <a:lnTo>
                    <a:pt x="43815" y="359291"/>
                  </a:lnTo>
                  <a:lnTo>
                    <a:pt x="37556" y="359291"/>
                  </a:lnTo>
                  <a:lnTo>
                    <a:pt x="31297" y="359291"/>
                  </a:lnTo>
                  <a:lnTo>
                    <a:pt x="25037" y="359291"/>
                  </a:lnTo>
                  <a:lnTo>
                    <a:pt x="18778" y="359291"/>
                  </a:lnTo>
                  <a:lnTo>
                    <a:pt x="12518" y="359291"/>
                  </a:lnTo>
                  <a:lnTo>
                    <a:pt x="6259" y="35929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49798" y="2496467"/>
              <a:ext cx="3198565" cy="359291"/>
            </a:xfrm>
            <a:custGeom>
              <a:avLst/>
              <a:pathLst>
                <a:path w="3198565" h="359291">
                  <a:moveTo>
                    <a:pt x="0" y="359291"/>
                  </a:moveTo>
                  <a:lnTo>
                    <a:pt x="6259" y="359291"/>
                  </a:lnTo>
                  <a:lnTo>
                    <a:pt x="12518" y="359291"/>
                  </a:lnTo>
                  <a:lnTo>
                    <a:pt x="18778" y="359291"/>
                  </a:lnTo>
                  <a:lnTo>
                    <a:pt x="25037" y="359291"/>
                  </a:lnTo>
                  <a:lnTo>
                    <a:pt x="31297" y="359291"/>
                  </a:lnTo>
                  <a:lnTo>
                    <a:pt x="37556" y="359291"/>
                  </a:lnTo>
                  <a:lnTo>
                    <a:pt x="43815" y="359291"/>
                  </a:lnTo>
                  <a:lnTo>
                    <a:pt x="50075" y="359291"/>
                  </a:lnTo>
                  <a:lnTo>
                    <a:pt x="56334" y="359291"/>
                  </a:lnTo>
                  <a:lnTo>
                    <a:pt x="62594" y="359291"/>
                  </a:lnTo>
                  <a:lnTo>
                    <a:pt x="68853" y="359290"/>
                  </a:lnTo>
                  <a:lnTo>
                    <a:pt x="75113" y="359290"/>
                  </a:lnTo>
                  <a:lnTo>
                    <a:pt x="81372" y="359288"/>
                  </a:lnTo>
                  <a:lnTo>
                    <a:pt x="87631" y="359284"/>
                  </a:lnTo>
                  <a:lnTo>
                    <a:pt x="93891" y="359276"/>
                  </a:lnTo>
                  <a:lnTo>
                    <a:pt x="100150" y="359259"/>
                  </a:lnTo>
                  <a:lnTo>
                    <a:pt x="106410" y="359229"/>
                  </a:lnTo>
                  <a:lnTo>
                    <a:pt x="112669" y="359175"/>
                  </a:lnTo>
                  <a:lnTo>
                    <a:pt x="118929" y="359085"/>
                  </a:lnTo>
                  <a:lnTo>
                    <a:pt x="125188" y="358938"/>
                  </a:lnTo>
                  <a:lnTo>
                    <a:pt x="131447" y="358713"/>
                  </a:lnTo>
                  <a:lnTo>
                    <a:pt x="137707" y="358382"/>
                  </a:lnTo>
                  <a:lnTo>
                    <a:pt x="143966" y="357916"/>
                  </a:lnTo>
                  <a:lnTo>
                    <a:pt x="150226" y="357289"/>
                  </a:lnTo>
                  <a:lnTo>
                    <a:pt x="156485" y="356484"/>
                  </a:lnTo>
                  <a:lnTo>
                    <a:pt x="162745" y="355494"/>
                  </a:lnTo>
                  <a:lnTo>
                    <a:pt x="169004" y="354327"/>
                  </a:lnTo>
                  <a:lnTo>
                    <a:pt x="175263" y="353010"/>
                  </a:lnTo>
                  <a:lnTo>
                    <a:pt x="181523" y="351581"/>
                  </a:lnTo>
                  <a:lnTo>
                    <a:pt x="187782" y="350094"/>
                  </a:lnTo>
                  <a:lnTo>
                    <a:pt x="194042" y="348598"/>
                  </a:lnTo>
                  <a:lnTo>
                    <a:pt x="200301" y="347126"/>
                  </a:lnTo>
                  <a:lnTo>
                    <a:pt x="206560" y="345689"/>
                  </a:lnTo>
                  <a:lnTo>
                    <a:pt x="212820" y="344280"/>
                  </a:lnTo>
                  <a:lnTo>
                    <a:pt x="219079" y="342879"/>
                  </a:lnTo>
                  <a:lnTo>
                    <a:pt x="225339" y="341461"/>
                  </a:lnTo>
                  <a:lnTo>
                    <a:pt x="231598" y="340005"/>
                  </a:lnTo>
                  <a:lnTo>
                    <a:pt x="237858" y="338506"/>
                  </a:lnTo>
                  <a:lnTo>
                    <a:pt x="244117" y="336975"/>
                  </a:lnTo>
                  <a:lnTo>
                    <a:pt x="250376" y="335443"/>
                  </a:lnTo>
                  <a:lnTo>
                    <a:pt x="256636" y="333946"/>
                  </a:lnTo>
                  <a:lnTo>
                    <a:pt x="262895" y="332522"/>
                  </a:lnTo>
                  <a:lnTo>
                    <a:pt x="269155" y="331200"/>
                  </a:lnTo>
                  <a:lnTo>
                    <a:pt x="275414" y="329993"/>
                  </a:lnTo>
                  <a:lnTo>
                    <a:pt x="281674" y="328876"/>
                  </a:lnTo>
                  <a:lnTo>
                    <a:pt x="287933" y="327819"/>
                  </a:lnTo>
                  <a:lnTo>
                    <a:pt x="294192" y="326783"/>
                  </a:lnTo>
                  <a:lnTo>
                    <a:pt x="300452" y="325731"/>
                  </a:lnTo>
                  <a:lnTo>
                    <a:pt x="306711" y="324633"/>
                  </a:lnTo>
                  <a:lnTo>
                    <a:pt x="312971" y="323466"/>
                  </a:lnTo>
                  <a:lnTo>
                    <a:pt x="319230" y="322216"/>
                  </a:lnTo>
                  <a:lnTo>
                    <a:pt x="325490" y="320876"/>
                  </a:lnTo>
                  <a:lnTo>
                    <a:pt x="331749" y="319439"/>
                  </a:lnTo>
                  <a:lnTo>
                    <a:pt x="338008" y="317901"/>
                  </a:lnTo>
                  <a:lnTo>
                    <a:pt x="344268" y="316259"/>
                  </a:lnTo>
                  <a:lnTo>
                    <a:pt x="350527" y="314514"/>
                  </a:lnTo>
                  <a:lnTo>
                    <a:pt x="356787" y="312670"/>
                  </a:lnTo>
                  <a:lnTo>
                    <a:pt x="363046" y="310730"/>
                  </a:lnTo>
                  <a:lnTo>
                    <a:pt x="369305" y="308715"/>
                  </a:lnTo>
                  <a:lnTo>
                    <a:pt x="375565" y="306634"/>
                  </a:lnTo>
                  <a:lnTo>
                    <a:pt x="381824" y="304491"/>
                  </a:lnTo>
                  <a:lnTo>
                    <a:pt x="388084" y="302275"/>
                  </a:lnTo>
                  <a:lnTo>
                    <a:pt x="394343" y="299959"/>
                  </a:lnTo>
                  <a:lnTo>
                    <a:pt x="400603" y="297499"/>
                  </a:lnTo>
                  <a:lnTo>
                    <a:pt x="406862" y="294831"/>
                  </a:lnTo>
                  <a:lnTo>
                    <a:pt x="413121" y="291877"/>
                  </a:lnTo>
                  <a:lnTo>
                    <a:pt x="419381" y="288539"/>
                  </a:lnTo>
                  <a:lnTo>
                    <a:pt x="425640" y="284708"/>
                  </a:lnTo>
                  <a:lnTo>
                    <a:pt x="431900" y="280258"/>
                  </a:lnTo>
                  <a:lnTo>
                    <a:pt x="438159" y="275051"/>
                  </a:lnTo>
                  <a:lnTo>
                    <a:pt x="444419" y="268926"/>
                  </a:lnTo>
                  <a:lnTo>
                    <a:pt x="450678" y="261615"/>
                  </a:lnTo>
                  <a:lnTo>
                    <a:pt x="456937" y="252920"/>
                  </a:lnTo>
                  <a:lnTo>
                    <a:pt x="463197" y="242591"/>
                  </a:lnTo>
                  <a:lnTo>
                    <a:pt x="469456" y="230318"/>
                  </a:lnTo>
                  <a:lnTo>
                    <a:pt x="475716" y="215761"/>
                  </a:lnTo>
                  <a:lnTo>
                    <a:pt x="481975" y="198599"/>
                  </a:lnTo>
                  <a:lnTo>
                    <a:pt x="488235" y="178599"/>
                  </a:lnTo>
                  <a:lnTo>
                    <a:pt x="494494" y="155728"/>
                  </a:lnTo>
                  <a:lnTo>
                    <a:pt x="500753" y="130278"/>
                  </a:lnTo>
                  <a:lnTo>
                    <a:pt x="507013" y="102991"/>
                  </a:lnTo>
                  <a:lnTo>
                    <a:pt x="513272" y="75144"/>
                  </a:lnTo>
                  <a:lnTo>
                    <a:pt x="519532" y="48555"/>
                  </a:lnTo>
                  <a:lnTo>
                    <a:pt x="525791" y="25475"/>
                  </a:lnTo>
                  <a:lnTo>
                    <a:pt x="532050" y="8358"/>
                  </a:lnTo>
                  <a:lnTo>
                    <a:pt x="538310" y="0"/>
                  </a:lnTo>
                  <a:lnTo>
                    <a:pt x="544569" y="2116"/>
                  </a:lnTo>
                  <a:lnTo>
                    <a:pt x="550829" y="14953"/>
                  </a:lnTo>
                  <a:lnTo>
                    <a:pt x="557088" y="37894"/>
                  </a:lnTo>
                  <a:lnTo>
                    <a:pt x="563348" y="69253"/>
                  </a:lnTo>
                  <a:lnTo>
                    <a:pt x="569607" y="106525"/>
                  </a:lnTo>
                  <a:lnTo>
                    <a:pt x="575866" y="146786"/>
                  </a:lnTo>
                  <a:lnTo>
                    <a:pt x="582126" y="187113"/>
                  </a:lnTo>
                  <a:lnTo>
                    <a:pt x="588385" y="224977"/>
                  </a:lnTo>
                  <a:lnTo>
                    <a:pt x="594645" y="258510"/>
                  </a:lnTo>
                  <a:lnTo>
                    <a:pt x="600904" y="286624"/>
                  </a:lnTo>
                  <a:lnTo>
                    <a:pt x="607164" y="308988"/>
                  </a:lnTo>
                  <a:lnTo>
                    <a:pt x="613423" y="325891"/>
                  </a:lnTo>
                  <a:lnTo>
                    <a:pt x="619682" y="338038"/>
                  </a:lnTo>
                  <a:lnTo>
                    <a:pt x="625942" y="346247"/>
                  </a:lnTo>
                  <a:lnTo>
                    <a:pt x="632201" y="351519"/>
                  </a:lnTo>
                  <a:lnTo>
                    <a:pt x="638461" y="354837"/>
                  </a:lnTo>
                  <a:lnTo>
                    <a:pt x="644720" y="356839"/>
                  </a:lnTo>
                  <a:lnTo>
                    <a:pt x="650980" y="357996"/>
                  </a:lnTo>
                  <a:lnTo>
                    <a:pt x="657239" y="358635"/>
                  </a:lnTo>
                  <a:lnTo>
                    <a:pt x="663498" y="358973"/>
                  </a:lnTo>
                  <a:lnTo>
                    <a:pt x="669758" y="359143"/>
                  </a:lnTo>
                  <a:lnTo>
                    <a:pt x="676017" y="359226"/>
                  </a:lnTo>
                  <a:lnTo>
                    <a:pt x="682277" y="359263"/>
                  </a:lnTo>
                  <a:lnTo>
                    <a:pt x="688536" y="359280"/>
                  </a:lnTo>
                  <a:lnTo>
                    <a:pt x="694796" y="359287"/>
                  </a:lnTo>
                  <a:lnTo>
                    <a:pt x="701055" y="359290"/>
                  </a:lnTo>
                  <a:lnTo>
                    <a:pt x="707314" y="359291"/>
                  </a:lnTo>
                  <a:lnTo>
                    <a:pt x="713574" y="359291"/>
                  </a:lnTo>
                  <a:lnTo>
                    <a:pt x="719833" y="359291"/>
                  </a:lnTo>
                  <a:lnTo>
                    <a:pt x="726093" y="359291"/>
                  </a:lnTo>
                  <a:lnTo>
                    <a:pt x="732352" y="359291"/>
                  </a:lnTo>
                  <a:lnTo>
                    <a:pt x="738611" y="359291"/>
                  </a:lnTo>
                  <a:lnTo>
                    <a:pt x="744871" y="359291"/>
                  </a:lnTo>
                  <a:lnTo>
                    <a:pt x="751130" y="359291"/>
                  </a:lnTo>
                  <a:lnTo>
                    <a:pt x="757390" y="359291"/>
                  </a:lnTo>
                  <a:lnTo>
                    <a:pt x="763649" y="359291"/>
                  </a:lnTo>
                  <a:lnTo>
                    <a:pt x="769909" y="359291"/>
                  </a:lnTo>
                  <a:lnTo>
                    <a:pt x="776168" y="359291"/>
                  </a:lnTo>
                  <a:lnTo>
                    <a:pt x="782427" y="359291"/>
                  </a:lnTo>
                  <a:lnTo>
                    <a:pt x="788687" y="359291"/>
                  </a:lnTo>
                  <a:lnTo>
                    <a:pt x="794946" y="359291"/>
                  </a:lnTo>
                  <a:lnTo>
                    <a:pt x="801206" y="359291"/>
                  </a:lnTo>
                  <a:lnTo>
                    <a:pt x="807465" y="359291"/>
                  </a:lnTo>
                  <a:lnTo>
                    <a:pt x="813725" y="359291"/>
                  </a:lnTo>
                  <a:lnTo>
                    <a:pt x="819984" y="359291"/>
                  </a:lnTo>
                  <a:lnTo>
                    <a:pt x="826243" y="359291"/>
                  </a:lnTo>
                  <a:lnTo>
                    <a:pt x="832503" y="359291"/>
                  </a:lnTo>
                  <a:lnTo>
                    <a:pt x="838762" y="359291"/>
                  </a:lnTo>
                  <a:lnTo>
                    <a:pt x="845022" y="359291"/>
                  </a:lnTo>
                  <a:lnTo>
                    <a:pt x="851281" y="359291"/>
                  </a:lnTo>
                  <a:lnTo>
                    <a:pt x="857541" y="359291"/>
                  </a:lnTo>
                  <a:lnTo>
                    <a:pt x="863800" y="359291"/>
                  </a:lnTo>
                  <a:lnTo>
                    <a:pt x="870059" y="359291"/>
                  </a:lnTo>
                  <a:lnTo>
                    <a:pt x="876319" y="359291"/>
                  </a:lnTo>
                  <a:lnTo>
                    <a:pt x="882578" y="359291"/>
                  </a:lnTo>
                  <a:lnTo>
                    <a:pt x="888838" y="359291"/>
                  </a:lnTo>
                  <a:lnTo>
                    <a:pt x="895097" y="359291"/>
                  </a:lnTo>
                  <a:lnTo>
                    <a:pt x="901356" y="359291"/>
                  </a:lnTo>
                  <a:lnTo>
                    <a:pt x="907616" y="359291"/>
                  </a:lnTo>
                  <a:lnTo>
                    <a:pt x="913875" y="359291"/>
                  </a:lnTo>
                  <a:lnTo>
                    <a:pt x="920135" y="359291"/>
                  </a:lnTo>
                  <a:lnTo>
                    <a:pt x="926394" y="359291"/>
                  </a:lnTo>
                  <a:lnTo>
                    <a:pt x="932654" y="359291"/>
                  </a:lnTo>
                  <a:lnTo>
                    <a:pt x="938913" y="359291"/>
                  </a:lnTo>
                  <a:lnTo>
                    <a:pt x="945172" y="359291"/>
                  </a:lnTo>
                  <a:lnTo>
                    <a:pt x="951432" y="359291"/>
                  </a:lnTo>
                  <a:lnTo>
                    <a:pt x="957691" y="359291"/>
                  </a:lnTo>
                  <a:lnTo>
                    <a:pt x="963951" y="359291"/>
                  </a:lnTo>
                  <a:lnTo>
                    <a:pt x="970210" y="359291"/>
                  </a:lnTo>
                  <a:lnTo>
                    <a:pt x="976470" y="359291"/>
                  </a:lnTo>
                  <a:lnTo>
                    <a:pt x="982729" y="359291"/>
                  </a:lnTo>
                  <a:lnTo>
                    <a:pt x="988988" y="359291"/>
                  </a:lnTo>
                  <a:lnTo>
                    <a:pt x="995248" y="359291"/>
                  </a:lnTo>
                  <a:lnTo>
                    <a:pt x="1001507" y="359291"/>
                  </a:lnTo>
                  <a:lnTo>
                    <a:pt x="1007767" y="359291"/>
                  </a:lnTo>
                  <a:lnTo>
                    <a:pt x="1014026" y="359291"/>
                  </a:lnTo>
                  <a:lnTo>
                    <a:pt x="1020286" y="359291"/>
                  </a:lnTo>
                  <a:lnTo>
                    <a:pt x="1026545" y="359291"/>
                  </a:lnTo>
                  <a:lnTo>
                    <a:pt x="1032804" y="359291"/>
                  </a:lnTo>
                  <a:lnTo>
                    <a:pt x="1039064" y="359291"/>
                  </a:lnTo>
                  <a:lnTo>
                    <a:pt x="1045323" y="359291"/>
                  </a:lnTo>
                  <a:lnTo>
                    <a:pt x="1051583" y="359291"/>
                  </a:lnTo>
                  <a:lnTo>
                    <a:pt x="1057842" y="359291"/>
                  </a:lnTo>
                  <a:lnTo>
                    <a:pt x="1064101" y="359291"/>
                  </a:lnTo>
                  <a:lnTo>
                    <a:pt x="1070361" y="359291"/>
                  </a:lnTo>
                  <a:lnTo>
                    <a:pt x="1076620" y="359291"/>
                  </a:lnTo>
                  <a:lnTo>
                    <a:pt x="1082880" y="359291"/>
                  </a:lnTo>
                  <a:lnTo>
                    <a:pt x="1089139" y="359291"/>
                  </a:lnTo>
                  <a:lnTo>
                    <a:pt x="1095399" y="359291"/>
                  </a:lnTo>
                  <a:lnTo>
                    <a:pt x="1101658" y="359291"/>
                  </a:lnTo>
                  <a:lnTo>
                    <a:pt x="1107917" y="359291"/>
                  </a:lnTo>
                  <a:lnTo>
                    <a:pt x="1114177" y="359291"/>
                  </a:lnTo>
                  <a:lnTo>
                    <a:pt x="1120436" y="359291"/>
                  </a:lnTo>
                  <a:lnTo>
                    <a:pt x="1126696" y="359291"/>
                  </a:lnTo>
                  <a:lnTo>
                    <a:pt x="1132955" y="359291"/>
                  </a:lnTo>
                  <a:lnTo>
                    <a:pt x="1139215" y="359291"/>
                  </a:lnTo>
                  <a:lnTo>
                    <a:pt x="1145474" y="359291"/>
                  </a:lnTo>
                  <a:lnTo>
                    <a:pt x="1151733" y="359291"/>
                  </a:lnTo>
                  <a:lnTo>
                    <a:pt x="1157993" y="359291"/>
                  </a:lnTo>
                  <a:lnTo>
                    <a:pt x="1164252" y="359291"/>
                  </a:lnTo>
                  <a:lnTo>
                    <a:pt x="1170512" y="359291"/>
                  </a:lnTo>
                  <a:lnTo>
                    <a:pt x="1176771" y="359291"/>
                  </a:lnTo>
                  <a:lnTo>
                    <a:pt x="1183031" y="359291"/>
                  </a:lnTo>
                  <a:lnTo>
                    <a:pt x="1189290" y="359291"/>
                  </a:lnTo>
                  <a:lnTo>
                    <a:pt x="1195549" y="359291"/>
                  </a:lnTo>
                  <a:lnTo>
                    <a:pt x="1201809" y="359291"/>
                  </a:lnTo>
                  <a:lnTo>
                    <a:pt x="1208068" y="359291"/>
                  </a:lnTo>
                  <a:lnTo>
                    <a:pt x="1214328" y="359291"/>
                  </a:lnTo>
                  <a:lnTo>
                    <a:pt x="1220587" y="359291"/>
                  </a:lnTo>
                  <a:lnTo>
                    <a:pt x="1226846" y="359291"/>
                  </a:lnTo>
                  <a:lnTo>
                    <a:pt x="1233106" y="359291"/>
                  </a:lnTo>
                  <a:lnTo>
                    <a:pt x="1239365" y="359291"/>
                  </a:lnTo>
                  <a:lnTo>
                    <a:pt x="1245625" y="359291"/>
                  </a:lnTo>
                  <a:lnTo>
                    <a:pt x="1251884" y="359291"/>
                  </a:lnTo>
                  <a:lnTo>
                    <a:pt x="1258144" y="359291"/>
                  </a:lnTo>
                  <a:lnTo>
                    <a:pt x="1264403" y="359291"/>
                  </a:lnTo>
                  <a:lnTo>
                    <a:pt x="1270662" y="359291"/>
                  </a:lnTo>
                  <a:lnTo>
                    <a:pt x="1276922" y="359291"/>
                  </a:lnTo>
                  <a:lnTo>
                    <a:pt x="1283181" y="359291"/>
                  </a:lnTo>
                  <a:lnTo>
                    <a:pt x="1289441" y="359291"/>
                  </a:lnTo>
                  <a:lnTo>
                    <a:pt x="1295700" y="359291"/>
                  </a:lnTo>
                  <a:lnTo>
                    <a:pt x="1301960" y="359291"/>
                  </a:lnTo>
                  <a:lnTo>
                    <a:pt x="1308219" y="359291"/>
                  </a:lnTo>
                  <a:lnTo>
                    <a:pt x="1314478" y="359291"/>
                  </a:lnTo>
                  <a:lnTo>
                    <a:pt x="1320738" y="359291"/>
                  </a:lnTo>
                  <a:lnTo>
                    <a:pt x="1326997" y="359291"/>
                  </a:lnTo>
                  <a:lnTo>
                    <a:pt x="1333257" y="359291"/>
                  </a:lnTo>
                  <a:lnTo>
                    <a:pt x="1339516" y="359291"/>
                  </a:lnTo>
                  <a:lnTo>
                    <a:pt x="1345776" y="359291"/>
                  </a:lnTo>
                  <a:lnTo>
                    <a:pt x="1352035" y="359291"/>
                  </a:lnTo>
                  <a:lnTo>
                    <a:pt x="1358294" y="359291"/>
                  </a:lnTo>
                  <a:lnTo>
                    <a:pt x="1364554" y="359291"/>
                  </a:lnTo>
                  <a:lnTo>
                    <a:pt x="1370813" y="359291"/>
                  </a:lnTo>
                  <a:lnTo>
                    <a:pt x="1377073" y="359291"/>
                  </a:lnTo>
                  <a:lnTo>
                    <a:pt x="1383332" y="359291"/>
                  </a:lnTo>
                  <a:lnTo>
                    <a:pt x="1389592" y="359291"/>
                  </a:lnTo>
                  <a:lnTo>
                    <a:pt x="1395851" y="359291"/>
                  </a:lnTo>
                  <a:lnTo>
                    <a:pt x="1402110" y="359291"/>
                  </a:lnTo>
                  <a:lnTo>
                    <a:pt x="1408370" y="359291"/>
                  </a:lnTo>
                  <a:lnTo>
                    <a:pt x="1414629" y="359291"/>
                  </a:lnTo>
                  <a:lnTo>
                    <a:pt x="1420889" y="359291"/>
                  </a:lnTo>
                  <a:lnTo>
                    <a:pt x="1427148" y="359291"/>
                  </a:lnTo>
                  <a:lnTo>
                    <a:pt x="1433407" y="359291"/>
                  </a:lnTo>
                  <a:lnTo>
                    <a:pt x="1439667" y="359291"/>
                  </a:lnTo>
                  <a:lnTo>
                    <a:pt x="1445926" y="359291"/>
                  </a:lnTo>
                  <a:lnTo>
                    <a:pt x="1452186" y="359291"/>
                  </a:lnTo>
                  <a:lnTo>
                    <a:pt x="1458445" y="359291"/>
                  </a:lnTo>
                  <a:lnTo>
                    <a:pt x="1464705" y="359291"/>
                  </a:lnTo>
                  <a:lnTo>
                    <a:pt x="1470964" y="359291"/>
                  </a:lnTo>
                  <a:lnTo>
                    <a:pt x="1477223" y="359291"/>
                  </a:lnTo>
                  <a:lnTo>
                    <a:pt x="1483483" y="359291"/>
                  </a:lnTo>
                  <a:lnTo>
                    <a:pt x="1489742" y="359291"/>
                  </a:lnTo>
                  <a:lnTo>
                    <a:pt x="1496002" y="359291"/>
                  </a:lnTo>
                  <a:lnTo>
                    <a:pt x="1502261" y="359291"/>
                  </a:lnTo>
                  <a:lnTo>
                    <a:pt x="1508521" y="359291"/>
                  </a:lnTo>
                  <a:lnTo>
                    <a:pt x="1514780" y="359291"/>
                  </a:lnTo>
                  <a:lnTo>
                    <a:pt x="1521039" y="359291"/>
                  </a:lnTo>
                  <a:lnTo>
                    <a:pt x="1527299" y="359291"/>
                  </a:lnTo>
                  <a:lnTo>
                    <a:pt x="1533558" y="359291"/>
                  </a:lnTo>
                  <a:lnTo>
                    <a:pt x="1539818" y="359291"/>
                  </a:lnTo>
                  <a:lnTo>
                    <a:pt x="1546077" y="359291"/>
                  </a:lnTo>
                  <a:lnTo>
                    <a:pt x="1552337" y="359291"/>
                  </a:lnTo>
                  <a:lnTo>
                    <a:pt x="1558596" y="359291"/>
                  </a:lnTo>
                  <a:lnTo>
                    <a:pt x="1564855" y="359291"/>
                  </a:lnTo>
                  <a:lnTo>
                    <a:pt x="1571115" y="359291"/>
                  </a:lnTo>
                  <a:lnTo>
                    <a:pt x="1577374" y="359291"/>
                  </a:lnTo>
                  <a:lnTo>
                    <a:pt x="1583634" y="359291"/>
                  </a:lnTo>
                  <a:lnTo>
                    <a:pt x="1589893" y="359291"/>
                  </a:lnTo>
                  <a:lnTo>
                    <a:pt x="1596152" y="359291"/>
                  </a:lnTo>
                  <a:lnTo>
                    <a:pt x="1602412" y="359291"/>
                  </a:lnTo>
                  <a:lnTo>
                    <a:pt x="1608671" y="359291"/>
                  </a:lnTo>
                  <a:lnTo>
                    <a:pt x="1614931" y="359291"/>
                  </a:lnTo>
                  <a:lnTo>
                    <a:pt x="1621190" y="359291"/>
                  </a:lnTo>
                  <a:lnTo>
                    <a:pt x="1627450" y="359291"/>
                  </a:lnTo>
                  <a:lnTo>
                    <a:pt x="1633709" y="359291"/>
                  </a:lnTo>
                  <a:lnTo>
                    <a:pt x="1639968" y="359291"/>
                  </a:lnTo>
                  <a:lnTo>
                    <a:pt x="1646228" y="359291"/>
                  </a:lnTo>
                  <a:lnTo>
                    <a:pt x="1652487" y="359291"/>
                  </a:lnTo>
                  <a:lnTo>
                    <a:pt x="1658747" y="359291"/>
                  </a:lnTo>
                  <a:lnTo>
                    <a:pt x="1665006" y="359291"/>
                  </a:lnTo>
                  <a:lnTo>
                    <a:pt x="1671266" y="359291"/>
                  </a:lnTo>
                  <a:lnTo>
                    <a:pt x="1677525" y="359291"/>
                  </a:lnTo>
                  <a:lnTo>
                    <a:pt x="1683784" y="359291"/>
                  </a:lnTo>
                  <a:lnTo>
                    <a:pt x="1690044" y="359291"/>
                  </a:lnTo>
                  <a:lnTo>
                    <a:pt x="1696303" y="359291"/>
                  </a:lnTo>
                  <a:lnTo>
                    <a:pt x="1702563" y="359291"/>
                  </a:lnTo>
                  <a:lnTo>
                    <a:pt x="1708822" y="359291"/>
                  </a:lnTo>
                  <a:lnTo>
                    <a:pt x="1715082" y="359291"/>
                  </a:lnTo>
                  <a:lnTo>
                    <a:pt x="1721341" y="359291"/>
                  </a:lnTo>
                  <a:lnTo>
                    <a:pt x="1727600" y="359291"/>
                  </a:lnTo>
                  <a:lnTo>
                    <a:pt x="1733860" y="359291"/>
                  </a:lnTo>
                  <a:lnTo>
                    <a:pt x="1740119" y="359291"/>
                  </a:lnTo>
                  <a:lnTo>
                    <a:pt x="1746379" y="359291"/>
                  </a:lnTo>
                  <a:lnTo>
                    <a:pt x="1752638" y="359291"/>
                  </a:lnTo>
                  <a:lnTo>
                    <a:pt x="1758897" y="359291"/>
                  </a:lnTo>
                  <a:lnTo>
                    <a:pt x="1765157" y="359291"/>
                  </a:lnTo>
                  <a:lnTo>
                    <a:pt x="1771416" y="359291"/>
                  </a:lnTo>
                  <a:lnTo>
                    <a:pt x="1777676" y="359291"/>
                  </a:lnTo>
                  <a:lnTo>
                    <a:pt x="1783935" y="359291"/>
                  </a:lnTo>
                  <a:lnTo>
                    <a:pt x="1790195" y="359291"/>
                  </a:lnTo>
                  <a:lnTo>
                    <a:pt x="1796454" y="359291"/>
                  </a:lnTo>
                  <a:lnTo>
                    <a:pt x="1802713" y="359291"/>
                  </a:lnTo>
                  <a:lnTo>
                    <a:pt x="1808973" y="359291"/>
                  </a:lnTo>
                  <a:lnTo>
                    <a:pt x="1815232" y="359291"/>
                  </a:lnTo>
                  <a:lnTo>
                    <a:pt x="1821492" y="359291"/>
                  </a:lnTo>
                  <a:lnTo>
                    <a:pt x="1827751" y="359291"/>
                  </a:lnTo>
                  <a:lnTo>
                    <a:pt x="1834011" y="359291"/>
                  </a:lnTo>
                  <a:lnTo>
                    <a:pt x="1840270" y="359291"/>
                  </a:lnTo>
                  <a:lnTo>
                    <a:pt x="1846529" y="359291"/>
                  </a:lnTo>
                  <a:lnTo>
                    <a:pt x="1852789" y="359291"/>
                  </a:lnTo>
                  <a:lnTo>
                    <a:pt x="1859048" y="359291"/>
                  </a:lnTo>
                  <a:lnTo>
                    <a:pt x="1865308" y="359291"/>
                  </a:lnTo>
                  <a:lnTo>
                    <a:pt x="1871567" y="359291"/>
                  </a:lnTo>
                  <a:lnTo>
                    <a:pt x="1877827" y="359291"/>
                  </a:lnTo>
                  <a:lnTo>
                    <a:pt x="1884086" y="359291"/>
                  </a:lnTo>
                  <a:lnTo>
                    <a:pt x="1890345" y="359291"/>
                  </a:lnTo>
                  <a:lnTo>
                    <a:pt x="1896605" y="359291"/>
                  </a:lnTo>
                  <a:lnTo>
                    <a:pt x="1902864" y="359291"/>
                  </a:lnTo>
                  <a:lnTo>
                    <a:pt x="1909124" y="359291"/>
                  </a:lnTo>
                  <a:lnTo>
                    <a:pt x="1915383" y="359291"/>
                  </a:lnTo>
                  <a:lnTo>
                    <a:pt x="1921642" y="359291"/>
                  </a:lnTo>
                  <a:lnTo>
                    <a:pt x="1927902" y="359291"/>
                  </a:lnTo>
                  <a:lnTo>
                    <a:pt x="1934161" y="359291"/>
                  </a:lnTo>
                  <a:lnTo>
                    <a:pt x="1940421" y="359291"/>
                  </a:lnTo>
                  <a:lnTo>
                    <a:pt x="1946680" y="359291"/>
                  </a:lnTo>
                  <a:lnTo>
                    <a:pt x="1952940" y="359291"/>
                  </a:lnTo>
                  <a:lnTo>
                    <a:pt x="1959199" y="359291"/>
                  </a:lnTo>
                  <a:lnTo>
                    <a:pt x="1965458" y="359291"/>
                  </a:lnTo>
                  <a:lnTo>
                    <a:pt x="1971718" y="359291"/>
                  </a:lnTo>
                  <a:lnTo>
                    <a:pt x="1977977" y="359291"/>
                  </a:lnTo>
                  <a:lnTo>
                    <a:pt x="1984237" y="359291"/>
                  </a:lnTo>
                  <a:lnTo>
                    <a:pt x="1990496" y="359291"/>
                  </a:lnTo>
                  <a:lnTo>
                    <a:pt x="1996756" y="359291"/>
                  </a:lnTo>
                  <a:lnTo>
                    <a:pt x="2003015" y="359291"/>
                  </a:lnTo>
                  <a:lnTo>
                    <a:pt x="2009274" y="359291"/>
                  </a:lnTo>
                  <a:lnTo>
                    <a:pt x="2015534" y="359291"/>
                  </a:lnTo>
                  <a:lnTo>
                    <a:pt x="2021793" y="359291"/>
                  </a:lnTo>
                  <a:lnTo>
                    <a:pt x="2028053" y="359291"/>
                  </a:lnTo>
                  <a:lnTo>
                    <a:pt x="2034312" y="359291"/>
                  </a:lnTo>
                  <a:lnTo>
                    <a:pt x="2040572" y="359291"/>
                  </a:lnTo>
                  <a:lnTo>
                    <a:pt x="2046831" y="359291"/>
                  </a:lnTo>
                  <a:lnTo>
                    <a:pt x="2053090" y="359291"/>
                  </a:lnTo>
                  <a:lnTo>
                    <a:pt x="2059350" y="359291"/>
                  </a:lnTo>
                  <a:lnTo>
                    <a:pt x="2065609" y="359291"/>
                  </a:lnTo>
                  <a:lnTo>
                    <a:pt x="2071869" y="359291"/>
                  </a:lnTo>
                  <a:lnTo>
                    <a:pt x="2078128" y="359291"/>
                  </a:lnTo>
                  <a:lnTo>
                    <a:pt x="2084388" y="359291"/>
                  </a:lnTo>
                  <a:lnTo>
                    <a:pt x="2090647" y="359291"/>
                  </a:lnTo>
                  <a:lnTo>
                    <a:pt x="2096906" y="359291"/>
                  </a:lnTo>
                  <a:lnTo>
                    <a:pt x="2103166" y="359291"/>
                  </a:lnTo>
                  <a:lnTo>
                    <a:pt x="2109425" y="359291"/>
                  </a:lnTo>
                  <a:lnTo>
                    <a:pt x="2115685" y="359291"/>
                  </a:lnTo>
                  <a:lnTo>
                    <a:pt x="2121944" y="359291"/>
                  </a:lnTo>
                  <a:lnTo>
                    <a:pt x="2128203" y="359291"/>
                  </a:lnTo>
                  <a:lnTo>
                    <a:pt x="2134463" y="359291"/>
                  </a:lnTo>
                  <a:lnTo>
                    <a:pt x="2140722" y="359291"/>
                  </a:lnTo>
                  <a:lnTo>
                    <a:pt x="2146982" y="359291"/>
                  </a:lnTo>
                  <a:lnTo>
                    <a:pt x="2153241" y="359291"/>
                  </a:lnTo>
                  <a:lnTo>
                    <a:pt x="2159501" y="359291"/>
                  </a:lnTo>
                  <a:lnTo>
                    <a:pt x="2165760" y="359291"/>
                  </a:lnTo>
                  <a:lnTo>
                    <a:pt x="2172019" y="359291"/>
                  </a:lnTo>
                  <a:lnTo>
                    <a:pt x="2178279" y="359291"/>
                  </a:lnTo>
                  <a:lnTo>
                    <a:pt x="2184538" y="359291"/>
                  </a:lnTo>
                  <a:lnTo>
                    <a:pt x="2190798" y="359291"/>
                  </a:lnTo>
                  <a:lnTo>
                    <a:pt x="2197057" y="359291"/>
                  </a:lnTo>
                  <a:lnTo>
                    <a:pt x="2203317" y="359291"/>
                  </a:lnTo>
                  <a:lnTo>
                    <a:pt x="2209576" y="359291"/>
                  </a:lnTo>
                  <a:lnTo>
                    <a:pt x="2215835" y="359291"/>
                  </a:lnTo>
                  <a:lnTo>
                    <a:pt x="2222095" y="359291"/>
                  </a:lnTo>
                  <a:lnTo>
                    <a:pt x="2228354" y="359291"/>
                  </a:lnTo>
                  <a:lnTo>
                    <a:pt x="2234614" y="359291"/>
                  </a:lnTo>
                  <a:lnTo>
                    <a:pt x="2240873" y="359291"/>
                  </a:lnTo>
                  <a:lnTo>
                    <a:pt x="2247133" y="359291"/>
                  </a:lnTo>
                  <a:lnTo>
                    <a:pt x="2253392" y="359291"/>
                  </a:lnTo>
                  <a:lnTo>
                    <a:pt x="2259651" y="359291"/>
                  </a:lnTo>
                  <a:lnTo>
                    <a:pt x="2265911" y="359291"/>
                  </a:lnTo>
                  <a:lnTo>
                    <a:pt x="2272170" y="359291"/>
                  </a:lnTo>
                  <a:lnTo>
                    <a:pt x="2278430" y="359291"/>
                  </a:lnTo>
                  <a:lnTo>
                    <a:pt x="2284689" y="359291"/>
                  </a:lnTo>
                  <a:lnTo>
                    <a:pt x="2290948" y="359291"/>
                  </a:lnTo>
                  <a:lnTo>
                    <a:pt x="2297208" y="359291"/>
                  </a:lnTo>
                  <a:lnTo>
                    <a:pt x="2303467" y="359291"/>
                  </a:lnTo>
                  <a:lnTo>
                    <a:pt x="2309727" y="359291"/>
                  </a:lnTo>
                  <a:lnTo>
                    <a:pt x="2315986" y="359291"/>
                  </a:lnTo>
                  <a:lnTo>
                    <a:pt x="2322246" y="359291"/>
                  </a:lnTo>
                  <a:lnTo>
                    <a:pt x="2328505" y="359291"/>
                  </a:lnTo>
                  <a:lnTo>
                    <a:pt x="2334764" y="359291"/>
                  </a:lnTo>
                  <a:lnTo>
                    <a:pt x="2341024" y="359290"/>
                  </a:lnTo>
                  <a:lnTo>
                    <a:pt x="2347283" y="359289"/>
                  </a:lnTo>
                  <a:lnTo>
                    <a:pt x="2353543" y="359288"/>
                  </a:lnTo>
                  <a:lnTo>
                    <a:pt x="2359802" y="359285"/>
                  </a:lnTo>
                  <a:lnTo>
                    <a:pt x="2366062" y="359279"/>
                  </a:lnTo>
                  <a:lnTo>
                    <a:pt x="2372321" y="359270"/>
                  </a:lnTo>
                  <a:lnTo>
                    <a:pt x="2378580" y="359256"/>
                  </a:lnTo>
                  <a:lnTo>
                    <a:pt x="2384840" y="359236"/>
                  </a:lnTo>
                  <a:lnTo>
                    <a:pt x="2391099" y="359206"/>
                  </a:lnTo>
                  <a:lnTo>
                    <a:pt x="2397359" y="359165"/>
                  </a:lnTo>
                  <a:lnTo>
                    <a:pt x="2403618" y="359111"/>
                  </a:lnTo>
                  <a:lnTo>
                    <a:pt x="2409878" y="359046"/>
                  </a:lnTo>
                  <a:lnTo>
                    <a:pt x="2416137" y="358970"/>
                  </a:lnTo>
                  <a:lnTo>
                    <a:pt x="2422396" y="358890"/>
                  </a:lnTo>
                  <a:lnTo>
                    <a:pt x="2428656" y="358810"/>
                  </a:lnTo>
                  <a:lnTo>
                    <a:pt x="2434915" y="358738"/>
                  </a:lnTo>
                  <a:lnTo>
                    <a:pt x="2441175" y="358682"/>
                  </a:lnTo>
                  <a:lnTo>
                    <a:pt x="2447434" y="358646"/>
                  </a:lnTo>
                  <a:lnTo>
                    <a:pt x="2453693" y="358637"/>
                  </a:lnTo>
                  <a:lnTo>
                    <a:pt x="2459953" y="358654"/>
                  </a:lnTo>
                  <a:lnTo>
                    <a:pt x="2466212" y="358696"/>
                  </a:lnTo>
                  <a:lnTo>
                    <a:pt x="2472472" y="358758"/>
                  </a:lnTo>
                  <a:lnTo>
                    <a:pt x="2478731" y="358833"/>
                  </a:lnTo>
                  <a:lnTo>
                    <a:pt x="2484991" y="358915"/>
                  </a:lnTo>
                  <a:lnTo>
                    <a:pt x="2491250" y="358994"/>
                  </a:lnTo>
                  <a:lnTo>
                    <a:pt x="2497509" y="359066"/>
                  </a:lnTo>
                  <a:lnTo>
                    <a:pt x="2503769" y="359128"/>
                  </a:lnTo>
                  <a:lnTo>
                    <a:pt x="2510028" y="359177"/>
                  </a:lnTo>
                  <a:lnTo>
                    <a:pt x="2516288" y="359215"/>
                  </a:lnTo>
                  <a:lnTo>
                    <a:pt x="2522547" y="359242"/>
                  </a:lnTo>
                  <a:lnTo>
                    <a:pt x="2528807" y="359261"/>
                  </a:lnTo>
                  <a:lnTo>
                    <a:pt x="2535066" y="359273"/>
                  </a:lnTo>
                  <a:lnTo>
                    <a:pt x="2541325" y="359281"/>
                  </a:lnTo>
                  <a:lnTo>
                    <a:pt x="2547585" y="359286"/>
                  </a:lnTo>
                  <a:lnTo>
                    <a:pt x="2553844" y="359288"/>
                  </a:lnTo>
                  <a:lnTo>
                    <a:pt x="2560104" y="359290"/>
                  </a:lnTo>
                  <a:lnTo>
                    <a:pt x="2566363" y="359291"/>
                  </a:lnTo>
                  <a:lnTo>
                    <a:pt x="2572623" y="359291"/>
                  </a:lnTo>
                  <a:lnTo>
                    <a:pt x="2578882" y="359291"/>
                  </a:lnTo>
                  <a:lnTo>
                    <a:pt x="2585141" y="359291"/>
                  </a:lnTo>
                  <a:lnTo>
                    <a:pt x="2591401" y="359291"/>
                  </a:lnTo>
                  <a:lnTo>
                    <a:pt x="2597660" y="359291"/>
                  </a:lnTo>
                  <a:lnTo>
                    <a:pt x="2603920" y="359291"/>
                  </a:lnTo>
                  <a:lnTo>
                    <a:pt x="2610179" y="359291"/>
                  </a:lnTo>
                  <a:lnTo>
                    <a:pt x="2616438" y="359291"/>
                  </a:lnTo>
                  <a:lnTo>
                    <a:pt x="2622698" y="359291"/>
                  </a:lnTo>
                  <a:lnTo>
                    <a:pt x="2628957" y="359291"/>
                  </a:lnTo>
                  <a:lnTo>
                    <a:pt x="2635217" y="359291"/>
                  </a:lnTo>
                  <a:lnTo>
                    <a:pt x="2641476" y="359291"/>
                  </a:lnTo>
                  <a:lnTo>
                    <a:pt x="2647736" y="359291"/>
                  </a:lnTo>
                  <a:lnTo>
                    <a:pt x="2653995" y="359291"/>
                  </a:lnTo>
                  <a:lnTo>
                    <a:pt x="2660254" y="359291"/>
                  </a:lnTo>
                  <a:lnTo>
                    <a:pt x="2666514" y="359291"/>
                  </a:lnTo>
                  <a:lnTo>
                    <a:pt x="2672773" y="359291"/>
                  </a:lnTo>
                  <a:lnTo>
                    <a:pt x="2679033" y="359291"/>
                  </a:lnTo>
                  <a:lnTo>
                    <a:pt x="2685292" y="359291"/>
                  </a:lnTo>
                  <a:lnTo>
                    <a:pt x="2691552" y="359291"/>
                  </a:lnTo>
                  <a:lnTo>
                    <a:pt x="2697811" y="359291"/>
                  </a:lnTo>
                  <a:lnTo>
                    <a:pt x="2704070" y="359291"/>
                  </a:lnTo>
                  <a:lnTo>
                    <a:pt x="2710330" y="359291"/>
                  </a:lnTo>
                  <a:lnTo>
                    <a:pt x="2716589" y="359291"/>
                  </a:lnTo>
                  <a:lnTo>
                    <a:pt x="2722849" y="359291"/>
                  </a:lnTo>
                  <a:lnTo>
                    <a:pt x="2729108" y="359291"/>
                  </a:lnTo>
                  <a:lnTo>
                    <a:pt x="2735368" y="359291"/>
                  </a:lnTo>
                  <a:lnTo>
                    <a:pt x="2741627" y="359291"/>
                  </a:lnTo>
                  <a:lnTo>
                    <a:pt x="2747886" y="359291"/>
                  </a:lnTo>
                  <a:lnTo>
                    <a:pt x="2754146" y="359291"/>
                  </a:lnTo>
                  <a:lnTo>
                    <a:pt x="2760405" y="359291"/>
                  </a:lnTo>
                  <a:lnTo>
                    <a:pt x="2766665" y="359291"/>
                  </a:lnTo>
                  <a:lnTo>
                    <a:pt x="2772924" y="359291"/>
                  </a:lnTo>
                  <a:lnTo>
                    <a:pt x="2779184" y="359291"/>
                  </a:lnTo>
                  <a:lnTo>
                    <a:pt x="2785443" y="359291"/>
                  </a:lnTo>
                  <a:lnTo>
                    <a:pt x="2791702" y="359291"/>
                  </a:lnTo>
                  <a:lnTo>
                    <a:pt x="2797962" y="359291"/>
                  </a:lnTo>
                  <a:lnTo>
                    <a:pt x="2804221" y="359291"/>
                  </a:lnTo>
                  <a:lnTo>
                    <a:pt x="2810481" y="359291"/>
                  </a:lnTo>
                  <a:lnTo>
                    <a:pt x="2816740" y="359291"/>
                  </a:lnTo>
                  <a:lnTo>
                    <a:pt x="2822999" y="359291"/>
                  </a:lnTo>
                  <a:lnTo>
                    <a:pt x="2829259" y="359291"/>
                  </a:lnTo>
                  <a:lnTo>
                    <a:pt x="2835518" y="359291"/>
                  </a:lnTo>
                  <a:lnTo>
                    <a:pt x="2841778" y="359291"/>
                  </a:lnTo>
                  <a:lnTo>
                    <a:pt x="2848037" y="359291"/>
                  </a:lnTo>
                  <a:lnTo>
                    <a:pt x="2854297" y="359291"/>
                  </a:lnTo>
                  <a:lnTo>
                    <a:pt x="2860556" y="359291"/>
                  </a:lnTo>
                  <a:lnTo>
                    <a:pt x="2866815" y="359291"/>
                  </a:lnTo>
                  <a:lnTo>
                    <a:pt x="2873075" y="359291"/>
                  </a:lnTo>
                  <a:lnTo>
                    <a:pt x="2879334" y="359291"/>
                  </a:lnTo>
                  <a:lnTo>
                    <a:pt x="2885594" y="359291"/>
                  </a:lnTo>
                  <a:lnTo>
                    <a:pt x="2891853" y="359291"/>
                  </a:lnTo>
                  <a:lnTo>
                    <a:pt x="2898113" y="359291"/>
                  </a:lnTo>
                  <a:lnTo>
                    <a:pt x="2904372" y="359291"/>
                  </a:lnTo>
                  <a:lnTo>
                    <a:pt x="2910631" y="359291"/>
                  </a:lnTo>
                  <a:lnTo>
                    <a:pt x="2916891" y="359291"/>
                  </a:lnTo>
                  <a:lnTo>
                    <a:pt x="2923150" y="359291"/>
                  </a:lnTo>
                  <a:lnTo>
                    <a:pt x="2929410" y="359291"/>
                  </a:lnTo>
                  <a:lnTo>
                    <a:pt x="2935669" y="359291"/>
                  </a:lnTo>
                  <a:lnTo>
                    <a:pt x="2941929" y="359291"/>
                  </a:lnTo>
                  <a:lnTo>
                    <a:pt x="2948188" y="359291"/>
                  </a:lnTo>
                  <a:lnTo>
                    <a:pt x="2954447" y="359291"/>
                  </a:lnTo>
                  <a:lnTo>
                    <a:pt x="2960707" y="359291"/>
                  </a:lnTo>
                  <a:lnTo>
                    <a:pt x="2966966" y="359291"/>
                  </a:lnTo>
                  <a:lnTo>
                    <a:pt x="2973226" y="359291"/>
                  </a:lnTo>
                  <a:lnTo>
                    <a:pt x="2979485" y="359291"/>
                  </a:lnTo>
                  <a:lnTo>
                    <a:pt x="2985744" y="359291"/>
                  </a:lnTo>
                  <a:lnTo>
                    <a:pt x="2992004" y="359291"/>
                  </a:lnTo>
                  <a:lnTo>
                    <a:pt x="2998263" y="359291"/>
                  </a:lnTo>
                  <a:lnTo>
                    <a:pt x="3004523" y="359291"/>
                  </a:lnTo>
                  <a:lnTo>
                    <a:pt x="3010782" y="359291"/>
                  </a:lnTo>
                  <a:lnTo>
                    <a:pt x="3017042" y="359291"/>
                  </a:lnTo>
                  <a:lnTo>
                    <a:pt x="3023301" y="359291"/>
                  </a:lnTo>
                  <a:lnTo>
                    <a:pt x="3029560" y="359291"/>
                  </a:lnTo>
                  <a:lnTo>
                    <a:pt x="3035820" y="359291"/>
                  </a:lnTo>
                  <a:lnTo>
                    <a:pt x="3042079" y="359291"/>
                  </a:lnTo>
                  <a:lnTo>
                    <a:pt x="3048339" y="359291"/>
                  </a:lnTo>
                  <a:lnTo>
                    <a:pt x="3054598" y="359291"/>
                  </a:lnTo>
                  <a:lnTo>
                    <a:pt x="3060858" y="359291"/>
                  </a:lnTo>
                  <a:lnTo>
                    <a:pt x="3067117" y="359291"/>
                  </a:lnTo>
                  <a:lnTo>
                    <a:pt x="3073376" y="359291"/>
                  </a:lnTo>
                  <a:lnTo>
                    <a:pt x="3079636" y="359291"/>
                  </a:lnTo>
                  <a:lnTo>
                    <a:pt x="3085895" y="359291"/>
                  </a:lnTo>
                  <a:lnTo>
                    <a:pt x="3092155" y="359291"/>
                  </a:lnTo>
                  <a:lnTo>
                    <a:pt x="3098414" y="359291"/>
                  </a:lnTo>
                  <a:lnTo>
                    <a:pt x="3104674" y="359291"/>
                  </a:lnTo>
                  <a:lnTo>
                    <a:pt x="3110933" y="359291"/>
                  </a:lnTo>
                  <a:lnTo>
                    <a:pt x="3117192" y="359291"/>
                  </a:lnTo>
                  <a:lnTo>
                    <a:pt x="3123452" y="359291"/>
                  </a:lnTo>
                  <a:lnTo>
                    <a:pt x="3129711" y="359291"/>
                  </a:lnTo>
                  <a:lnTo>
                    <a:pt x="3135971" y="359291"/>
                  </a:lnTo>
                  <a:lnTo>
                    <a:pt x="3142230" y="359291"/>
                  </a:lnTo>
                  <a:lnTo>
                    <a:pt x="3148489" y="359291"/>
                  </a:lnTo>
                  <a:lnTo>
                    <a:pt x="3154749" y="359291"/>
                  </a:lnTo>
                  <a:lnTo>
                    <a:pt x="3161008" y="359291"/>
                  </a:lnTo>
                  <a:lnTo>
                    <a:pt x="3167268" y="359291"/>
                  </a:lnTo>
                  <a:lnTo>
                    <a:pt x="3173527" y="359291"/>
                  </a:lnTo>
                  <a:lnTo>
                    <a:pt x="3179787" y="359291"/>
                  </a:lnTo>
                  <a:lnTo>
                    <a:pt x="3186046" y="359291"/>
                  </a:lnTo>
                  <a:lnTo>
                    <a:pt x="3192305" y="359291"/>
                  </a:lnTo>
                  <a:lnTo>
                    <a:pt x="3198565" y="359291"/>
                  </a:lnTo>
                </a:path>
              </a:pathLst>
            </a:custGeom>
            <a:ln w="2710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3749798" y="2624461"/>
              <a:ext cx="3198565" cy="231297"/>
            </a:xfrm>
            <a:custGeom>
              <a:avLst/>
              <a:pathLst>
                <a:path w="3198565" h="231297">
                  <a:moveTo>
                    <a:pt x="0" y="231297"/>
                  </a:moveTo>
                  <a:lnTo>
                    <a:pt x="6259" y="231297"/>
                  </a:lnTo>
                  <a:lnTo>
                    <a:pt x="12518" y="231297"/>
                  </a:lnTo>
                  <a:lnTo>
                    <a:pt x="18778" y="231297"/>
                  </a:lnTo>
                  <a:lnTo>
                    <a:pt x="25037" y="231297"/>
                  </a:lnTo>
                  <a:lnTo>
                    <a:pt x="31297" y="231297"/>
                  </a:lnTo>
                  <a:lnTo>
                    <a:pt x="37556" y="231297"/>
                  </a:lnTo>
                  <a:lnTo>
                    <a:pt x="43815" y="231296"/>
                  </a:lnTo>
                  <a:lnTo>
                    <a:pt x="50075" y="231295"/>
                  </a:lnTo>
                  <a:lnTo>
                    <a:pt x="56334" y="231294"/>
                  </a:lnTo>
                  <a:lnTo>
                    <a:pt x="62594" y="231291"/>
                  </a:lnTo>
                  <a:lnTo>
                    <a:pt x="68853" y="231288"/>
                  </a:lnTo>
                  <a:lnTo>
                    <a:pt x="75113" y="231282"/>
                  </a:lnTo>
                  <a:lnTo>
                    <a:pt x="81372" y="231273"/>
                  </a:lnTo>
                  <a:lnTo>
                    <a:pt x="87631" y="231261"/>
                  </a:lnTo>
                  <a:lnTo>
                    <a:pt x="93891" y="231243"/>
                  </a:lnTo>
                  <a:lnTo>
                    <a:pt x="100150" y="231216"/>
                  </a:lnTo>
                  <a:lnTo>
                    <a:pt x="106410" y="231180"/>
                  </a:lnTo>
                  <a:lnTo>
                    <a:pt x="112669" y="231130"/>
                  </a:lnTo>
                  <a:lnTo>
                    <a:pt x="118929" y="231065"/>
                  </a:lnTo>
                  <a:lnTo>
                    <a:pt x="125188" y="230981"/>
                  </a:lnTo>
                  <a:lnTo>
                    <a:pt x="131447" y="230875"/>
                  </a:lnTo>
                  <a:lnTo>
                    <a:pt x="137707" y="230742"/>
                  </a:lnTo>
                  <a:lnTo>
                    <a:pt x="143966" y="230581"/>
                  </a:lnTo>
                  <a:lnTo>
                    <a:pt x="150226" y="230388"/>
                  </a:lnTo>
                  <a:lnTo>
                    <a:pt x="156485" y="230162"/>
                  </a:lnTo>
                  <a:lnTo>
                    <a:pt x="162745" y="229897"/>
                  </a:lnTo>
                  <a:lnTo>
                    <a:pt x="169004" y="229595"/>
                  </a:lnTo>
                  <a:lnTo>
                    <a:pt x="175263" y="229258"/>
                  </a:lnTo>
                  <a:lnTo>
                    <a:pt x="181523" y="228886"/>
                  </a:lnTo>
                  <a:lnTo>
                    <a:pt x="187782" y="228478"/>
                  </a:lnTo>
                  <a:lnTo>
                    <a:pt x="194042" y="228034"/>
                  </a:lnTo>
                  <a:lnTo>
                    <a:pt x="200301" y="227554"/>
                  </a:lnTo>
                  <a:lnTo>
                    <a:pt x="206560" y="227037"/>
                  </a:lnTo>
                  <a:lnTo>
                    <a:pt x="212820" y="226479"/>
                  </a:lnTo>
                  <a:lnTo>
                    <a:pt x="219079" y="225877"/>
                  </a:lnTo>
                  <a:lnTo>
                    <a:pt x="225339" y="225223"/>
                  </a:lnTo>
                  <a:lnTo>
                    <a:pt x="231598" y="224515"/>
                  </a:lnTo>
                  <a:lnTo>
                    <a:pt x="237858" y="223750"/>
                  </a:lnTo>
                  <a:lnTo>
                    <a:pt x="244117" y="222928"/>
                  </a:lnTo>
                  <a:lnTo>
                    <a:pt x="250376" y="222050"/>
                  </a:lnTo>
                  <a:lnTo>
                    <a:pt x="256636" y="221121"/>
                  </a:lnTo>
                  <a:lnTo>
                    <a:pt x="262895" y="220146"/>
                  </a:lnTo>
                  <a:lnTo>
                    <a:pt x="269155" y="219136"/>
                  </a:lnTo>
                  <a:lnTo>
                    <a:pt x="275414" y="218104"/>
                  </a:lnTo>
                  <a:lnTo>
                    <a:pt x="281674" y="217064"/>
                  </a:lnTo>
                  <a:lnTo>
                    <a:pt x="287933" y="216032"/>
                  </a:lnTo>
                  <a:lnTo>
                    <a:pt x="294192" y="215026"/>
                  </a:lnTo>
                  <a:lnTo>
                    <a:pt x="300452" y="214058"/>
                  </a:lnTo>
                  <a:lnTo>
                    <a:pt x="306711" y="213135"/>
                  </a:lnTo>
                  <a:lnTo>
                    <a:pt x="312971" y="212261"/>
                  </a:lnTo>
                  <a:lnTo>
                    <a:pt x="319230" y="211436"/>
                  </a:lnTo>
                  <a:lnTo>
                    <a:pt x="325490" y="210655"/>
                  </a:lnTo>
                  <a:lnTo>
                    <a:pt x="331749" y="209908"/>
                  </a:lnTo>
                  <a:lnTo>
                    <a:pt x="338008" y="209184"/>
                  </a:lnTo>
                  <a:lnTo>
                    <a:pt x="344268" y="208468"/>
                  </a:lnTo>
                  <a:lnTo>
                    <a:pt x="350527" y="207749"/>
                  </a:lnTo>
                  <a:lnTo>
                    <a:pt x="356787" y="207012"/>
                  </a:lnTo>
                  <a:lnTo>
                    <a:pt x="363046" y="206250"/>
                  </a:lnTo>
                  <a:lnTo>
                    <a:pt x="369305" y="205465"/>
                  </a:lnTo>
                  <a:lnTo>
                    <a:pt x="375565" y="204662"/>
                  </a:lnTo>
                  <a:lnTo>
                    <a:pt x="381824" y="203854"/>
                  </a:lnTo>
                  <a:lnTo>
                    <a:pt x="388084" y="203059"/>
                  </a:lnTo>
                  <a:lnTo>
                    <a:pt x="394343" y="202298"/>
                  </a:lnTo>
                  <a:lnTo>
                    <a:pt x="400603" y="201592"/>
                  </a:lnTo>
                  <a:lnTo>
                    <a:pt x="406862" y="200962"/>
                  </a:lnTo>
                  <a:lnTo>
                    <a:pt x="413121" y="200424"/>
                  </a:lnTo>
                  <a:lnTo>
                    <a:pt x="419381" y="199991"/>
                  </a:lnTo>
                  <a:lnTo>
                    <a:pt x="425640" y="199670"/>
                  </a:lnTo>
                  <a:lnTo>
                    <a:pt x="431900" y="199436"/>
                  </a:lnTo>
                  <a:lnTo>
                    <a:pt x="438159" y="199267"/>
                  </a:lnTo>
                  <a:lnTo>
                    <a:pt x="444419" y="199132"/>
                  </a:lnTo>
                  <a:lnTo>
                    <a:pt x="450678" y="198994"/>
                  </a:lnTo>
                  <a:lnTo>
                    <a:pt x="456937" y="198813"/>
                  </a:lnTo>
                  <a:lnTo>
                    <a:pt x="463197" y="198552"/>
                  </a:lnTo>
                  <a:lnTo>
                    <a:pt x="469456" y="198175"/>
                  </a:lnTo>
                  <a:lnTo>
                    <a:pt x="475716" y="197655"/>
                  </a:lnTo>
                  <a:lnTo>
                    <a:pt x="481975" y="196971"/>
                  </a:lnTo>
                  <a:lnTo>
                    <a:pt x="488235" y="196099"/>
                  </a:lnTo>
                  <a:lnTo>
                    <a:pt x="494494" y="195042"/>
                  </a:lnTo>
                  <a:lnTo>
                    <a:pt x="500753" y="193817"/>
                  </a:lnTo>
                  <a:lnTo>
                    <a:pt x="507013" y="192434"/>
                  </a:lnTo>
                  <a:lnTo>
                    <a:pt x="513272" y="190906"/>
                  </a:lnTo>
                  <a:lnTo>
                    <a:pt x="519532" y="189246"/>
                  </a:lnTo>
                  <a:lnTo>
                    <a:pt x="525791" y="187462"/>
                  </a:lnTo>
                  <a:lnTo>
                    <a:pt x="532050" y="185559"/>
                  </a:lnTo>
                  <a:lnTo>
                    <a:pt x="538310" y="183533"/>
                  </a:lnTo>
                  <a:lnTo>
                    <a:pt x="544569" y="181373"/>
                  </a:lnTo>
                  <a:lnTo>
                    <a:pt x="550829" y="179054"/>
                  </a:lnTo>
                  <a:lnTo>
                    <a:pt x="557088" y="176522"/>
                  </a:lnTo>
                  <a:lnTo>
                    <a:pt x="563348" y="173750"/>
                  </a:lnTo>
                  <a:lnTo>
                    <a:pt x="569607" y="170682"/>
                  </a:lnTo>
                  <a:lnTo>
                    <a:pt x="575866" y="167257"/>
                  </a:lnTo>
                  <a:lnTo>
                    <a:pt x="582126" y="163407"/>
                  </a:lnTo>
                  <a:lnTo>
                    <a:pt x="588385" y="159058"/>
                  </a:lnTo>
                  <a:lnTo>
                    <a:pt x="594645" y="154138"/>
                  </a:lnTo>
                  <a:lnTo>
                    <a:pt x="600904" y="148573"/>
                  </a:lnTo>
                  <a:lnTo>
                    <a:pt x="607164" y="142295"/>
                  </a:lnTo>
                  <a:lnTo>
                    <a:pt x="613423" y="135248"/>
                  </a:lnTo>
                  <a:lnTo>
                    <a:pt x="619682" y="127322"/>
                  </a:lnTo>
                  <a:lnTo>
                    <a:pt x="625942" y="118536"/>
                  </a:lnTo>
                  <a:lnTo>
                    <a:pt x="632201" y="108943"/>
                  </a:lnTo>
                  <a:lnTo>
                    <a:pt x="638461" y="98605"/>
                  </a:lnTo>
                  <a:lnTo>
                    <a:pt x="644720" y="87630"/>
                  </a:lnTo>
                  <a:lnTo>
                    <a:pt x="650980" y="76172"/>
                  </a:lnTo>
                  <a:lnTo>
                    <a:pt x="657239" y="64439"/>
                  </a:lnTo>
                  <a:lnTo>
                    <a:pt x="663498" y="52691"/>
                  </a:lnTo>
                  <a:lnTo>
                    <a:pt x="669758" y="41232"/>
                  </a:lnTo>
                  <a:lnTo>
                    <a:pt x="676017" y="30406"/>
                  </a:lnTo>
                  <a:lnTo>
                    <a:pt x="682277" y="20620"/>
                  </a:lnTo>
                  <a:lnTo>
                    <a:pt x="688536" y="12413"/>
                  </a:lnTo>
                  <a:lnTo>
                    <a:pt x="694796" y="6046"/>
                  </a:lnTo>
                  <a:lnTo>
                    <a:pt x="701055" y="1827"/>
                  </a:lnTo>
                  <a:lnTo>
                    <a:pt x="707314" y="0"/>
                  </a:lnTo>
                  <a:lnTo>
                    <a:pt x="713574" y="720"/>
                  </a:lnTo>
                  <a:lnTo>
                    <a:pt x="719833" y="4050"/>
                  </a:lnTo>
                  <a:lnTo>
                    <a:pt x="726093" y="9949"/>
                  </a:lnTo>
                  <a:lnTo>
                    <a:pt x="732352" y="18275"/>
                  </a:lnTo>
                  <a:lnTo>
                    <a:pt x="738611" y="28789"/>
                  </a:lnTo>
                  <a:lnTo>
                    <a:pt x="744871" y="41173"/>
                  </a:lnTo>
                  <a:lnTo>
                    <a:pt x="751130" y="55125"/>
                  </a:lnTo>
                  <a:lnTo>
                    <a:pt x="757390" y="70072"/>
                  </a:lnTo>
                  <a:lnTo>
                    <a:pt x="763649" y="85536"/>
                  </a:lnTo>
                  <a:lnTo>
                    <a:pt x="769909" y="101105"/>
                  </a:lnTo>
                  <a:lnTo>
                    <a:pt x="776168" y="116408"/>
                  </a:lnTo>
                  <a:lnTo>
                    <a:pt x="782427" y="131124"/>
                  </a:lnTo>
                  <a:lnTo>
                    <a:pt x="788687" y="144994"/>
                  </a:lnTo>
                  <a:lnTo>
                    <a:pt x="794946" y="157824"/>
                  </a:lnTo>
                  <a:lnTo>
                    <a:pt x="801206" y="169480"/>
                  </a:lnTo>
                  <a:lnTo>
                    <a:pt x="807465" y="179894"/>
                  </a:lnTo>
                  <a:lnTo>
                    <a:pt x="813725" y="189010"/>
                  </a:lnTo>
                  <a:lnTo>
                    <a:pt x="819984" y="196796"/>
                  </a:lnTo>
                  <a:lnTo>
                    <a:pt x="826243" y="203437"/>
                  </a:lnTo>
                  <a:lnTo>
                    <a:pt x="832503" y="209028"/>
                  </a:lnTo>
                  <a:lnTo>
                    <a:pt x="838762" y="213675"/>
                  </a:lnTo>
                  <a:lnTo>
                    <a:pt x="845022" y="217489"/>
                  </a:lnTo>
                  <a:lnTo>
                    <a:pt x="851281" y="220581"/>
                  </a:lnTo>
                  <a:lnTo>
                    <a:pt x="857541" y="223059"/>
                  </a:lnTo>
                  <a:lnTo>
                    <a:pt x="863800" y="225022"/>
                  </a:lnTo>
                  <a:lnTo>
                    <a:pt x="870059" y="226559"/>
                  </a:lnTo>
                  <a:lnTo>
                    <a:pt x="876319" y="227751"/>
                  </a:lnTo>
                  <a:lnTo>
                    <a:pt x="882578" y="228646"/>
                  </a:lnTo>
                  <a:lnTo>
                    <a:pt x="888838" y="229327"/>
                  </a:lnTo>
                  <a:lnTo>
                    <a:pt x="895097" y="229845"/>
                  </a:lnTo>
                  <a:lnTo>
                    <a:pt x="901356" y="230235"/>
                  </a:lnTo>
                  <a:lnTo>
                    <a:pt x="907616" y="230527"/>
                  </a:lnTo>
                  <a:lnTo>
                    <a:pt x="913875" y="230744"/>
                  </a:lnTo>
                  <a:lnTo>
                    <a:pt x="920135" y="230904"/>
                  </a:lnTo>
                  <a:lnTo>
                    <a:pt x="926394" y="231021"/>
                  </a:lnTo>
                  <a:lnTo>
                    <a:pt x="932654" y="231105"/>
                  </a:lnTo>
                  <a:lnTo>
                    <a:pt x="938913" y="231165"/>
                  </a:lnTo>
                  <a:lnTo>
                    <a:pt x="945172" y="231208"/>
                  </a:lnTo>
                  <a:lnTo>
                    <a:pt x="951432" y="231237"/>
                  </a:lnTo>
                  <a:lnTo>
                    <a:pt x="957691" y="231257"/>
                  </a:lnTo>
                  <a:lnTo>
                    <a:pt x="963951" y="231271"/>
                  </a:lnTo>
                  <a:lnTo>
                    <a:pt x="970210" y="231280"/>
                  </a:lnTo>
                  <a:lnTo>
                    <a:pt x="976470" y="231287"/>
                  </a:lnTo>
                  <a:lnTo>
                    <a:pt x="982729" y="231291"/>
                  </a:lnTo>
                  <a:lnTo>
                    <a:pt x="988988" y="231293"/>
                  </a:lnTo>
                  <a:lnTo>
                    <a:pt x="995248" y="231295"/>
                  </a:lnTo>
                  <a:lnTo>
                    <a:pt x="1001507" y="231296"/>
                  </a:lnTo>
                  <a:lnTo>
                    <a:pt x="1007767" y="231297"/>
                  </a:lnTo>
                  <a:lnTo>
                    <a:pt x="1014026" y="231297"/>
                  </a:lnTo>
                  <a:lnTo>
                    <a:pt x="1020286" y="231297"/>
                  </a:lnTo>
                  <a:lnTo>
                    <a:pt x="1026545" y="231297"/>
                  </a:lnTo>
                  <a:lnTo>
                    <a:pt x="1032804" y="231297"/>
                  </a:lnTo>
                  <a:lnTo>
                    <a:pt x="1039064" y="231297"/>
                  </a:lnTo>
                  <a:lnTo>
                    <a:pt x="1045323" y="231297"/>
                  </a:lnTo>
                  <a:lnTo>
                    <a:pt x="1051583" y="231297"/>
                  </a:lnTo>
                  <a:lnTo>
                    <a:pt x="1057842" y="231297"/>
                  </a:lnTo>
                  <a:lnTo>
                    <a:pt x="1064101" y="231297"/>
                  </a:lnTo>
                  <a:lnTo>
                    <a:pt x="1070361" y="231297"/>
                  </a:lnTo>
                  <a:lnTo>
                    <a:pt x="1076620" y="231297"/>
                  </a:lnTo>
                  <a:lnTo>
                    <a:pt x="1082880" y="231297"/>
                  </a:lnTo>
                  <a:lnTo>
                    <a:pt x="1089139" y="231297"/>
                  </a:lnTo>
                  <a:lnTo>
                    <a:pt x="1095399" y="231297"/>
                  </a:lnTo>
                  <a:lnTo>
                    <a:pt x="1101658" y="231297"/>
                  </a:lnTo>
                  <a:lnTo>
                    <a:pt x="1107917" y="231297"/>
                  </a:lnTo>
                  <a:lnTo>
                    <a:pt x="1114177" y="231297"/>
                  </a:lnTo>
                  <a:lnTo>
                    <a:pt x="1120436" y="231297"/>
                  </a:lnTo>
                  <a:lnTo>
                    <a:pt x="1126696" y="231297"/>
                  </a:lnTo>
                  <a:lnTo>
                    <a:pt x="1132955" y="231297"/>
                  </a:lnTo>
                  <a:lnTo>
                    <a:pt x="1139215" y="231297"/>
                  </a:lnTo>
                  <a:lnTo>
                    <a:pt x="1145474" y="231297"/>
                  </a:lnTo>
                  <a:lnTo>
                    <a:pt x="1151733" y="231297"/>
                  </a:lnTo>
                  <a:lnTo>
                    <a:pt x="1157993" y="231297"/>
                  </a:lnTo>
                  <a:lnTo>
                    <a:pt x="1164252" y="231297"/>
                  </a:lnTo>
                  <a:lnTo>
                    <a:pt x="1170512" y="231297"/>
                  </a:lnTo>
                  <a:lnTo>
                    <a:pt x="1176771" y="231297"/>
                  </a:lnTo>
                  <a:lnTo>
                    <a:pt x="1183031" y="231297"/>
                  </a:lnTo>
                  <a:lnTo>
                    <a:pt x="1189290" y="231297"/>
                  </a:lnTo>
                  <a:lnTo>
                    <a:pt x="1195549" y="231297"/>
                  </a:lnTo>
                  <a:lnTo>
                    <a:pt x="1201809" y="231297"/>
                  </a:lnTo>
                  <a:lnTo>
                    <a:pt x="1208068" y="231297"/>
                  </a:lnTo>
                  <a:lnTo>
                    <a:pt x="1214328" y="231297"/>
                  </a:lnTo>
                  <a:lnTo>
                    <a:pt x="1220587" y="231297"/>
                  </a:lnTo>
                  <a:lnTo>
                    <a:pt x="1226846" y="231297"/>
                  </a:lnTo>
                  <a:lnTo>
                    <a:pt x="1233106" y="231297"/>
                  </a:lnTo>
                  <a:lnTo>
                    <a:pt x="1239365" y="231297"/>
                  </a:lnTo>
                  <a:lnTo>
                    <a:pt x="1245625" y="231297"/>
                  </a:lnTo>
                  <a:lnTo>
                    <a:pt x="1251884" y="231297"/>
                  </a:lnTo>
                  <a:lnTo>
                    <a:pt x="1258144" y="231297"/>
                  </a:lnTo>
                  <a:lnTo>
                    <a:pt x="1264403" y="231297"/>
                  </a:lnTo>
                  <a:lnTo>
                    <a:pt x="1270662" y="231297"/>
                  </a:lnTo>
                  <a:lnTo>
                    <a:pt x="1276922" y="231297"/>
                  </a:lnTo>
                  <a:lnTo>
                    <a:pt x="1283181" y="231297"/>
                  </a:lnTo>
                  <a:lnTo>
                    <a:pt x="1289441" y="231297"/>
                  </a:lnTo>
                  <a:lnTo>
                    <a:pt x="1295700" y="231297"/>
                  </a:lnTo>
                  <a:lnTo>
                    <a:pt x="1301960" y="231297"/>
                  </a:lnTo>
                  <a:lnTo>
                    <a:pt x="1308219" y="231297"/>
                  </a:lnTo>
                  <a:lnTo>
                    <a:pt x="1314478" y="231297"/>
                  </a:lnTo>
                  <a:lnTo>
                    <a:pt x="1320738" y="231297"/>
                  </a:lnTo>
                  <a:lnTo>
                    <a:pt x="1326997" y="231297"/>
                  </a:lnTo>
                  <a:lnTo>
                    <a:pt x="1333257" y="231297"/>
                  </a:lnTo>
                  <a:lnTo>
                    <a:pt x="1339516" y="231297"/>
                  </a:lnTo>
                  <a:lnTo>
                    <a:pt x="1345776" y="231297"/>
                  </a:lnTo>
                  <a:lnTo>
                    <a:pt x="1352035" y="231297"/>
                  </a:lnTo>
                  <a:lnTo>
                    <a:pt x="1358294" y="231297"/>
                  </a:lnTo>
                  <a:lnTo>
                    <a:pt x="1364554" y="231297"/>
                  </a:lnTo>
                  <a:lnTo>
                    <a:pt x="1370813" y="231297"/>
                  </a:lnTo>
                  <a:lnTo>
                    <a:pt x="1377073" y="231297"/>
                  </a:lnTo>
                  <a:lnTo>
                    <a:pt x="1383332" y="231297"/>
                  </a:lnTo>
                  <a:lnTo>
                    <a:pt x="1389592" y="231297"/>
                  </a:lnTo>
                  <a:lnTo>
                    <a:pt x="1395851" y="231297"/>
                  </a:lnTo>
                  <a:lnTo>
                    <a:pt x="1402110" y="231297"/>
                  </a:lnTo>
                  <a:lnTo>
                    <a:pt x="1408370" y="231297"/>
                  </a:lnTo>
                  <a:lnTo>
                    <a:pt x="1414629" y="231297"/>
                  </a:lnTo>
                  <a:lnTo>
                    <a:pt x="1420889" y="231297"/>
                  </a:lnTo>
                  <a:lnTo>
                    <a:pt x="1427148" y="231297"/>
                  </a:lnTo>
                  <a:lnTo>
                    <a:pt x="1433407" y="231297"/>
                  </a:lnTo>
                  <a:lnTo>
                    <a:pt x="1439667" y="231297"/>
                  </a:lnTo>
                  <a:lnTo>
                    <a:pt x="1445926" y="231297"/>
                  </a:lnTo>
                  <a:lnTo>
                    <a:pt x="1452186" y="231297"/>
                  </a:lnTo>
                  <a:lnTo>
                    <a:pt x="1458445" y="231297"/>
                  </a:lnTo>
                  <a:lnTo>
                    <a:pt x="1464705" y="231297"/>
                  </a:lnTo>
                  <a:lnTo>
                    <a:pt x="1470964" y="231297"/>
                  </a:lnTo>
                  <a:lnTo>
                    <a:pt x="1477223" y="231297"/>
                  </a:lnTo>
                  <a:lnTo>
                    <a:pt x="1483483" y="231297"/>
                  </a:lnTo>
                  <a:lnTo>
                    <a:pt x="1489742" y="231297"/>
                  </a:lnTo>
                  <a:lnTo>
                    <a:pt x="1496002" y="231297"/>
                  </a:lnTo>
                  <a:lnTo>
                    <a:pt x="1502261" y="231297"/>
                  </a:lnTo>
                  <a:lnTo>
                    <a:pt x="1508521" y="231297"/>
                  </a:lnTo>
                  <a:lnTo>
                    <a:pt x="1514780" y="231297"/>
                  </a:lnTo>
                  <a:lnTo>
                    <a:pt x="1521039" y="231297"/>
                  </a:lnTo>
                  <a:lnTo>
                    <a:pt x="1527299" y="231297"/>
                  </a:lnTo>
                  <a:lnTo>
                    <a:pt x="1533558" y="231297"/>
                  </a:lnTo>
                  <a:lnTo>
                    <a:pt x="1539818" y="231297"/>
                  </a:lnTo>
                  <a:lnTo>
                    <a:pt x="1546077" y="231297"/>
                  </a:lnTo>
                  <a:lnTo>
                    <a:pt x="1552337" y="231297"/>
                  </a:lnTo>
                  <a:lnTo>
                    <a:pt x="1558596" y="231297"/>
                  </a:lnTo>
                  <a:lnTo>
                    <a:pt x="1564855" y="231297"/>
                  </a:lnTo>
                  <a:lnTo>
                    <a:pt x="1571115" y="231297"/>
                  </a:lnTo>
                  <a:lnTo>
                    <a:pt x="1577374" y="231297"/>
                  </a:lnTo>
                  <a:lnTo>
                    <a:pt x="1583634" y="231297"/>
                  </a:lnTo>
                  <a:lnTo>
                    <a:pt x="1589893" y="231297"/>
                  </a:lnTo>
                  <a:lnTo>
                    <a:pt x="1596152" y="231297"/>
                  </a:lnTo>
                  <a:lnTo>
                    <a:pt x="1602412" y="231297"/>
                  </a:lnTo>
                  <a:lnTo>
                    <a:pt x="1608671" y="231297"/>
                  </a:lnTo>
                  <a:lnTo>
                    <a:pt x="1614931" y="231297"/>
                  </a:lnTo>
                  <a:lnTo>
                    <a:pt x="1621190" y="231297"/>
                  </a:lnTo>
                  <a:lnTo>
                    <a:pt x="1627450" y="231297"/>
                  </a:lnTo>
                  <a:lnTo>
                    <a:pt x="1633709" y="231297"/>
                  </a:lnTo>
                  <a:lnTo>
                    <a:pt x="1639968" y="231297"/>
                  </a:lnTo>
                  <a:lnTo>
                    <a:pt x="1646228" y="231297"/>
                  </a:lnTo>
                  <a:lnTo>
                    <a:pt x="1652487" y="231297"/>
                  </a:lnTo>
                  <a:lnTo>
                    <a:pt x="1658747" y="231297"/>
                  </a:lnTo>
                  <a:lnTo>
                    <a:pt x="1665006" y="231297"/>
                  </a:lnTo>
                  <a:lnTo>
                    <a:pt x="1671266" y="231297"/>
                  </a:lnTo>
                  <a:lnTo>
                    <a:pt x="1677525" y="231297"/>
                  </a:lnTo>
                  <a:lnTo>
                    <a:pt x="1683784" y="231297"/>
                  </a:lnTo>
                  <a:lnTo>
                    <a:pt x="1690044" y="231297"/>
                  </a:lnTo>
                  <a:lnTo>
                    <a:pt x="1696303" y="231297"/>
                  </a:lnTo>
                  <a:lnTo>
                    <a:pt x="1702563" y="231297"/>
                  </a:lnTo>
                  <a:lnTo>
                    <a:pt x="1708822" y="231297"/>
                  </a:lnTo>
                  <a:lnTo>
                    <a:pt x="1715082" y="231297"/>
                  </a:lnTo>
                  <a:lnTo>
                    <a:pt x="1721341" y="231297"/>
                  </a:lnTo>
                  <a:lnTo>
                    <a:pt x="1727600" y="231297"/>
                  </a:lnTo>
                  <a:lnTo>
                    <a:pt x="1733860" y="231297"/>
                  </a:lnTo>
                  <a:lnTo>
                    <a:pt x="1740119" y="231297"/>
                  </a:lnTo>
                  <a:lnTo>
                    <a:pt x="1746379" y="231297"/>
                  </a:lnTo>
                  <a:lnTo>
                    <a:pt x="1752638" y="231297"/>
                  </a:lnTo>
                  <a:lnTo>
                    <a:pt x="1758897" y="231297"/>
                  </a:lnTo>
                  <a:lnTo>
                    <a:pt x="1765157" y="231297"/>
                  </a:lnTo>
                  <a:lnTo>
                    <a:pt x="1771416" y="231297"/>
                  </a:lnTo>
                  <a:lnTo>
                    <a:pt x="1777676" y="231297"/>
                  </a:lnTo>
                  <a:lnTo>
                    <a:pt x="1783935" y="231297"/>
                  </a:lnTo>
                  <a:lnTo>
                    <a:pt x="1790195" y="231297"/>
                  </a:lnTo>
                  <a:lnTo>
                    <a:pt x="1796454" y="231297"/>
                  </a:lnTo>
                  <a:lnTo>
                    <a:pt x="1802713" y="231297"/>
                  </a:lnTo>
                  <a:lnTo>
                    <a:pt x="1808973" y="231297"/>
                  </a:lnTo>
                  <a:lnTo>
                    <a:pt x="1815232" y="231297"/>
                  </a:lnTo>
                  <a:lnTo>
                    <a:pt x="1821492" y="231297"/>
                  </a:lnTo>
                  <a:lnTo>
                    <a:pt x="1827751" y="231297"/>
                  </a:lnTo>
                  <a:lnTo>
                    <a:pt x="1834011" y="231297"/>
                  </a:lnTo>
                  <a:lnTo>
                    <a:pt x="1840270" y="231297"/>
                  </a:lnTo>
                  <a:lnTo>
                    <a:pt x="1846529" y="231297"/>
                  </a:lnTo>
                  <a:lnTo>
                    <a:pt x="1852789" y="231297"/>
                  </a:lnTo>
                  <a:lnTo>
                    <a:pt x="1859048" y="231297"/>
                  </a:lnTo>
                  <a:lnTo>
                    <a:pt x="1865308" y="231297"/>
                  </a:lnTo>
                  <a:lnTo>
                    <a:pt x="1871567" y="231297"/>
                  </a:lnTo>
                  <a:lnTo>
                    <a:pt x="1877827" y="231297"/>
                  </a:lnTo>
                  <a:lnTo>
                    <a:pt x="1884086" y="231297"/>
                  </a:lnTo>
                  <a:lnTo>
                    <a:pt x="1890345" y="231297"/>
                  </a:lnTo>
                  <a:lnTo>
                    <a:pt x="1896605" y="231297"/>
                  </a:lnTo>
                  <a:lnTo>
                    <a:pt x="1902864" y="231297"/>
                  </a:lnTo>
                  <a:lnTo>
                    <a:pt x="1909124" y="231297"/>
                  </a:lnTo>
                  <a:lnTo>
                    <a:pt x="1915383" y="231297"/>
                  </a:lnTo>
                  <a:lnTo>
                    <a:pt x="1921642" y="231297"/>
                  </a:lnTo>
                  <a:lnTo>
                    <a:pt x="1927902" y="231297"/>
                  </a:lnTo>
                  <a:lnTo>
                    <a:pt x="1934161" y="231297"/>
                  </a:lnTo>
                  <a:lnTo>
                    <a:pt x="1940421" y="231297"/>
                  </a:lnTo>
                  <a:lnTo>
                    <a:pt x="1946680" y="231297"/>
                  </a:lnTo>
                  <a:lnTo>
                    <a:pt x="1952940" y="231297"/>
                  </a:lnTo>
                  <a:lnTo>
                    <a:pt x="1959199" y="231297"/>
                  </a:lnTo>
                  <a:lnTo>
                    <a:pt x="1965458" y="231297"/>
                  </a:lnTo>
                  <a:lnTo>
                    <a:pt x="1971718" y="231297"/>
                  </a:lnTo>
                  <a:lnTo>
                    <a:pt x="1977977" y="231297"/>
                  </a:lnTo>
                  <a:lnTo>
                    <a:pt x="1984237" y="231297"/>
                  </a:lnTo>
                  <a:lnTo>
                    <a:pt x="1990496" y="231297"/>
                  </a:lnTo>
                  <a:lnTo>
                    <a:pt x="1996756" y="231297"/>
                  </a:lnTo>
                  <a:lnTo>
                    <a:pt x="2003015" y="231297"/>
                  </a:lnTo>
                  <a:lnTo>
                    <a:pt x="2009274" y="231297"/>
                  </a:lnTo>
                  <a:lnTo>
                    <a:pt x="2015534" y="231297"/>
                  </a:lnTo>
                  <a:lnTo>
                    <a:pt x="2021793" y="231297"/>
                  </a:lnTo>
                  <a:lnTo>
                    <a:pt x="2028053" y="231297"/>
                  </a:lnTo>
                  <a:lnTo>
                    <a:pt x="2034312" y="231297"/>
                  </a:lnTo>
                  <a:lnTo>
                    <a:pt x="2040572" y="231297"/>
                  </a:lnTo>
                  <a:lnTo>
                    <a:pt x="2046831" y="231297"/>
                  </a:lnTo>
                  <a:lnTo>
                    <a:pt x="2053090" y="231297"/>
                  </a:lnTo>
                  <a:lnTo>
                    <a:pt x="2059350" y="231297"/>
                  </a:lnTo>
                  <a:lnTo>
                    <a:pt x="2065609" y="231297"/>
                  </a:lnTo>
                  <a:lnTo>
                    <a:pt x="2071869" y="231297"/>
                  </a:lnTo>
                  <a:lnTo>
                    <a:pt x="2078128" y="231297"/>
                  </a:lnTo>
                  <a:lnTo>
                    <a:pt x="2084388" y="231297"/>
                  </a:lnTo>
                  <a:lnTo>
                    <a:pt x="2090647" y="231297"/>
                  </a:lnTo>
                  <a:lnTo>
                    <a:pt x="2096906" y="231297"/>
                  </a:lnTo>
                  <a:lnTo>
                    <a:pt x="2103166" y="231297"/>
                  </a:lnTo>
                  <a:lnTo>
                    <a:pt x="2109425" y="231297"/>
                  </a:lnTo>
                  <a:lnTo>
                    <a:pt x="2115685" y="231297"/>
                  </a:lnTo>
                  <a:lnTo>
                    <a:pt x="2121944" y="231297"/>
                  </a:lnTo>
                  <a:lnTo>
                    <a:pt x="2128203" y="231297"/>
                  </a:lnTo>
                  <a:lnTo>
                    <a:pt x="2134463" y="231297"/>
                  </a:lnTo>
                  <a:lnTo>
                    <a:pt x="2140722" y="231297"/>
                  </a:lnTo>
                  <a:lnTo>
                    <a:pt x="2146982" y="231297"/>
                  </a:lnTo>
                  <a:lnTo>
                    <a:pt x="2153241" y="231297"/>
                  </a:lnTo>
                  <a:lnTo>
                    <a:pt x="2159501" y="231297"/>
                  </a:lnTo>
                  <a:lnTo>
                    <a:pt x="2165760" y="231297"/>
                  </a:lnTo>
                  <a:lnTo>
                    <a:pt x="2172019" y="231297"/>
                  </a:lnTo>
                  <a:lnTo>
                    <a:pt x="2178279" y="231297"/>
                  </a:lnTo>
                  <a:lnTo>
                    <a:pt x="2184538" y="231297"/>
                  </a:lnTo>
                  <a:lnTo>
                    <a:pt x="2190798" y="231297"/>
                  </a:lnTo>
                  <a:lnTo>
                    <a:pt x="2197057" y="231297"/>
                  </a:lnTo>
                  <a:lnTo>
                    <a:pt x="2203317" y="231297"/>
                  </a:lnTo>
                  <a:lnTo>
                    <a:pt x="2209576" y="231297"/>
                  </a:lnTo>
                  <a:lnTo>
                    <a:pt x="2215835" y="231297"/>
                  </a:lnTo>
                  <a:lnTo>
                    <a:pt x="2222095" y="231297"/>
                  </a:lnTo>
                  <a:lnTo>
                    <a:pt x="2228354" y="231297"/>
                  </a:lnTo>
                  <a:lnTo>
                    <a:pt x="2234614" y="231297"/>
                  </a:lnTo>
                  <a:lnTo>
                    <a:pt x="2240873" y="231297"/>
                  </a:lnTo>
                  <a:lnTo>
                    <a:pt x="2247133" y="231297"/>
                  </a:lnTo>
                  <a:lnTo>
                    <a:pt x="2253392" y="231297"/>
                  </a:lnTo>
                  <a:lnTo>
                    <a:pt x="2259651" y="231297"/>
                  </a:lnTo>
                  <a:lnTo>
                    <a:pt x="2265911" y="231297"/>
                  </a:lnTo>
                  <a:lnTo>
                    <a:pt x="2272170" y="231297"/>
                  </a:lnTo>
                  <a:lnTo>
                    <a:pt x="2278430" y="231297"/>
                  </a:lnTo>
                  <a:lnTo>
                    <a:pt x="2284689" y="231297"/>
                  </a:lnTo>
                  <a:lnTo>
                    <a:pt x="2290948" y="231297"/>
                  </a:lnTo>
                  <a:lnTo>
                    <a:pt x="2297208" y="231297"/>
                  </a:lnTo>
                  <a:lnTo>
                    <a:pt x="2303467" y="231297"/>
                  </a:lnTo>
                  <a:lnTo>
                    <a:pt x="2309727" y="231297"/>
                  </a:lnTo>
                  <a:lnTo>
                    <a:pt x="2315986" y="231297"/>
                  </a:lnTo>
                  <a:lnTo>
                    <a:pt x="2322246" y="231297"/>
                  </a:lnTo>
                  <a:lnTo>
                    <a:pt x="2328505" y="231297"/>
                  </a:lnTo>
                  <a:lnTo>
                    <a:pt x="2334764" y="231297"/>
                  </a:lnTo>
                  <a:lnTo>
                    <a:pt x="2341024" y="231297"/>
                  </a:lnTo>
                  <a:lnTo>
                    <a:pt x="2347283" y="231297"/>
                  </a:lnTo>
                  <a:lnTo>
                    <a:pt x="2353543" y="231297"/>
                  </a:lnTo>
                  <a:lnTo>
                    <a:pt x="2359802" y="231297"/>
                  </a:lnTo>
                  <a:lnTo>
                    <a:pt x="2366062" y="231297"/>
                  </a:lnTo>
                  <a:lnTo>
                    <a:pt x="2372321" y="231297"/>
                  </a:lnTo>
                  <a:lnTo>
                    <a:pt x="2378580" y="231297"/>
                  </a:lnTo>
                  <a:lnTo>
                    <a:pt x="2384840" y="231297"/>
                  </a:lnTo>
                  <a:lnTo>
                    <a:pt x="2391099" y="231297"/>
                  </a:lnTo>
                  <a:lnTo>
                    <a:pt x="2397359" y="231297"/>
                  </a:lnTo>
                  <a:lnTo>
                    <a:pt x="2403618" y="231297"/>
                  </a:lnTo>
                  <a:lnTo>
                    <a:pt x="2409878" y="231297"/>
                  </a:lnTo>
                  <a:lnTo>
                    <a:pt x="2416137" y="231297"/>
                  </a:lnTo>
                  <a:lnTo>
                    <a:pt x="2422396" y="231297"/>
                  </a:lnTo>
                  <a:lnTo>
                    <a:pt x="2428656" y="231297"/>
                  </a:lnTo>
                  <a:lnTo>
                    <a:pt x="2434915" y="231297"/>
                  </a:lnTo>
                  <a:lnTo>
                    <a:pt x="2441175" y="231297"/>
                  </a:lnTo>
                  <a:lnTo>
                    <a:pt x="2447434" y="231297"/>
                  </a:lnTo>
                  <a:lnTo>
                    <a:pt x="2453693" y="231297"/>
                  </a:lnTo>
                  <a:lnTo>
                    <a:pt x="2459953" y="231297"/>
                  </a:lnTo>
                  <a:lnTo>
                    <a:pt x="2466212" y="231297"/>
                  </a:lnTo>
                  <a:lnTo>
                    <a:pt x="2472472" y="231297"/>
                  </a:lnTo>
                  <a:lnTo>
                    <a:pt x="2478731" y="231297"/>
                  </a:lnTo>
                  <a:lnTo>
                    <a:pt x="2484991" y="231297"/>
                  </a:lnTo>
                  <a:lnTo>
                    <a:pt x="2491250" y="231297"/>
                  </a:lnTo>
                  <a:lnTo>
                    <a:pt x="2497509" y="231297"/>
                  </a:lnTo>
                  <a:lnTo>
                    <a:pt x="2503769" y="231297"/>
                  </a:lnTo>
                  <a:lnTo>
                    <a:pt x="2510028" y="231297"/>
                  </a:lnTo>
                  <a:lnTo>
                    <a:pt x="2516288" y="231297"/>
                  </a:lnTo>
                  <a:lnTo>
                    <a:pt x="2522547" y="231297"/>
                  </a:lnTo>
                  <a:lnTo>
                    <a:pt x="2528807" y="231297"/>
                  </a:lnTo>
                  <a:lnTo>
                    <a:pt x="2535066" y="231297"/>
                  </a:lnTo>
                  <a:lnTo>
                    <a:pt x="2541325" y="231297"/>
                  </a:lnTo>
                  <a:lnTo>
                    <a:pt x="2547585" y="231297"/>
                  </a:lnTo>
                  <a:lnTo>
                    <a:pt x="2553844" y="231297"/>
                  </a:lnTo>
                  <a:lnTo>
                    <a:pt x="2560104" y="231297"/>
                  </a:lnTo>
                  <a:lnTo>
                    <a:pt x="2566363" y="231297"/>
                  </a:lnTo>
                  <a:lnTo>
                    <a:pt x="2572623" y="231297"/>
                  </a:lnTo>
                  <a:lnTo>
                    <a:pt x="2578882" y="231297"/>
                  </a:lnTo>
                  <a:lnTo>
                    <a:pt x="2585141" y="231297"/>
                  </a:lnTo>
                  <a:lnTo>
                    <a:pt x="2591401" y="231297"/>
                  </a:lnTo>
                  <a:lnTo>
                    <a:pt x="2597660" y="231297"/>
                  </a:lnTo>
                  <a:lnTo>
                    <a:pt x="2603920" y="231297"/>
                  </a:lnTo>
                  <a:lnTo>
                    <a:pt x="2610179" y="231297"/>
                  </a:lnTo>
                  <a:lnTo>
                    <a:pt x="2616438" y="231297"/>
                  </a:lnTo>
                  <a:lnTo>
                    <a:pt x="2622698" y="231297"/>
                  </a:lnTo>
                  <a:lnTo>
                    <a:pt x="2628957" y="231297"/>
                  </a:lnTo>
                  <a:lnTo>
                    <a:pt x="2635217" y="231297"/>
                  </a:lnTo>
                  <a:lnTo>
                    <a:pt x="2641476" y="231297"/>
                  </a:lnTo>
                  <a:lnTo>
                    <a:pt x="2647736" y="231297"/>
                  </a:lnTo>
                  <a:lnTo>
                    <a:pt x="2653995" y="231297"/>
                  </a:lnTo>
                  <a:lnTo>
                    <a:pt x="2660254" y="231297"/>
                  </a:lnTo>
                  <a:lnTo>
                    <a:pt x="2666514" y="231297"/>
                  </a:lnTo>
                  <a:lnTo>
                    <a:pt x="2672773" y="231297"/>
                  </a:lnTo>
                  <a:lnTo>
                    <a:pt x="2679033" y="231297"/>
                  </a:lnTo>
                  <a:lnTo>
                    <a:pt x="2685292" y="231297"/>
                  </a:lnTo>
                  <a:lnTo>
                    <a:pt x="2691552" y="231297"/>
                  </a:lnTo>
                  <a:lnTo>
                    <a:pt x="2697811" y="231297"/>
                  </a:lnTo>
                  <a:lnTo>
                    <a:pt x="2704070" y="231297"/>
                  </a:lnTo>
                  <a:lnTo>
                    <a:pt x="2710330" y="231297"/>
                  </a:lnTo>
                  <a:lnTo>
                    <a:pt x="2716589" y="231297"/>
                  </a:lnTo>
                  <a:lnTo>
                    <a:pt x="2722849" y="231297"/>
                  </a:lnTo>
                  <a:lnTo>
                    <a:pt x="2729108" y="231297"/>
                  </a:lnTo>
                  <a:lnTo>
                    <a:pt x="2735368" y="231297"/>
                  </a:lnTo>
                  <a:lnTo>
                    <a:pt x="2741627" y="231297"/>
                  </a:lnTo>
                  <a:lnTo>
                    <a:pt x="2747886" y="231297"/>
                  </a:lnTo>
                  <a:lnTo>
                    <a:pt x="2754146" y="231297"/>
                  </a:lnTo>
                  <a:lnTo>
                    <a:pt x="2760405" y="231297"/>
                  </a:lnTo>
                  <a:lnTo>
                    <a:pt x="2766665" y="231297"/>
                  </a:lnTo>
                  <a:lnTo>
                    <a:pt x="2772924" y="231297"/>
                  </a:lnTo>
                  <a:lnTo>
                    <a:pt x="2779184" y="231297"/>
                  </a:lnTo>
                  <a:lnTo>
                    <a:pt x="2785443" y="231297"/>
                  </a:lnTo>
                  <a:lnTo>
                    <a:pt x="2791702" y="231297"/>
                  </a:lnTo>
                  <a:lnTo>
                    <a:pt x="2797962" y="231297"/>
                  </a:lnTo>
                  <a:lnTo>
                    <a:pt x="2804221" y="231297"/>
                  </a:lnTo>
                  <a:lnTo>
                    <a:pt x="2810481" y="231297"/>
                  </a:lnTo>
                  <a:lnTo>
                    <a:pt x="2816740" y="231297"/>
                  </a:lnTo>
                  <a:lnTo>
                    <a:pt x="2822999" y="231297"/>
                  </a:lnTo>
                  <a:lnTo>
                    <a:pt x="2829259" y="231297"/>
                  </a:lnTo>
                  <a:lnTo>
                    <a:pt x="2835518" y="231297"/>
                  </a:lnTo>
                  <a:lnTo>
                    <a:pt x="2841778" y="231297"/>
                  </a:lnTo>
                  <a:lnTo>
                    <a:pt x="2848037" y="231297"/>
                  </a:lnTo>
                  <a:lnTo>
                    <a:pt x="2854297" y="231297"/>
                  </a:lnTo>
                  <a:lnTo>
                    <a:pt x="2860556" y="231297"/>
                  </a:lnTo>
                  <a:lnTo>
                    <a:pt x="2866815" y="231297"/>
                  </a:lnTo>
                  <a:lnTo>
                    <a:pt x="2873075" y="231297"/>
                  </a:lnTo>
                  <a:lnTo>
                    <a:pt x="2879334" y="231297"/>
                  </a:lnTo>
                  <a:lnTo>
                    <a:pt x="2885594" y="231297"/>
                  </a:lnTo>
                  <a:lnTo>
                    <a:pt x="2891853" y="231297"/>
                  </a:lnTo>
                  <a:lnTo>
                    <a:pt x="2898113" y="231297"/>
                  </a:lnTo>
                  <a:lnTo>
                    <a:pt x="2904372" y="231297"/>
                  </a:lnTo>
                  <a:lnTo>
                    <a:pt x="2910631" y="231297"/>
                  </a:lnTo>
                  <a:lnTo>
                    <a:pt x="2916891" y="231297"/>
                  </a:lnTo>
                  <a:lnTo>
                    <a:pt x="2923150" y="231297"/>
                  </a:lnTo>
                  <a:lnTo>
                    <a:pt x="2929410" y="231297"/>
                  </a:lnTo>
                  <a:lnTo>
                    <a:pt x="2935669" y="231297"/>
                  </a:lnTo>
                  <a:lnTo>
                    <a:pt x="2941929" y="231297"/>
                  </a:lnTo>
                  <a:lnTo>
                    <a:pt x="2948188" y="231297"/>
                  </a:lnTo>
                  <a:lnTo>
                    <a:pt x="2954447" y="231297"/>
                  </a:lnTo>
                  <a:lnTo>
                    <a:pt x="2960707" y="231297"/>
                  </a:lnTo>
                  <a:lnTo>
                    <a:pt x="2966966" y="231297"/>
                  </a:lnTo>
                  <a:lnTo>
                    <a:pt x="2973226" y="231297"/>
                  </a:lnTo>
                  <a:lnTo>
                    <a:pt x="2979485" y="231297"/>
                  </a:lnTo>
                  <a:lnTo>
                    <a:pt x="2985744" y="231297"/>
                  </a:lnTo>
                  <a:lnTo>
                    <a:pt x="2992004" y="231297"/>
                  </a:lnTo>
                  <a:lnTo>
                    <a:pt x="2998263" y="231297"/>
                  </a:lnTo>
                  <a:lnTo>
                    <a:pt x="3004523" y="231297"/>
                  </a:lnTo>
                  <a:lnTo>
                    <a:pt x="3010782" y="231297"/>
                  </a:lnTo>
                  <a:lnTo>
                    <a:pt x="3017042" y="231297"/>
                  </a:lnTo>
                  <a:lnTo>
                    <a:pt x="3023301" y="231297"/>
                  </a:lnTo>
                  <a:lnTo>
                    <a:pt x="3029560" y="231297"/>
                  </a:lnTo>
                  <a:lnTo>
                    <a:pt x="3035820" y="231297"/>
                  </a:lnTo>
                  <a:lnTo>
                    <a:pt x="3042079" y="231297"/>
                  </a:lnTo>
                  <a:lnTo>
                    <a:pt x="3048339" y="231297"/>
                  </a:lnTo>
                  <a:lnTo>
                    <a:pt x="3054598" y="231297"/>
                  </a:lnTo>
                  <a:lnTo>
                    <a:pt x="3060858" y="231297"/>
                  </a:lnTo>
                  <a:lnTo>
                    <a:pt x="3067117" y="231297"/>
                  </a:lnTo>
                  <a:lnTo>
                    <a:pt x="3073376" y="231297"/>
                  </a:lnTo>
                  <a:lnTo>
                    <a:pt x="3079636" y="231297"/>
                  </a:lnTo>
                  <a:lnTo>
                    <a:pt x="3085895" y="231297"/>
                  </a:lnTo>
                  <a:lnTo>
                    <a:pt x="3092155" y="231297"/>
                  </a:lnTo>
                  <a:lnTo>
                    <a:pt x="3098414" y="231297"/>
                  </a:lnTo>
                  <a:lnTo>
                    <a:pt x="3104674" y="231297"/>
                  </a:lnTo>
                  <a:lnTo>
                    <a:pt x="3110933" y="231297"/>
                  </a:lnTo>
                  <a:lnTo>
                    <a:pt x="3117192" y="231297"/>
                  </a:lnTo>
                  <a:lnTo>
                    <a:pt x="3123452" y="231297"/>
                  </a:lnTo>
                  <a:lnTo>
                    <a:pt x="3129711" y="231297"/>
                  </a:lnTo>
                  <a:lnTo>
                    <a:pt x="3135971" y="231297"/>
                  </a:lnTo>
                  <a:lnTo>
                    <a:pt x="3142230" y="231297"/>
                  </a:lnTo>
                  <a:lnTo>
                    <a:pt x="3148489" y="231297"/>
                  </a:lnTo>
                  <a:lnTo>
                    <a:pt x="3154749" y="231297"/>
                  </a:lnTo>
                  <a:lnTo>
                    <a:pt x="3161008" y="231297"/>
                  </a:lnTo>
                  <a:lnTo>
                    <a:pt x="3167268" y="231297"/>
                  </a:lnTo>
                  <a:lnTo>
                    <a:pt x="3173527" y="231297"/>
                  </a:lnTo>
                  <a:lnTo>
                    <a:pt x="3179787" y="231297"/>
                  </a:lnTo>
                  <a:lnTo>
                    <a:pt x="3186046" y="231297"/>
                  </a:lnTo>
                  <a:lnTo>
                    <a:pt x="3192305" y="231297"/>
                  </a:lnTo>
                  <a:lnTo>
                    <a:pt x="3198565" y="231297"/>
                  </a:lnTo>
                  <a:lnTo>
                    <a:pt x="3192305" y="231297"/>
                  </a:lnTo>
                  <a:lnTo>
                    <a:pt x="3186046" y="231297"/>
                  </a:lnTo>
                  <a:lnTo>
                    <a:pt x="3179787" y="231297"/>
                  </a:lnTo>
                  <a:lnTo>
                    <a:pt x="3173527" y="231297"/>
                  </a:lnTo>
                  <a:lnTo>
                    <a:pt x="3167268" y="231297"/>
                  </a:lnTo>
                  <a:lnTo>
                    <a:pt x="3161008" y="231297"/>
                  </a:lnTo>
                  <a:lnTo>
                    <a:pt x="3154749" y="231297"/>
                  </a:lnTo>
                  <a:lnTo>
                    <a:pt x="3148489" y="231297"/>
                  </a:lnTo>
                  <a:lnTo>
                    <a:pt x="3142230" y="231297"/>
                  </a:lnTo>
                  <a:lnTo>
                    <a:pt x="3135971" y="231297"/>
                  </a:lnTo>
                  <a:lnTo>
                    <a:pt x="3129711" y="231297"/>
                  </a:lnTo>
                  <a:lnTo>
                    <a:pt x="3123452" y="231297"/>
                  </a:lnTo>
                  <a:lnTo>
                    <a:pt x="3117192" y="231297"/>
                  </a:lnTo>
                  <a:lnTo>
                    <a:pt x="3110933" y="231297"/>
                  </a:lnTo>
                  <a:lnTo>
                    <a:pt x="3104674" y="231297"/>
                  </a:lnTo>
                  <a:lnTo>
                    <a:pt x="3098414" y="231297"/>
                  </a:lnTo>
                  <a:lnTo>
                    <a:pt x="3092155" y="231297"/>
                  </a:lnTo>
                  <a:lnTo>
                    <a:pt x="3085895" y="231297"/>
                  </a:lnTo>
                  <a:lnTo>
                    <a:pt x="3079636" y="231297"/>
                  </a:lnTo>
                  <a:lnTo>
                    <a:pt x="3073376" y="231297"/>
                  </a:lnTo>
                  <a:lnTo>
                    <a:pt x="3067117" y="231297"/>
                  </a:lnTo>
                  <a:lnTo>
                    <a:pt x="3060858" y="231297"/>
                  </a:lnTo>
                  <a:lnTo>
                    <a:pt x="3054598" y="231297"/>
                  </a:lnTo>
                  <a:lnTo>
                    <a:pt x="3048339" y="231297"/>
                  </a:lnTo>
                  <a:lnTo>
                    <a:pt x="3042079" y="231297"/>
                  </a:lnTo>
                  <a:lnTo>
                    <a:pt x="3035820" y="231297"/>
                  </a:lnTo>
                  <a:lnTo>
                    <a:pt x="3029560" y="231297"/>
                  </a:lnTo>
                  <a:lnTo>
                    <a:pt x="3023301" y="231297"/>
                  </a:lnTo>
                  <a:lnTo>
                    <a:pt x="3017042" y="231297"/>
                  </a:lnTo>
                  <a:lnTo>
                    <a:pt x="3010782" y="231297"/>
                  </a:lnTo>
                  <a:lnTo>
                    <a:pt x="3004523" y="231297"/>
                  </a:lnTo>
                  <a:lnTo>
                    <a:pt x="2998263" y="231297"/>
                  </a:lnTo>
                  <a:lnTo>
                    <a:pt x="2992004" y="231297"/>
                  </a:lnTo>
                  <a:lnTo>
                    <a:pt x="2985744" y="231297"/>
                  </a:lnTo>
                  <a:lnTo>
                    <a:pt x="2979485" y="231297"/>
                  </a:lnTo>
                  <a:lnTo>
                    <a:pt x="2973226" y="231297"/>
                  </a:lnTo>
                  <a:lnTo>
                    <a:pt x="2966966" y="231297"/>
                  </a:lnTo>
                  <a:lnTo>
                    <a:pt x="2960707" y="231297"/>
                  </a:lnTo>
                  <a:lnTo>
                    <a:pt x="2954447" y="231297"/>
                  </a:lnTo>
                  <a:lnTo>
                    <a:pt x="2948188" y="231297"/>
                  </a:lnTo>
                  <a:lnTo>
                    <a:pt x="2941929" y="231297"/>
                  </a:lnTo>
                  <a:lnTo>
                    <a:pt x="2935669" y="231297"/>
                  </a:lnTo>
                  <a:lnTo>
                    <a:pt x="2929410" y="231297"/>
                  </a:lnTo>
                  <a:lnTo>
                    <a:pt x="2923150" y="231297"/>
                  </a:lnTo>
                  <a:lnTo>
                    <a:pt x="2916891" y="231297"/>
                  </a:lnTo>
                  <a:lnTo>
                    <a:pt x="2910631" y="231297"/>
                  </a:lnTo>
                  <a:lnTo>
                    <a:pt x="2904372" y="231297"/>
                  </a:lnTo>
                  <a:lnTo>
                    <a:pt x="2898113" y="231297"/>
                  </a:lnTo>
                  <a:lnTo>
                    <a:pt x="2891853" y="231297"/>
                  </a:lnTo>
                  <a:lnTo>
                    <a:pt x="2885594" y="231297"/>
                  </a:lnTo>
                  <a:lnTo>
                    <a:pt x="2879334" y="231297"/>
                  </a:lnTo>
                  <a:lnTo>
                    <a:pt x="2873075" y="231297"/>
                  </a:lnTo>
                  <a:lnTo>
                    <a:pt x="2866815" y="231297"/>
                  </a:lnTo>
                  <a:lnTo>
                    <a:pt x="2860556" y="231297"/>
                  </a:lnTo>
                  <a:lnTo>
                    <a:pt x="2854297" y="231297"/>
                  </a:lnTo>
                  <a:lnTo>
                    <a:pt x="2848037" y="231297"/>
                  </a:lnTo>
                  <a:lnTo>
                    <a:pt x="2841778" y="231297"/>
                  </a:lnTo>
                  <a:lnTo>
                    <a:pt x="2835518" y="231297"/>
                  </a:lnTo>
                  <a:lnTo>
                    <a:pt x="2829259" y="231297"/>
                  </a:lnTo>
                  <a:lnTo>
                    <a:pt x="2822999" y="231297"/>
                  </a:lnTo>
                  <a:lnTo>
                    <a:pt x="2816740" y="231297"/>
                  </a:lnTo>
                  <a:lnTo>
                    <a:pt x="2810481" y="231297"/>
                  </a:lnTo>
                  <a:lnTo>
                    <a:pt x="2804221" y="231297"/>
                  </a:lnTo>
                  <a:lnTo>
                    <a:pt x="2797962" y="231297"/>
                  </a:lnTo>
                  <a:lnTo>
                    <a:pt x="2791702" y="231297"/>
                  </a:lnTo>
                  <a:lnTo>
                    <a:pt x="2785443" y="231297"/>
                  </a:lnTo>
                  <a:lnTo>
                    <a:pt x="2779184" y="231297"/>
                  </a:lnTo>
                  <a:lnTo>
                    <a:pt x="2772924" y="231297"/>
                  </a:lnTo>
                  <a:lnTo>
                    <a:pt x="2766665" y="231297"/>
                  </a:lnTo>
                  <a:lnTo>
                    <a:pt x="2760405" y="231297"/>
                  </a:lnTo>
                  <a:lnTo>
                    <a:pt x="2754146" y="231297"/>
                  </a:lnTo>
                  <a:lnTo>
                    <a:pt x="2747886" y="231297"/>
                  </a:lnTo>
                  <a:lnTo>
                    <a:pt x="2741627" y="231297"/>
                  </a:lnTo>
                  <a:lnTo>
                    <a:pt x="2735368" y="231297"/>
                  </a:lnTo>
                  <a:lnTo>
                    <a:pt x="2729108" y="231297"/>
                  </a:lnTo>
                  <a:lnTo>
                    <a:pt x="2722849" y="231297"/>
                  </a:lnTo>
                  <a:lnTo>
                    <a:pt x="2716589" y="231297"/>
                  </a:lnTo>
                  <a:lnTo>
                    <a:pt x="2710330" y="231297"/>
                  </a:lnTo>
                  <a:lnTo>
                    <a:pt x="2704070" y="231297"/>
                  </a:lnTo>
                  <a:lnTo>
                    <a:pt x="2697811" y="231297"/>
                  </a:lnTo>
                  <a:lnTo>
                    <a:pt x="2691552" y="231297"/>
                  </a:lnTo>
                  <a:lnTo>
                    <a:pt x="2685292" y="231297"/>
                  </a:lnTo>
                  <a:lnTo>
                    <a:pt x="2679033" y="231297"/>
                  </a:lnTo>
                  <a:lnTo>
                    <a:pt x="2672773" y="231297"/>
                  </a:lnTo>
                  <a:lnTo>
                    <a:pt x="2666514" y="231297"/>
                  </a:lnTo>
                  <a:lnTo>
                    <a:pt x="2660254" y="231297"/>
                  </a:lnTo>
                  <a:lnTo>
                    <a:pt x="2653995" y="231297"/>
                  </a:lnTo>
                  <a:lnTo>
                    <a:pt x="2647736" y="231297"/>
                  </a:lnTo>
                  <a:lnTo>
                    <a:pt x="2641476" y="231297"/>
                  </a:lnTo>
                  <a:lnTo>
                    <a:pt x="2635217" y="231297"/>
                  </a:lnTo>
                  <a:lnTo>
                    <a:pt x="2628957" y="231297"/>
                  </a:lnTo>
                  <a:lnTo>
                    <a:pt x="2622698" y="231297"/>
                  </a:lnTo>
                  <a:lnTo>
                    <a:pt x="2616438" y="231297"/>
                  </a:lnTo>
                  <a:lnTo>
                    <a:pt x="2610179" y="231297"/>
                  </a:lnTo>
                  <a:lnTo>
                    <a:pt x="2603920" y="231297"/>
                  </a:lnTo>
                  <a:lnTo>
                    <a:pt x="2597660" y="231297"/>
                  </a:lnTo>
                  <a:lnTo>
                    <a:pt x="2591401" y="231297"/>
                  </a:lnTo>
                  <a:lnTo>
                    <a:pt x="2585141" y="231297"/>
                  </a:lnTo>
                  <a:lnTo>
                    <a:pt x="2578882" y="231297"/>
                  </a:lnTo>
                  <a:lnTo>
                    <a:pt x="2572623" y="231297"/>
                  </a:lnTo>
                  <a:lnTo>
                    <a:pt x="2566363" y="231297"/>
                  </a:lnTo>
                  <a:lnTo>
                    <a:pt x="2560104" y="231297"/>
                  </a:lnTo>
                  <a:lnTo>
                    <a:pt x="2553844" y="231297"/>
                  </a:lnTo>
                  <a:lnTo>
                    <a:pt x="2547585" y="231297"/>
                  </a:lnTo>
                  <a:lnTo>
                    <a:pt x="2541325" y="231297"/>
                  </a:lnTo>
                  <a:lnTo>
                    <a:pt x="2535066" y="231297"/>
                  </a:lnTo>
                  <a:lnTo>
                    <a:pt x="2528807" y="231297"/>
                  </a:lnTo>
                  <a:lnTo>
                    <a:pt x="2522547" y="231297"/>
                  </a:lnTo>
                  <a:lnTo>
                    <a:pt x="2516288" y="231297"/>
                  </a:lnTo>
                  <a:lnTo>
                    <a:pt x="2510028" y="231297"/>
                  </a:lnTo>
                  <a:lnTo>
                    <a:pt x="2503769" y="231297"/>
                  </a:lnTo>
                  <a:lnTo>
                    <a:pt x="2497509" y="231297"/>
                  </a:lnTo>
                  <a:lnTo>
                    <a:pt x="2491250" y="231297"/>
                  </a:lnTo>
                  <a:lnTo>
                    <a:pt x="2484991" y="231297"/>
                  </a:lnTo>
                  <a:lnTo>
                    <a:pt x="2478731" y="231297"/>
                  </a:lnTo>
                  <a:lnTo>
                    <a:pt x="2472472" y="231297"/>
                  </a:lnTo>
                  <a:lnTo>
                    <a:pt x="2466212" y="231297"/>
                  </a:lnTo>
                  <a:lnTo>
                    <a:pt x="2459953" y="231297"/>
                  </a:lnTo>
                  <a:lnTo>
                    <a:pt x="2453693" y="231297"/>
                  </a:lnTo>
                  <a:lnTo>
                    <a:pt x="2447434" y="231297"/>
                  </a:lnTo>
                  <a:lnTo>
                    <a:pt x="2441175" y="231297"/>
                  </a:lnTo>
                  <a:lnTo>
                    <a:pt x="2434915" y="231297"/>
                  </a:lnTo>
                  <a:lnTo>
                    <a:pt x="2428656" y="231297"/>
                  </a:lnTo>
                  <a:lnTo>
                    <a:pt x="2422396" y="231297"/>
                  </a:lnTo>
                  <a:lnTo>
                    <a:pt x="2416137" y="231297"/>
                  </a:lnTo>
                  <a:lnTo>
                    <a:pt x="2409878" y="231297"/>
                  </a:lnTo>
                  <a:lnTo>
                    <a:pt x="2403618" y="231297"/>
                  </a:lnTo>
                  <a:lnTo>
                    <a:pt x="2397359" y="231297"/>
                  </a:lnTo>
                  <a:lnTo>
                    <a:pt x="2391099" y="231297"/>
                  </a:lnTo>
                  <a:lnTo>
                    <a:pt x="2384840" y="231297"/>
                  </a:lnTo>
                  <a:lnTo>
                    <a:pt x="2378580" y="231297"/>
                  </a:lnTo>
                  <a:lnTo>
                    <a:pt x="2372321" y="231297"/>
                  </a:lnTo>
                  <a:lnTo>
                    <a:pt x="2366062" y="231297"/>
                  </a:lnTo>
                  <a:lnTo>
                    <a:pt x="2359802" y="231297"/>
                  </a:lnTo>
                  <a:lnTo>
                    <a:pt x="2353543" y="231297"/>
                  </a:lnTo>
                  <a:lnTo>
                    <a:pt x="2347283" y="231297"/>
                  </a:lnTo>
                  <a:lnTo>
                    <a:pt x="2341024" y="231297"/>
                  </a:lnTo>
                  <a:lnTo>
                    <a:pt x="2334764" y="231297"/>
                  </a:lnTo>
                  <a:lnTo>
                    <a:pt x="2328505" y="231297"/>
                  </a:lnTo>
                  <a:lnTo>
                    <a:pt x="2322246" y="231297"/>
                  </a:lnTo>
                  <a:lnTo>
                    <a:pt x="2315986" y="231297"/>
                  </a:lnTo>
                  <a:lnTo>
                    <a:pt x="2309727" y="231297"/>
                  </a:lnTo>
                  <a:lnTo>
                    <a:pt x="2303467" y="231297"/>
                  </a:lnTo>
                  <a:lnTo>
                    <a:pt x="2297208" y="231297"/>
                  </a:lnTo>
                  <a:lnTo>
                    <a:pt x="2290948" y="231297"/>
                  </a:lnTo>
                  <a:lnTo>
                    <a:pt x="2284689" y="231297"/>
                  </a:lnTo>
                  <a:lnTo>
                    <a:pt x="2278430" y="231297"/>
                  </a:lnTo>
                  <a:lnTo>
                    <a:pt x="2272170" y="231297"/>
                  </a:lnTo>
                  <a:lnTo>
                    <a:pt x="2265911" y="231297"/>
                  </a:lnTo>
                  <a:lnTo>
                    <a:pt x="2259651" y="231297"/>
                  </a:lnTo>
                  <a:lnTo>
                    <a:pt x="2253392" y="231297"/>
                  </a:lnTo>
                  <a:lnTo>
                    <a:pt x="2247133" y="231297"/>
                  </a:lnTo>
                  <a:lnTo>
                    <a:pt x="2240873" y="231297"/>
                  </a:lnTo>
                  <a:lnTo>
                    <a:pt x="2234614" y="231297"/>
                  </a:lnTo>
                  <a:lnTo>
                    <a:pt x="2228354" y="231297"/>
                  </a:lnTo>
                  <a:lnTo>
                    <a:pt x="2222095" y="231297"/>
                  </a:lnTo>
                  <a:lnTo>
                    <a:pt x="2215835" y="231297"/>
                  </a:lnTo>
                  <a:lnTo>
                    <a:pt x="2209576" y="231297"/>
                  </a:lnTo>
                  <a:lnTo>
                    <a:pt x="2203317" y="231297"/>
                  </a:lnTo>
                  <a:lnTo>
                    <a:pt x="2197057" y="231297"/>
                  </a:lnTo>
                  <a:lnTo>
                    <a:pt x="2190798" y="231297"/>
                  </a:lnTo>
                  <a:lnTo>
                    <a:pt x="2184538" y="231297"/>
                  </a:lnTo>
                  <a:lnTo>
                    <a:pt x="2178279" y="231297"/>
                  </a:lnTo>
                  <a:lnTo>
                    <a:pt x="2172019" y="231297"/>
                  </a:lnTo>
                  <a:lnTo>
                    <a:pt x="2165760" y="231297"/>
                  </a:lnTo>
                  <a:lnTo>
                    <a:pt x="2159501" y="231297"/>
                  </a:lnTo>
                  <a:lnTo>
                    <a:pt x="2153241" y="231297"/>
                  </a:lnTo>
                  <a:lnTo>
                    <a:pt x="2146982" y="231297"/>
                  </a:lnTo>
                  <a:lnTo>
                    <a:pt x="2140722" y="231297"/>
                  </a:lnTo>
                  <a:lnTo>
                    <a:pt x="2134463" y="231297"/>
                  </a:lnTo>
                  <a:lnTo>
                    <a:pt x="2128203" y="231297"/>
                  </a:lnTo>
                  <a:lnTo>
                    <a:pt x="2121944" y="231297"/>
                  </a:lnTo>
                  <a:lnTo>
                    <a:pt x="2115685" y="231297"/>
                  </a:lnTo>
                  <a:lnTo>
                    <a:pt x="2109425" y="231297"/>
                  </a:lnTo>
                  <a:lnTo>
                    <a:pt x="2103166" y="231297"/>
                  </a:lnTo>
                  <a:lnTo>
                    <a:pt x="2096906" y="231297"/>
                  </a:lnTo>
                  <a:lnTo>
                    <a:pt x="2090647" y="231297"/>
                  </a:lnTo>
                  <a:lnTo>
                    <a:pt x="2084388" y="231297"/>
                  </a:lnTo>
                  <a:lnTo>
                    <a:pt x="2078128" y="231297"/>
                  </a:lnTo>
                  <a:lnTo>
                    <a:pt x="2071869" y="231297"/>
                  </a:lnTo>
                  <a:lnTo>
                    <a:pt x="2065609" y="231297"/>
                  </a:lnTo>
                  <a:lnTo>
                    <a:pt x="2059350" y="231297"/>
                  </a:lnTo>
                  <a:lnTo>
                    <a:pt x="2053090" y="231297"/>
                  </a:lnTo>
                  <a:lnTo>
                    <a:pt x="2046831" y="231297"/>
                  </a:lnTo>
                  <a:lnTo>
                    <a:pt x="2040572" y="231297"/>
                  </a:lnTo>
                  <a:lnTo>
                    <a:pt x="2034312" y="231297"/>
                  </a:lnTo>
                  <a:lnTo>
                    <a:pt x="2028053" y="231297"/>
                  </a:lnTo>
                  <a:lnTo>
                    <a:pt x="2021793" y="231297"/>
                  </a:lnTo>
                  <a:lnTo>
                    <a:pt x="2015534" y="231297"/>
                  </a:lnTo>
                  <a:lnTo>
                    <a:pt x="2009274" y="231297"/>
                  </a:lnTo>
                  <a:lnTo>
                    <a:pt x="2003015" y="231297"/>
                  </a:lnTo>
                  <a:lnTo>
                    <a:pt x="1996756" y="231297"/>
                  </a:lnTo>
                  <a:lnTo>
                    <a:pt x="1990496" y="231297"/>
                  </a:lnTo>
                  <a:lnTo>
                    <a:pt x="1984237" y="231297"/>
                  </a:lnTo>
                  <a:lnTo>
                    <a:pt x="1977977" y="231297"/>
                  </a:lnTo>
                  <a:lnTo>
                    <a:pt x="1971718" y="231297"/>
                  </a:lnTo>
                  <a:lnTo>
                    <a:pt x="1965458" y="231297"/>
                  </a:lnTo>
                  <a:lnTo>
                    <a:pt x="1959199" y="231297"/>
                  </a:lnTo>
                  <a:lnTo>
                    <a:pt x="1952940" y="231297"/>
                  </a:lnTo>
                  <a:lnTo>
                    <a:pt x="1946680" y="231297"/>
                  </a:lnTo>
                  <a:lnTo>
                    <a:pt x="1940421" y="231297"/>
                  </a:lnTo>
                  <a:lnTo>
                    <a:pt x="1934161" y="231297"/>
                  </a:lnTo>
                  <a:lnTo>
                    <a:pt x="1927902" y="231297"/>
                  </a:lnTo>
                  <a:lnTo>
                    <a:pt x="1921642" y="231297"/>
                  </a:lnTo>
                  <a:lnTo>
                    <a:pt x="1915383" y="231297"/>
                  </a:lnTo>
                  <a:lnTo>
                    <a:pt x="1909124" y="231297"/>
                  </a:lnTo>
                  <a:lnTo>
                    <a:pt x="1902864" y="231297"/>
                  </a:lnTo>
                  <a:lnTo>
                    <a:pt x="1896605" y="231297"/>
                  </a:lnTo>
                  <a:lnTo>
                    <a:pt x="1890345" y="231297"/>
                  </a:lnTo>
                  <a:lnTo>
                    <a:pt x="1884086" y="231297"/>
                  </a:lnTo>
                  <a:lnTo>
                    <a:pt x="1877827" y="231297"/>
                  </a:lnTo>
                  <a:lnTo>
                    <a:pt x="1871567" y="231297"/>
                  </a:lnTo>
                  <a:lnTo>
                    <a:pt x="1865308" y="231297"/>
                  </a:lnTo>
                  <a:lnTo>
                    <a:pt x="1859048" y="231297"/>
                  </a:lnTo>
                  <a:lnTo>
                    <a:pt x="1852789" y="231297"/>
                  </a:lnTo>
                  <a:lnTo>
                    <a:pt x="1846529" y="231297"/>
                  </a:lnTo>
                  <a:lnTo>
                    <a:pt x="1840270" y="231297"/>
                  </a:lnTo>
                  <a:lnTo>
                    <a:pt x="1834011" y="231297"/>
                  </a:lnTo>
                  <a:lnTo>
                    <a:pt x="1827751" y="231297"/>
                  </a:lnTo>
                  <a:lnTo>
                    <a:pt x="1821492" y="231297"/>
                  </a:lnTo>
                  <a:lnTo>
                    <a:pt x="1815232" y="231297"/>
                  </a:lnTo>
                  <a:lnTo>
                    <a:pt x="1808973" y="231297"/>
                  </a:lnTo>
                  <a:lnTo>
                    <a:pt x="1802713" y="231297"/>
                  </a:lnTo>
                  <a:lnTo>
                    <a:pt x="1796454" y="231297"/>
                  </a:lnTo>
                  <a:lnTo>
                    <a:pt x="1790195" y="231297"/>
                  </a:lnTo>
                  <a:lnTo>
                    <a:pt x="1783935" y="231297"/>
                  </a:lnTo>
                  <a:lnTo>
                    <a:pt x="1777676" y="231297"/>
                  </a:lnTo>
                  <a:lnTo>
                    <a:pt x="1771416" y="231297"/>
                  </a:lnTo>
                  <a:lnTo>
                    <a:pt x="1765157" y="231297"/>
                  </a:lnTo>
                  <a:lnTo>
                    <a:pt x="1758897" y="231297"/>
                  </a:lnTo>
                  <a:lnTo>
                    <a:pt x="1752638" y="231297"/>
                  </a:lnTo>
                  <a:lnTo>
                    <a:pt x="1746379" y="231297"/>
                  </a:lnTo>
                  <a:lnTo>
                    <a:pt x="1740119" y="231297"/>
                  </a:lnTo>
                  <a:lnTo>
                    <a:pt x="1733860" y="231297"/>
                  </a:lnTo>
                  <a:lnTo>
                    <a:pt x="1727600" y="231297"/>
                  </a:lnTo>
                  <a:lnTo>
                    <a:pt x="1721341" y="231297"/>
                  </a:lnTo>
                  <a:lnTo>
                    <a:pt x="1715082" y="231297"/>
                  </a:lnTo>
                  <a:lnTo>
                    <a:pt x="1708822" y="231297"/>
                  </a:lnTo>
                  <a:lnTo>
                    <a:pt x="1702563" y="231297"/>
                  </a:lnTo>
                  <a:lnTo>
                    <a:pt x="1696303" y="231297"/>
                  </a:lnTo>
                  <a:lnTo>
                    <a:pt x="1690044" y="231297"/>
                  </a:lnTo>
                  <a:lnTo>
                    <a:pt x="1683784" y="231297"/>
                  </a:lnTo>
                  <a:lnTo>
                    <a:pt x="1677525" y="231297"/>
                  </a:lnTo>
                  <a:lnTo>
                    <a:pt x="1671266" y="231297"/>
                  </a:lnTo>
                  <a:lnTo>
                    <a:pt x="1665006" y="231297"/>
                  </a:lnTo>
                  <a:lnTo>
                    <a:pt x="1658747" y="231297"/>
                  </a:lnTo>
                  <a:lnTo>
                    <a:pt x="1652487" y="231297"/>
                  </a:lnTo>
                  <a:lnTo>
                    <a:pt x="1646228" y="231297"/>
                  </a:lnTo>
                  <a:lnTo>
                    <a:pt x="1639968" y="231297"/>
                  </a:lnTo>
                  <a:lnTo>
                    <a:pt x="1633709" y="231297"/>
                  </a:lnTo>
                  <a:lnTo>
                    <a:pt x="1627450" y="231297"/>
                  </a:lnTo>
                  <a:lnTo>
                    <a:pt x="1621190" y="231297"/>
                  </a:lnTo>
                  <a:lnTo>
                    <a:pt x="1614931" y="231297"/>
                  </a:lnTo>
                  <a:lnTo>
                    <a:pt x="1608671" y="231297"/>
                  </a:lnTo>
                  <a:lnTo>
                    <a:pt x="1602412" y="231297"/>
                  </a:lnTo>
                  <a:lnTo>
                    <a:pt x="1596152" y="231297"/>
                  </a:lnTo>
                  <a:lnTo>
                    <a:pt x="1589893" y="231297"/>
                  </a:lnTo>
                  <a:lnTo>
                    <a:pt x="1583634" y="231297"/>
                  </a:lnTo>
                  <a:lnTo>
                    <a:pt x="1577374" y="231297"/>
                  </a:lnTo>
                  <a:lnTo>
                    <a:pt x="1571115" y="231297"/>
                  </a:lnTo>
                  <a:lnTo>
                    <a:pt x="1564855" y="231297"/>
                  </a:lnTo>
                  <a:lnTo>
                    <a:pt x="1558596" y="231297"/>
                  </a:lnTo>
                  <a:lnTo>
                    <a:pt x="1552337" y="231297"/>
                  </a:lnTo>
                  <a:lnTo>
                    <a:pt x="1546077" y="231297"/>
                  </a:lnTo>
                  <a:lnTo>
                    <a:pt x="1539818" y="231297"/>
                  </a:lnTo>
                  <a:lnTo>
                    <a:pt x="1533558" y="231297"/>
                  </a:lnTo>
                  <a:lnTo>
                    <a:pt x="1527299" y="231297"/>
                  </a:lnTo>
                  <a:lnTo>
                    <a:pt x="1521039" y="231297"/>
                  </a:lnTo>
                  <a:lnTo>
                    <a:pt x="1514780" y="231297"/>
                  </a:lnTo>
                  <a:lnTo>
                    <a:pt x="1508521" y="231297"/>
                  </a:lnTo>
                  <a:lnTo>
                    <a:pt x="1502261" y="231297"/>
                  </a:lnTo>
                  <a:lnTo>
                    <a:pt x="1496002" y="231297"/>
                  </a:lnTo>
                  <a:lnTo>
                    <a:pt x="1489742" y="231297"/>
                  </a:lnTo>
                  <a:lnTo>
                    <a:pt x="1483483" y="231297"/>
                  </a:lnTo>
                  <a:lnTo>
                    <a:pt x="1477223" y="231297"/>
                  </a:lnTo>
                  <a:lnTo>
                    <a:pt x="1470964" y="231297"/>
                  </a:lnTo>
                  <a:lnTo>
                    <a:pt x="1464705" y="231297"/>
                  </a:lnTo>
                  <a:lnTo>
                    <a:pt x="1458445" y="231297"/>
                  </a:lnTo>
                  <a:lnTo>
                    <a:pt x="1452186" y="231297"/>
                  </a:lnTo>
                  <a:lnTo>
                    <a:pt x="1445926" y="231297"/>
                  </a:lnTo>
                  <a:lnTo>
                    <a:pt x="1439667" y="231297"/>
                  </a:lnTo>
                  <a:lnTo>
                    <a:pt x="1433407" y="231297"/>
                  </a:lnTo>
                  <a:lnTo>
                    <a:pt x="1427148" y="231297"/>
                  </a:lnTo>
                  <a:lnTo>
                    <a:pt x="1420889" y="231297"/>
                  </a:lnTo>
                  <a:lnTo>
                    <a:pt x="1414629" y="231297"/>
                  </a:lnTo>
                  <a:lnTo>
                    <a:pt x="1408370" y="231297"/>
                  </a:lnTo>
                  <a:lnTo>
                    <a:pt x="1402110" y="231297"/>
                  </a:lnTo>
                  <a:lnTo>
                    <a:pt x="1395851" y="231297"/>
                  </a:lnTo>
                  <a:lnTo>
                    <a:pt x="1389592" y="231297"/>
                  </a:lnTo>
                  <a:lnTo>
                    <a:pt x="1383332" y="231297"/>
                  </a:lnTo>
                  <a:lnTo>
                    <a:pt x="1377073" y="231297"/>
                  </a:lnTo>
                  <a:lnTo>
                    <a:pt x="1370813" y="231297"/>
                  </a:lnTo>
                  <a:lnTo>
                    <a:pt x="1364554" y="231297"/>
                  </a:lnTo>
                  <a:lnTo>
                    <a:pt x="1358294" y="231297"/>
                  </a:lnTo>
                  <a:lnTo>
                    <a:pt x="1352035" y="231297"/>
                  </a:lnTo>
                  <a:lnTo>
                    <a:pt x="1345776" y="231297"/>
                  </a:lnTo>
                  <a:lnTo>
                    <a:pt x="1339516" y="231297"/>
                  </a:lnTo>
                  <a:lnTo>
                    <a:pt x="1333257" y="231297"/>
                  </a:lnTo>
                  <a:lnTo>
                    <a:pt x="1326997" y="231297"/>
                  </a:lnTo>
                  <a:lnTo>
                    <a:pt x="1320738" y="231297"/>
                  </a:lnTo>
                  <a:lnTo>
                    <a:pt x="1314478" y="231297"/>
                  </a:lnTo>
                  <a:lnTo>
                    <a:pt x="1308219" y="231297"/>
                  </a:lnTo>
                  <a:lnTo>
                    <a:pt x="1301960" y="231297"/>
                  </a:lnTo>
                  <a:lnTo>
                    <a:pt x="1295700" y="231297"/>
                  </a:lnTo>
                  <a:lnTo>
                    <a:pt x="1289441" y="231297"/>
                  </a:lnTo>
                  <a:lnTo>
                    <a:pt x="1283181" y="231297"/>
                  </a:lnTo>
                  <a:lnTo>
                    <a:pt x="1276922" y="231297"/>
                  </a:lnTo>
                  <a:lnTo>
                    <a:pt x="1270662" y="231297"/>
                  </a:lnTo>
                  <a:lnTo>
                    <a:pt x="1264403" y="231297"/>
                  </a:lnTo>
                  <a:lnTo>
                    <a:pt x="1258144" y="231297"/>
                  </a:lnTo>
                  <a:lnTo>
                    <a:pt x="1251884" y="231297"/>
                  </a:lnTo>
                  <a:lnTo>
                    <a:pt x="1245625" y="231297"/>
                  </a:lnTo>
                  <a:lnTo>
                    <a:pt x="1239365" y="231297"/>
                  </a:lnTo>
                  <a:lnTo>
                    <a:pt x="1233106" y="231297"/>
                  </a:lnTo>
                  <a:lnTo>
                    <a:pt x="1226846" y="231297"/>
                  </a:lnTo>
                  <a:lnTo>
                    <a:pt x="1220587" y="231297"/>
                  </a:lnTo>
                  <a:lnTo>
                    <a:pt x="1214328" y="231297"/>
                  </a:lnTo>
                  <a:lnTo>
                    <a:pt x="1208068" y="231297"/>
                  </a:lnTo>
                  <a:lnTo>
                    <a:pt x="1201809" y="231297"/>
                  </a:lnTo>
                  <a:lnTo>
                    <a:pt x="1195549" y="231297"/>
                  </a:lnTo>
                  <a:lnTo>
                    <a:pt x="1189290" y="231297"/>
                  </a:lnTo>
                  <a:lnTo>
                    <a:pt x="1183031" y="231297"/>
                  </a:lnTo>
                  <a:lnTo>
                    <a:pt x="1176771" y="231297"/>
                  </a:lnTo>
                  <a:lnTo>
                    <a:pt x="1170512" y="231297"/>
                  </a:lnTo>
                  <a:lnTo>
                    <a:pt x="1164252" y="231297"/>
                  </a:lnTo>
                  <a:lnTo>
                    <a:pt x="1157993" y="231297"/>
                  </a:lnTo>
                  <a:lnTo>
                    <a:pt x="1151733" y="231297"/>
                  </a:lnTo>
                  <a:lnTo>
                    <a:pt x="1145474" y="231297"/>
                  </a:lnTo>
                  <a:lnTo>
                    <a:pt x="1139215" y="231297"/>
                  </a:lnTo>
                  <a:lnTo>
                    <a:pt x="1132955" y="231297"/>
                  </a:lnTo>
                  <a:lnTo>
                    <a:pt x="1126696" y="231297"/>
                  </a:lnTo>
                  <a:lnTo>
                    <a:pt x="1120436" y="231297"/>
                  </a:lnTo>
                  <a:lnTo>
                    <a:pt x="1114177" y="231297"/>
                  </a:lnTo>
                  <a:lnTo>
                    <a:pt x="1107917" y="231297"/>
                  </a:lnTo>
                  <a:lnTo>
                    <a:pt x="1101658" y="231297"/>
                  </a:lnTo>
                  <a:lnTo>
                    <a:pt x="1095399" y="231297"/>
                  </a:lnTo>
                  <a:lnTo>
                    <a:pt x="1089139" y="231297"/>
                  </a:lnTo>
                  <a:lnTo>
                    <a:pt x="1082880" y="231297"/>
                  </a:lnTo>
                  <a:lnTo>
                    <a:pt x="1076620" y="231297"/>
                  </a:lnTo>
                  <a:lnTo>
                    <a:pt x="1070361" y="231297"/>
                  </a:lnTo>
                  <a:lnTo>
                    <a:pt x="1064101" y="231297"/>
                  </a:lnTo>
                  <a:lnTo>
                    <a:pt x="1057842" y="231297"/>
                  </a:lnTo>
                  <a:lnTo>
                    <a:pt x="1051583" y="231297"/>
                  </a:lnTo>
                  <a:lnTo>
                    <a:pt x="1045323" y="231297"/>
                  </a:lnTo>
                  <a:lnTo>
                    <a:pt x="1039064" y="231297"/>
                  </a:lnTo>
                  <a:lnTo>
                    <a:pt x="1032804" y="231297"/>
                  </a:lnTo>
                  <a:lnTo>
                    <a:pt x="1026545" y="231297"/>
                  </a:lnTo>
                  <a:lnTo>
                    <a:pt x="1020286" y="231297"/>
                  </a:lnTo>
                  <a:lnTo>
                    <a:pt x="1014026" y="231297"/>
                  </a:lnTo>
                  <a:lnTo>
                    <a:pt x="1007767" y="231297"/>
                  </a:lnTo>
                  <a:lnTo>
                    <a:pt x="1001507" y="231297"/>
                  </a:lnTo>
                  <a:lnTo>
                    <a:pt x="995248" y="231297"/>
                  </a:lnTo>
                  <a:lnTo>
                    <a:pt x="988988" y="231297"/>
                  </a:lnTo>
                  <a:lnTo>
                    <a:pt x="982729" y="231297"/>
                  </a:lnTo>
                  <a:lnTo>
                    <a:pt x="976470" y="231297"/>
                  </a:lnTo>
                  <a:lnTo>
                    <a:pt x="970210" y="231297"/>
                  </a:lnTo>
                  <a:lnTo>
                    <a:pt x="963951" y="231297"/>
                  </a:lnTo>
                  <a:lnTo>
                    <a:pt x="957691" y="231297"/>
                  </a:lnTo>
                  <a:lnTo>
                    <a:pt x="951432" y="231297"/>
                  </a:lnTo>
                  <a:lnTo>
                    <a:pt x="945172" y="231297"/>
                  </a:lnTo>
                  <a:lnTo>
                    <a:pt x="938913" y="231297"/>
                  </a:lnTo>
                  <a:lnTo>
                    <a:pt x="932654" y="231297"/>
                  </a:lnTo>
                  <a:lnTo>
                    <a:pt x="926394" y="231297"/>
                  </a:lnTo>
                  <a:lnTo>
                    <a:pt x="920135" y="231297"/>
                  </a:lnTo>
                  <a:lnTo>
                    <a:pt x="913875" y="231297"/>
                  </a:lnTo>
                  <a:lnTo>
                    <a:pt x="907616" y="231297"/>
                  </a:lnTo>
                  <a:lnTo>
                    <a:pt x="901356" y="231297"/>
                  </a:lnTo>
                  <a:lnTo>
                    <a:pt x="895097" y="231297"/>
                  </a:lnTo>
                  <a:lnTo>
                    <a:pt x="888838" y="231297"/>
                  </a:lnTo>
                  <a:lnTo>
                    <a:pt x="882578" y="231297"/>
                  </a:lnTo>
                  <a:lnTo>
                    <a:pt x="876319" y="231297"/>
                  </a:lnTo>
                  <a:lnTo>
                    <a:pt x="870059" y="231297"/>
                  </a:lnTo>
                  <a:lnTo>
                    <a:pt x="863800" y="231297"/>
                  </a:lnTo>
                  <a:lnTo>
                    <a:pt x="857541" y="231297"/>
                  </a:lnTo>
                  <a:lnTo>
                    <a:pt x="851281" y="231297"/>
                  </a:lnTo>
                  <a:lnTo>
                    <a:pt x="845022" y="231297"/>
                  </a:lnTo>
                  <a:lnTo>
                    <a:pt x="838762" y="231297"/>
                  </a:lnTo>
                  <a:lnTo>
                    <a:pt x="832503" y="231297"/>
                  </a:lnTo>
                  <a:lnTo>
                    <a:pt x="826243" y="231297"/>
                  </a:lnTo>
                  <a:lnTo>
                    <a:pt x="819984" y="231297"/>
                  </a:lnTo>
                  <a:lnTo>
                    <a:pt x="813725" y="231297"/>
                  </a:lnTo>
                  <a:lnTo>
                    <a:pt x="807465" y="231297"/>
                  </a:lnTo>
                  <a:lnTo>
                    <a:pt x="801206" y="231297"/>
                  </a:lnTo>
                  <a:lnTo>
                    <a:pt x="794946" y="231297"/>
                  </a:lnTo>
                  <a:lnTo>
                    <a:pt x="788687" y="231297"/>
                  </a:lnTo>
                  <a:lnTo>
                    <a:pt x="782427" y="231297"/>
                  </a:lnTo>
                  <a:lnTo>
                    <a:pt x="776168" y="231297"/>
                  </a:lnTo>
                  <a:lnTo>
                    <a:pt x="769909" y="231297"/>
                  </a:lnTo>
                  <a:lnTo>
                    <a:pt x="763649" y="231297"/>
                  </a:lnTo>
                  <a:lnTo>
                    <a:pt x="757390" y="231297"/>
                  </a:lnTo>
                  <a:lnTo>
                    <a:pt x="751130" y="231297"/>
                  </a:lnTo>
                  <a:lnTo>
                    <a:pt x="744871" y="231297"/>
                  </a:lnTo>
                  <a:lnTo>
                    <a:pt x="738611" y="231297"/>
                  </a:lnTo>
                  <a:lnTo>
                    <a:pt x="732352" y="231297"/>
                  </a:lnTo>
                  <a:lnTo>
                    <a:pt x="726093" y="231297"/>
                  </a:lnTo>
                  <a:lnTo>
                    <a:pt x="719833" y="231297"/>
                  </a:lnTo>
                  <a:lnTo>
                    <a:pt x="713574" y="231297"/>
                  </a:lnTo>
                  <a:lnTo>
                    <a:pt x="707314" y="231297"/>
                  </a:lnTo>
                  <a:lnTo>
                    <a:pt x="701055" y="231297"/>
                  </a:lnTo>
                  <a:lnTo>
                    <a:pt x="694796" y="231297"/>
                  </a:lnTo>
                  <a:lnTo>
                    <a:pt x="688536" y="231297"/>
                  </a:lnTo>
                  <a:lnTo>
                    <a:pt x="682277" y="231297"/>
                  </a:lnTo>
                  <a:lnTo>
                    <a:pt x="676017" y="231297"/>
                  </a:lnTo>
                  <a:lnTo>
                    <a:pt x="669758" y="231297"/>
                  </a:lnTo>
                  <a:lnTo>
                    <a:pt x="663498" y="231297"/>
                  </a:lnTo>
                  <a:lnTo>
                    <a:pt x="657239" y="231297"/>
                  </a:lnTo>
                  <a:lnTo>
                    <a:pt x="650980" y="231297"/>
                  </a:lnTo>
                  <a:lnTo>
                    <a:pt x="644720" y="231297"/>
                  </a:lnTo>
                  <a:lnTo>
                    <a:pt x="638461" y="231297"/>
                  </a:lnTo>
                  <a:lnTo>
                    <a:pt x="632201" y="231297"/>
                  </a:lnTo>
                  <a:lnTo>
                    <a:pt x="625942" y="231297"/>
                  </a:lnTo>
                  <a:lnTo>
                    <a:pt x="619682" y="231297"/>
                  </a:lnTo>
                  <a:lnTo>
                    <a:pt x="613423" y="231297"/>
                  </a:lnTo>
                  <a:lnTo>
                    <a:pt x="607164" y="231297"/>
                  </a:lnTo>
                  <a:lnTo>
                    <a:pt x="600904" y="231297"/>
                  </a:lnTo>
                  <a:lnTo>
                    <a:pt x="594645" y="231297"/>
                  </a:lnTo>
                  <a:lnTo>
                    <a:pt x="588385" y="231297"/>
                  </a:lnTo>
                  <a:lnTo>
                    <a:pt x="582126" y="231297"/>
                  </a:lnTo>
                  <a:lnTo>
                    <a:pt x="575866" y="231297"/>
                  </a:lnTo>
                  <a:lnTo>
                    <a:pt x="569607" y="231297"/>
                  </a:lnTo>
                  <a:lnTo>
                    <a:pt x="563348" y="231297"/>
                  </a:lnTo>
                  <a:lnTo>
                    <a:pt x="557088" y="231297"/>
                  </a:lnTo>
                  <a:lnTo>
                    <a:pt x="550829" y="231297"/>
                  </a:lnTo>
                  <a:lnTo>
                    <a:pt x="544569" y="231297"/>
                  </a:lnTo>
                  <a:lnTo>
                    <a:pt x="538310" y="231297"/>
                  </a:lnTo>
                  <a:lnTo>
                    <a:pt x="532050" y="231297"/>
                  </a:lnTo>
                  <a:lnTo>
                    <a:pt x="525791" y="231297"/>
                  </a:lnTo>
                  <a:lnTo>
                    <a:pt x="519532" y="231297"/>
                  </a:lnTo>
                  <a:lnTo>
                    <a:pt x="513272" y="231297"/>
                  </a:lnTo>
                  <a:lnTo>
                    <a:pt x="507013" y="231297"/>
                  </a:lnTo>
                  <a:lnTo>
                    <a:pt x="500753" y="231297"/>
                  </a:lnTo>
                  <a:lnTo>
                    <a:pt x="494494" y="231297"/>
                  </a:lnTo>
                  <a:lnTo>
                    <a:pt x="488235" y="231297"/>
                  </a:lnTo>
                  <a:lnTo>
                    <a:pt x="481975" y="231297"/>
                  </a:lnTo>
                  <a:lnTo>
                    <a:pt x="475716" y="231297"/>
                  </a:lnTo>
                  <a:lnTo>
                    <a:pt x="469456" y="231297"/>
                  </a:lnTo>
                  <a:lnTo>
                    <a:pt x="463197" y="231297"/>
                  </a:lnTo>
                  <a:lnTo>
                    <a:pt x="456937" y="231297"/>
                  </a:lnTo>
                  <a:lnTo>
                    <a:pt x="450678" y="231297"/>
                  </a:lnTo>
                  <a:lnTo>
                    <a:pt x="444419" y="231297"/>
                  </a:lnTo>
                  <a:lnTo>
                    <a:pt x="438159" y="231297"/>
                  </a:lnTo>
                  <a:lnTo>
                    <a:pt x="431900" y="231297"/>
                  </a:lnTo>
                  <a:lnTo>
                    <a:pt x="425640" y="231297"/>
                  </a:lnTo>
                  <a:lnTo>
                    <a:pt x="419381" y="231297"/>
                  </a:lnTo>
                  <a:lnTo>
                    <a:pt x="413121" y="231297"/>
                  </a:lnTo>
                  <a:lnTo>
                    <a:pt x="406862" y="231297"/>
                  </a:lnTo>
                  <a:lnTo>
                    <a:pt x="400603" y="231297"/>
                  </a:lnTo>
                  <a:lnTo>
                    <a:pt x="394343" y="231297"/>
                  </a:lnTo>
                  <a:lnTo>
                    <a:pt x="388084" y="231297"/>
                  </a:lnTo>
                  <a:lnTo>
                    <a:pt x="381824" y="231297"/>
                  </a:lnTo>
                  <a:lnTo>
                    <a:pt x="375565" y="231297"/>
                  </a:lnTo>
                  <a:lnTo>
                    <a:pt x="369305" y="231297"/>
                  </a:lnTo>
                  <a:lnTo>
                    <a:pt x="363046" y="231297"/>
                  </a:lnTo>
                  <a:lnTo>
                    <a:pt x="356787" y="231297"/>
                  </a:lnTo>
                  <a:lnTo>
                    <a:pt x="350527" y="231297"/>
                  </a:lnTo>
                  <a:lnTo>
                    <a:pt x="344268" y="231297"/>
                  </a:lnTo>
                  <a:lnTo>
                    <a:pt x="338008" y="231297"/>
                  </a:lnTo>
                  <a:lnTo>
                    <a:pt x="331749" y="231297"/>
                  </a:lnTo>
                  <a:lnTo>
                    <a:pt x="325490" y="231297"/>
                  </a:lnTo>
                  <a:lnTo>
                    <a:pt x="319230" y="231297"/>
                  </a:lnTo>
                  <a:lnTo>
                    <a:pt x="312971" y="231297"/>
                  </a:lnTo>
                  <a:lnTo>
                    <a:pt x="306711" y="231297"/>
                  </a:lnTo>
                  <a:lnTo>
                    <a:pt x="300452" y="231297"/>
                  </a:lnTo>
                  <a:lnTo>
                    <a:pt x="294192" y="231297"/>
                  </a:lnTo>
                  <a:lnTo>
                    <a:pt x="287933" y="231297"/>
                  </a:lnTo>
                  <a:lnTo>
                    <a:pt x="281674" y="231297"/>
                  </a:lnTo>
                  <a:lnTo>
                    <a:pt x="275414" y="231297"/>
                  </a:lnTo>
                  <a:lnTo>
                    <a:pt x="269155" y="231297"/>
                  </a:lnTo>
                  <a:lnTo>
                    <a:pt x="262895" y="231297"/>
                  </a:lnTo>
                  <a:lnTo>
                    <a:pt x="256636" y="231297"/>
                  </a:lnTo>
                  <a:lnTo>
                    <a:pt x="250376" y="231297"/>
                  </a:lnTo>
                  <a:lnTo>
                    <a:pt x="244117" y="231297"/>
                  </a:lnTo>
                  <a:lnTo>
                    <a:pt x="237858" y="231297"/>
                  </a:lnTo>
                  <a:lnTo>
                    <a:pt x="231598" y="231297"/>
                  </a:lnTo>
                  <a:lnTo>
                    <a:pt x="225339" y="231297"/>
                  </a:lnTo>
                  <a:lnTo>
                    <a:pt x="219079" y="231297"/>
                  </a:lnTo>
                  <a:lnTo>
                    <a:pt x="212820" y="231297"/>
                  </a:lnTo>
                  <a:lnTo>
                    <a:pt x="206560" y="231297"/>
                  </a:lnTo>
                  <a:lnTo>
                    <a:pt x="200301" y="231297"/>
                  </a:lnTo>
                  <a:lnTo>
                    <a:pt x="194042" y="231297"/>
                  </a:lnTo>
                  <a:lnTo>
                    <a:pt x="187782" y="231297"/>
                  </a:lnTo>
                  <a:lnTo>
                    <a:pt x="181523" y="231297"/>
                  </a:lnTo>
                  <a:lnTo>
                    <a:pt x="175263" y="231297"/>
                  </a:lnTo>
                  <a:lnTo>
                    <a:pt x="169004" y="231297"/>
                  </a:lnTo>
                  <a:lnTo>
                    <a:pt x="162745" y="231297"/>
                  </a:lnTo>
                  <a:lnTo>
                    <a:pt x="156485" y="231297"/>
                  </a:lnTo>
                  <a:lnTo>
                    <a:pt x="150226" y="231297"/>
                  </a:lnTo>
                  <a:lnTo>
                    <a:pt x="143966" y="231297"/>
                  </a:lnTo>
                  <a:lnTo>
                    <a:pt x="137707" y="231297"/>
                  </a:lnTo>
                  <a:lnTo>
                    <a:pt x="131447" y="231297"/>
                  </a:lnTo>
                  <a:lnTo>
                    <a:pt x="125188" y="231297"/>
                  </a:lnTo>
                  <a:lnTo>
                    <a:pt x="118929" y="231297"/>
                  </a:lnTo>
                  <a:lnTo>
                    <a:pt x="112669" y="231297"/>
                  </a:lnTo>
                  <a:lnTo>
                    <a:pt x="106410" y="231297"/>
                  </a:lnTo>
                  <a:lnTo>
                    <a:pt x="100150" y="231297"/>
                  </a:lnTo>
                  <a:lnTo>
                    <a:pt x="93891" y="231297"/>
                  </a:lnTo>
                  <a:lnTo>
                    <a:pt x="87631" y="231297"/>
                  </a:lnTo>
                  <a:lnTo>
                    <a:pt x="81372" y="231297"/>
                  </a:lnTo>
                  <a:lnTo>
                    <a:pt x="75113" y="231297"/>
                  </a:lnTo>
                  <a:lnTo>
                    <a:pt x="68853" y="231297"/>
                  </a:lnTo>
                  <a:lnTo>
                    <a:pt x="62594" y="231297"/>
                  </a:lnTo>
                  <a:lnTo>
                    <a:pt x="56334" y="231297"/>
                  </a:lnTo>
                  <a:lnTo>
                    <a:pt x="50075" y="231297"/>
                  </a:lnTo>
                  <a:lnTo>
                    <a:pt x="43815" y="231297"/>
                  </a:lnTo>
                  <a:lnTo>
                    <a:pt x="37556" y="231297"/>
                  </a:lnTo>
                  <a:lnTo>
                    <a:pt x="31297" y="231297"/>
                  </a:lnTo>
                  <a:lnTo>
                    <a:pt x="25037" y="231297"/>
                  </a:lnTo>
                  <a:lnTo>
                    <a:pt x="18778" y="231297"/>
                  </a:lnTo>
                  <a:lnTo>
                    <a:pt x="12518" y="231297"/>
                  </a:lnTo>
                  <a:lnTo>
                    <a:pt x="6259" y="23129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49798" y="2624461"/>
              <a:ext cx="3198565" cy="231297"/>
            </a:xfrm>
            <a:custGeom>
              <a:avLst/>
              <a:pathLst>
                <a:path w="3198565" h="231297">
                  <a:moveTo>
                    <a:pt x="0" y="231297"/>
                  </a:moveTo>
                  <a:lnTo>
                    <a:pt x="6259" y="231297"/>
                  </a:lnTo>
                  <a:lnTo>
                    <a:pt x="12518" y="231297"/>
                  </a:lnTo>
                  <a:lnTo>
                    <a:pt x="18778" y="231297"/>
                  </a:lnTo>
                  <a:lnTo>
                    <a:pt x="25037" y="231297"/>
                  </a:lnTo>
                  <a:lnTo>
                    <a:pt x="31297" y="231297"/>
                  </a:lnTo>
                  <a:lnTo>
                    <a:pt x="37556" y="231297"/>
                  </a:lnTo>
                  <a:lnTo>
                    <a:pt x="43815" y="231296"/>
                  </a:lnTo>
                  <a:lnTo>
                    <a:pt x="50075" y="231295"/>
                  </a:lnTo>
                  <a:lnTo>
                    <a:pt x="56334" y="231294"/>
                  </a:lnTo>
                  <a:lnTo>
                    <a:pt x="62594" y="231291"/>
                  </a:lnTo>
                  <a:lnTo>
                    <a:pt x="68853" y="231288"/>
                  </a:lnTo>
                  <a:lnTo>
                    <a:pt x="75113" y="231282"/>
                  </a:lnTo>
                  <a:lnTo>
                    <a:pt x="81372" y="231273"/>
                  </a:lnTo>
                  <a:lnTo>
                    <a:pt x="87631" y="231261"/>
                  </a:lnTo>
                  <a:lnTo>
                    <a:pt x="93891" y="231243"/>
                  </a:lnTo>
                  <a:lnTo>
                    <a:pt x="100150" y="231216"/>
                  </a:lnTo>
                  <a:lnTo>
                    <a:pt x="106410" y="231180"/>
                  </a:lnTo>
                  <a:lnTo>
                    <a:pt x="112669" y="231130"/>
                  </a:lnTo>
                  <a:lnTo>
                    <a:pt x="118929" y="231065"/>
                  </a:lnTo>
                  <a:lnTo>
                    <a:pt x="125188" y="230981"/>
                  </a:lnTo>
                  <a:lnTo>
                    <a:pt x="131447" y="230875"/>
                  </a:lnTo>
                  <a:lnTo>
                    <a:pt x="137707" y="230742"/>
                  </a:lnTo>
                  <a:lnTo>
                    <a:pt x="143966" y="230581"/>
                  </a:lnTo>
                  <a:lnTo>
                    <a:pt x="150226" y="230388"/>
                  </a:lnTo>
                  <a:lnTo>
                    <a:pt x="156485" y="230162"/>
                  </a:lnTo>
                  <a:lnTo>
                    <a:pt x="162745" y="229897"/>
                  </a:lnTo>
                  <a:lnTo>
                    <a:pt x="169004" y="229595"/>
                  </a:lnTo>
                  <a:lnTo>
                    <a:pt x="175263" y="229258"/>
                  </a:lnTo>
                  <a:lnTo>
                    <a:pt x="181523" y="228886"/>
                  </a:lnTo>
                  <a:lnTo>
                    <a:pt x="187782" y="228478"/>
                  </a:lnTo>
                  <a:lnTo>
                    <a:pt x="194042" y="228034"/>
                  </a:lnTo>
                  <a:lnTo>
                    <a:pt x="200301" y="227554"/>
                  </a:lnTo>
                  <a:lnTo>
                    <a:pt x="206560" y="227037"/>
                  </a:lnTo>
                  <a:lnTo>
                    <a:pt x="212820" y="226479"/>
                  </a:lnTo>
                  <a:lnTo>
                    <a:pt x="219079" y="225877"/>
                  </a:lnTo>
                  <a:lnTo>
                    <a:pt x="225339" y="225223"/>
                  </a:lnTo>
                  <a:lnTo>
                    <a:pt x="231598" y="224515"/>
                  </a:lnTo>
                  <a:lnTo>
                    <a:pt x="237858" y="223750"/>
                  </a:lnTo>
                  <a:lnTo>
                    <a:pt x="244117" y="222928"/>
                  </a:lnTo>
                  <a:lnTo>
                    <a:pt x="250376" y="222050"/>
                  </a:lnTo>
                  <a:lnTo>
                    <a:pt x="256636" y="221121"/>
                  </a:lnTo>
                  <a:lnTo>
                    <a:pt x="262895" y="220146"/>
                  </a:lnTo>
                  <a:lnTo>
                    <a:pt x="269155" y="219136"/>
                  </a:lnTo>
                  <a:lnTo>
                    <a:pt x="275414" y="218104"/>
                  </a:lnTo>
                  <a:lnTo>
                    <a:pt x="281674" y="217064"/>
                  </a:lnTo>
                  <a:lnTo>
                    <a:pt x="287933" y="216032"/>
                  </a:lnTo>
                  <a:lnTo>
                    <a:pt x="294192" y="215026"/>
                  </a:lnTo>
                  <a:lnTo>
                    <a:pt x="300452" y="214058"/>
                  </a:lnTo>
                  <a:lnTo>
                    <a:pt x="306711" y="213135"/>
                  </a:lnTo>
                  <a:lnTo>
                    <a:pt x="312971" y="212261"/>
                  </a:lnTo>
                  <a:lnTo>
                    <a:pt x="319230" y="211436"/>
                  </a:lnTo>
                  <a:lnTo>
                    <a:pt x="325490" y="210655"/>
                  </a:lnTo>
                  <a:lnTo>
                    <a:pt x="331749" y="209908"/>
                  </a:lnTo>
                  <a:lnTo>
                    <a:pt x="338008" y="209184"/>
                  </a:lnTo>
                  <a:lnTo>
                    <a:pt x="344268" y="208468"/>
                  </a:lnTo>
                  <a:lnTo>
                    <a:pt x="350527" y="207749"/>
                  </a:lnTo>
                  <a:lnTo>
                    <a:pt x="356787" y="207012"/>
                  </a:lnTo>
                  <a:lnTo>
                    <a:pt x="363046" y="206250"/>
                  </a:lnTo>
                  <a:lnTo>
                    <a:pt x="369305" y="205465"/>
                  </a:lnTo>
                  <a:lnTo>
                    <a:pt x="375565" y="204662"/>
                  </a:lnTo>
                  <a:lnTo>
                    <a:pt x="381824" y="203854"/>
                  </a:lnTo>
                  <a:lnTo>
                    <a:pt x="388084" y="203059"/>
                  </a:lnTo>
                  <a:lnTo>
                    <a:pt x="394343" y="202298"/>
                  </a:lnTo>
                  <a:lnTo>
                    <a:pt x="400603" y="201592"/>
                  </a:lnTo>
                  <a:lnTo>
                    <a:pt x="406862" y="200962"/>
                  </a:lnTo>
                  <a:lnTo>
                    <a:pt x="413121" y="200424"/>
                  </a:lnTo>
                  <a:lnTo>
                    <a:pt x="419381" y="199991"/>
                  </a:lnTo>
                  <a:lnTo>
                    <a:pt x="425640" y="199670"/>
                  </a:lnTo>
                  <a:lnTo>
                    <a:pt x="431900" y="199436"/>
                  </a:lnTo>
                  <a:lnTo>
                    <a:pt x="438159" y="199267"/>
                  </a:lnTo>
                  <a:lnTo>
                    <a:pt x="444419" y="199132"/>
                  </a:lnTo>
                  <a:lnTo>
                    <a:pt x="450678" y="198994"/>
                  </a:lnTo>
                  <a:lnTo>
                    <a:pt x="456937" y="198813"/>
                  </a:lnTo>
                  <a:lnTo>
                    <a:pt x="463197" y="198552"/>
                  </a:lnTo>
                  <a:lnTo>
                    <a:pt x="469456" y="198175"/>
                  </a:lnTo>
                  <a:lnTo>
                    <a:pt x="475716" y="197655"/>
                  </a:lnTo>
                  <a:lnTo>
                    <a:pt x="481975" y="196971"/>
                  </a:lnTo>
                  <a:lnTo>
                    <a:pt x="488235" y="196099"/>
                  </a:lnTo>
                  <a:lnTo>
                    <a:pt x="494494" y="195042"/>
                  </a:lnTo>
                  <a:lnTo>
                    <a:pt x="500753" y="193817"/>
                  </a:lnTo>
                  <a:lnTo>
                    <a:pt x="507013" y="192434"/>
                  </a:lnTo>
                  <a:lnTo>
                    <a:pt x="513272" y="190906"/>
                  </a:lnTo>
                  <a:lnTo>
                    <a:pt x="519532" y="189246"/>
                  </a:lnTo>
                  <a:lnTo>
                    <a:pt x="525791" y="187462"/>
                  </a:lnTo>
                  <a:lnTo>
                    <a:pt x="532050" y="185559"/>
                  </a:lnTo>
                  <a:lnTo>
                    <a:pt x="538310" y="183533"/>
                  </a:lnTo>
                  <a:lnTo>
                    <a:pt x="544569" y="181373"/>
                  </a:lnTo>
                  <a:lnTo>
                    <a:pt x="550829" y="179054"/>
                  </a:lnTo>
                  <a:lnTo>
                    <a:pt x="557088" y="176522"/>
                  </a:lnTo>
                  <a:lnTo>
                    <a:pt x="563348" y="173750"/>
                  </a:lnTo>
                  <a:lnTo>
                    <a:pt x="569607" y="170682"/>
                  </a:lnTo>
                  <a:lnTo>
                    <a:pt x="575866" y="167257"/>
                  </a:lnTo>
                  <a:lnTo>
                    <a:pt x="582126" y="163407"/>
                  </a:lnTo>
                  <a:lnTo>
                    <a:pt x="588385" y="159058"/>
                  </a:lnTo>
                  <a:lnTo>
                    <a:pt x="594645" y="154138"/>
                  </a:lnTo>
                  <a:lnTo>
                    <a:pt x="600904" y="148573"/>
                  </a:lnTo>
                  <a:lnTo>
                    <a:pt x="607164" y="142295"/>
                  </a:lnTo>
                  <a:lnTo>
                    <a:pt x="613423" y="135248"/>
                  </a:lnTo>
                  <a:lnTo>
                    <a:pt x="619682" y="127322"/>
                  </a:lnTo>
                  <a:lnTo>
                    <a:pt x="625942" y="118536"/>
                  </a:lnTo>
                  <a:lnTo>
                    <a:pt x="632201" y="108943"/>
                  </a:lnTo>
                  <a:lnTo>
                    <a:pt x="638461" y="98605"/>
                  </a:lnTo>
                  <a:lnTo>
                    <a:pt x="644720" y="87630"/>
                  </a:lnTo>
                  <a:lnTo>
                    <a:pt x="650980" y="76172"/>
                  </a:lnTo>
                  <a:lnTo>
                    <a:pt x="657239" y="64439"/>
                  </a:lnTo>
                  <a:lnTo>
                    <a:pt x="663498" y="52691"/>
                  </a:lnTo>
                  <a:lnTo>
                    <a:pt x="669758" y="41232"/>
                  </a:lnTo>
                  <a:lnTo>
                    <a:pt x="676017" y="30406"/>
                  </a:lnTo>
                  <a:lnTo>
                    <a:pt x="682277" y="20620"/>
                  </a:lnTo>
                  <a:lnTo>
                    <a:pt x="688536" y="12413"/>
                  </a:lnTo>
                  <a:lnTo>
                    <a:pt x="694796" y="6046"/>
                  </a:lnTo>
                  <a:lnTo>
                    <a:pt x="701055" y="1827"/>
                  </a:lnTo>
                  <a:lnTo>
                    <a:pt x="707314" y="0"/>
                  </a:lnTo>
                  <a:lnTo>
                    <a:pt x="713574" y="720"/>
                  </a:lnTo>
                  <a:lnTo>
                    <a:pt x="719833" y="4050"/>
                  </a:lnTo>
                  <a:lnTo>
                    <a:pt x="726093" y="9949"/>
                  </a:lnTo>
                  <a:lnTo>
                    <a:pt x="732352" y="18275"/>
                  </a:lnTo>
                  <a:lnTo>
                    <a:pt x="738611" y="28789"/>
                  </a:lnTo>
                  <a:lnTo>
                    <a:pt x="744871" y="41173"/>
                  </a:lnTo>
                  <a:lnTo>
                    <a:pt x="751130" y="55125"/>
                  </a:lnTo>
                  <a:lnTo>
                    <a:pt x="757390" y="70072"/>
                  </a:lnTo>
                  <a:lnTo>
                    <a:pt x="763649" y="85536"/>
                  </a:lnTo>
                  <a:lnTo>
                    <a:pt x="769909" y="101105"/>
                  </a:lnTo>
                  <a:lnTo>
                    <a:pt x="776168" y="116408"/>
                  </a:lnTo>
                  <a:lnTo>
                    <a:pt x="782427" y="131124"/>
                  </a:lnTo>
                  <a:lnTo>
                    <a:pt x="788687" y="144994"/>
                  </a:lnTo>
                  <a:lnTo>
                    <a:pt x="794946" y="157824"/>
                  </a:lnTo>
                  <a:lnTo>
                    <a:pt x="801206" y="169480"/>
                  </a:lnTo>
                  <a:lnTo>
                    <a:pt x="807465" y="179894"/>
                  </a:lnTo>
                  <a:lnTo>
                    <a:pt x="813725" y="189010"/>
                  </a:lnTo>
                  <a:lnTo>
                    <a:pt x="819984" y="196796"/>
                  </a:lnTo>
                  <a:lnTo>
                    <a:pt x="826243" y="203437"/>
                  </a:lnTo>
                  <a:lnTo>
                    <a:pt x="832503" y="209028"/>
                  </a:lnTo>
                  <a:lnTo>
                    <a:pt x="838762" y="213675"/>
                  </a:lnTo>
                  <a:lnTo>
                    <a:pt x="845022" y="217489"/>
                  </a:lnTo>
                  <a:lnTo>
                    <a:pt x="851281" y="220581"/>
                  </a:lnTo>
                  <a:lnTo>
                    <a:pt x="857541" y="223059"/>
                  </a:lnTo>
                  <a:lnTo>
                    <a:pt x="863800" y="225022"/>
                  </a:lnTo>
                  <a:lnTo>
                    <a:pt x="870059" y="226559"/>
                  </a:lnTo>
                  <a:lnTo>
                    <a:pt x="876319" y="227751"/>
                  </a:lnTo>
                  <a:lnTo>
                    <a:pt x="882578" y="228646"/>
                  </a:lnTo>
                  <a:lnTo>
                    <a:pt x="888838" y="229327"/>
                  </a:lnTo>
                  <a:lnTo>
                    <a:pt x="895097" y="229845"/>
                  </a:lnTo>
                  <a:lnTo>
                    <a:pt x="901356" y="230235"/>
                  </a:lnTo>
                  <a:lnTo>
                    <a:pt x="907616" y="230527"/>
                  </a:lnTo>
                  <a:lnTo>
                    <a:pt x="913875" y="230744"/>
                  </a:lnTo>
                  <a:lnTo>
                    <a:pt x="920135" y="230904"/>
                  </a:lnTo>
                  <a:lnTo>
                    <a:pt x="926394" y="231021"/>
                  </a:lnTo>
                  <a:lnTo>
                    <a:pt x="932654" y="231105"/>
                  </a:lnTo>
                  <a:lnTo>
                    <a:pt x="938913" y="231165"/>
                  </a:lnTo>
                  <a:lnTo>
                    <a:pt x="945172" y="231208"/>
                  </a:lnTo>
                  <a:lnTo>
                    <a:pt x="951432" y="231237"/>
                  </a:lnTo>
                  <a:lnTo>
                    <a:pt x="957691" y="231257"/>
                  </a:lnTo>
                  <a:lnTo>
                    <a:pt x="963951" y="231271"/>
                  </a:lnTo>
                  <a:lnTo>
                    <a:pt x="970210" y="231280"/>
                  </a:lnTo>
                  <a:lnTo>
                    <a:pt x="976470" y="231287"/>
                  </a:lnTo>
                  <a:lnTo>
                    <a:pt x="982729" y="231291"/>
                  </a:lnTo>
                  <a:lnTo>
                    <a:pt x="988988" y="231293"/>
                  </a:lnTo>
                  <a:lnTo>
                    <a:pt x="995248" y="231295"/>
                  </a:lnTo>
                  <a:lnTo>
                    <a:pt x="1001507" y="231296"/>
                  </a:lnTo>
                  <a:lnTo>
                    <a:pt x="1007767" y="231297"/>
                  </a:lnTo>
                  <a:lnTo>
                    <a:pt x="1014026" y="231297"/>
                  </a:lnTo>
                  <a:lnTo>
                    <a:pt x="1020286" y="231297"/>
                  </a:lnTo>
                  <a:lnTo>
                    <a:pt x="1026545" y="231297"/>
                  </a:lnTo>
                  <a:lnTo>
                    <a:pt x="1032804" y="231297"/>
                  </a:lnTo>
                  <a:lnTo>
                    <a:pt x="1039064" y="231297"/>
                  </a:lnTo>
                  <a:lnTo>
                    <a:pt x="1045323" y="231297"/>
                  </a:lnTo>
                  <a:lnTo>
                    <a:pt x="1051583" y="231297"/>
                  </a:lnTo>
                  <a:lnTo>
                    <a:pt x="1057842" y="231297"/>
                  </a:lnTo>
                  <a:lnTo>
                    <a:pt x="1064101" y="231297"/>
                  </a:lnTo>
                  <a:lnTo>
                    <a:pt x="1070361" y="231297"/>
                  </a:lnTo>
                  <a:lnTo>
                    <a:pt x="1076620" y="231297"/>
                  </a:lnTo>
                  <a:lnTo>
                    <a:pt x="1082880" y="231297"/>
                  </a:lnTo>
                  <a:lnTo>
                    <a:pt x="1089139" y="231297"/>
                  </a:lnTo>
                  <a:lnTo>
                    <a:pt x="1095399" y="231297"/>
                  </a:lnTo>
                  <a:lnTo>
                    <a:pt x="1101658" y="231297"/>
                  </a:lnTo>
                  <a:lnTo>
                    <a:pt x="1107917" y="231297"/>
                  </a:lnTo>
                  <a:lnTo>
                    <a:pt x="1114177" y="231297"/>
                  </a:lnTo>
                  <a:lnTo>
                    <a:pt x="1120436" y="231297"/>
                  </a:lnTo>
                  <a:lnTo>
                    <a:pt x="1126696" y="231297"/>
                  </a:lnTo>
                  <a:lnTo>
                    <a:pt x="1132955" y="231297"/>
                  </a:lnTo>
                  <a:lnTo>
                    <a:pt x="1139215" y="231297"/>
                  </a:lnTo>
                  <a:lnTo>
                    <a:pt x="1145474" y="231297"/>
                  </a:lnTo>
                  <a:lnTo>
                    <a:pt x="1151733" y="231297"/>
                  </a:lnTo>
                  <a:lnTo>
                    <a:pt x="1157993" y="231297"/>
                  </a:lnTo>
                  <a:lnTo>
                    <a:pt x="1164252" y="231297"/>
                  </a:lnTo>
                  <a:lnTo>
                    <a:pt x="1170512" y="231297"/>
                  </a:lnTo>
                  <a:lnTo>
                    <a:pt x="1176771" y="231297"/>
                  </a:lnTo>
                  <a:lnTo>
                    <a:pt x="1183031" y="231297"/>
                  </a:lnTo>
                  <a:lnTo>
                    <a:pt x="1189290" y="231297"/>
                  </a:lnTo>
                  <a:lnTo>
                    <a:pt x="1195549" y="231297"/>
                  </a:lnTo>
                  <a:lnTo>
                    <a:pt x="1201809" y="231297"/>
                  </a:lnTo>
                  <a:lnTo>
                    <a:pt x="1208068" y="231297"/>
                  </a:lnTo>
                  <a:lnTo>
                    <a:pt x="1214328" y="231297"/>
                  </a:lnTo>
                  <a:lnTo>
                    <a:pt x="1220587" y="231297"/>
                  </a:lnTo>
                  <a:lnTo>
                    <a:pt x="1226846" y="231297"/>
                  </a:lnTo>
                  <a:lnTo>
                    <a:pt x="1233106" y="231297"/>
                  </a:lnTo>
                  <a:lnTo>
                    <a:pt x="1239365" y="231297"/>
                  </a:lnTo>
                  <a:lnTo>
                    <a:pt x="1245625" y="231297"/>
                  </a:lnTo>
                  <a:lnTo>
                    <a:pt x="1251884" y="231297"/>
                  </a:lnTo>
                  <a:lnTo>
                    <a:pt x="1258144" y="231297"/>
                  </a:lnTo>
                  <a:lnTo>
                    <a:pt x="1264403" y="231297"/>
                  </a:lnTo>
                  <a:lnTo>
                    <a:pt x="1270662" y="231297"/>
                  </a:lnTo>
                  <a:lnTo>
                    <a:pt x="1276922" y="231297"/>
                  </a:lnTo>
                  <a:lnTo>
                    <a:pt x="1283181" y="231297"/>
                  </a:lnTo>
                  <a:lnTo>
                    <a:pt x="1289441" y="231297"/>
                  </a:lnTo>
                  <a:lnTo>
                    <a:pt x="1295700" y="231297"/>
                  </a:lnTo>
                  <a:lnTo>
                    <a:pt x="1301960" y="231297"/>
                  </a:lnTo>
                  <a:lnTo>
                    <a:pt x="1308219" y="231297"/>
                  </a:lnTo>
                  <a:lnTo>
                    <a:pt x="1314478" y="231297"/>
                  </a:lnTo>
                  <a:lnTo>
                    <a:pt x="1320738" y="231297"/>
                  </a:lnTo>
                  <a:lnTo>
                    <a:pt x="1326997" y="231297"/>
                  </a:lnTo>
                  <a:lnTo>
                    <a:pt x="1333257" y="231297"/>
                  </a:lnTo>
                  <a:lnTo>
                    <a:pt x="1339516" y="231297"/>
                  </a:lnTo>
                  <a:lnTo>
                    <a:pt x="1345776" y="231297"/>
                  </a:lnTo>
                  <a:lnTo>
                    <a:pt x="1352035" y="231297"/>
                  </a:lnTo>
                  <a:lnTo>
                    <a:pt x="1358294" y="231297"/>
                  </a:lnTo>
                  <a:lnTo>
                    <a:pt x="1364554" y="231297"/>
                  </a:lnTo>
                  <a:lnTo>
                    <a:pt x="1370813" y="231297"/>
                  </a:lnTo>
                  <a:lnTo>
                    <a:pt x="1377073" y="231297"/>
                  </a:lnTo>
                  <a:lnTo>
                    <a:pt x="1383332" y="231297"/>
                  </a:lnTo>
                  <a:lnTo>
                    <a:pt x="1389592" y="231297"/>
                  </a:lnTo>
                  <a:lnTo>
                    <a:pt x="1395851" y="231297"/>
                  </a:lnTo>
                  <a:lnTo>
                    <a:pt x="1402110" y="231297"/>
                  </a:lnTo>
                  <a:lnTo>
                    <a:pt x="1408370" y="231297"/>
                  </a:lnTo>
                  <a:lnTo>
                    <a:pt x="1414629" y="231297"/>
                  </a:lnTo>
                  <a:lnTo>
                    <a:pt x="1420889" y="231297"/>
                  </a:lnTo>
                  <a:lnTo>
                    <a:pt x="1427148" y="231297"/>
                  </a:lnTo>
                  <a:lnTo>
                    <a:pt x="1433407" y="231297"/>
                  </a:lnTo>
                  <a:lnTo>
                    <a:pt x="1439667" y="231297"/>
                  </a:lnTo>
                  <a:lnTo>
                    <a:pt x="1445926" y="231297"/>
                  </a:lnTo>
                  <a:lnTo>
                    <a:pt x="1452186" y="231297"/>
                  </a:lnTo>
                  <a:lnTo>
                    <a:pt x="1458445" y="231297"/>
                  </a:lnTo>
                  <a:lnTo>
                    <a:pt x="1464705" y="231297"/>
                  </a:lnTo>
                  <a:lnTo>
                    <a:pt x="1470964" y="231297"/>
                  </a:lnTo>
                  <a:lnTo>
                    <a:pt x="1477223" y="231297"/>
                  </a:lnTo>
                  <a:lnTo>
                    <a:pt x="1483483" y="231297"/>
                  </a:lnTo>
                  <a:lnTo>
                    <a:pt x="1489742" y="231297"/>
                  </a:lnTo>
                  <a:lnTo>
                    <a:pt x="1496002" y="231297"/>
                  </a:lnTo>
                  <a:lnTo>
                    <a:pt x="1502261" y="231297"/>
                  </a:lnTo>
                  <a:lnTo>
                    <a:pt x="1508521" y="231297"/>
                  </a:lnTo>
                  <a:lnTo>
                    <a:pt x="1514780" y="231297"/>
                  </a:lnTo>
                  <a:lnTo>
                    <a:pt x="1521039" y="231297"/>
                  </a:lnTo>
                  <a:lnTo>
                    <a:pt x="1527299" y="231297"/>
                  </a:lnTo>
                  <a:lnTo>
                    <a:pt x="1533558" y="231297"/>
                  </a:lnTo>
                  <a:lnTo>
                    <a:pt x="1539818" y="231297"/>
                  </a:lnTo>
                  <a:lnTo>
                    <a:pt x="1546077" y="231297"/>
                  </a:lnTo>
                  <a:lnTo>
                    <a:pt x="1552337" y="231297"/>
                  </a:lnTo>
                  <a:lnTo>
                    <a:pt x="1558596" y="231297"/>
                  </a:lnTo>
                  <a:lnTo>
                    <a:pt x="1564855" y="231297"/>
                  </a:lnTo>
                  <a:lnTo>
                    <a:pt x="1571115" y="231297"/>
                  </a:lnTo>
                  <a:lnTo>
                    <a:pt x="1577374" y="231297"/>
                  </a:lnTo>
                  <a:lnTo>
                    <a:pt x="1583634" y="231297"/>
                  </a:lnTo>
                  <a:lnTo>
                    <a:pt x="1589893" y="231297"/>
                  </a:lnTo>
                  <a:lnTo>
                    <a:pt x="1596152" y="231297"/>
                  </a:lnTo>
                  <a:lnTo>
                    <a:pt x="1602412" y="231297"/>
                  </a:lnTo>
                  <a:lnTo>
                    <a:pt x="1608671" y="231297"/>
                  </a:lnTo>
                  <a:lnTo>
                    <a:pt x="1614931" y="231297"/>
                  </a:lnTo>
                  <a:lnTo>
                    <a:pt x="1621190" y="231297"/>
                  </a:lnTo>
                  <a:lnTo>
                    <a:pt x="1627450" y="231297"/>
                  </a:lnTo>
                  <a:lnTo>
                    <a:pt x="1633709" y="231297"/>
                  </a:lnTo>
                  <a:lnTo>
                    <a:pt x="1639968" y="231297"/>
                  </a:lnTo>
                  <a:lnTo>
                    <a:pt x="1646228" y="231297"/>
                  </a:lnTo>
                  <a:lnTo>
                    <a:pt x="1652487" y="231297"/>
                  </a:lnTo>
                  <a:lnTo>
                    <a:pt x="1658747" y="231297"/>
                  </a:lnTo>
                  <a:lnTo>
                    <a:pt x="1665006" y="231297"/>
                  </a:lnTo>
                  <a:lnTo>
                    <a:pt x="1671266" y="231297"/>
                  </a:lnTo>
                  <a:lnTo>
                    <a:pt x="1677525" y="231297"/>
                  </a:lnTo>
                  <a:lnTo>
                    <a:pt x="1683784" y="231297"/>
                  </a:lnTo>
                  <a:lnTo>
                    <a:pt x="1690044" y="231297"/>
                  </a:lnTo>
                  <a:lnTo>
                    <a:pt x="1696303" y="231297"/>
                  </a:lnTo>
                  <a:lnTo>
                    <a:pt x="1702563" y="231297"/>
                  </a:lnTo>
                  <a:lnTo>
                    <a:pt x="1708822" y="231297"/>
                  </a:lnTo>
                  <a:lnTo>
                    <a:pt x="1715082" y="231297"/>
                  </a:lnTo>
                  <a:lnTo>
                    <a:pt x="1721341" y="231297"/>
                  </a:lnTo>
                  <a:lnTo>
                    <a:pt x="1727600" y="231297"/>
                  </a:lnTo>
                  <a:lnTo>
                    <a:pt x="1733860" y="231297"/>
                  </a:lnTo>
                  <a:lnTo>
                    <a:pt x="1740119" y="231297"/>
                  </a:lnTo>
                  <a:lnTo>
                    <a:pt x="1746379" y="231297"/>
                  </a:lnTo>
                  <a:lnTo>
                    <a:pt x="1752638" y="231297"/>
                  </a:lnTo>
                  <a:lnTo>
                    <a:pt x="1758897" y="231297"/>
                  </a:lnTo>
                  <a:lnTo>
                    <a:pt x="1765157" y="231297"/>
                  </a:lnTo>
                  <a:lnTo>
                    <a:pt x="1771416" y="231297"/>
                  </a:lnTo>
                  <a:lnTo>
                    <a:pt x="1777676" y="231297"/>
                  </a:lnTo>
                  <a:lnTo>
                    <a:pt x="1783935" y="231297"/>
                  </a:lnTo>
                  <a:lnTo>
                    <a:pt x="1790195" y="231297"/>
                  </a:lnTo>
                  <a:lnTo>
                    <a:pt x="1796454" y="231297"/>
                  </a:lnTo>
                  <a:lnTo>
                    <a:pt x="1802713" y="231297"/>
                  </a:lnTo>
                  <a:lnTo>
                    <a:pt x="1808973" y="231297"/>
                  </a:lnTo>
                  <a:lnTo>
                    <a:pt x="1815232" y="231297"/>
                  </a:lnTo>
                  <a:lnTo>
                    <a:pt x="1821492" y="231297"/>
                  </a:lnTo>
                  <a:lnTo>
                    <a:pt x="1827751" y="231297"/>
                  </a:lnTo>
                  <a:lnTo>
                    <a:pt x="1834011" y="231297"/>
                  </a:lnTo>
                  <a:lnTo>
                    <a:pt x="1840270" y="231297"/>
                  </a:lnTo>
                  <a:lnTo>
                    <a:pt x="1846529" y="231297"/>
                  </a:lnTo>
                  <a:lnTo>
                    <a:pt x="1852789" y="231297"/>
                  </a:lnTo>
                  <a:lnTo>
                    <a:pt x="1859048" y="231297"/>
                  </a:lnTo>
                  <a:lnTo>
                    <a:pt x="1865308" y="231297"/>
                  </a:lnTo>
                  <a:lnTo>
                    <a:pt x="1871567" y="231297"/>
                  </a:lnTo>
                  <a:lnTo>
                    <a:pt x="1877827" y="231297"/>
                  </a:lnTo>
                  <a:lnTo>
                    <a:pt x="1884086" y="231297"/>
                  </a:lnTo>
                  <a:lnTo>
                    <a:pt x="1890345" y="231297"/>
                  </a:lnTo>
                  <a:lnTo>
                    <a:pt x="1896605" y="231297"/>
                  </a:lnTo>
                  <a:lnTo>
                    <a:pt x="1902864" y="231297"/>
                  </a:lnTo>
                  <a:lnTo>
                    <a:pt x="1909124" y="231297"/>
                  </a:lnTo>
                  <a:lnTo>
                    <a:pt x="1915383" y="231297"/>
                  </a:lnTo>
                  <a:lnTo>
                    <a:pt x="1921642" y="231297"/>
                  </a:lnTo>
                  <a:lnTo>
                    <a:pt x="1927902" y="231297"/>
                  </a:lnTo>
                  <a:lnTo>
                    <a:pt x="1934161" y="231297"/>
                  </a:lnTo>
                  <a:lnTo>
                    <a:pt x="1940421" y="231297"/>
                  </a:lnTo>
                  <a:lnTo>
                    <a:pt x="1946680" y="231297"/>
                  </a:lnTo>
                  <a:lnTo>
                    <a:pt x="1952940" y="231297"/>
                  </a:lnTo>
                  <a:lnTo>
                    <a:pt x="1959199" y="231297"/>
                  </a:lnTo>
                  <a:lnTo>
                    <a:pt x="1965458" y="231297"/>
                  </a:lnTo>
                  <a:lnTo>
                    <a:pt x="1971718" y="231297"/>
                  </a:lnTo>
                  <a:lnTo>
                    <a:pt x="1977977" y="231297"/>
                  </a:lnTo>
                  <a:lnTo>
                    <a:pt x="1984237" y="231297"/>
                  </a:lnTo>
                  <a:lnTo>
                    <a:pt x="1990496" y="231297"/>
                  </a:lnTo>
                  <a:lnTo>
                    <a:pt x="1996756" y="231297"/>
                  </a:lnTo>
                  <a:lnTo>
                    <a:pt x="2003015" y="231297"/>
                  </a:lnTo>
                  <a:lnTo>
                    <a:pt x="2009274" y="231297"/>
                  </a:lnTo>
                  <a:lnTo>
                    <a:pt x="2015534" y="231297"/>
                  </a:lnTo>
                  <a:lnTo>
                    <a:pt x="2021793" y="231297"/>
                  </a:lnTo>
                  <a:lnTo>
                    <a:pt x="2028053" y="231297"/>
                  </a:lnTo>
                  <a:lnTo>
                    <a:pt x="2034312" y="231297"/>
                  </a:lnTo>
                  <a:lnTo>
                    <a:pt x="2040572" y="231297"/>
                  </a:lnTo>
                  <a:lnTo>
                    <a:pt x="2046831" y="231297"/>
                  </a:lnTo>
                  <a:lnTo>
                    <a:pt x="2053090" y="231297"/>
                  </a:lnTo>
                  <a:lnTo>
                    <a:pt x="2059350" y="231297"/>
                  </a:lnTo>
                  <a:lnTo>
                    <a:pt x="2065609" y="231297"/>
                  </a:lnTo>
                  <a:lnTo>
                    <a:pt x="2071869" y="231297"/>
                  </a:lnTo>
                  <a:lnTo>
                    <a:pt x="2078128" y="231297"/>
                  </a:lnTo>
                  <a:lnTo>
                    <a:pt x="2084388" y="231297"/>
                  </a:lnTo>
                  <a:lnTo>
                    <a:pt x="2090647" y="231297"/>
                  </a:lnTo>
                  <a:lnTo>
                    <a:pt x="2096906" y="231297"/>
                  </a:lnTo>
                  <a:lnTo>
                    <a:pt x="2103166" y="231297"/>
                  </a:lnTo>
                  <a:lnTo>
                    <a:pt x="2109425" y="231297"/>
                  </a:lnTo>
                  <a:lnTo>
                    <a:pt x="2115685" y="231297"/>
                  </a:lnTo>
                  <a:lnTo>
                    <a:pt x="2121944" y="231297"/>
                  </a:lnTo>
                  <a:lnTo>
                    <a:pt x="2128203" y="231297"/>
                  </a:lnTo>
                  <a:lnTo>
                    <a:pt x="2134463" y="231297"/>
                  </a:lnTo>
                  <a:lnTo>
                    <a:pt x="2140722" y="231297"/>
                  </a:lnTo>
                  <a:lnTo>
                    <a:pt x="2146982" y="231297"/>
                  </a:lnTo>
                  <a:lnTo>
                    <a:pt x="2153241" y="231297"/>
                  </a:lnTo>
                  <a:lnTo>
                    <a:pt x="2159501" y="231297"/>
                  </a:lnTo>
                  <a:lnTo>
                    <a:pt x="2165760" y="231297"/>
                  </a:lnTo>
                  <a:lnTo>
                    <a:pt x="2172019" y="231297"/>
                  </a:lnTo>
                  <a:lnTo>
                    <a:pt x="2178279" y="231297"/>
                  </a:lnTo>
                  <a:lnTo>
                    <a:pt x="2184538" y="231297"/>
                  </a:lnTo>
                  <a:lnTo>
                    <a:pt x="2190798" y="231297"/>
                  </a:lnTo>
                  <a:lnTo>
                    <a:pt x="2197057" y="231297"/>
                  </a:lnTo>
                  <a:lnTo>
                    <a:pt x="2203317" y="231297"/>
                  </a:lnTo>
                  <a:lnTo>
                    <a:pt x="2209576" y="231297"/>
                  </a:lnTo>
                  <a:lnTo>
                    <a:pt x="2215835" y="231297"/>
                  </a:lnTo>
                  <a:lnTo>
                    <a:pt x="2222095" y="231297"/>
                  </a:lnTo>
                  <a:lnTo>
                    <a:pt x="2228354" y="231297"/>
                  </a:lnTo>
                  <a:lnTo>
                    <a:pt x="2234614" y="231297"/>
                  </a:lnTo>
                  <a:lnTo>
                    <a:pt x="2240873" y="231297"/>
                  </a:lnTo>
                  <a:lnTo>
                    <a:pt x="2247133" y="231297"/>
                  </a:lnTo>
                  <a:lnTo>
                    <a:pt x="2253392" y="231297"/>
                  </a:lnTo>
                  <a:lnTo>
                    <a:pt x="2259651" y="231297"/>
                  </a:lnTo>
                  <a:lnTo>
                    <a:pt x="2265911" y="231297"/>
                  </a:lnTo>
                  <a:lnTo>
                    <a:pt x="2272170" y="231297"/>
                  </a:lnTo>
                  <a:lnTo>
                    <a:pt x="2278430" y="231297"/>
                  </a:lnTo>
                  <a:lnTo>
                    <a:pt x="2284689" y="231297"/>
                  </a:lnTo>
                  <a:lnTo>
                    <a:pt x="2290948" y="231297"/>
                  </a:lnTo>
                  <a:lnTo>
                    <a:pt x="2297208" y="231297"/>
                  </a:lnTo>
                  <a:lnTo>
                    <a:pt x="2303467" y="231297"/>
                  </a:lnTo>
                  <a:lnTo>
                    <a:pt x="2309727" y="231297"/>
                  </a:lnTo>
                  <a:lnTo>
                    <a:pt x="2315986" y="231297"/>
                  </a:lnTo>
                  <a:lnTo>
                    <a:pt x="2322246" y="231297"/>
                  </a:lnTo>
                  <a:lnTo>
                    <a:pt x="2328505" y="231297"/>
                  </a:lnTo>
                  <a:lnTo>
                    <a:pt x="2334764" y="231297"/>
                  </a:lnTo>
                  <a:lnTo>
                    <a:pt x="2341024" y="231297"/>
                  </a:lnTo>
                  <a:lnTo>
                    <a:pt x="2347283" y="231297"/>
                  </a:lnTo>
                  <a:lnTo>
                    <a:pt x="2353543" y="231297"/>
                  </a:lnTo>
                  <a:lnTo>
                    <a:pt x="2359802" y="231297"/>
                  </a:lnTo>
                  <a:lnTo>
                    <a:pt x="2366062" y="231297"/>
                  </a:lnTo>
                  <a:lnTo>
                    <a:pt x="2372321" y="231297"/>
                  </a:lnTo>
                  <a:lnTo>
                    <a:pt x="2378580" y="231297"/>
                  </a:lnTo>
                  <a:lnTo>
                    <a:pt x="2384840" y="231297"/>
                  </a:lnTo>
                  <a:lnTo>
                    <a:pt x="2391099" y="231297"/>
                  </a:lnTo>
                  <a:lnTo>
                    <a:pt x="2397359" y="231297"/>
                  </a:lnTo>
                  <a:lnTo>
                    <a:pt x="2403618" y="231297"/>
                  </a:lnTo>
                  <a:lnTo>
                    <a:pt x="2409878" y="231297"/>
                  </a:lnTo>
                  <a:lnTo>
                    <a:pt x="2416137" y="231297"/>
                  </a:lnTo>
                  <a:lnTo>
                    <a:pt x="2422396" y="231297"/>
                  </a:lnTo>
                  <a:lnTo>
                    <a:pt x="2428656" y="231297"/>
                  </a:lnTo>
                  <a:lnTo>
                    <a:pt x="2434915" y="231297"/>
                  </a:lnTo>
                  <a:lnTo>
                    <a:pt x="2441175" y="231297"/>
                  </a:lnTo>
                  <a:lnTo>
                    <a:pt x="2447434" y="231297"/>
                  </a:lnTo>
                  <a:lnTo>
                    <a:pt x="2453693" y="231297"/>
                  </a:lnTo>
                  <a:lnTo>
                    <a:pt x="2459953" y="231297"/>
                  </a:lnTo>
                  <a:lnTo>
                    <a:pt x="2466212" y="231297"/>
                  </a:lnTo>
                  <a:lnTo>
                    <a:pt x="2472472" y="231297"/>
                  </a:lnTo>
                  <a:lnTo>
                    <a:pt x="2478731" y="231297"/>
                  </a:lnTo>
                  <a:lnTo>
                    <a:pt x="2484991" y="231297"/>
                  </a:lnTo>
                  <a:lnTo>
                    <a:pt x="2491250" y="231297"/>
                  </a:lnTo>
                  <a:lnTo>
                    <a:pt x="2497509" y="231297"/>
                  </a:lnTo>
                  <a:lnTo>
                    <a:pt x="2503769" y="231297"/>
                  </a:lnTo>
                  <a:lnTo>
                    <a:pt x="2510028" y="231297"/>
                  </a:lnTo>
                  <a:lnTo>
                    <a:pt x="2516288" y="231297"/>
                  </a:lnTo>
                  <a:lnTo>
                    <a:pt x="2522547" y="231297"/>
                  </a:lnTo>
                  <a:lnTo>
                    <a:pt x="2528807" y="231297"/>
                  </a:lnTo>
                  <a:lnTo>
                    <a:pt x="2535066" y="231297"/>
                  </a:lnTo>
                  <a:lnTo>
                    <a:pt x="2541325" y="231297"/>
                  </a:lnTo>
                  <a:lnTo>
                    <a:pt x="2547585" y="231297"/>
                  </a:lnTo>
                  <a:lnTo>
                    <a:pt x="2553844" y="231297"/>
                  </a:lnTo>
                  <a:lnTo>
                    <a:pt x="2560104" y="231297"/>
                  </a:lnTo>
                  <a:lnTo>
                    <a:pt x="2566363" y="231297"/>
                  </a:lnTo>
                  <a:lnTo>
                    <a:pt x="2572623" y="231297"/>
                  </a:lnTo>
                  <a:lnTo>
                    <a:pt x="2578882" y="231297"/>
                  </a:lnTo>
                  <a:lnTo>
                    <a:pt x="2585141" y="231297"/>
                  </a:lnTo>
                  <a:lnTo>
                    <a:pt x="2591401" y="231297"/>
                  </a:lnTo>
                  <a:lnTo>
                    <a:pt x="2597660" y="231297"/>
                  </a:lnTo>
                  <a:lnTo>
                    <a:pt x="2603920" y="231297"/>
                  </a:lnTo>
                  <a:lnTo>
                    <a:pt x="2610179" y="231297"/>
                  </a:lnTo>
                  <a:lnTo>
                    <a:pt x="2616438" y="231297"/>
                  </a:lnTo>
                  <a:lnTo>
                    <a:pt x="2622698" y="231297"/>
                  </a:lnTo>
                  <a:lnTo>
                    <a:pt x="2628957" y="231297"/>
                  </a:lnTo>
                  <a:lnTo>
                    <a:pt x="2635217" y="231297"/>
                  </a:lnTo>
                  <a:lnTo>
                    <a:pt x="2641476" y="231297"/>
                  </a:lnTo>
                  <a:lnTo>
                    <a:pt x="2647736" y="231297"/>
                  </a:lnTo>
                  <a:lnTo>
                    <a:pt x="2653995" y="231297"/>
                  </a:lnTo>
                  <a:lnTo>
                    <a:pt x="2660254" y="231297"/>
                  </a:lnTo>
                  <a:lnTo>
                    <a:pt x="2666514" y="231297"/>
                  </a:lnTo>
                  <a:lnTo>
                    <a:pt x="2672773" y="231297"/>
                  </a:lnTo>
                  <a:lnTo>
                    <a:pt x="2679033" y="231297"/>
                  </a:lnTo>
                  <a:lnTo>
                    <a:pt x="2685292" y="231297"/>
                  </a:lnTo>
                  <a:lnTo>
                    <a:pt x="2691552" y="231297"/>
                  </a:lnTo>
                  <a:lnTo>
                    <a:pt x="2697811" y="231297"/>
                  </a:lnTo>
                  <a:lnTo>
                    <a:pt x="2704070" y="231297"/>
                  </a:lnTo>
                  <a:lnTo>
                    <a:pt x="2710330" y="231297"/>
                  </a:lnTo>
                  <a:lnTo>
                    <a:pt x="2716589" y="231297"/>
                  </a:lnTo>
                  <a:lnTo>
                    <a:pt x="2722849" y="231297"/>
                  </a:lnTo>
                  <a:lnTo>
                    <a:pt x="2729108" y="231297"/>
                  </a:lnTo>
                  <a:lnTo>
                    <a:pt x="2735368" y="231297"/>
                  </a:lnTo>
                  <a:lnTo>
                    <a:pt x="2741627" y="231297"/>
                  </a:lnTo>
                  <a:lnTo>
                    <a:pt x="2747886" y="231297"/>
                  </a:lnTo>
                  <a:lnTo>
                    <a:pt x="2754146" y="231297"/>
                  </a:lnTo>
                  <a:lnTo>
                    <a:pt x="2760405" y="231297"/>
                  </a:lnTo>
                  <a:lnTo>
                    <a:pt x="2766665" y="231297"/>
                  </a:lnTo>
                  <a:lnTo>
                    <a:pt x="2772924" y="231297"/>
                  </a:lnTo>
                  <a:lnTo>
                    <a:pt x="2779184" y="231297"/>
                  </a:lnTo>
                  <a:lnTo>
                    <a:pt x="2785443" y="231297"/>
                  </a:lnTo>
                  <a:lnTo>
                    <a:pt x="2791702" y="231297"/>
                  </a:lnTo>
                  <a:lnTo>
                    <a:pt x="2797962" y="231297"/>
                  </a:lnTo>
                  <a:lnTo>
                    <a:pt x="2804221" y="231297"/>
                  </a:lnTo>
                  <a:lnTo>
                    <a:pt x="2810481" y="231297"/>
                  </a:lnTo>
                  <a:lnTo>
                    <a:pt x="2816740" y="231297"/>
                  </a:lnTo>
                  <a:lnTo>
                    <a:pt x="2822999" y="231297"/>
                  </a:lnTo>
                  <a:lnTo>
                    <a:pt x="2829259" y="231297"/>
                  </a:lnTo>
                  <a:lnTo>
                    <a:pt x="2835518" y="231297"/>
                  </a:lnTo>
                  <a:lnTo>
                    <a:pt x="2841778" y="231297"/>
                  </a:lnTo>
                  <a:lnTo>
                    <a:pt x="2848037" y="231297"/>
                  </a:lnTo>
                  <a:lnTo>
                    <a:pt x="2854297" y="231297"/>
                  </a:lnTo>
                  <a:lnTo>
                    <a:pt x="2860556" y="231297"/>
                  </a:lnTo>
                  <a:lnTo>
                    <a:pt x="2866815" y="231297"/>
                  </a:lnTo>
                  <a:lnTo>
                    <a:pt x="2873075" y="231297"/>
                  </a:lnTo>
                  <a:lnTo>
                    <a:pt x="2879334" y="231297"/>
                  </a:lnTo>
                  <a:lnTo>
                    <a:pt x="2885594" y="231297"/>
                  </a:lnTo>
                  <a:lnTo>
                    <a:pt x="2891853" y="231297"/>
                  </a:lnTo>
                  <a:lnTo>
                    <a:pt x="2898113" y="231297"/>
                  </a:lnTo>
                  <a:lnTo>
                    <a:pt x="2904372" y="231297"/>
                  </a:lnTo>
                  <a:lnTo>
                    <a:pt x="2910631" y="231297"/>
                  </a:lnTo>
                  <a:lnTo>
                    <a:pt x="2916891" y="231297"/>
                  </a:lnTo>
                  <a:lnTo>
                    <a:pt x="2923150" y="231297"/>
                  </a:lnTo>
                  <a:lnTo>
                    <a:pt x="2929410" y="231297"/>
                  </a:lnTo>
                  <a:lnTo>
                    <a:pt x="2935669" y="231297"/>
                  </a:lnTo>
                  <a:lnTo>
                    <a:pt x="2941929" y="231297"/>
                  </a:lnTo>
                  <a:lnTo>
                    <a:pt x="2948188" y="231297"/>
                  </a:lnTo>
                  <a:lnTo>
                    <a:pt x="2954447" y="231297"/>
                  </a:lnTo>
                  <a:lnTo>
                    <a:pt x="2960707" y="231297"/>
                  </a:lnTo>
                  <a:lnTo>
                    <a:pt x="2966966" y="231297"/>
                  </a:lnTo>
                  <a:lnTo>
                    <a:pt x="2973226" y="231297"/>
                  </a:lnTo>
                  <a:lnTo>
                    <a:pt x="2979485" y="231297"/>
                  </a:lnTo>
                  <a:lnTo>
                    <a:pt x="2985744" y="231297"/>
                  </a:lnTo>
                  <a:lnTo>
                    <a:pt x="2992004" y="231297"/>
                  </a:lnTo>
                  <a:lnTo>
                    <a:pt x="2998263" y="231297"/>
                  </a:lnTo>
                  <a:lnTo>
                    <a:pt x="3004523" y="231297"/>
                  </a:lnTo>
                  <a:lnTo>
                    <a:pt x="3010782" y="231297"/>
                  </a:lnTo>
                  <a:lnTo>
                    <a:pt x="3017042" y="231297"/>
                  </a:lnTo>
                  <a:lnTo>
                    <a:pt x="3023301" y="231297"/>
                  </a:lnTo>
                  <a:lnTo>
                    <a:pt x="3029560" y="231297"/>
                  </a:lnTo>
                  <a:lnTo>
                    <a:pt x="3035820" y="231297"/>
                  </a:lnTo>
                  <a:lnTo>
                    <a:pt x="3042079" y="231297"/>
                  </a:lnTo>
                  <a:lnTo>
                    <a:pt x="3048339" y="231297"/>
                  </a:lnTo>
                  <a:lnTo>
                    <a:pt x="3054598" y="231297"/>
                  </a:lnTo>
                  <a:lnTo>
                    <a:pt x="3060858" y="231297"/>
                  </a:lnTo>
                  <a:lnTo>
                    <a:pt x="3067117" y="231297"/>
                  </a:lnTo>
                  <a:lnTo>
                    <a:pt x="3073376" y="231297"/>
                  </a:lnTo>
                  <a:lnTo>
                    <a:pt x="3079636" y="231297"/>
                  </a:lnTo>
                  <a:lnTo>
                    <a:pt x="3085895" y="231297"/>
                  </a:lnTo>
                  <a:lnTo>
                    <a:pt x="3092155" y="231297"/>
                  </a:lnTo>
                  <a:lnTo>
                    <a:pt x="3098414" y="231297"/>
                  </a:lnTo>
                  <a:lnTo>
                    <a:pt x="3104674" y="231297"/>
                  </a:lnTo>
                  <a:lnTo>
                    <a:pt x="3110933" y="231297"/>
                  </a:lnTo>
                  <a:lnTo>
                    <a:pt x="3117192" y="231297"/>
                  </a:lnTo>
                  <a:lnTo>
                    <a:pt x="3123452" y="231297"/>
                  </a:lnTo>
                  <a:lnTo>
                    <a:pt x="3129711" y="231297"/>
                  </a:lnTo>
                  <a:lnTo>
                    <a:pt x="3135971" y="231297"/>
                  </a:lnTo>
                  <a:lnTo>
                    <a:pt x="3142230" y="231297"/>
                  </a:lnTo>
                  <a:lnTo>
                    <a:pt x="3148489" y="231297"/>
                  </a:lnTo>
                  <a:lnTo>
                    <a:pt x="3154749" y="231297"/>
                  </a:lnTo>
                  <a:lnTo>
                    <a:pt x="3161008" y="231297"/>
                  </a:lnTo>
                  <a:lnTo>
                    <a:pt x="3167268" y="231297"/>
                  </a:lnTo>
                  <a:lnTo>
                    <a:pt x="3173527" y="231297"/>
                  </a:lnTo>
                  <a:lnTo>
                    <a:pt x="3179787" y="231297"/>
                  </a:lnTo>
                  <a:lnTo>
                    <a:pt x="3186046" y="231297"/>
                  </a:lnTo>
                  <a:lnTo>
                    <a:pt x="3192305" y="231297"/>
                  </a:lnTo>
                  <a:lnTo>
                    <a:pt x="3198565" y="231297"/>
                  </a:lnTo>
                </a:path>
              </a:pathLst>
            </a:custGeom>
            <a:ln w="27101" cap="flat">
              <a:solidFill>
                <a:srgbClr val="33A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3749798" y="2718406"/>
              <a:ext cx="3198565" cy="137353"/>
            </a:xfrm>
            <a:custGeom>
              <a:avLst/>
              <a:pathLst>
                <a:path w="3198565" h="137353">
                  <a:moveTo>
                    <a:pt x="0" y="137352"/>
                  </a:moveTo>
                  <a:lnTo>
                    <a:pt x="6259" y="137351"/>
                  </a:lnTo>
                  <a:lnTo>
                    <a:pt x="12518" y="137351"/>
                  </a:lnTo>
                  <a:lnTo>
                    <a:pt x="18778" y="137349"/>
                  </a:lnTo>
                  <a:lnTo>
                    <a:pt x="25037" y="137348"/>
                  </a:lnTo>
                  <a:lnTo>
                    <a:pt x="31297" y="137346"/>
                  </a:lnTo>
                  <a:lnTo>
                    <a:pt x="37556" y="137344"/>
                  </a:lnTo>
                  <a:lnTo>
                    <a:pt x="43815" y="137340"/>
                  </a:lnTo>
                  <a:lnTo>
                    <a:pt x="50075" y="137336"/>
                  </a:lnTo>
                  <a:lnTo>
                    <a:pt x="56334" y="137330"/>
                  </a:lnTo>
                  <a:lnTo>
                    <a:pt x="62594" y="137322"/>
                  </a:lnTo>
                  <a:lnTo>
                    <a:pt x="68853" y="137312"/>
                  </a:lnTo>
                  <a:lnTo>
                    <a:pt x="75113" y="137300"/>
                  </a:lnTo>
                  <a:lnTo>
                    <a:pt x="81372" y="137285"/>
                  </a:lnTo>
                  <a:lnTo>
                    <a:pt x="87631" y="137266"/>
                  </a:lnTo>
                  <a:lnTo>
                    <a:pt x="93891" y="137243"/>
                  </a:lnTo>
                  <a:lnTo>
                    <a:pt x="100150" y="137215"/>
                  </a:lnTo>
                  <a:lnTo>
                    <a:pt x="106410" y="137182"/>
                  </a:lnTo>
                  <a:lnTo>
                    <a:pt x="112669" y="137142"/>
                  </a:lnTo>
                  <a:lnTo>
                    <a:pt x="118929" y="137095"/>
                  </a:lnTo>
                  <a:lnTo>
                    <a:pt x="125188" y="137042"/>
                  </a:lnTo>
                  <a:lnTo>
                    <a:pt x="131447" y="136981"/>
                  </a:lnTo>
                  <a:lnTo>
                    <a:pt x="137707" y="136913"/>
                  </a:lnTo>
                  <a:lnTo>
                    <a:pt x="143966" y="136837"/>
                  </a:lnTo>
                  <a:lnTo>
                    <a:pt x="150226" y="136752"/>
                  </a:lnTo>
                  <a:lnTo>
                    <a:pt x="156485" y="136659"/>
                  </a:lnTo>
                  <a:lnTo>
                    <a:pt x="162745" y="136559"/>
                  </a:lnTo>
                  <a:lnTo>
                    <a:pt x="169004" y="136452"/>
                  </a:lnTo>
                  <a:lnTo>
                    <a:pt x="175263" y="136338"/>
                  </a:lnTo>
                  <a:lnTo>
                    <a:pt x="181523" y="136219"/>
                  </a:lnTo>
                  <a:lnTo>
                    <a:pt x="187782" y="136095"/>
                  </a:lnTo>
                  <a:lnTo>
                    <a:pt x="194042" y="135966"/>
                  </a:lnTo>
                  <a:lnTo>
                    <a:pt x="200301" y="135833"/>
                  </a:lnTo>
                  <a:lnTo>
                    <a:pt x="206560" y="135695"/>
                  </a:lnTo>
                  <a:lnTo>
                    <a:pt x="212820" y="135554"/>
                  </a:lnTo>
                  <a:lnTo>
                    <a:pt x="219079" y="135408"/>
                  </a:lnTo>
                  <a:lnTo>
                    <a:pt x="225339" y="135256"/>
                  </a:lnTo>
                  <a:lnTo>
                    <a:pt x="231598" y="135097"/>
                  </a:lnTo>
                  <a:lnTo>
                    <a:pt x="237858" y="134927"/>
                  </a:lnTo>
                  <a:lnTo>
                    <a:pt x="244117" y="134746"/>
                  </a:lnTo>
                  <a:lnTo>
                    <a:pt x="250376" y="134546"/>
                  </a:lnTo>
                  <a:lnTo>
                    <a:pt x="256636" y="134326"/>
                  </a:lnTo>
                  <a:lnTo>
                    <a:pt x="262895" y="134080"/>
                  </a:lnTo>
                  <a:lnTo>
                    <a:pt x="269155" y="133806"/>
                  </a:lnTo>
                  <a:lnTo>
                    <a:pt x="275414" y="133499"/>
                  </a:lnTo>
                  <a:lnTo>
                    <a:pt x="281674" y="133156"/>
                  </a:lnTo>
                  <a:lnTo>
                    <a:pt x="287933" y="132772"/>
                  </a:lnTo>
                  <a:lnTo>
                    <a:pt x="294192" y="132345"/>
                  </a:lnTo>
                  <a:lnTo>
                    <a:pt x="300452" y="131865"/>
                  </a:lnTo>
                  <a:lnTo>
                    <a:pt x="306711" y="131339"/>
                  </a:lnTo>
                  <a:lnTo>
                    <a:pt x="312971" y="130768"/>
                  </a:lnTo>
                  <a:lnTo>
                    <a:pt x="319230" y="130154"/>
                  </a:lnTo>
                  <a:lnTo>
                    <a:pt x="325490" y="129499"/>
                  </a:lnTo>
                  <a:lnTo>
                    <a:pt x="331749" y="128809"/>
                  </a:lnTo>
                  <a:lnTo>
                    <a:pt x="338008" y="128088"/>
                  </a:lnTo>
                  <a:lnTo>
                    <a:pt x="344268" y="127342"/>
                  </a:lnTo>
                  <a:lnTo>
                    <a:pt x="350527" y="126581"/>
                  </a:lnTo>
                  <a:lnTo>
                    <a:pt x="356787" y="125814"/>
                  </a:lnTo>
                  <a:lnTo>
                    <a:pt x="363046" y="125051"/>
                  </a:lnTo>
                  <a:lnTo>
                    <a:pt x="369305" y="124299"/>
                  </a:lnTo>
                  <a:lnTo>
                    <a:pt x="375565" y="123566"/>
                  </a:lnTo>
                  <a:lnTo>
                    <a:pt x="381824" y="122859"/>
                  </a:lnTo>
                  <a:lnTo>
                    <a:pt x="388084" y="122185"/>
                  </a:lnTo>
                  <a:lnTo>
                    <a:pt x="394343" y="121554"/>
                  </a:lnTo>
                  <a:lnTo>
                    <a:pt x="400603" y="120968"/>
                  </a:lnTo>
                  <a:lnTo>
                    <a:pt x="406862" y="120426"/>
                  </a:lnTo>
                  <a:lnTo>
                    <a:pt x="413121" y="119931"/>
                  </a:lnTo>
                  <a:lnTo>
                    <a:pt x="419381" y="119479"/>
                  </a:lnTo>
                  <a:lnTo>
                    <a:pt x="425640" y="119071"/>
                  </a:lnTo>
                  <a:lnTo>
                    <a:pt x="431900" y="118703"/>
                  </a:lnTo>
                  <a:lnTo>
                    <a:pt x="438159" y="118372"/>
                  </a:lnTo>
                  <a:lnTo>
                    <a:pt x="444419" y="118079"/>
                  </a:lnTo>
                  <a:lnTo>
                    <a:pt x="450678" y="117815"/>
                  </a:lnTo>
                  <a:lnTo>
                    <a:pt x="456937" y="117574"/>
                  </a:lnTo>
                  <a:lnTo>
                    <a:pt x="463197" y="117354"/>
                  </a:lnTo>
                  <a:lnTo>
                    <a:pt x="469456" y="117151"/>
                  </a:lnTo>
                  <a:lnTo>
                    <a:pt x="475716" y="116964"/>
                  </a:lnTo>
                  <a:lnTo>
                    <a:pt x="481975" y="116791"/>
                  </a:lnTo>
                  <a:lnTo>
                    <a:pt x="488235" y="116630"/>
                  </a:lnTo>
                  <a:lnTo>
                    <a:pt x="494494" y="116483"/>
                  </a:lnTo>
                  <a:lnTo>
                    <a:pt x="500753" y="116348"/>
                  </a:lnTo>
                  <a:lnTo>
                    <a:pt x="507013" y="116225"/>
                  </a:lnTo>
                  <a:lnTo>
                    <a:pt x="513272" y="116114"/>
                  </a:lnTo>
                  <a:lnTo>
                    <a:pt x="519532" y="116014"/>
                  </a:lnTo>
                  <a:lnTo>
                    <a:pt x="525791" y="115924"/>
                  </a:lnTo>
                  <a:lnTo>
                    <a:pt x="532050" y="115845"/>
                  </a:lnTo>
                  <a:lnTo>
                    <a:pt x="538310" y="115772"/>
                  </a:lnTo>
                  <a:lnTo>
                    <a:pt x="544569" y="115704"/>
                  </a:lnTo>
                  <a:lnTo>
                    <a:pt x="550829" y="115634"/>
                  </a:lnTo>
                  <a:lnTo>
                    <a:pt x="557088" y="115558"/>
                  </a:lnTo>
                  <a:lnTo>
                    <a:pt x="563348" y="115471"/>
                  </a:lnTo>
                  <a:lnTo>
                    <a:pt x="569607" y="115367"/>
                  </a:lnTo>
                  <a:lnTo>
                    <a:pt x="575866" y="115239"/>
                  </a:lnTo>
                  <a:lnTo>
                    <a:pt x="582126" y="115082"/>
                  </a:lnTo>
                  <a:lnTo>
                    <a:pt x="588385" y="114883"/>
                  </a:lnTo>
                  <a:lnTo>
                    <a:pt x="594645" y="114640"/>
                  </a:lnTo>
                  <a:lnTo>
                    <a:pt x="600904" y="114348"/>
                  </a:lnTo>
                  <a:lnTo>
                    <a:pt x="607164" y="114005"/>
                  </a:lnTo>
                  <a:lnTo>
                    <a:pt x="613423" y="113608"/>
                  </a:lnTo>
                  <a:lnTo>
                    <a:pt x="619682" y="113154"/>
                  </a:lnTo>
                  <a:lnTo>
                    <a:pt x="625942" y="112644"/>
                  </a:lnTo>
                  <a:lnTo>
                    <a:pt x="632201" y="112077"/>
                  </a:lnTo>
                  <a:lnTo>
                    <a:pt x="638461" y="111445"/>
                  </a:lnTo>
                  <a:lnTo>
                    <a:pt x="644720" y="110760"/>
                  </a:lnTo>
                  <a:lnTo>
                    <a:pt x="650980" y="110023"/>
                  </a:lnTo>
                  <a:lnTo>
                    <a:pt x="657239" y="109236"/>
                  </a:lnTo>
                  <a:lnTo>
                    <a:pt x="663498" y="108400"/>
                  </a:lnTo>
                  <a:lnTo>
                    <a:pt x="669758" y="107516"/>
                  </a:lnTo>
                  <a:lnTo>
                    <a:pt x="676017" y="106583"/>
                  </a:lnTo>
                  <a:lnTo>
                    <a:pt x="682277" y="105596"/>
                  </a:lnTo>
                  <a:lnTo>
                    <a:pt x="688536" y="104545"/>
                  </a:lnTo>
                  <a:lnTo>
                    <a:pt x="694796" y="103429"/>
                  </a:lnTo>
                  <a:lnTo>
                    <a:pt x="701055" y="102239"/>
                  </a:lnTo>
                  <a:lnTo>
                    <a:pt x="707314" y="100965"/>
                  </a:lnTo>
                  <a:lnTo>
                    <a:pt x="713574" y="99594"/>
                  </a:lnTo>
                  <a:lnTo>
                    <a:pt x="719833" y="98111"/>
                  </a:lnTo>
                  <a:lnTo>
                    <a:pt x="726093" y="96502"/>
                  </a:lnTo>
                  <a:lnTo>
                    <a:pt x="732352" y="94733"/>
                  </a:lnTo>
                  <a:lnTo>
                    <a:pt x="738611" y="92788"/>
                  </a:lnTo>
                  <a:lnTo>
                    <a:pt x="744871" y="90661"/>
                  </a:lnTo>
                  <a:lnTo>
                    <a:pt x="751130" y="88340"/>
                  </a:lnTo>
                  <a:lnTo>
                    <a:pt x="757390" y="85812"/>
                  </a:lnTo>
                  <a:lnTo>
                    <a:pt x="763649" y="83068"/>
                  </a:lnTo>
                  <a:lnTo>
                    <a:pt x="769909" y="80103"/>
                  </a:lnTo>
                  <a:lnTo>
                    <a:pt x="776168" y="76914"/>
                  </a:lnTo>
                  <a:lnTo>
                    <a:pt x="782427" y="73472"/>
                  </a:lnTo>
                  <a:lnTo>
                    <a:pt x="788687" y="69814"/>
                  </a:lnTo>
                  <a:lnTo>
                    <a:pt x="794946" y="65960"/>
                  </a:lnTo>
                  <a:lnTo>
                    <a:pt x="801206" y="61929"/>
                  </a:lnTo>
                  <a:lnTo>
                    <a:pt x="807465" y="57745"/>
                  </a:lnTo>
                  <a:lnTo>
                    <a:pt x="813725" y="53434"/>
                  </a:lnTo>
                  <a:lnTo>
                    <a:pt x="819984" y="49029"/>
                  </a:lnTo>
                  <a:lnTo>
                    <a:pt x="826243" y="44564"/>
                  </a:lnTo>
                  <a:lnTo>
                    <a:pt x="832503" y="40083"/>
                  </a:lnTo>
                  <a:lnTo>
                    <a:pt x="838762" y="35638"/>
                  </a:lnTo>
                  <a:lnTo>
                    <a:pt x="845022" y="31270"/>
                  </a:lnTo>
                  <a:lnTo>
                    <a:pt x="851281" y="27022"/>
                  </a:lnTo>
                  <a:lnTo>
                    <a:pt x="857541" y="22936"/>
                  </a:lnTo>
                  <a:lnTo>
                    <a:pt x="863800" y="19053"/>
                  </a:lnTo>
                  <a:lnTo>
                    <a:pt x="870059" y="15416"/>
                  </a:lnTo>
                  <a:lnTo>
                    <a:pt x="876319" y="12086"/>
                  </a:lnTo>
                  <a:lnTo>
                    <a:pt x="882578" y="9122"/>
                  </a:lnTo>
                  <a:lnTo>
                    <a:pt x="888838" y="6527"/>
                  </a:lnTo>
                  <a:lnTo>
                    <a:pt x="895097" y="4330"/>
                  </a:lnTo>
                  <a:lnTo>
                    <a:pt x="901356" y="2558"/>
                  </a:lnTo>
                  <a:lnTo>
                    <a:pt x="907616" y="1234"/>
                  </a:lnTo>
                  <a:lnTo>
                    <a:pt x="913875" y="376"/>
                  </a:lnTo>
                  <a:lnTo>
                    <a:pt x="920135" y="0"/>
                  </a:lnTo>
                  <a:lnTo>
                    <a:pt x="926394" y="171"/>
                  </a:lnTo>
                  <a:lnTo>
                    <a:pt x="932654" y="868"/>
                  </a:lnTo>
                  <a:lnTo>
                    <a:pt x="938913" y="2055"/>
                  </a:lnTo>
                  <a:lnTo>
                    <a:pt x="945172" y="3725"/>
                  </a:lnTo>
                  <a:lnTo>
                    <a:pt x="951432" y="5862"/>
                  </a:lnTo>
                  <a:lnTo>
                    <a:pt x="957691" y="8446"/>
                  </a:lnTo>
                  <a:lnTo>
                    <a:pt x="963951" y="11452"/>
                  </a:lnTo>
                  <a:lnTo>
                    <a:pt x="970210" y="14849"/>
                  </a:lnTo>
                  <a:lnTo>
                    <a:pt x="976470" y="18651"/>
                  </a:lnTo>
                  <a:lnTo>
                    <a:pt x="982729" y="22755"/>
                  </a:lnTo>
                  <a:lnTo>
                    <a:pt x="988988" y="27111"/>
                  </a:lnTo>
                  <a:lnTo>
                    <a:pt x="995248" y="31673"/>
                  </a:lnTo>
                  <a:lnTo>
                    <a:pt x="1001507" y="36395"/>
                  </a:lnTo>
                  <a:lnTo>
                    <a:pt x="1007767" y="41227"/>
                  </a:lnTo>
                  <a:lnTo>
                    <a:pt x="1014026" y="46125"/>
                  </a:lnTo>
                  <a:lnTo>
                    <a:pt x="1020286" y="51039"/>
                  </a:lnTo>
                  <a:lnTo>
                    <a:pt x="1026545" y="55916"/>
                  </a:lnTo>
                  <a:lnTo>
                    <a:pt x="1032804" y="60716"/>
                  </a:lnTo>
                  <a:lnTo>
                    <a:pt x="1039064" y="65406"/>
                  </a:lnTo>
                  <a:lnTo>
                    <a:pt x="1045323" y="69959"/>
                  </a:lnTo>
                  <a:lnTo>
                    <a:pt x="1051583" y="74352"/>
                  </a:lnTo>
                  <a:lnTo>
                    <a:pt x="1057842" y="78566"/>
                  </a:lnTo>
                  <a:lnTo>
                    <a:pt x="1064101" y="82587"/>
                  </a:lnTo>
                  <a:lnTo>
                    <a:pt x="1070361" y="86389"/>
                  </a:lnTo>
                  <a:lnTo>
                    <a:pt x="1076620" y="89965"/>
                  </a:lnTo>
                  <a:lnTo>
                    <a:pt x="1082880" y="93333"/>
                  </a:lnTo>
                  <a:lnTo>
                    <a:pt x="1089139" y="96496"/>
                  </a:lnTo>
                  <a:lnTo>
                    <a:pt x="1095399" y="99461"/>
                  </a:lnTo>
                  <a:lnTo>
                    <a:pt x="1101658" y="102232"/>
                  </a:lnTo>
                  <a:lnTo>
                    <a:pt x="1107917" y="104819"/>
                  </a:lnTo>
                  <a:lnTo>
                    <a:pt x="1114177" y="107230"/>
                  </a:lnTo>
                  <a:lnTo>
                    <a:pt x="1120436" y="109454"/>
                  </a:lnTo>
                  <a:lnTo>
                    <a:pt x="1126696" y="111518"/>
                  </a:lnTo>
                  <a:lnTo>
                    <a:pt x="1132955" y="113438"/>
                  </a:lnTo>
                  <a:lnTo>
                    <a:pt x="1139215" y="115224"/>
                  </a:lnTo>
                  <a:lnTo>
                    <a:pt x="1145474" y="116884"/>
                  </a:lnTo>
                  <a:lnTo>
                    <a:pt x="1151733" y="118426"/>
                  </a:lnTo>
                  <a:lnTo>
                    <a:pt x="1157993" y="119860"/>
                  </a:lnTo>
                  <a:lnTo>
                    <a:pt x="1164252" y="121191"/>
                  </a:lnTo>
                  <a:lnTo>
                    <a:pt x="1170512" y="122414"/>
                  </a:lnTo>
                  <a:lnTo>
                    <a:pt x="1176771" y="123553"/>
                  </a:lnTo>
                  <a:lnTo>
                    <a:pt x="1183031" y="124614"/>
                  </a:lnTo>
                  <a:lnTo>
                    <a:pt x="1189290" y="125602"/>
                  </a:lnTo>
                  <a:lnTo>
                    <a:pt x="1195549" y="126523"/>
                  </a:lnTo>
                  <a:lnTo>
                    <a:pt x="1201809" y="127383"/>
                  </a:lnTo>
                  <a:lnTo>
                    <a:pt x="1208068" y="128185"/>
                  </a:lnTo>
                  <a:lnTo>
                    <a:pt x="1214328" y="128931"/>
                  </a:lnTo>
                  <a:lnTo>
                    <a:pt x="1220587" y="129622"/>
                  </a:lnTo>
                  <a:lnTo>
                    <a:pt x="1226846" y="130266"/>
                  </a:lnTo>
                  <a:lnTo>
                    <a:pt x="1233106" y="130867"/>
                  </a:lnTo>
                  <a:lnTo>
                    <a:pt x="1239365" y="131426"/>
                  </a:lnTo>
                  <a:lnTo>
                    <a:pt x="1245625" y="131945"/>
                  </a:lnTo>
                  <a:lnTo>
                    <a:pt x="1251884" y="132425"/>
                  </a:lnTo>
                  <a:lnTo>
                    <a:pt x="1258144" y="132868"/>
                  </a:lnTo>
                  <a:lnTo>
                    <a:pt x="1264403" y="133273"/>
                  </a:lnTo>
                  <a:lnTo>
                    <a:pt x="1270662" y="133640"/>
                  </a:lnTo>
                  <a:lnTo>
                    <a:pt x="1276922" y="133976"/>
                  </a:lnTo>
                  <a:lnTo>
                    <a:pt x="1283181" y="134281"/>
                  </a:lnTo>
                  <a:lnTo>
                    <a:pt x="1289441" y="134557"/>
                  </a:lnTo>
                  <a:lnTo>
                    <a:pt x="1295700" y="134807"/>
                  </a:lnTo>
                  <a:lnTo>
                    <a:pt x="1301960" y="135031"/>
                  </a:lnTo>
                  <a:lnTo>
                    <a:pt x="1308219" y="135234"/>
                  </a:lnTo>
                  <a:lnTo>
                    <a:pt x="1314478" y="135413"/>
                  </a:lnTo>
                  <a:lnTo>
                    <a:pt x="1320738" y="135574"/>
                  </a:lnTo>
                  <a:lnTo>
                    <a:pt x="1326997" y="135719"/>
                  </a:lnTo>
                  <a:lnTo>
                    <a:pt x="1333257" y="135852"/>
                  </a:lnTo>
                  <a:lnTo>
                    <a:pt x="1339516" y="135973"/>
                  </a:lnTo>
                  <a:lnTo>
                    <a:pt x="1345776" y="136084"/>
                  </a:lnTo>
                  <a:lnTo>
                    <a:pt x="1352035" y="136186"/>
                  </a:lnTo>
                  <a:lnTo>
                    <a:pt x="1358294" y="136282"/>
                  </a:lnTo>
                  <a:lnTo>
                    <a:pt x="1364554" y="136370"/>
                  </a:lnTo>
                  <a:lnTo>
                    <a:pt x="1370813" y="136454"/>
                  </a:lnTo>
                  <a:lnTo>
                    <a:pt x="1377073" y="136534"/>
                  </a:lnTo>
                  <a:lnTo>
                    <a:pt x="1383332" y="136609"/>
                  </a:lnTo>
                  <a:lnTo>
                    <a:pt x="1389592" y="136681"/>
                  </a:lnTo>
                  <a:lnTo>
                    <a:pt x="1395851" y="136749"/>
                  </a:lnTo>
                  <a:lnTo>
                    <a:pt x="1402110" y="136813"/>
                  </a:lnTo>
                  <a:lnTo>
                    <a:pt x="1408370" y="136874"/>
                  </a:lnTo>
                  <a:lnTo>
                    <a:pt x="1414629" y="136930"/>
                  </a:lnTo>
                  <a:lnTo>
                    <a:pt x="1420889" y="136982"/>
                  </a:lnTo>
                  <a:lnTo>
                    <a:pt x="1427148" y="137031"/>
                  </a:lnTo>
                  <a:lnTo>
                    <a:pt x="1433407" y="137075"/>
                  </a:lnTo>
                  <a:lnTo>
                    <a:pt x="1439667" y="137115"/>
                  </a:lnTo>
                  <a:lnTo>
                    <a:pt x="1445926" y="137151"/>
                  </a:lnTo>
                  <a:lnTo>
                    <a:pt x="1452186" y="137184"/>
                  </a:lnTo>
                  <a:lnTo>
                    <a:pt x="1458445" y="137212"/>
                  </a:lnTo>
                  <a:lnTo>
                    <a:pt x="1464705" y="137236"/>
                  </a:lnTo>
                  <a:lnTo>
                    <a:pt x="1470964" y="137257"/>
                  </a:lnTo>
                  <a:lnTo>
                    <a:pt x="1477223" y="137275"/>
                  </a:lnTo>
                  <a:lnTo>
                    <a:pt x="1483483" y="137291"/>
                  </a:lnTo>
                  <a:lnTo>
                    <a:pt x="1489742" y="137303"/>
                  </a:lnTo>
                  <a:lnTo>
                    <a:pt x="1496002" y="137314"/>
                  </a:lnTo>
                  <a:lnTo>
                    <a:pt x="1502261" y="137323"/>
                  </a:lnTo>
                  <a:lnTo>
                    <a:pt x="1508521" y="137330"/>
                  </a:lnTo>
                  <a:lnTo>
                    <a:pt x="1514780" y="137335"/>
                  </a:lnTo>
                  <a:lnTo>
                    <a:pt x="1521039" y="137339"/>
                  </a:lnTo>
                  <a:lnTo>
                    <a:pt x="1527299" y="137343"/>
                  </a:lnTo>
                  <a:lnTo>
                    <a:pt x="1533558" y="137345"/>
                  </a:lnTo>
                  <a:lnTo>
                    <a:pt x="1539818" y="137347"/>
                  </a:lnTo>
                  <a:lnTo>
                    <a:pt x="1546077" y="137349"/>
                  </a:lnTo>
                  <a:lnTo>
                    <a:pt x="1552337" y="137350"/>
                  </a:lnTo>
                  <a:lnTo>
                    <a:pt x="1558596" y="137351"/>
                  </a:lnTo>
                  <a:lnTo>
                    <a:pt x="1564855" y="137351"/>
                  </a:lnTo>
                  <a:lnTo>
                    <a:pt x="1571115" y="137352"/>
                  </a:lnTo>
                  <a:lnTo>
                    <a:pt x="1577374" y="137352"/>
                  </a:lnTo>
                  <a:lnTo>
                    <a:pt x="1583634" y="137352"/>
                  </a:lnTo>
                  <a:lnTo>
                    <a:pt x="1589893" y="137353"/>
                  </a:lnTo>
                  <a:lnTo>
                    <a:pt x="1596152" y="137353"/>
                  </a:lnTo>
                  <a:lnTo>
                    <a:pt x="1602412" y="137353"/>
                  </a:lnTo>
                  <a:lnTo>
                    <a:pt x="1608671" y="137353"/>
                  </a:lnTo>
                  <a:lnTo>
                    <a:pt x="1614931" y="137353"/>
                  </a:lnTo>
                  <a:lnTo>
                    <a:pt x="1621190" y="137353"/>
                  </a:lnTo>
                  <a:lnTo>
                    <a:pt x="1627450" y="137353"/>
                  </a:lnTo>
                  <a:lnTo>
                    <a:pt x="1633709" y="137353"/>
                  </a:lnTo>
                  <a:lnTo>
                    <a:pt x="1639968" y="137353"/>
                  </a:lnTo>
                  <a:lnTo>
                    <a:pt x="1646228" y="137353"/>
                  </a:lnTo>
                  <a:lnTo>
                    <a:pt x="1652487" y="137353"/>
                  </a:lnTo>
                  <a:lnTo>
                    <a:pt x="1658747" y="137353"/>
                  </a:lnTo>
                  <a:lnTo>
                    <a:pt x="1665006" y="137353"/>
                  </a:lnTo>
                  <a:lnTo>
                    <a:pt x="1671266" y="137353"/>
                  </a:lnTo>
                  <a:lnTo>
                    <a:pt x="1677525" y="137353"/>
                  </a:lnTo>
                  <a:lnTo>
                    <a:pt x="1683784" y="137353"/>
                  </a:lnTo>
                  <a:lnTo>
                    <a:pt x="1690044" y="137353"/>
                  </a:lnTo>
                  <a:lnTo>
                    <a:pt x="1696303" y="137353"/>
                  </a:lnTo>
                  <a:lnTo>
                    <a:pt x="1702563" y="137353"/>
                  </a:lnTo>
                  <a:lnTo>
                    <a:pt x="1708822" y="137353"/>
                  </a:lnTo>
                  <a:lnTo>
                    <a:pt x="1715082" y="137353"/>
                  </a:lnTo>
                  <a:lnTo>
                    <a:pt x="1721341" y="137353"/>
                  </a:lnTo>
                  <a:lnTo>
                    <a:pt x="1727600" y="137353"/>
                  </a:lnTo>
                  <a:lnTo>
                    <a:pt x="1733860" y="137353"/>
                  </a:lnTo>
                  <a:lnTo>
                    <a:pt x="1740119" y="137353"/>
                  </a:lnTo>
                  <a:lnTo>
                    <a:pt x="1746379" y="137353"/>
                  </a:lnTo>
                  <a:lnTo>
                    <a:pt x="1752638" y="137353"/>
                  </a:lnTo>
                  <a:lnTo>
                    <a:pt x="1758897" y="137353"/>
                  </a:lnTo>
                  <a:lnTo>
                    <a:pt x="1765157" y="137353"/>
                  </a:lnTo>
                  <a:lnTo>
                    <a:pt x="1771416" y="137353"/>
                  </a:lnTo>
                  <a:lnTo>
                    <a:pt x="1777676" y="137353"/>
                  </a:lnTo>
                  <a:lnTo>
                    <a:pt x="1783935" y="137353"/>
                  </a:lnTo>
                  <a:lnTo>
                    <a:pt x="1790195" y="137353"/>
                  </a:lnTo>
                  <a:lnTo>
                    <a:pt x="1796454" y="137353"/>
                  </a:lnTo>
                  <a:lnTo>
                    <a:pt x="1802713" y="137353"/>
                  </a:lnTo>
                  <a:lnTo>
                    <a:pt x="1808973" y="137353"/>
                  </a:lnTo>
                  <a:lnTo>
                    <a:pt x="1815232" y="137353"/>
                  </a:lnTo>
                  <a:lnTo>
                    <a:pt x="1821492" y="137353"/>
                  </a:lnTo>
                  <a:lnTo>
                    <a:pt x="1827751" y="137353"/>
                  </a:lnTo>
                  <a:lnTo>
                    <a:pt x="1834011" y="137353"/>
                  </a:lnTo>
                  <a:lnTo>
                    <a:pt x="1840270" y="137353"/>
                  </a:lnTo>
                  <a:lnTo>
                    <a:pt x="1846529" y="137353"/>
                  </a:lnTo>
                  <a:lnTo>
                    <a:pt x="1852789" y="137353"/>
                  </a:lnTo>
                  <a:lnTo>
                    <a:pt x="1859048" y="137353"/>
                  </a:lnTo>
                  <a:lnTo>
                    <a:pt x="1865308" y="137353"/>
                  </a:lnTo>
                  <a:lnTo>
                    <a:pt x="1871567" y="137353"/>
                  </a:lnTo>
                  <a:lnTo>
                    <a:pt x="1877827" y="137353"/>
                  </a:lnTo>
                  <a:lnTo>
                    <a:pt x="1884086" y="137353"/>
                  </a:lnTo>
                  <a:lnTo>
                    <a:pt x="1890345" y="137353"/>
                  </a:lnTo>
                  <a:lnTo>
                    <a:pt x="1896605" y="137353"/>
                  </a:lnTo>
                  <a:lnTo>
                    <a:pt x="1902864" y="137353"/>
                  </a:lnTo>
                  <a:lnTo>
                    <a:pt x="1909124" y="137353"/>
                  </a:lnTo>
                  <a:lnTo>
                    <a:pt x="1915383" y="137353"/>
                  </a:lnTo>
                  <a:lnTo>
                    <a:pt x="1921642" y="137353"/>
                  </a:lnTo>
                  <a:lnTo>
                    <a:pt x="1927902" y="137353"/>
                  </a:lnTo>
                  <a:lnTo>
                    <a:pt x="1934161" y="137353"/>
                  </a:lnTo>
                  <a:lnTo>
                    <a:pt x="1940421" y="137353"/>
                  </a:lnTo>
                  <a:lnTo>
                    <a:pt x="1946680" y="137353"/>
                  </a:lnTo>
                  <a:lnTo>
                    <a:pt x="1952940" y="137353"/>
                  </a:lnTo>
                  <a:lnTo>
                    <a:pt x="1959199" y="137353"/>
                  </a:lnTo>
                  <a:lnTo>
                    <a:pt x="1965458" y="137353"/>
                  </a:lnTo>
                  <a:lnTo>
                    <a:pt x="1971718" y="137353"/>
                  </a:lnTo>
                  <a:lnTo>
                    <a:pt x="1977977" y="137353"/>
                  </a:lnTo>
                  <a:lnTo>
                    <a:pt x="1984237" y="137353"/>
                  </a:lnTo>
                  <a:lnTo>
                    <a:pt x="1990496" y="137353"/>
                  </a:lnTo>
                  <a:lnTo>
                    <a:pt x="1996756" y="137353"/>
                  </a:lnTo>
                  <a:lnTo>
                    <a:pt x="2003015" y="137353"/>
                  </a:lnTo>
                  <a:lnTo>
                    <a:pt x="2009274" y="137353"/>
                  </a:lnTo>
                  <a:lnTo>
                    <a:pt x="2015534" y="137353"/>
                  </a:lnTo>
                  <a:lnTo>
                    <a:pt x="2021793" y="137353"/>
                  </a:lnTo>
                  <a:lnTo>
                    <a:pt x="2028053" y="137353"/>
                  </a:lnTo>
                  <a:lnTo>
                    <a:pt x="2034312" y="137353"/>
                  </a:lnTo>
                  <a:lnTo>
                    <a:pt x="2040572" y="137353"/>
                  </a:lnTo>
                  <a:lnTo>
                    <a:pt x="2046831" y="137353"/>
                  </a:lnTo>
                  <a:lnTo>
                    <a:pt x="2053090" y="137353"/>
                  </a:lnTo>
                  <a:lnTo>
                    <a:pt x="2059350" y="137353"/>
                  </a:lnTo>
                  <a:lnTo>
                    <a:pt x="2065609" y="137353"/>
                  </a:lnTo>
                  <a:lnTo>
                    <a:pt x="2071869" y="137353"/>
                  </a:lnTo>
                  <a:lnTo>
                    <a:pt x="2078128" y="137353"/>
                  </a:lnTo>
                  <a:lnTo>
                    <a:pt x="2084388" y="137353"/>
                  </a:lnTo>
                  <a:lnTo>
                    <a:pt x="2090647" y="137353"/>
                  </a:lnTo>
                  <a:lnTo>
                    <a:pt x="2096906" y="137353"/>
                  </a:lnTo>
                  <a:lnTo>
                    <a:pt x="2103166" y="137353"/>
                  </a:lnTo>
                  <a:lnTo>
                    <a:pt x="2109425" y="137353"/>
                  </a:lnTo>
                  <a:lnTo>
                    <a:pt x="2115685" y="137353"/>
                  </a:lnTo>
                  <a:lnTo>
                    <a:pt x="2121944" y="137353"/>
                  </a:lnTo>
                  <a:lnTo>
                    <a:pt x="2128203" y="137353"/>
                  </a:lnTo>
                  <a:lnTo>
                    <a:pt x="2134463" y="137353"/>
                  </a:lnTo>
                  <a:lnTo>
                    <a:pt x="2140722" y="137353"/>
                  </a:lnTo>
                  <a:lnTo>
                    <a:pt x="2146982" y="137353"/>
                  </a:lnTo>
                  <a:lnTo>
                    <a:pt x="2153241" y="137353"/>
                  </a:lnTo>
                  <a:lnTo>
                    <a:pt x="2159501" y="137353"/>
                  </a:lnTo>
                  <a:lnTo>
                    <a:pt x="2165760" y="137353"/>
                  </a:lnTo>
                  <a:lnTo>
                    <a:pt x="2172019" y="137353"/>
                  </a:lnTo>
                  <a:lnTo>
                    <a:pt x="2178279" y="137353"/>
                  </a:lnTo>
                  <a:lnTo>
                    <a:pt x="2184538" y="137353"/>
                  </a:lnTo>
                  <a:lnTo>
                    <a:pt x="2190798" y="137353"/>
                  </a:lnTo>
                  <a:lnTo>
                    <a:pt x="2197057" y="137353"/>
                  </a:lnTo>
                  <a:lnTo>
                    <a:pt x="2203317" y="137353"/>
                  </a:lnTo>
                  <a:lnTo>
                    <a:pt x="2209576" y="137353"/>
                  </a:lnTo>
                  <a:lnTo>
                    <a:pt x="2215835" y="137353"/>
                  </a:lnTo>
                  <a:lnTo>
                    <a:pt x="2222095" y="137353"/>
                  </a:lnTo>
                  <a:lnTo>
                    <a:pt x="2228354" y="137353"/>
                  </a:lnTo>
                  <a:lnTo>
                    <a:pt x="2234614" y="137353"/>
                  </a:lnTo>
                  <a:lnTo>
                    <a:pt x="2240873" y="137353"/>
                  </a:lnTo>
                  <a:lnTo>
                    <a:pt x="2247133" y="137353"/>
                  </a:lnTo>
                  <a:lnTo>
                    <a:pt x="2253392" y="137353"/>
                  </a:lnTo>
                  <a:lnTo>
                    <a:pt x="2259651" y="137353"/>
                  </a:lnTo>
                  <a:lnTo>
                    <a:pt x="2265911" y="137353"/>
                  </a:lnTo>
                  <a:lnTo>
                    <a:pt x="2272170" y="137353"/>
                  </a:lnTo>
                  <a:lnTo>
                    <a:pt x="2278430" y="137353"/>
                  </a:lnTo>
                  <a:lnTo>
                    <a:pt x="2284689" y="137353"/>
                  </a:lnTo>
                  <a:lnTo>
                    <a:pt x="2290948" y="137353"/>
                  </a:lnTo>
                  <a:lnTo>
                    <a:pt x="2297208" y="137353"/>
                  </a:lnTo>
                  <a:lnTo>
                    <a:pt x="2303467" y="137353"/>
                  </a:lnTo>
                  <a:lnTo>
                    <a:pt x="2309727" y="137353"/>
                  </a:lnTo>
                  <a:lnTo>
                    <a:pt x="2315986" y="137353"/>
                  </a:lnTo>
                  <a:lnTo>
                    <a:pt x="2322246" y="137353"/>
                  </a:lnTo>
                  <a:lnTo>
                    <a:pt x="2328505" y="137353"/>
                  </a:lnTo>
                  <a:lnTo>
                    <a:pt x="2334764" y="137353"/>
                  </a:lnTo>
                  <a:lnTo>
                    <a:pt x="2341024" y="137353"/>
                  </a:lnTo>
                  <a:lnTo>
                    <a:pt x="2347283" y="137353"/>
                  </a:lnTo>
                  <a:lnTo>
                    <a:pt x="2353543" y="137353"/>
                  </a:lnTo>
                  <a:lnTo>
                    <a:pt x="2359802" y="137353"/>
                  </a:lnTo>
                  <a:lnTo>
                    <a:pt x="2366062" y="137353"/>
                  </a:lnTo>
                  <a:lnTo>
                    <a:pt x="2372321" y="137353"/>
                  </a:lnTo>
                  <a:lnTo>
                    <a:pt x="2378580" y="137353"/>
                  </a:lnTo>
                  <a:lnTo>
                    <a:pt x="2384840" y="137353"/>
                  </a:lnTo>
                  <a:lnTo>
                    <a:pt x="2391099" y="137353"/>
                  </a:lnTo>
                  <a:lnTo>
                    <a:pt x="2397359" y="137353"/>
                  </a:lnTo>
                  <a:lnTo>
                    <a:pt x="2403618" y="137353"/>
                  </a:lnTo>
                  <a:lnTo>
                    <a:pt x="2409878" y="137353"/>
                  </a:lnTo>
                  <a:lnTo>
                    <a:pt x="2416137" y="137353"/>
                  </a:lnTo>
                  <a:lnTo>
                    <a:pt x="2422396" y="137353"/>
                  </a:lnTo>
                  <a:lnTo>
                    <a:pt x="2428656" y="137353"/>
                  </a:lnTo>
                  <a:lnTo>
                    <a:pt x="2434915" y="137353"/>
                  </a:lnTo>
                  <a:lnTo>
                    <a:pt x="2441175" y="137353"/>
                  </a:lnTo>
                  <a:lnTo>
                    <a:pt x="2447434" y="137353"/>
                  </a:lnTo>
                  <a:lnTo>
                    <a:pt x="2453693" y="137353"/>
                  </a:lnTo>
                  <a:lnTo>
                    <a:pt x="2459953" y="137353"/>
                  </a:lnTo>
                  <a:lnTo>
                    <a:pt x="2466212" y="137353"/>
                  </a:lnTo>
                  <a:lnTo>
                    <a:pt x="2472472" y="137353"/>
                  </a:lnTo>
                  <a:lnTo>
                    <a:pt x="2478731" y="137353"/>
                  </a:lnTo>
                  <a:lnTo>
                    <a:pt x="2484991" y="137353"/>
                  </a:lnTo>
                  <a:lnTo>
                    <a:pt x="2491250" y="137353"/>
                  </a:lnTo>
                  <a:lnTo>
                    <a:pt x="2497509" y="137353"/>
                  </a:lnTo>
                  <a:lnTo>
                    <a:pt x="2503769" y="137353"/>
                  </a:lnTo>
                  <a:lnTo>
                    <a:pt x="2510028" y="137353"/>
                  </a:lnTo>
                  <a:lnTo>
                    <a:pt x="2516288" y="137353"/>
                  </a:lnTo>
                  <a:lnTo>
                    <a:pt x="2522547" y="137353"/>
                  </a:lnTo>
                  <a:lnTo>
                    <a:pt x="2528807" y="137353"/>
                  </a:lnTo>
                  <a:lnTo>
                    <a:pt x="2535066" y="137353"/>
                  </a:lnTo>
                  <a:lnTo>
                    <a:pt x="2541325" y="137353"/>
                  </a:lnTo>
                  <a:lnTo>
                    <a:pt x="2547585" y="137353"/>
                  </a:lnTo>
                  <a:lnTo>
                    <a:pt x="2553844" y="137353"/>
                  </a:lnTo>
                  <a:lnTo>
                    <a:pt x="2560104" y="137353"/>
                  </a:lnTo>
                  <a:lnTo>
                    <a:pt x="2566363" y="137353"/>
                  </a:lnTo>
                  <a:lnTo>
                    <a:pt x="2572623" y="137353"/>
                  </a:lnTo>
                  <a:lnTo>
                    <a:pt x="2578882" y="137353"/>
                  </a:lnTo>
                  <a:lnTo>
                    <a:pt x="2585141" y="137353"/>
                  </a:lnTo>
                  <a:lnTo>
                    <a:pt x="2591401" y="137353"/>
                  </a:lnTo>
                  <a:lnTo>
                    <a:pt x="2597660" y="137353"/>
                  </a:lnTo>
                  <a:lnTo>
                    <a:pt x="2603920" y="137353"/>
                  </a:lnTo>
                  <a:lnTo>
                    <a:pt x="2610179" y="137353"/>
                  </a:lnTo>
                  <a:lnTo>
                    <a:pt x="2616438" y="137353"/>
                  </a:lnTo>
                  <a:lnTo>
                    <a:pt x="2622698" y="137353"/>
                  </a:lnTo>
                  <a:lnTo>
                    <a:pt x="2628957" y="137353"/>
                  </a:lnTo>
                  <a:lnTo>
                    <a:pt x="2635217" y="137353"/>
                  </a:lnTo>
                  <a:lnTo>
                    <a:pt x="2641476" y="137353"/>
                  </a:lnTo>
                  <a:lnTo>
                    <a:pt x="2647736" y="137353"/>
                  </a:lnTo>
                  <a:lnTo>
                    <a:pt x="2653995" y="137353"/>
                  </a:lnTo>
                  <a:lnTo>
                    <a:pt x="2660254" y="137353"/>
                  </a:lnTo>
                  <a:lnTo>
                    <a:pt x="2666514" y="137353"/>
                  </a:lnTo>
                  <a:lnTo>
                    <a:pt x="2672773" y="137353"/>
                  </a:lnTo>
                  <a:lnTo>
                    <a:pt x="2679033" y="137353"/>
                  </a:lnTo>
                  <a:lnTo>
                    <a:pt x="2685292" y="137353"/>
                  </a:lnTo>
                  <a:lnTo>
                    <a:pt x="2691552" y="137353"/>
                  </a:lnTo>
                  <a:lnTo>
                    <a:pt x="2697811" y="137353"/>
                  </a:lnTo>
                  <a:lnTo>
                    <a:pt x="2704070" y="137353"/>
                  </a:lnTo>
                  <a:lnTo>
                    <a:pt x="2710330" y="137353"/>
                  </a:lnTo>
                  <a:lnTo>
                    <a:pt x="2716589" y="137353"/>
                  </a:lnTo>
                  <a:lnTo>
                    <a:pt x="2722849" y="137353"/>
                  </a:lnTo>
                  <a:lnTo>
                    <a:pt x="2729108" y="137353"/>
                  </a:lnTo>
                  <a:lnTo>
                    <a:pt x="2735368" y="137353"/>
                  </a:lnTo>
                  <a:lnTo>
                    <a:pt x="2741627" y="137353"/>
                  </a:lnTo>
                  <a:lnTo>
                    <a:pt x="2747886" y="137353"/>
                  </a:lnTo>
                  <a:lnTo>
                    <a:pt x="2754146" y="137353"/>
                  </a:lnTo>
                  <a:lnTo>
                    <a:pt x="2760405" y="137353"/>
                  </a:lnTo>
                  <a:lnTo>
                    <a:pt x="2766665" y="137353"/>
                  </a:lnTo>
                  <a:lnTo>
                    <a:pt x="2772924" y="137353"/>
                  </a:lnTo>
                  <a:lnTo>
                    <a:pt x="2779184" y="137353"/>
                  </a:lnTo>
                  <a:lnTo>
                    <a:pt x="2785443" y="137353"/>
                  </a:lnTo>
                  <a:lnTo>
                    <a:pt x="2791702" y="137353"/>
                  </a:lnTo>
                  <a:lnTo>
                    <a:pt x="2797962" y="137353"/>
                  </a:lnTo>
                  <a:lnTo>
                    <a:pt x="2804221" y="137353"/>
                  </a:lnTo>
                  <a:lnTo>
                    <a:pt x="2810481" y="137353"/>
                  </a:lnTo>
                  <a:lnTo>
                    <a:pt x="2816740" y="137353"/>
                  </a:lnTo>
                  <a:lnTo>
                    <a:pt x="2822999" y="137353"/>
                  </a:lnTo>
                  <a:lnTo>
                    <a:pt x="2829259" y="137353"/>
                  </a:lnTo>
                  <a:lnTo>
                    <a:pt x="2835518" y="137353"/>
                  </a:lnTo>
                  <a:lnTo>
                    <a:pt x="2841778" y="137353"/>
                  </a:lnTo>
                  <a:lnTo>
                    <a:pt x="2848037" y="137353"/>
                  </a:lnTo>
                  <a:lnTo>
                    <a:pt x="2854297" y="137353"/>
                  </a:lnTo>
                  <a:lnTo>
                    <a:pt x="2860556" y="137353"/>
                  </a:lnTo>
                  <a:lnTo>
                    <a:pt x="2866815" y="137353"/>
                  </a:lnTo>
                  <a:lnTo>
                    <a:pt x="2873075" y="137353"/>
                  </a:lnTo>
                  <a:lnTo>
                    <a:pt x="2879334" y="137353"/>
                  </a:lnTo>
                  <a:lnTo>
                    <a:pt x="2885594" y="137353"/>
                  </a:lnTo>
                  <a:lnTo>
                    <a:pt x="2891853" y="137353"/>
                  </a:lnTo>
                  <a:lnTo>
                    <a:pt x="2898113" y="137353"/>
                  </a:lnTo>
                  <a:lnTo>
                    <a:pt x="2904372" y="137353"/>
                  </a:lnTo>
                  <a:lnTo>
                    <a:pt x="2910631" y="137353"/>
                  </a:lnTo>
                  <a:lnTo>
                    <a:pt x="2916891" y="137353"/>
                  </a:lnTo>
                  <a:lnTo>
                    <a:pt x="2923150" y="137353"/>
                  </a:lnTo>
                  <a:lnTo>
                    <a:pt x="2929410" y="137353"/>
                  </a:lnTo>
                  <a:lnTo>
                    <a:pt x="2935669" y="137353"/>
                  </a:lnTo>
                  <a:lnTo>
                    <a:pt x="2941929" y="137353"/>
                  </a:lnTo>
                  <a:lnTo>
                    <a:pt x="2948188" y="137353"/>
                  </a:lnTo>
                  <a:lnTo>
                    <a:pt x="2954447" y="137353"/>
                  </a:lnTo>
                  <a:lnTo>
                    <a:pt x="2960707" y="137353"/>
                  </a:lnTo>
                  <a:lnTo>
                    <a:pt x="2966966" y="137353"/>
                  </a:lnTo>
                  <a:lnTo>
                    <a:pt x="2973226" y="137353"/>
                  </a:lnTo>
                  <a:lnTo>
                    <a:pt x="2979485" y="137353"/>
                  </a:lnTo>
                  <a:lnTo>
                    <a:pt x="2985744" y="137353"/>
                  </a:lnTo>
                  <a:lnTo>
                    <a:pt x="2992004" y="137353"/>
                  </a:lnTo>
                  <a:lnTo>
                    <a:pt x="2998263" y="137353"/>
                  </a:lnTo>
                  <a:lnTo>
                    <a:pt x="3004523" y="137353"/>
                  </a:lnTo>
                  <a:lnTo>
                    <a:pt x="3010782" y="137353"/>
                  </a:lnTo>
                  <a:lnTo>
                    <a:pt x="3017042" y="137353"/>
                  </a:lnTo>
                  <a:lnTo>
                    <a:pt x="3023301" y="137353"/>
                  </a:lnTo>
                  <a:lnTo>
                    <a:pt x="3029560" y="137353"/>
                  </a:lnTo>
                  <a:lnTo>
                    <a:pt x="3035820" y="137353"/>
                  </a:lnTo>
                  <a:lnTo>
                    <a:pt x="3042079" y="137353"/>
                  </a:lnTo>
                  <a:lnTo>
                    <a:pt x="3048339" y="137353"/>
                  </a:lnTo>
                  <a:lnTo>
                    <a:pt x="3054598" y="137353"/>
                  </a:lnTo>
                  <a:lnTo>
                    <a:pt x="3060858" y="137353"/>
                  </a:lnTo>
                  <a:lnTo>
                    <a:pt x="3067117" y="137353"/>
                  </a:lnTo>
                  <a:lnTo>
                    <a:pt x="3073376" y="137353"/>
                  </a:lnTo>
                  <a:lnTo>
                    <a:pt x="3079636" y="137353"/>
                  </a:lnTo>
                  <a:lnTo>
                    <a:pt x="3085895" y="137353"/>
                  </a:lnTo>
                  <a:lnTo>
                    <a:pt x="3092155" y="137353"/>
                  </a:lnTo>
                  <a:lnTo>
                    <a:pt x="3098414" y="137353"/>
                  </a:lnTo>
                  <a:lnTo>
                    <a:pt x="3104674" y="137353"/>
                  </a:lnTo>
                  <a:lnTo>
                    <a:pt x="3110933" y="137353"/>
                  </a:lnTo>
                  <a:lnTo>
                    <a:pt x="3117192" y="137353"/>
                  </a:lnTo>
                  <a:lnTo>
                    <a:pt x="3123452" y="137353"/>
                  </a:lnTo>
                  <a:lnTo>
                    <a:pt x="3129711" y="137353"/>
                  </a:lnTo>
                  <a:lnTo>
                    <a:pt x="3135971" y="137353"/>
                  </a:lnTo>
                  <a:lnTo>
                    <a:pt x="3142230" y="137353"/>
                  </a:lnTo>
                  <a:lnTo>
                    <a:pt x="3148489" y="137353"/>
                  </a:lnTo>
                  <a:lnTo>
                    <a:pt x="3154749" y="137353"/>
                  </a:lnTo>
                  <a:lnTo>
                    <a:pt x="3161008" y="137353"/>
                  </a:lnTo>
                  <a:lnTo>
                    <a:pt x="3167268" y="137353"/>
                  </a:lnTo>
                  <a:lnTo>
                    <a:pt x="3173527" y="137353"/>
                  </a:lnTo>
                  <a:lnTo>
                    <a:pt x="3179787" y="137353"/>
                  </a:lnTo>
                  <a:lnTo>
                    <a:pt x="3186046" y="137353"/>
                  </a:lnTo>
                  <a:lnTo>
                    <a:pt x="3192305" y="137353"/>
                  </a:lnTo>
                  <a:lnTo>
                    <a:pt x="3198565" y="137353"/>
                  </a:lnTo>
                  <a:lnTo>
                    <a:pt x="3192305" y="137353"/>
                  </a:lnTo>
                  <a:lnTo>
                    <a:pt x="3186046" y="137353"/>
                  </a:lnTo>
                  <a:lnTo>
                    <a:pt x="3179787" y="137353"/>
                  </a:lnTo>
                  <a:lnTo>
                    <a:pt x="3173527" y="137353"/>
                  </a:lnTo>
                  <a:lnTo>
                    <a:pt x="3167268" y="137353"/>
                  </a:lnTo>
                  <a:lnTo>
                    <a:pt x="3161008" y="137353"/>
                  </a:lnTo>
                  <a:lnTo>
                    <a:pt x="3154749" y="137353"/>
                  </a:lnTo>
                  <a:lnTo>
                    <a:pt x="3148489" y="137353"/>
                  </a:lnTo>
                  <a:lnTo>
                    <a:pt x="3142230" y="137353"/>
                  </a:lnTo>
                  <a:lnTo>
                    <a:pt x="3135971" y="137353"/>
                  </a:lnTo>
                  <a:lnTo>
                    <a:pt x="3129711" y="137353"/>
                  </a:lnTo>
                  <a:lnTo>
                    <a:pt x="3123452" y="137353"/>
                  </a:lnTo>
                  <a:lnTo>
                    <a:pt x="3117192" y="137353"/>
                  </a:lnTo>
                  <a:lnTo>
                    <a:pt x="3110933" y="137353"/>
                  </a:lnTo>
                  <a:lnTo>
                    <a:pt x="3104674" y="137353"/>
                  </a:lnTo>
                  <a:lnTo>
                    <a:pt x="3098414" y="137353"/>
                  </a:lnTo>
                  <a:lnTo>
                    <a:pt x="3092155" y="137353"/>
                  </a:lnTo>
                  <a:lnTo>
                    <a:pt x="3085895" y="137353"/>
                  </a:lnTo>
                  <a:lnTo>
                    <a:pt x="3079636" y="137353"/>
                  </a:lnTo>
                  <a:lnTo>
                    <a:pt x="3073376" y="137353"/>
                  </a:lnTo>
                  <a:lnTo>
                    <a:pt x="3067117" y="137353"/>
                  </a:lnTo>
                  <a:lnTo>
                    <a:pt x="3060858" y="137353"/>
                  </a:lnTo>
                  <a:lnTo>
                    <a:pt x="3054598" y="137353"/>
                  </a:lnTo>
                  <a:lnTo>
                    <a:pt x="3048339" y="137353"/>
                  </a:lnTo>
                  <a:lnTo>
                    <a:pt x="3042079" y="137353"/>
                  </a:lnTo>
                  <a:lnTo>
                    <a:pt x="3035820" y="137353"/>
                  </a:lnTo>
                  <a:lnTo>
                    <a:pt x="3029560" y="137353"/>
                  </a:lnTo>
                  <a:lnTo>
                    <a:pt x="3023301" y="137353"/>
                  </a:lnTo>
                  <a:lnTo>
                    <a:pt x="3017042" y="137353"/>
                  </a:lnTo>
                  <a:lnTo>
                    <a:pt x="3010782" y="137353"/>
                  </a:lnTo>
                  <a:lnTo>
                    <a:pt x="3004523" y="137353"/>
                  </a:lnTo>
                  <a:lnTo>
                    <a:pt x="2998263" y="137353"/>
                  </a:lnTo>
                  <a:lnTo>
                    <a:pt x="2992004" y="137353"/>
                  </a:lnTo>
                  <a:lnTo>
                    <a:pt x="2985744" y="137353"/>
                  </a:lnTo>
                  <a:lnTo>
                    <a:pt x="2979485" y="137353"/>
                  </a:lnTo>
                  <a:lnTo>
                    <a:pt x="2973226" y="137353"/>
                  </a:lnTo>
                  <a:lnTo>
                    <a:pt x="2966966" y="137353"/>
                  </a:lnTo>
                  <a:lnTo>
                    <a:pt x="2960707" y="137353"/>
                  </a:lnTo>
                  <a:lnTo>
                    <a:pt x="2954447" y="137353"/>
                  </a:lnTo>
                  <a:lnTo>
                    <a:pt x="2948188" y="137353"/>
                  </a:lnTo>
                  <a:lnTo>
                    <a:pt x="2941929" y="137353"/>
                  </a:lnTo>
                  <a:lnTo>
                    <a:pt x="2935669" y="137353"/>
                  </a:lnTo>
                  <a:lnTo>
                    <a:pt x="2929410" y="137353"/>
                  </a:lnTo>
                  <a:lnTo>
                    <a:pt x="2923150" y="137353"/>
                  </a:lnTo>
                  <a:lnTo>
                    <a:pt x="2916891" y="137353"/>
                  </a:lnTo>
                  <a:lnTo>
                    <a:pt x="2910631" y="137353"/>
                  </a:lnTo>
                  <a:lnTo>
                    <a:pt x="2904372" y="137353"/>
                  </a:lnTo>
                  <a:lnTo>
                    <a:pt x="2898113" y="137353"/>
                  </a:lnTo>
                  <a:lnTo>
                    <a:pt x="2891853" y="137353"/>
                  </a:lnTo>
                  <a:lnTo>
                    <a:pt x="2885594" y="137353"/>
                  </a:lnTo>
                  <a:lnTo>
                    <a:pt x="2879334" y="137353"/>
                  </a:lnTo>
                  <a:lnTo>
                    <a:pt x="2873075" y="137353"/>
                  </a:lnTo>
                  <a:lnTo>
                    <a:pt x="2866815" y="137353"/>
                  </a:lnTo>
                  <a:lnTo>
                    <a:pt x="2860556" y="137353"/>
                  </a:lnTo>
                  <a:lnTo>
                    <a:pt x="2854297" y="137353"/>
                  </a:lnTo>
                  <a:lnTo>
                    <a:pt x="2848037" y="137353"/>
                  </a:lnTo>
                  <a:lnTo>
                    <a:pt x="2841778" y="137353"/>
                  </a:lnTo>
                  <a:lnTo>
                    <a:pt x="2835518" y="137353"/>
                  </a:lnTo>
                  <a:lnTo>
                    <a:pt x="2829259" y="137353"/>
                  </a:lnTo>
                  <a:lnTo>
                    <a:pt x="2822999" y="137353"/>
                  </a:lnTo>
                  <a:lnTo>
                    <a:pt x="2816740" y="137353"/>
                  </a:lnTo>
                  <a:lnTo>
                    <a:pt x="2810481" y="137353"/>
                  </a:lnTo>
                  <a:lnTo>
                    <a:pt x="2804221" y="137353"/>
                  </a:lnTo>
                  <a:lnTo>
                    <a:pt x="2797962" y="137353"/>
                  </a:lnTo>
                  <a:lnTo>
                    <a:pt x="2791702" y="137353"/>
                  </a:lnTo>
                  <a:lnTo>
                    <a:pt x="2785443" y="137353"/>
                  </a:lnTo>
                  <a:lnTo>
                    <a:pt x="2779184" y="137353"/>
                  </a:lnTo>
                  <a:lnTo>
                    <a:pt x="2772924" y="137353"/>
                  </a:lnTo>
                  <a:lnTo>
                    <a:pt x="2766665" y="137353"/>
                  </a:lnTo>
                  <a:lnTo>
                    <a:pt x="2760405" y="137353"/>
                  </a:lnTo>
                  <a:lnTo>
                    <a:pt x="2754146" y="137353"/>
                  </a:lnTo>
                  <a:lnTo>
                    <a:pt x="2747886" y="137353"/>
                  </a:lnTo>
                  <a:lnTo>
                    <a:pt x="2741627" y="137353"/>
                  </a:lnTo>
                  <a:lnTo>
                    <a:pt x="2735368" y="137353"/>
                  </a:lnTo>
                  <a:lnTo>
                    <a:pt x="2729108" y="137353"/>
                  </a:lnTo>
                  <a:lnTo>
                    <a:pt x="2722849" y="137353"/>
                  </a:lnTo>
                  <a:lnTo>
                    <a:pt x="2716589" y="137353"/>
                  </a:lnTo>
                  <a:lnTo>
                    <a:pt x="2710330" y="137353"/>
                  </a:lnTo>
                  <a:lnTo>
                    <a:pt x="2704070" y="137353"/>
                  </a:lnTo>
                  <a:lnTo>
                    <a:pt x="2697811" y="137353"/>
                  </a:lnTo>
                  <a:lnTo>
                    <a:pt x="2691552" y="137353"/>
                  </a:lnTo>
                  <a:lnTo>
                    <a:pt x="2685292" y="137353"/>
                  </a:lnTo>
                  <a:lnTo>
                    <a:pt x="2679033" y="137353"/>
                  </a:lnTo>
                  <a:lnTo>
                    <a:pt x="2672773" y="137353"/>
                  </a:lnTo>
                  <a:lnTo>
                    <a:pt x="2666514" y="137353"/>
                  </a:lnTo>
                  <a:lnTo>
                    <a:pt x="2660254" y="137353"/>
                  </a:lnTo>
                  <a:lnTo>
                    <a:pt x="2653995" y="137353"/>
                  </a:lnTo>
                  <a:lnTo>
                    <a:pt x="2647736" y="137353"/>
                  </a:lnTo>
                  <a:lnTo>
                    <a:pt x="2641476" y="137353"/>
                  </a:lnTo>
                  <a:lnTo>
                    <a:pt x="2635217" y="137353"/>
                  </a:lnTo>
                  <a:lnTo>
                    <a:pt x="2628957" y="137353"/>
                  </a:lnTo>
                  <a:lnTo>
                    <a:pt x="2622698" y="137353"/>
                  </a:lnTo>
                  <a:lnTo>
                    <a:pt x="2616438" y="137353"/>
                  </a:lnTo>
                  <a:lnTo>
                    <a:pt x="2610179" y="137353"/>
                  </a:lnTo>
                  <a:lnTo>
                    <a:pt x="2603920" y="137353"/>
                  </a:lnTo>
                  <a:lnTo>
                    <a:pt x="2597660" y="137353"/>
                  </a:lnTo>
                  <a:lnTo>
                    <a:pt x="2591401" y="137353"/>
                  </a:lnTo>
                  <a:lnTo>
                    <a:pt x="2585141" y="137353"/>
                  </a:lnTo>
                  <a:lnTo>
                    <a:pt x="2578882" y="137353"/>
                  </a:lnTo>
                  <a:lnTo>
                    <a:pt x="2572623" y="137353"/>
                  </a:lnTo>
                  <a:lnTo>
                    <a:pt x="2566363" y="137353"/>
                  </a:lnTo>
                  <a:lnTo>
                    <a:pt x="2560104" y="137353"/>
                  </a:lnTo>
                  <a:lnTo>
                    <a:pt x="2553844" y="137353"/>
                  </a:lnTo>
                  <a:lnTo>
                    <a:pt x="2547585" y="137353"/>
                  </a:lnTo>
                  <a:lnTo>
                    <a:pt x="2541325" y="137353"/>
                  </a:lnTo>
                  <a:lnTo>
                    <a:pt x="2535066" y="137353"/>
                  </a:lnTo>
                  <a:lnTo>
                    <a:pt x="2528807" y="137353"/>
                  </a:lnTo>
                  <a:lnTo>
                    <a:pt x="2522547" y="137353"/>
                  </a:lnTo>
                  <a:lnTo>
                    <a:pt x="2516288" y="137353"/>
                  </a:lnTo>
                  <a:lnTo>
                    <a:pt x="2510028" y="137353"/>
                  </a:lnTo>
                  <a:lnTo>
                    <a:pt x="2503769" y="137353"/>
                  </a:lnTo>
                  <a:lnTo>
                    <a:pt x="2497509" y="137353"/>
                  </a:lnTo>
                  <a:lnTo>
                    <a:pt x="2491250" y="137353"/>
                  </a:lnTo>
                  <a:lnTo>
                    <a:pt x="2484991" y="137353"/>
                  </a:lnTo>
                  <a:lnTo>
                    <a:pt x="2478731" y="137353"/>
                  </a:lnTo>
                  <a:lnTo>
                    <a:pt x="2472472" y="137353"/>
                  </a:lnTo>
                  <a:lnTo>
                    <a:pt x="2466212" y="137353"/>
                  </a:lnTo>
                  <a:lnTo>
                    <a:pt x="2459953" y="137353"/>
                  </a:lnTo>
                  <a:lnTo>
                    <a:pt x="2453693" y="137353"/>
                  </a:lnTo>
                  <a:lnTo>
                    <a:pt x="2447434" y="137353"/>
                  </a:lnTo>
                  <a:lnTo>
                    <a:pt x="2441175" y="137353"/>
                  </a:lnTo>
                  <a:lnTo>
                    <a:pt x="2434915" y="137353"/>
                  </a:lnTo>
                  <a:lnTo>
                    <a:pt x="2428656" y="137353"/>
                  </a:lnTo>
                  <a:lnTo>
                    <a:pt x="2422396" y="137353"/>
                  </a:lnTo>
                  <a:lnTo>
                    <a:pt x="2416137" y="137353"/>
                  </a:lnTo>
                  <a:lnTo>
                    <a:pt x="2409878" y="137353"/>
                  </a:lnTo>
                  <a:lnTo>
                    <a:pt x="2403618" y="137353"/>
                  </a:lnTo>
                  <a:lnTo>
                    <a:pt x="2397359" y="137353"/>
                  </a:lnTo>
                  <a:lnTo>
                    <a:pt x="2391099" y="137353"/>
                  </a:lnTo>
                  <a:lnTo>
                    <a:pt x="2384840" y="137353"/>
                  </a:lnTo>
                  <a:lnTo>
                    <a:pt x="2378580" y="137353"/>
                  </a:lnTo>
                  <a:lnTo>
                    <a:pt x="2372321" y="137353"/>
                  </a:lnTo>
                  <a:lnTo>
                    <a:pt x="2366062" y="137353"/>
                  </a:lnTo>
                  <a:lnTo>
                    <a:pt x="2359802" y="137353"/>
                  </a:lnTo>
                  <a:lnTo>
                    <a:pt x="2353543" y="137353"/>
                  </a:lnTo>
                  <a:lnTo>
                    <a:pt x="2347283" y="137353"/>
                  </a:lnTo>
                  <a:lnTo>
                    <a:pt x="2341024" y="137353"/>
                  </a:lnTo>
                  <a:lnTo>
                    <a:pt x="2334764" y="137353"/>
                  </a:lnTo>
                  <a:lnTo>
                    <a:pt x="2328505" y="137353"/>
                  </a:lnTo>
                  <a:lnTo>
                    <a:pt x="2322246" y="137353"/>
                  </a:lnTo>
                  <a:lnTo>
                    <a:pt x="2315986" y="137353"/>
                  </a:lnTo>
                  <a:lnTo>
                    <a:pt x="2309727" y="137353"/>
                  </a:lnTo>
                  <a:lnTo>
                    <a:pt x="2303467" y="137353"/>
                  </a:lnTo>
                  <a:lnTo>
                    <a:pt x="2297208" y="137353"/>
                  </a:lnTo>
                  <a:lnTo>
                    <a:pt x="2290948" y="137353"/>
                  </a:lnTo>
                  <a:lnTo>
                    <a:pt x="2284689" y="137353"/>
                  </a:lnTo>
                  <a:lnTo>
                    <a:pt x="2278430" y="137353"/>
                  </a:lnTo>
                  <a:lnTo>
                    <a:pt x="2272170" y="137353"/>
                  </a:lnTo>
                  <a:lnTo>
                    <a:pt x="2265911" y="137353"/>
                  </a:lnTo>
                  <a:lnTo>
                    <a:pt x="2259651" y="137353"/>
                  </a:lnTo>
                  <a:lnTo>
                    <a:pt x="2253392" y="137353"/>
                  </a:lnTo>
                  <a:lnTo>
                    <a:pt x="2247133" y="137353"/>
                  </a:lnTo>
                  <a:lnTo>
                    <a:pt x="2240873" y="137353"/>
                  </a:lnTo>
                  <a:lnTo>
                    <a:pt x="2234614" y="137353"/>
                  </a:lnTo>
                  <a:lnTo>
                    <a:pt x="2228354" y="137353"/>
                  </a:lnTo>
                  <a:lnTo>
                    <a:pt x="2222095" y="137353"/>
                  </a:lnTo>
                  <a:lnTo>
                    <a:pt x="2215835" y="137353"/>
                  </a:lnTo>
                  <a:lnTo>
                    <a:pt x="2209576" y="137353"/>
                  </a:lnTo>
                  <a:lnTo>
                    <a:pt x="2203317" y="137353"/>
                  </a:lnTo>
                  <a:lnTo>
                    <a:pt x="2197057" y="137353"/>
                  </a:lnTo>
                  <a:lnTo>
                    <a:pt x="2190798" y="137353"/>
                  </a:lnTo>
                  <a:lnTo>
                    <a:pt x="2184538" y="137353"/>
                  </a:lnTo>
                  <a:lnTo>
                    <a:pt x="2178279" y="137353"/>
                  </a:lnTo>
                  <a:lnTo>
                    <a:pt x="2172019" y="137353"/>
                  </a:lnTo>
                  <a:lnTo>
                    <a:pt x="2165760" y="137353"/>
                  </a:lnTo>
                  <a:lnTo>
                    <a:pt x="2159501" y="137353"/>
                  </a:lnTo>
                  <a:lnTo>
                    <a:pt x="2153241" y="137353"/>
                  </a:lnTo>
                  <a:lnTo>
                    <a:pt x="2146982" y="137353"/>
                  </a:lnTo>
                  <a:lnTo>
                    <a:pt x="2140722" y="137353"/>
                  </a:lnTo>
                  <a:lnTo>
                    <a:pt x="2134463" y="137353"/>
                  </a:lnTo>
                  <a:lnTo>
                    <a:pt x="2128203" y="137353"/>
                  </a:lnTo>
                  <a:lnTo>
                    <a:pt x="2121944" y="137353"/>
                  </a:lnTo>
                  <a:lnTo>
                    <a:pt x="2115685" y="137353"/>
                  </a:lnTo>
                  <a:lnTo>
                    <a:pt x="2109425" y="137353"/>
                  </a:lnTo>
                  <a:lnTo>
                    <a:pt x="2103166" y="137353"/>
                  </a:lnTo>
                  <a:lnTo>
                    <a:pt x="2096906" y="137353"/>
                  </a:lnTo>
                  <a:lnTo>
                    <a:pt x="2090647" y="137353"/>
                  </a:lnTo>
                  <a:lnTo>
                    <a:pt x="2084388" y="137353"/>
                  </a:lnTo>
                  <a:lnTo>
                    <a:pt x="2078128" y="137353"/>
                  </a:lnTo>
                  <a:lnTo>
                    <a:pt x="2071869" y="137353"/>
                  </a:lnTo>
                  <a:lnTo>
                    <a:pt x="2065609" y="137353"/>
                  </a:lnTo>
                  <a:lnTo>
                    <a:pt x="2059350" y="137353"/>
                  </a:lnTo>
                  <a:lnTo>
                    <a:pt x="2053090" y="137353"/>
                  </a:lnTo>
                  <a:lnTo>
                    <a:pt x="2046831" y="137353"/>
                  </a:lnTo>
                  <a:lnTo>
                    <a:pt x="2040572" y="137353"/>
                  </a:lnTo>
                  <a:lnTo>
                    <a:pt x="2034312" y="137353"/>
                  </a:lnTo>
                  <a:lnTo>
                    <a:pt x="2028053" y="137353"/>
                  </a:lnTo>
                  <a:lnTo>
                    <a:pt x="2021793" y="137353"/>
                  </a:lnTo>
                  <a:lnTo>
                    <a:pt x="2015534" y="137353"/>
                  </a:lnTo>
                  <a:lnTo>
                    <a:pt x="2009274" y="137353"/>
                  </a:lnTo>
                  <a:lnTo>
                    <a:pt x="2003015" y="137353"/>
                  </a:lnTo>
                  <a:lnTo>
                    <a:pt x="1996756" y="137353"/>
                  </a:lnTo>
                  <a:lnTo>
                    <a:pt x="1990496" y="137353"/>
                  </a:lnTo>
                  <a:lnTo>
                    <a:pt x="1984237" y="137353"/>
                  </a:lnTo>
                  <a:lnTo>
                    <a:pt x="1977977" y="137353"/>
                  </a:lnTo>
                  <a:lnTo>
                    <a:pt x="1971718" y="137353"/>
                  </a:lnTo>
                  <a:lnTo>
                    <a:pt x="1965458" y="137353"/>
                  </a:lnTo>
                  <a:lnTo>
                    <a:pt x="1959199" y="137353"/>
                  </a:lnTo>
                  <a:lnTo>
                    <a:pt x="1952940" y="137353"/>
                  </a:lnTo>
                  <a:lnTo>
                    <a:pt x="1946680" y="137353"/>
                  </a:lnTo>
                  <a:lnTo>
                    <a:pt x="1940421" y="137353"/>
                  </a:lnTo>
                  <a:lnTo>
                    <a:pt x="1934161" y="137353"/>
                  </a:lnTo>
                  <a:lnTo>
                    <a:pt x="1927902" y="137353"/>
                  </a:lnTo>
                  <a:lnTo>
                    <a:pt x="1921642" y="137353"/>
                  </a:lnTo>
                  <a:lnTo>
                    <a:pt x="1915383" y="137353"/>
                  </a:lnTo>
                  <a:lnTo>
                    <a:pt x="1909124" y="137353"/>
                  </a:lnTo>
                  <a:lnTo>
                    <a:pt x="1902864" y="137353"/>
                  </a:lnTo>
                  <a:lnTo>
                    <a:pt x="1896605" y="137353"/>
                  </a:lnTo>
                  <a:lnTo>
                    <a:pt x="1890345" y="137353"/>
                  </a:lnTo>
                  <a:lnTo>
                    <a:pt x="1884086" y="137353"/>
                  </a:lnTo>
                  <a:lnTo>
                    <a:pt x="1877827" y="137353"/>
                  </a:lnTo>
                  <a:lnTo>
                    <a:pt x="1871567" y="137353"/>
                  </a:lnTo>
                  <a:lnTo>
                    <a:pt x="1865308" y="137353"/>
                  </a:lnTo>
                  <a:lnTo>
                    <a:pt x="1859048" y="137353"/>
                  </a:lnTo>
                  <a:lnTo>
                    <a:pt x="1852789" y="137353"/>
                  </a:lnTo>
                  <a:lnTo>
                    <a:pt x="1846529" y="137353"/>
                  </a:lnTo>
                  <a:lnTo>
                    <a:pt x="1840270" y="137353"/>
                  </a:lnTo>
                  <a:lnTo>
                    <a:pt x="1834011" y="137353"/>
                  </a:lnTo>
                  <a:lnTo>
                    <a:pt x="1827751" y="137353"/>
                  </a:lnTo>
                  <a:lnTo>
                    <a:pt x="1821492" y="137353"/>
                  </a:lnTo>
                  <a:lnTo>
                    <a:pt x="1815232" y="137353"/>
                  </a:lnTo>
                  <a:lnTo>
                    <a:pt x="1808973" y="137353"/>
                  </a:lnTo>
                  <a:lnTo>
                    <a:pt x="1802713" y="137353"/>
                  </a:lnTo>
                  <a:lnTo>
                    <a:pt x="1796454" y="137353"/>
                  </a:lnTo>
                  <a:lnTo>
                    <a:pt x="1790195" y="137353"/>
                  </a:lnTo>
                  <a:lnTo>
                    <a:pt x="1783935" y="137353"/>
                  </a:lnTo>
                  <a:lnTo>
                    <a:pt x="1777676" y="137353"/>
                  </a:lnTo>
                  <a:lnTo>
                    <a:pt x="1771416" y="137353"/>
                  </a:lnTo>
                  <a:lnTo>
                    <a:pt x="1765157" y="137353"/>
                  </a:lnTo>
                  <a:lnTo>
                    <a:pt x="1758897" y="137353"/>
                  </a:lnTo>
                  <a:lnTo>
                    <a:pt x="1752638" y="137353"/>
                  </a:lnTo>
                  <a:lnTo>
                    <a:pt x="1746379" y="137353"/>
                  </a:lnTo>
                  <a:lnTo>
                    <a:pt x="1740119" y="137353"/>
                  </a:lnTo>
                  <a:lnTo>
                    <a:pt x="1733860" y="137353"/>
                  </a:lnTo>
                  <a:lnTo>
                    <a:pt x="1727600" y="137353"/>
                  </a:lnTo>
                  <a:lnTo>
                    <a:pt x="1721341" y="137353"/>
                  </a:lnTo>
                  <a:lnTo>
                    <a:pt x="1715082" y="137353"/>
                  </a:lnTo>
                  <a:lnTo>
                    <a:pt x="1708822" y="137353"/>
                  </a:lnTo>
                  <a:lnTo>
                    <a:pt x="1702563" y="137353"/>
                  </a:lnTo>
                  <a:lnTo>
                    <a:pt x="1696303" y="137353"/>
                  </a:lnTo>
                  <a:lnTo>
                    <a:pt x="1690044" y="137353"/>
                  </a:lnTo>
                  <a:lnTo>
                    <a:pt x="1683784" y="137353"/>
                  </a:lnTo>
                  <a:lnTo>
                    <a:pt x="1677525" y="137353"/>
                  </a:lnTo>
                  <a:lnTo>
                    <a:pt x="1671266" y="137353"/>
                  </a:lnTo>
                  <a:lnTo>
                    <a:pt x="1665006" y="137353"/>
                  </a:lnTo>
                  <a:lnTo>
                    <a:pt x="1658747" y="137353"/>
                  </a:lnTo>
                  <a:lnTo>
                    <a:pt x="1652487" y="137353"/>
                  </a:lnTo>
                  <a:lnTo>
                    <a:pt x="1646228" y="137353"/>
                  </a:lnTo>
                  <a:lnTo>
                    <a:pt x="1639968" y="137353"/>
                  </a:lnTo>
                  <a:lnTo>
                    <a:pt x="1633709" y="137353"/>
                  </a:lnTo>
                  <a:lnTo>
                    <a:pt x="1627450" y="137353"/>
                  </a:lnTo>
                  <a:lnTo>
                    <a:pt x="1621190" y="137353"/>
                  </a:lnTo>
                  <a:lnTo>
                    <a:pt x="1614931" y="137353"/>
                  </a:lnTo>
                  <a:lnTo>
                    <a:pt x="1608671" y="137353"/>
                  </a:lnTo>
                  <a:lnTo>
                    <a:pt x="1602412" y="137353"/>
                  </a:lnTo>
                  <a:lnTo>
                    <a:pt x="1596152" y="137353"/>
                  </a:lnTo>
                  <a:lnTo>
                    <a:pt x="1589893" y="137353"/>
                  </a:lnTo>
                  <a:lnTo>
                    <a:pt x="1583634" y="137353"/>
                  </a:lnTo>
                  <a:lnTo>
                    <a:pt x="1577374" y="137353"/>
                  </a:lnTo>
                  <a:lnTo>
                    <a:pt x="1571115" y="137353"/>
                  </a:lnTo>
                  <a:lnTo>
                    <a:pt x="1564855" y="137353"/>
                  </a:lnTo>
                  <a:lnTo>
                    <a:pt x="1558596" y="137353"/>
                  </a:lnTo>
                  <a:lnTo>
                    <a:pt x="1552337" y="137353"/>
                  </a:lnTo>
                  <a:lnTo>
                    <a:pt x="1546077" y="137353"/>
                  </a:lnTo>
                  <a:lnTo>
                    <a:pt x="1539818" y="137353"/>
                  </a:lnTo>
                  <a:lnTo>
                    <a:pt x="1533558" y="137353"/>
                  </a:lnTo>
                  <a:lnTo>
                    <a:pt x="1527299" y="137353"/>
                  </a:lnTo>
                  <a:lnTo>
                    <a:pt x="1521039" y="137353"/>
                  </a:lnTo>
                  <a:lnTo>
                    <a:pt x="1514780" y="137353"/>
                  </a:lnTo>
                  <a:lnTo>
                    <a:pt x="1508521" y="137353"/>
                  </a:lnTo>
                  <a:lnTo>
                    <a:pt x="1502261" y="137353"/>
                  </a:lnTo>
                  <a:lnTo>
                    <a:pt x="1496002" y="137353"/>
                  </a:lnTo>
                  <a:lnTo>
                    <a:pt x="1489742" y="137353"/>
                  </a:lnTo>
                  <a:lnTo>
                    <a:pt x="1483483" y="137353"/>
                  </a:lnTo>
                  <a:lnTo>
                    <a:pt x="1477223" y="137353"/>
                  </a:lnTo>
                  <a:lnTo>
                    <a:pt x="1470964" y="137353"/>
                  </a:lnTo>
                  <a:lnTo>
                    <a:pt x="1464705" y="137353"/>
                  </a:lnTo>
                  <a:lnTo>
                    <a:pt x="1458445" y="137353"/>
                  </a:lnTo>
                  <a:lnTo>
                    <a:pt x="1452186" y="137353"/>
                  </a:lnTo>
                  <a:lnTo>
                    <a:pt x="1445926" y="137353"/>
                  </a:lnTo>
                  <a:lnTo>
                    <a:pt x="1439667" y="137353"/>
                  </a:lnTo>
                  <a:lnTo>
                    <a:pt x="1433407" y="137353"/>
                  </a:lnTo>
                  <a:lnTo>
                    <a:pt x="1427148" y="137353"/>
                  </a:lnTo>
                  <a:lnTo>
                    <a:pt x="1420889" y="137353"/>
                  </a:lnTo>
                  <a:lnTo>
                    <a:pt x="1414629" y="137353"/>
                  </a:lnTo>
                  <a:lnTo>
                    <a:pt x="1408370" y="137353"/>
                  </a:lnTo>
                  <a:lnTo>
                    <a:pt x="1402110" y="137353"/>
                  </a:lnTo>
                  <a:lnTo>
                    <a:pt x="1395851" y="137353"/>
                  </a:lnTo>
                  <a:lnTo>
                    <a:pt x="1389592" y="137353"/>
                  </a:lnTo>
                  <a:lnTo>
                    <a:pt x="1383332" y="137353"/>
                  </a:lnTo>
                  <a:lnTo>
                    <a:pt x="1377073" y="137353"/>
                  </a:lnTo>
                  <a:lnTo>
                    <a:pt x="1370813" y="137353"/>
                  </a:lnTo>
                  <a:lnTo>
                    <a:pt x="1364554" y="137353"/>
                  </a:lnTo>
                  <a:lnTo>
                    <a:pt x="1358294" y="137353"/>
                  </a:lnTo>
                  <a:lnTo>
                    <a:pt x="1352035" y="137353"/>
                  </a:lnTo>
                  <a:lnTo>
                    <a:pt x="1345776" y="137353"/>
                  </a:lnTo>
                  <a:lnTo>
                    <a:pt x="1339516" y="137353"/>
                  </a:lnTo>
                  <a:lnTo>
                    <a:pt x="1333257" y="137353"/>
                  </a:lnTo>
                  <a:lnTo>
                    <a:pt x="1326997" y="137353"/>
                  </a:lnTo>
                  <a:lnTo>
                    <a:pt x="1320738" y="137353"/>
                  </a:lnTo>
                  <a:lnTo>
                    <a:pt x="1314478" y="137353"/>
                  </a:lnTo>
                  <a:lnTo>
                    <a:pt x="1308219" y="137353"/>
                  </a:lnTo>
                  <a:lnTo>
                    <a:pt x="1301960" y="137353"/>
                  </a:lnTo>
                  <a:lnTo>
                    <a:pt x="1295700" y="137353"/>
                  </a:lnTo>
                  <a:lnTo>
                    <a:pt x="1289441" y="137353"/>
                  </a:lnTo>
                  <a:lnTo>
                    <a:pt x="1283181" y="137353"/>
                  </a:lnTo>
                  <a:lnTo>
                    <a:pt x="1276922" y="137353"/>
                  </a:lnTo>
                  <a:lnTo>
                    <a:pt x="1270662" y="137353"/>
                  </a:lnTo>
                  <a:lnTo>
                    <a:pt x="1264403" y="137353"/>
                  </a:lnTo>
                  <a:lnTo>
                    <a:pt x="1258144" y="137353"/>
                  </a:lnTo>
                  <a:lnTo>
                    <a:pt x="1251884" y="137353"/>
                  </a:lnTo>
                  <a:lnTo>
                    <a:pt x="1245625" y="137353"/>
                  </a:lnTo>
                  <a:lnTo>
                    <a:pt x="1239365" y="137353"/>
                  </a:lnTo>
                  <a:lnTo>
                    <a:pt x="1233106" y="137353"/>
                  </a:lnTo>
                  <a:lnTo>
                    <a:pt x="1226846" y="137353"/>
                  </a:lnTo>
                  <a:lnTo>
                    <a:pt x="1220587" y="137353"/>
                  </a:lnTo>
                  <a:lnTo>
                    <a:pt x="1214328" y="137353"/>
                  </a:lnTo>
                  <a:lnTo>
                    <a:pt x="1208068" y="137353"/>
                  </a:lnTo>
                  <a:lnTo>
                    <a:pt x="1201809" y="137353"/>
                  </a:lnTo>
                  <a:lnTo>
                    <a:pt x="1195549" y="137353"/>
                  </a:lnTo>
                  <a:lnTo>
                    <a:pt x="1189290" y="137353"/>
                  </a:lnTo>
                  <a:lnTo>
                    <a:pt x="1183031" y="137353"/>
                  </a:lnTo>
                  <a:lnTo>
                    <a:pt x="1176771" y="137353"/>
                  </a:lnTo>
                  <a:lnTo>
                    <a:pt x="1170512" y="137353"/>
                  </a:lnTo>
                  <a:lnTo>
                    <a:pt x="1164252" y="137353"/>
                  </a:lnTo>
                  <a:lnTo>
                    <a:pt x="1157993" y="137353"/>
                  </a:lnTo>
                  <a:lnTo>
                    <a:pt x="1151733" y="137353"/>
                  </a:lnTo>
                  <a:lnTo>
                    <a:pt x="1145474" y="137353"/>
                  </a:lnTo>
                  <a:lnTo>
                    <a:pt x="1139215" y="137353"/>
                  </a:lnTo>
                  <a:lnTo>
                    <a:pt x="1132955" y="137353"/>
                  </a:lnTo>
                  <a:lnTo>
                    <a:pt x="1126696" y="137353"/>
                  </a:lnTo>
                  <a:lnTo>
                    <a:pt x="1120436" y="137353"/>
                  </a:lnTo>
                  <a:lnTo>
                    <a:pt x="1114177" y="137353"/>
                  </a:lnTo>
                  <a:lnTo>
                    <a:pt x="1107917" y="137353"/>
                  </a:lnTo>
                  <a:lnTo>
                    <a:pt x="1101658" y="137353"/>
                  </a:lnTo>
                  <a:lnTo>
                    <a:pt x="1095399" y="137353"/>
                  </a:lnTo>
                  <a:lnTo>
                    <a:pt x="1089139" y="137353"/>
                  </a:lnTo>
                  <a:lnTo>
                    <a:pt x="1082880" y="137353"/>
                  </a:lnTo>
                  <a:lnTo>
                    <a:pt x="1076620" y="137353"/>
                  </a:lnTo>
                  <a:lnTo>
                    <a:pt x="1070361" y="137353"/>
                  </a:lnTo>
                  <a:lnTo>
                    <a:pt x="1064101" y="137353"/>
                  </a:lnTo>
                  <a:lnTo>
                    <a:pt x="1057842" y="137353"/>
                  </a:lnTo>
                  <a:lnTo>
                    <a:pt x="1051583" y="137353"/>
                  </a:lnTo>
                  <a:lnTo>
                    <a:pt x="1045323" y="137353"/>
                  </a:lnTo>
                  <a:lnTo>
                    <a:pt x="1039064" y="137353"/>
                  </a:lnTo>
                  <a:lnTo>
                    <a:pt x="1032804" y="137353"/>
                  </a:lnTo>
                  <a:lnTo>
                    <a:pt x="1026545" y="137353"/>
                  </a:lnTo>
                  <a:lnTo>
                    <a:pt x="1020286" y="137353"/>
                  </a:lnTo>
                  <a:lnTo>
                    <a:pt x="1014026" y="137353"/>
                  </a:lnTo>
                  <a:lnTo>
                    <a:pt x="1007767" y="137353"/>
                  </a:lnTo>
                  <a:lnTo>
                    <a:pt x="1001507" y="137353"/>
                  </a:lnTo>
                  <a:lnTo>
                    <a:pt x="995248" y="137353"/>
                  </a:lnTo>
                  <a:lnTo>
                    <a:pt x="988988" y="137353"/>
                  </a:lnTo>
                  <a:lnTo>
                    <a:pt x="982729" y="137353"/>
                  </a:lnTo>
                  <a:lnTo>
                    <a:pt x="976470" y="137353"/>
                  </a:lnTo>
                  <a:lnTo>
                    <a:pt x="970210" y="137353"/>
                  </a:lnTo>
                  <a:lnTo>
                    <a:pt x="963951" y="137353"/>
                  </a:lnTo>
                  <a:lnTo>
                    <a:pt x="957691" y="137353"/>
                  </a:lnTo>
                  <a:lnTo>
                    <a:pt x="951432" y="137353"/>
                  </a:lnTo>
                  <a:lnTo>
                    <a:pt x="945172" y="137353"/>
                  </a:lnTo>
                  <a:lnTo>
                    <a:pt x="938913" y="137353"/>
                  </a:lnTo>
                  <a:lnTo>
                    <a:pt x="932654" y="137353"/>
                  </a:lnTo>
                  <a:lnTo>
                    <a:pt x="926394" y="137353"/>
                  </a:lnTo>
                  <a:lnTo>
                    <a:pt x="920135" y="137353"/>
                  </a:lnTo>
                  <a:lnTo>
                    <a:pt x="913875" y="137353"/>
                  </a:lnTo>
                  <a:lnTo>
                    <a:pt x="907616" y="137353"/>
                  </a:lnTo>
                  <a:lnTo>
                    <a:pt x="901356" y="137353"/>
                  </a:lnTo>
                  <a:lnTo>
                    <a:pt x="895097" y="137353"/>
                  </a:lnTo>
                  <a:lnTo>
                    <a:pt x="888838" y="137353"/>
                  </a:lnTo>
                  <a:lnTo>
                    <a:pt x="882578" y="137353"/>
                  </a:lnTo>
                  <a:lnTo>
                    <a:pt x="876319" y="137353"/>
                  </a:lnTo>
                  <a:lnTo>
                    <a:pt x="870059" y="137353"/>
                  </a:lnTo>
                  <a:lnTo>
                    <a:pt x="863800" y="137353"/>
                  </a:lnTo>
                  <a:lnTo>
                    <a:pt x="857541" y="137353"/>
                  </a:lnTo>
                  <a:lnTo>
                    <a:pt x="851281" y="137353"/>
                  </a:lnTo>
                  <a:lnTo>
                    <a:pt x="845022" y="137353"/>
                  </a:lnTo>
                  <a:lnTo>
                    <a:pt x="838762" y="137353"/>
                  </a:lnTo>
                  <a:lnTo>
                    <a:pt x="832503" y="137353"/>
                  </a:lnTo>
                  <a:lnTo>
                    <a:pt x="826243" y="137353"/>
                  </a:lnTo>
                  <a:lnTo>
                    <a:pt x="819984" y="137353"/>
                  </a:lnTo>
                  <a:lnTo>
                    <a:pt x="813725" y="137353"/>
                  </a:lnTo>
                  <a:lnTo>
                    <a:pt x="807465" y="137353"/>
                  </a:lnTo>
                  <a:lnTo>
                    <a:pt x="801206" y="137353"/>
                  </a:lnTo>
                  <a:lnTo>
                    <a:pt x="794946" y="137353"/>
                  </a:lnTo>
                  <a:lnTo>
                    <a:pt x="788687" y="137353"/>
                  </a:lnTo>
                  <a:lnTo>
                    <a:pt x="782427" y="137353"/>
                  </a:lnTo>
                  <a:lnTo>
                    <a:pt x="776168" y="137353"/>
                  </a:lnTo>
                  <a:lnTo>
                    <a:pt x="769909" y="137353"/>
                  </a:lnTo>
                  <a:lnTo>
                    <a:pt x="763649" y="137353"/>
                  </a:lnTo>
                  <a:lnTo>
                    <a:pt x="757390" y="137353"/>
                  </a:lnTo>
                  <a:lnTo>
                    <a:pt x="751130" y="137353"/>
                  </a:lnTo>
                  <a:lnTo>
                    <a:pt x="744871" y="137353"/>
                  </a:lnTo>
                  <a:lnTo>
                    <a:pt x="738611" y="137353"/>
                  </a:lnTo>
                  <a:lnTo>
                    <a:pt x="732352" y="137353"/>
                  </a:lnTo>
                  <a:lnTo>
                    <a:pt x="726093" y="137353"/>
                  </a:lnTo>
                  <a:lnTo>
                    <a:pt x="719833" y="137353"/>
                  </a:lnTo>
                  <a:lnTo>
                    <a:pt x="713574" y="137353"/>
                  </a:lnTo>
                  <a:lnTo>
                    <a:pt x="707314" y="137353"/>
                  </a:lnTo>
                  <a:lnTo>
                    <a:pt x="701055" y="137353"/>
                  </a:lnTo>
                  <a:lnTo>
                    <a:pt x="694796" y="137353"/>
                  </a:lnTo>
                  <a:lnTo>
                    <a:pt x="688536" y="137353"/>
                  </a:lnTo>
                  <a:lnTo>
                    <a:pt x="682277" y="137353"/>
                  </a:lnTo>
                  <a:lnTo>
                    <a:pt x="676017" y="137353"/>
                  </a:lnTo>
                  <a:lnTo>
                    <a:pt x="669758" y="137353"/>
                  </a:lnTo>
                  <a:lnTo>
                    <a:pt x="663498" y="137353"/>
                  </a:lnTo>
                  <a:lnTo>
                    <a:pt x="657239" y="137353"/>
                  </a:lnTo>
                  <a:lnTo>
                    <a:pt x="650980" y="137353"/>
                  </a:lnTo>
                  <a:lnTo>
                    <a:pt x="644720" y="137353"/>
                  </a:lnTo>
                  <a:lnTo>
                    <a:pt x="638461" y="137353"/>
                  </a:lnTo>
                  <a:lnTo>
                    <a:pt x="632201" y="137353"/>
                  </a:lnTo>
                  <a:lnTo>
                    <a:pt x="625942" y="137353"/>
                  </a:lnTo>
                  <a:lnTo>
                    <a:pt x="619682" y="137353"/>
                  </a:lnTo>
                  <a:lnTo>
                    <a:pt x="613423" y="137353"/>
                  </a:lnTo>
                  <a:lnTo>
                    <a:pt x="607164" y="137353"/>
                  </a:lnTo>
                  <a:lnTo>
                    <a:pt x="600904" y="137353"/>
                  </a:lnTo>
                  <a:lnTo>
                    <a:pt x="594645" y="137353"/>
                  </a:lnTo>
                  <a:lnTo>
                    <a:pt x="588385" y="137353"/>
                  </a:lnTo>
                  <a:lnTo>
                    <a:pt x="582126" y="137353"/>
                  </a:lnTo>
                  <a:lnTo>
                    <a:pt x="575866" y="137353"/>
                  </a:lnTo>
                  <a:lnTo>
                    <a:pt x="569607" y="137353"/>
                  </a:lnTo>
                  <a:lnTo>
                    <a:pt x="563348" y="137353"/>
                  </a:lnTo>
                  <a:lnTo>
                    <a:pt x="557088" y="137353"/>
                  </a:lnTo>
                  <a:lnTo>
                    <a:pt x="550829" y="137353"/>
                  </a:lnTo>
                  <a:lnTo>
                    <a:pt x="544569" y="137353"/>
                  </a:lnTo>
                  <a:lnTo>
                    <a:pt x="538310" y="137353"/>
                  </a:lnTo>
                  <a:lnTo>
                    <a:pt x="532050" y="137353"/>
                  </a:lnTo>
                  <a:lnTo>
                    <a:pt x="525791" y="137353"/>
                  </a:lnTo>
                  <a:lnTo>
                    <a:pt x="519532" y="137353"/>
                  </a:lnTo>
                  <a:lnTo>
                    <a:pt x="513272" y="137353"/>
                  </a:lnTo>
                  <a:lnTo>
                    <a:pt x="507013" y="137353"/>
                  </a:lnTo>
                  <a:lnTo>
                    <a:pt x="500753" y="137353"/>
                  </a:lnTo>
                  <a:lnTo>
                    <a:pt x="494494" y="137353"/>
                  </a:lnTo>
                  <a:lnTo>
                    <a:pt x="488235" y="137353"/>
                  </a:lnTo>
                  <a:lnTo>
                    <a:pt x="481975" y="137353"/>
                  </a:lnTo>
                  <a:lnTo>
                    <a:pt x="475716" y="137353"/>
                  </a:lnTo>
                  <a:lnTo>
                    <a:pt x="469456" y="137353"/>
                  </a:lnTo>
                  <a:lnTo>
                    <a:pt x="463197" y="137353"/>
                  </a:lnTo>
                  <a:lnTo>
                    <a:pt x="456937" y="137353"/>
                  </a:lnTo>
                  <a:lnTo>
                    <a:pt x="450678" y="137353"/>
                  </a:lnTo>
                  <a:lnTo>
                    <a:pt x="444419" y="137353"/>
                  </a:lnTo>
                  <a:lnTo>
                    <a:pt x="438159" y="137353"/>
                  </a:lnTo>
                  <a:lnTo>
                    <a:pt x="431900" y="137353"/>
                  </a:lnTo>
                  <a:lnTo>
                    <a:pt x="425640" y="137353"/>
                  </a:lnTo>
                  <a:lnTo>
                    <a:pt x="419381" y="137353"/>
                  </a:lnTo>
                  <a:lnTo>
                    <a:pt x="413121" y="137353"/>
                  </a:lnTo>
                  <a:lnTo>
                    <a:pt x="406862" y="137353"/>
                  </a:lnTo>
                  <a:lnTo>
                    <a:pt x="400603" y="137353"/>
                  </a:lnTo>
                  <a:lnTo>
                    <a:pt x="394343" y="137353"/>
                  </a:lnTo>
                  <a:lnTo>
                    <a:pt x="388084" y="137353"/>
                  </a:lnTo>
                  <a:lnTo>
                    <a:pt x="381824" y="137353"/>
                  </a:lnTo>
                  <a:lnTo>
                    <a:pt x="375565" y="137353"/>
                  </a:lnTo>
                  <a:lnTo>
                    <a:pt x="369305" y="137353"/>
                  </a:lnTo>
                  <a:lnTo>
                    <a:pt x="363046" y="137353"/>
                  </a:lnTo>
                  <a:lnTo>
                    <a:pt x="356787" y="137353"/>
                  </a:lnTo>
                  <a:lnTo>
                    <a:pt x="350527" y="137353"/>
                  </a:lnTo>
                  <a:lnTo>
                    <a:pt x="344268" y="137353"/>
                  </a:lnTo>
                  <a:lnTo>
                    <a:pt x="338008" y="137353"/>
                  </a:lnTo>
                  <a:lnTo>
                    <a:pt x="331749" y="137353"/>
                  </a:lnTo>
                  <a:lnTo>
                    <a:pt x="325490" y="137353"/>
                  </a:lnTo>
                  <a:lnTo>
                    <a:pt x="319230" y="137353"/>
                  </a:lnTo>
                  <a:lnTo>
                    <a:pt x="312971" y="137353"/>
                  </a:lnTo>
                  <a:lnTo>
                    <a:pt x="306711" y="137353"/>
                  </a:lnTo>
                  <a:lnTo>
                    <a:pt x="300452" y="137353"/>
                  </a:lnTo>
                  <a:lnTo>
                    <a:pt x="294192" y="137353"/>
                  </a:lnTo>
                  <a:lnTo>
                    <a:pt x="287933" y="137353"/>
                  </a:lnTo>
                  <a:lnTo>
                    <a:pt x="281674" y="137353"/>
                  </a:lnTo>
                  <a:lnTo>
                    <a:pt x="275414" y="137353"/>
                  </a:lnTo>
                  <a:lnTo>
                    <a:pt x="269155" y="137353"/>
                  </a:lnTo>
                  <a:lnTo>
                    <a:pt x="262895" y="137353"/>
                  </a:lnTo>
                  <a:lnTo>
                    <a:pt x="256636" y="137353"/>
                  </a:lnTo>
                  <a:lnTo>
                    <a:pt x="250376" y="137353"/>
                  </a:lnTo>
                  <a:lnTo>
                    <a:pt x="244117" y="137353"/>
                  </a:lnTo>
                  <a:lnTo>
                    <a:pt x="237858" y="137353"/>
                  </a:lnTo>
                  <a:lnTo>
                    <a:pt x="231598" y="137353"/>
                  </a:lnTo>
                  <a:lnTo>
                    <a:pt x="225339" y="137353"/>
                  </a:lnTo>
                  <a:lnTo>
                    <a:pt x="219079" y="137353"/>
                  </a:lnTo>
                  <a:lnTo>
                    <a:pt x="212820" y="137353"/>
                  </a:lnTo>
                  <a:lnTo>
                    <a:pt x="206560" y="137353"/>
                  </a:lnTo>
                  <a:lnTo>
                    <a:pt x="200301" y="137353"/>
                  </a:lnTo>
                  <a:lnTo>
                    <a:pt x="194042" y="137353"/>
                  </a:lnTo>
                  <a:lnTo>
                    <a:pt x="187782" y="137353"/>
                  </a:lnTo>
                  <a:lnTo>
                    <a:pt x="181523" y="137353"/>
                  </a:lnTo>
                  <a:lnTo>
                    <a:pt x="175263" y="137353"/>
                  </a:lnTo>
                  <a:lnTo>
                    <a:pt x="169004" y="137353"/>
                  </a:lnTo>
                  <a:lnTo>
                    <a:pt x="162745" y="137353"/>
                  </a:lnTo>
                  <a:lnTo>
                    <a:pt x="156485" y="137353"/>
                  </a:lnTo>
                  <a:lnTo>
                    <a:pt x="150226" y="137353"/>
                  </a:lnTo>
                  <a:lnTo>
                    <a:pt x="143966" y="137353"/>
                  </a:lnTo>
                  <a:lnTo>
                    <a:pt x="137707" y="137353"/>
                  </a:lnTo>
                  <a:lnTo>
                    <a:pt x="131447" y="137353"/>
                  </a:lnTo>
                  <a:lnTo>
                    <a:pt x="125188" y="137353"/>
                  </a:lnTo>
                  <a:lnTo>
                    <a:pt x="118929" y="137353"/>
                  </a:lnTo>
                  <a:lnTo>
                    <a:pt x="112669" y="137353"/>
                  </a:lnTo>
                  <a:lnTo>
                    <a:pt x="106410" y="137353"/>
                  </a:lnTo>
                  <a:lnTo>
                    <a:pt x="100150" y="137353"/>
                  </a:lnTo>
                  <a:lnTo>
                    <a:pt x="93891" y="137353"/>
                  </a:lnTo>
                  <a:lnTo>
                    <a:pt x="87631" y="137353"/>
                  </a:lnTo>
                  <a:lnTo>
                    <a:pt x="81372" y="137353"/>
                  </a:lnTo>
                  <a:lnTo>
                    <a:pt x="75113" y="137353"/>
                  </a:lnTo>
                  <a:lnTo>
                    <a:pt x="68853" y="137353"/>
                  </a:lnTo>
                  <a:lnTo>
                    <a:pt x="62594" y="137353"/>
                  </a:lnTo>
                  <a:lnTo>
                    <a:pt x="56334" y="137353"/>
                  </a:lnTo>
                  <a:lnTo>
                    <a:pt x="50075" y="137353"/>
                  </a:lnTo>
                  <a:lnTo>
                    <a:pt x="43815" y="137353"/>
                  </a:lnTo>
                  <a:lnTo>
                    <a:pt x="37556" y="137353"/>
                  </a:lnTo>
                  <a:lnTo>
                    <a:pt x="31297" y="137353"/>
                  </a:lnTo>
                  <a:lnTo>
                    <a:pt x="25037" y="137353"/>
                  </a:lnTo>
                  <a:lnTo>
                    <a:pt x="18778" y="137353"/>
                  </a:lnTo>
                  <a:lnTo>
                    <a:pt x="12518" y="137353"/>
                  </a:lnTo>
                  <a:lnTo>
                    <a:pt x="6259" y="137353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749798" y="2718406"/>
              <a:ext cx="3198565" cy="137353"/>
            </a:xfrm>
            <a:custGeom>
              <a:avLst/>
              <a:pathLst>
                <a:path w="3198565" h="137353">
                  <a:moveTo>
                    <a:pt x="0" y="137352"/>
                  </a:moveTo>
                  <a:lnTo>
                    <a:pt x="6259" y="137351"/>
                  </a:lnTo>
                  <a:lnTo>
                    <a:pt x="12518" y="137351"/>
                  </a:lnTo>
                  <a:lnTo>
                    <a:pt x="18778" y="137349"/>
                  </a:lnTo>
                  <a:lnTo>
                    <a:pt x="25037" y="137348"/>
                  </a:lnTo>
                  <a:lnTo>
                    <a:pt x="31297" y="137346"/>
                  </a:lnTo>
                  <a:lnTo>
                    <a:pt x="37556" y="137344"/>
                  </a:lnTo>
                  <a:lnTo>
                    <a:pt x="43815" y="137340"/>
                  </a:lnTo>
                  <a:lnTo>
                    <a:pt x="50075" y="137336"/>
                  </a:lnTo>
                  <a:lnTo>
                    <a:pt x="56334" y="137330"/>
                  </a:lnTo>
                  <a:lnTo>
                    <a:pt x="62594" y="137322"/>
                  </a:lnTo>
                  <a:lnTo>
                    <a:pt x="68853" y="137312"/>
                  </a:lnTo>
                  <a:lnTo>
                    <a:pt x="75113" y="137300"/>
                  </a:lnTo>
                  <a:lnTo>
                    <a:pt x="81372" y="137285"/>
                  </a:lnTo>
                  <a:lnTo>
                    <a:pt x="87631" y="137266"/>
                  </a:lnTo>
                  <a:lnTo>
                    <a:pt x="93891" y="137243"/>
                  </a:lnTo>
                  <a:lnTo>
                    <a:pt x="100150" y="137215"/>
                  </a:lnTo>
                  <a:lnTo>
                    <a:pt x="106410" y="137182"/>
                  </a:lnTo>
                  <a:lnTo>
                    <a:pt x="112669" y="137142"/>
                  </a:lnTo>
                  <a:lnTo>
                    <a:pt x="118929" y="137095"/>
                  </a:lnTo>
                  <a:lnTo>
                    <a:pt x="125188" y="137042"/>
                  </a:lnTo>
                  <a:lnTo>
                    <a:pt x="131447" y="136981"/>
                  </a:lnTo>
                  <a:lnTo>
                    <a:pt x="137707" y="136913"/>
                  </a:lnTo>
                  <a:lnTo>
                    <a:pt x="143966" y="136837"/>
                  </a:lnTo>
                  <a:lnTo>
                    <a:pt x="150226" y="136752"/>
                  </a:lnTo>
                  <a:lnTo>
                    <a:pt x="156485" y="136659"/>
                  </a:lnTo>
                  <a:lnTo>
                    <a:pt x="162745" y="136559"/>
                  </a:lnTo>
                  <a:lnTo>
                    <a:pt x="169004" y="136452"/>
                  </a:lnTo>
                  <a:lnTo>
                    <a:pt x="175263" y="136338"/>
                  </a:lnTo>
                  <a:lnTo>
                    <a:pt x="181523" y="136219"/>
                  </a:lnTo>
                  <a:lnTo>
                    <a:pt x="187782" y="136095"/>
                  </a:lnTo>
                  <a:lnTo>
                    <a:pt x="194042" y="135966"/>
                  </a:lnTo>
                  <a:lnTo>
                    <a:pt x="200301" y="135833"/>
                  </a:lnTo>
                  <a:lnTo>
                    <a:pt x="206560" y="135695"/>
                  </a:lnTo>
                  <a:lnTo>
                    <a:pt x="212820" y="135554"/>
                  </a:lnTo>
                  <a:lnTo>
                    <a:pt x="219079" y="135408"/>
                  </a:lnTo>
                  <a:lnTo>
                    <a:pt x="225339" y="135256"/>
                  </a:lnTo>
                  <a:lnTo>
                    <a:pt x="231598" y="135097"/>
                  </a:lnTo>
                  <a:lnTo>
                    <a:pt x="237858" y="134927"/>
                  </a:lnTo>
                  <a:lnTo>
                    <a:pt x="244117" y="134746"/>
                  </a:lnTo>
                  <a:lnTo>
                    <a:pt x="250376" y="134546"/>
                  </a:lnTo>
                  <a:lnTo>
                    <a:pt x="256636" y="134326"/>
                  </a:lnTo>
                  <a:lnTo>
                    <a:pt x="262895" y="134080"/>
                  </a:lnTo>
                  <a:lnTo>
                    <a:pt x="269155" y="133806"/>
                  </a:lnTo>
                  <a:lnTo>
                    <a:pt x="275414" y="133499"/>
                  </a:lnTo>
                  <a:lnTo>
                    <a:pt x="281674" y="133156"/>
                  </a:lnTo>
                  <a:lnTo>
                    <a:pt x="287933" y="132772"/>
                  </a:lnTo>
                  <a:lnTo>
                    <a:pt x="294192" y="132345"/>
                  </a:lnTo>
                  <a:lnTo>
                    <a:pt x="300452" y="131865"/>
                  </a:lnTo>
                  <a:lnTo>
                    <a:pt x="306711" y="131339"/>
                  </a:lnTo>
                  <a:lnTo>
                    <a:pt x="312971" y="130768"/>
                  </a:lnTo>
                  <a:lnTo>
                    <a:pt x="319230" y="130154"/>
                  </a:lnTo>
                  <a:lnTo>
                    <a:pt x="325490" y="129499"/>
                  </a:lnTo>
                  <a:lnTo>
                    <a:pt x="331749" y="128809"/>
                  </a:lnTo>
                  <a:lnTo>
                    <a:pt x="338008" y="128088"/>
                  </a:lnTo>
                  <a:lnTo>
                    <a:pt x="344268" y="127342"/>
                  </a:lnTo>
                  <a:lnTo>
                    <a:pt x="350527" y="126581"/>
                  </a:lnTo>
                  <a:lnTo>
                    <a:pt x="356787" y="125814"/>
                  </a:lnTo>
                  <a:lnTo>
                    <a:pt x="363046" y="125051"/>
                  </a:lnTo>
                  <a:lnTo>
                    <a:pt x="369305" y="124299"/>
                  </a:lnTo>
                  <a:lnTo>
                    <a:pt x="375565" y="123566"/>
                  </a:lnTo>
                  <a:lnTo>
                    <a:pt x="381824" y="122859"/>
                  </a:lnTo>
                  <a:lnTo>
                    <a:pt x="388084" y="122185"/>
                  </a:lnTo>
                  <a:lnTo>
                    <a:pt x="394343" y="121554"/>
                  </a:lnTo>
                  <a:lnTo>
                    <a:pt x="400603" y="120968"/>
                  </a:lnTo>
                  <a:lnTo>
                    <a:pt x="406862" y="120426"/>
                  </a:lnTo>
                  <a:lnTo>
                    <a:pt x="413121" y="119931"/>
                  </a:lnTo>
                  <a:lnTo>
                    <a:pt x="419381" y="119479"/>
                  </a:lnTo>
                  <a:lnTo>
                    <a:pt x="425640" y="119071"/>
                  </a:lnTo>
                  <a:lnTo>
                    <a:pt x="431900" y="118703"/>
                  </a:lnTo>
                  <a:lnTo>
                    <a:pt x="438159" y="118372"/>
                  </a:lnTo>
                  <a:lnTo>
                    <a:pt x="444419" y="118079"/>
                  </a:lnTo>
                  <a:lnTo>
                    <a:pt x="450678" y="117815"/>
                  </a:lnTo>
                  <a:lnTo>
                    <a:pt x="456937" y="117574"/>
                  </a:lnTo>
                  <a:lnTo>
                    <a:pt x="463197" y="117354"/>
                  </a:lnTo>
                  <a:lnTo>
                    <a:pt x="469456" y="117151"/>
                  </a:lnTo>
                  <a:lnTo>
                    <a:pt x="475716" y="116964"/>
                  </a:lnTo>
                  <a:lnTo>
                    <a:pt x="481975" y="116791"/>
                  </a:lnTo>
                  <a:lnTo>
                    <a:pt x="488235" y="116630"/>
                  </a:lnTo>
                  <a:lnTo>
                    <a:pt x="494494" y="116483"/>
                  </a:lnTo>
                  <a:lnTo>
                    <a:pt x="500753" y="116348"/>
                  </a:lnTo>
                  <a:lnTo>
                    <a:pt x="507013" y="116225"/>
                  </a:lnTo>
                  <a:lnTo>
                    <a:pt x="513272" y="116114"/>
                  </a:lnTo>
                  <a:lnTo>
                    <a:pt x="519532" y="116014"/>
                  </a:lnTo>
                  <a:lnTo>
                    <a:pt x="525791" y="115924"/>
                  </a:lnTo>
                  <a:lnTo>
                    <a:pt x="532050" y="115845"/>
                  </a:lnTo>
                  <a:lnTo>
                    <a:pt x="538310" y="115772"/>
                  </a:lnTo>
                  <a:lnTo>
                    <a:pt x="544569" y="115704"/>
                  </a:lnTo>
                  <a:lnTo>
                    <a:pt x="550829" y="115634"/>
                  </a:lnTo>
                  <a:lnTo>
                    <a:pt x="557088" y="115558"/>
                  </a:lnTo>
                  <a:lnTo>
                    <a:pt x="563348" y="115471"/>
                  </a:lnTo>
                  <a:lnTo>
                    <a:pt x="569607" y="115367"/>
                  </a:lnTo>
                  <a:lnTo>
                    <a:pt x="575866" y="115239"/>
                  </a:lnTo>
                  <a:lnTo>
                    <a:pt x="582126" y="115082"/>
                  </a:lnTo>
                  <a:lnTo>
                    <a:pt x="588385" y="114883"/>
                  </a:lnTo>
                  <a:lnTo>
                    <a:pt x="594645" y="114640"/>
                  </a:lnTo>
                  <a:lnTo>
                    <a:pt x="600904" y="114348"/>
                  </a:lnTo>
                  <a:lnTo>
                    <a:pt x="607164" y="114005"/>
                  </a:lnTo>
                  <a:lnTo>
                    <a:pt x="613423" y="113608"/>
                  </a:lnTo>
                  <a:lnTo>
                    <a:pt x="619682" y="113154"/>
                  </a:lnTo>
                  <a:lnTo>
                    <a:pt x="625942" y="112644"/>
                  </a:lnTo>
                  <a:lnTo>
                    <a:pt x="632201" y="112077"/>
                  </a:lnTo>
                  <a:lnTo>
                    <a:pt x="638461" y="111445"/>
                  </a:lnTo>
                  <a:lnTo>
                    <a:pt x="644720" y="110760"/>
                  </a:lnTo>
                  <a:lnTo>
                    <a:pt x="650980" y="110023"/>
                  </a:lnTo>
                  <a:lnTo>
                    <a:pt x="657239" y="109236"/>
                  </a:lnTo>
                  <a:lnTo>
                    <a:pt x="663498" y="108400"/>
                  </a:lnTo>
                  <a:lnTo>
                    <a:pt x="669758" y="107516"/>
                  </a:lnTo>
                  <a:lnTo>
                    <a:pt x="676017" y="106583"/>
                  </a:lnTo>
                  <a:lnTo>
                    <a:pt x="682277" y="105596"/>
                  </a:lnTo>
                  <a:lnTo>
                    <a:pt x="688536" y="104545"/>
                  </a:lnTo>
                  <a:lnTo>
                    <a:pt x="694796" y="103429"/>
                  </a:lnTo>
                  <a:lnTo>
                    <a:pt x="701055" y="102239"/>
                  </a:lnTo>
                  <a:lnTo>
                    <a:pt x="707314" y="100965"/>
                  </a:lnTo>
                  <a:lnTo>
                    <a:pt x="713574" y="99594"/>
                  </a:lnTo>
                  <a:lnTo>
                    <a:pt x="719833" y="98111"/>
                  </a:lnTo>
                  <a:lnTo>
                    <a:pt x="726093" y="96502"/>
                  </a:lnTo>
                  <a:lnTo>
                    <a:pt x="732352" y="94733"/>
                  </a:lnTo>
                  <a:lnTo>
                    <a:pt x="738611" y="92788"/>
                  </a:lnTo>
                  <a:lnTo>
                    <a:pt x="744871" y="90661"/>
                  </a:lnTo>
                  <a:lnTo>
                    <a:pt x="751130" y="88340"/>
                  </a:lnTo>
                  <a:lnTo>
                    <a:pt x="757390" y="85812"/>
                  </a:lnTo>
                  <a:lnTo>
                    <a:pt x="763649" y="83068"/>
                  </a:lnTo>
                  <a:lnTo>
                    <a:pt x="769909" y="80103"/>
                  </a:lnTo>
                  <a:lnTo>
                    <a:pt x="776168" y="76914"/>
                  </a:lnTo>
                  <a:lnTo>
                    <a:pt x="782427" y="73472"/>
                  </a:lnTo>
                  <a:lnTo>
                    <a:pt x="788687" y="69814"/>
                  </a:lnTo>
                  <a:lnTo>
                    <a:pt x="794946" y="65960"/>
                  </a:lnTo>
                  <a:lnTo>
                    <a:pt x="801206" y="61929"/>
                  </a:lnTo>
                  <a:lnTo>
                    <a:pt x="807465" y="57745"/>
                  </a:lnTo>
                  <a:lnTo>
                    <a:pt x="813725" y="53434"/>
                  </a:lnTo>
                  <a:lnTo>
                    <a:pt x="819984" y="49029"/>
                  </a:lnTo>
                  <a:lnTo>
                    <a:pt x="826243" y="44564"/>
                  </a:lnTo>
                  <a:lnTo>
                    <a:pt x="832503" y="40083"/>
                  </a:lnTo>
                  <a:lnTo>
                    <a:pt x="838762" y="35638"/>
                  </a:lnTo>
                  <a:lnTo>
                    <a:pt x="845022" y="31270"/>
                  </a:lnTo>
                  <a:lnTo>
                    <a:pt x="851281" y="27022"/>
                  </a:lnTo>
                  <a:lnTo>
                    <a:pt x="857541" y="22936"/>
                  </a:lnTo>
                  <a:lnTo>
                    <a:pt x="863800" y="19053"/>
                  </a:lnTo>
                  <a:lnTo>
                    <a:pt x="870059" y="15416"/>
                  </a:lnTo>
                  <a:lnTo>
                    <a:pt x="876319" y="12086"/>
                  </a:lnTo>
                  <a:lnTo>
                    <a:pt x="882578" y="9122"/>
                  </a:lnTo>
                  <a:lnTo>
                    <a:pt x="888838" y="6527"/>
                  </a:lnTo>
                  <a:lnTo>
                    <a:pt x="895097" y="4330"/>
                  </a:lnTo>
                  <a:lnTo>
                    <a:pt x="901356" y="2558"/>
                  </a:lnTo>
                  <a:lnTo>
                    <a:pt x="907616" y="1234"/>
                  </a:lnTo>
                  <a:lnTo>
                    <a:pt x="913875" y="376"/>
                  </a:lnTo>
                  <a:lnTo>
                    <a:pt x="920135" y="0"/>
                  </a:lnTo>
                  <a:lnTo>
                    <a:pt x="926394" y="171"/>
                  </a:lnTo>
                  <a:lnTo>
                    <a:pt x="932654" y="868"/>
                  </a:lnTo>
                  <a:lnTo>
                    <a:pt x="938913" y="2055"/>
                  </a:lnTo>
                  <a:lnTo>
                    <a:pt x="945172" y="3725"/>
                  </a:lnTo>
                  <a:lnTo>
                    <a:pt x="951432" y="5862"/>
                  </a:lnTo>
                  <a:lnTo>
                    <a:pt x="957691" y="8446"/>
                  </a:lnTo>
                  <a:lnTo>
                    <a:pt x="963951" y="11452"/>
                  </a:lnTo>
                  <a:lnTo>
                    <a:pt x="970210" y="14849"/>
                  </a:lnTo>
                  <a:lnTo>
                    <a:pt x="976470" y="18651"/>
                  </a:lnTo>
                  <a:lnTo>
                    <a:pt x="982729" y="22755"/>
                  </a:lnTo>
                  <a:lnTo>
                    <a:pt x="988988" y="27111"/>
                  </a:lnTo>
                  <a:lnTo>
                    <a:pt x="995248" y="31673"/>
                  </a:lnTo>
                  <a:lnTo>
                    <a:pt x="1001507" y="36395"/>
                  </a:lnTo>
                  <a:lnTo>
                    <a:pt x="1007767" y="41227"/>
                  </a:lnTo>
                  <a:lnTo>
                    <a:pt x="1014026" y="46125"/>
                  </a:lnTo>
                  <a:lnTo>
                    <a:pt x="1020286" y="51039"/>
                  </a:lnTo>
                  <a:lnTo>
                    <a:pt x="1026545" y="55916"/>
                  </a:lnTo>
                  <a:lnTo>
                    <a:pt x="1032804" y="60716"/>
                  </a:lnTo>
                  <a:lnTo>
                    <a:pt x="1039064" y="65406"/>
                  </a:lnTo>
                  <a:lnTo>
                    <a:pt x="1045323" y="69959"/>
                  </a:lnTo>
                  <a:lnTo>
                    <a:pt x="1051583" y="74352"/>
                  </a:lnTo>
                  <a:lnTo>
                    <a:pt x="1057842" y="78566"/>
                  </a:lnTo>
                  <a:lnTo>
                    <a:pt x="1064101" y="82587"/>
                  </a:lnTo>
                  <a:lnTo>
                    <a:pt x="1070361" y="86389"/>
                  </a:lnTo>
                  <a:lnTo>
                    <a:pt x="1076620" y="89965"/>
                  </a:lnTo>
                  <a:lnTo>
                    <a:pt x="1082880" y="93333"/>
                  </a:lnTo>
                  <a:lnTo>
                    <a:pt x="1089139" y="96496"/>
                  </a:lnTo>
                  <a:lnTo>
                    <a:pt x="1095399" y="99461"/>
                  </a:lnTo>
                  <a:lnTo>
                    <a:pt x="1101658" y="102232"/>
                  </a:lnTo>
                  <a:lnTo>
                    <a:pt x="1107917" y="104819"/>
                  </a:lnTo>
                  <a:lnTo>
                    <a:pt x="1114177" y="107230"/>
                  </a:lnTo>
                  <a:lnTo>
                    <a:pt x="1120436" y="109454"/>
                  </a:lnTo>
                  <a:lnTo>
                    <a:pt x="1126696" y="111518"/>
                  </a:lnTo>
                  <a:lnTo>
                    <a:pt x="1132955" y="113438"/>
                  </a:lnTo>
                  <a:lnTo>
                    <a:pt x="1139215" y="115224"/>
                  </a:lnTo>
                  <a:lnTo>
                    <a:pt x="1145474" y="116884"/>
                  </a:lnTo>
                  <a:lnTo>
                    <a:pt x="1151733" y="118426"/>
                  </a:lnTo>
                  <a:lnTo>
                    <a:pt x="1157993" y="119860"/>
                  </a:lnTo>
                  <a:lnTo>
                    <a:pt x="1164252" y="121191"/>
                  </a:lnTo>
                  <a:lnTo>
                    <a:pt x="1170512" y="122414"/>
                  </a:lnTo>
                  <a:lnTo>
                    <a:pt x="1176771" y="123553"/>
                  </a:lnTo>
                  <a:lnTo>
                    <a:pt x="1183031" y="124614"/>
                  </a:lnTo>
                  <a:lnTo>
                    <a:pt x="1189290" y="125602"/>
                  </a:lnTo>
                  <a:lnTo>
                    <a:pt x="1195549" y="126523"/>
                  </a:lnTo>
                  <a:lnTo>
                    <a:pt x="1201809" y="127383"/>
                  </a:lnTo>
                  <a:lnTo>
                    <a:pt x="1208068" y="128185"/>
                  </a:lnTo>
                  <a:lnTo>
                    <a:pt x="1214328" y="128931"/>
                  </a:lnTo>
                  <a:lnTo>
                    <a:pt x="1220587" y="129622"/>
                  </a:lnTo>
                  <a:lnTo>
                    <a:pt x="1226846" y="130266"/>
                  </a:lnTo>
                  <a:lnTo>
                    <a:pt x="1233106" y="130867"/>
                  </a:lnTo>
                  <a:lnTo>
                    <a:pt x="1239365" y="131426"/>
                  </a:lnTo>
                  <a:lnTo>
                    <a:pt x="1245625" y="131945"/>
                  </a:lnTo>
                  <a:lnTo>
                    <a:pt x="1251884" y="132425"/>
                  </a:lnTo>
                  <a:lnTo>
                    <a:pt x="1258144" y="132868"/>
                  </a:lnTo>
                  <a:lnTo>
                    <a:pt x="1264403" y="133273"/>
                  </a:lnTo>
                  <a:lnTo>
                    <a:pt x="1270662" y="133640"/>
                  </a:lnTo>
                  <a:lnTo>
                    <a:pt x="1276922" y="133976"/>
                  </a:lnTo>
                  <a:lnTo>
                    <a:pt x="1283181" y="134281"/>
                  </a:lnTo>
                  <a:lnTo>
                    <a:pt x="1289441" y="134557"/>
                  </a:lnTo>
                  <a:lnTo>
                    <a:pt x="1295700" y="134807"/>
                  </a:lnTo>
                  <a:lnTo>
                    <a:pt x="1301960" y="135031"/>
                  </a:lnTo>
                  <a:lnTo>
                    <a:pt x="1308219" y="135234"/>
                  </a:lnTo>
                  <a:lnTo>
                    <a:pt x="1314478" y="135413"/>
                  </a:lnTo>
                  <a:lnTo>
                    <a:pt x="1320738" y="135574"/>
                  </a:lnTo>
                  <a:lnTo>
                    <a:pt x="1326997" y="135719"/>
                  </a:lnTo>
                  <a:lnTo>
                    <a:pt x="1333257" y="135852"/>
                  </a:lnTo>
                  <a:lnTo>
                    <a:pt x="1339516" y="135973"/>
                  </a:lnTo>
                  <a:lnTo>
                    <a:pt x="1345776" y="136084"/>
                  </a:lnTo>
                  <a:lnTo>
                    <a:pt x="1352035" y="136186"/>
                  </a:lnTo>
                  <a:lnTo>
                    <a:pt x="1358294" y="136282"/>
                  </a:lnTo>
                  <a:lnTo>
                    <a:pt x="1364554" y="136370"/>
                  </a:lnTo>
                  <a:lnTo>
                    <a:pt x="1370813" y="136454"/>
                  </a:lnTo>
                  <a:lnTo>
                    <a:pt x="1377073" y="136534"/>
                  </a:lnTo>
                  <a:lnTo>
                    <a:pt x="1383332" y="136609"/>
                  </a:lnTo>
                  <a:lnTo>
                    <a:pt x="1389592" y="136681"/>
                  </a:lnTo>
                  <a:lnTo>
                    <a:pt x="1395851" y="136749"/>
                  </a:lnTo>
                  <a:lnTo>
                    <a:pt x="1402110" y="136813"/>
                  </a:lnTo>
                  <a:lnTo>
                    <a:pt x="1408370" y="136874"/>
                  </a:lnTo>
                  <a:lnTo>
                    <a:pt x="1414629" y="136930"/>
                  </a:lnTo>
                  <a:lnTo>
                    <a:pt x="1420889" y="136982"/>
                  </a:lnTo>
                  <a:lnTo>
                    <a:pt x="1427148" y="137031"/>
                  </a:lnTo>
                  <a:lnTo>
                    <a:pt x="1433407" y="137075"/>
                  </a:lnTo>
                  <a:lnTo>
                    <a:pt x="1439667" y="137115"/>
                  </a:lnTo>
                  <a:lnTo>
                    <a:pt x="1445926" y="137151"/>
                  </a:lnTo>
                  <a:lnTo>
                    <a:pt x="1452186" y="137184"/>
                  </a:lnTo>
                  <a:lnTo>
                    <a:pt x="1458445" y="137212"/>
                  </a:lnTo>
                  <a:lnTo>
                    <a:pt x="1464705" y="137236"/>
                  </a:lnTo>
                  <a:lnTo>
                    <a:pt x="1470964" y="137257"/>
                  </a:lnTo>
                  <a:lnTo>
                    <a:pt x="1477223" y="137275"/>
                  </a:lnTo>
                  <a:lnTo>
                    <a:pt x="1483483" y="137291"/>
                  </a:lnTo>
                  <a:lnTo>
                    <a:pt x="1489742" y="137303"/>
                  </a:lnTo>
                  <a:lnTo>
                    <a:pt x="1496002" y="137314"/>
                  </a:lnTo>
                  <a:lnTo>
                    <a:pt x="1502261" y="137323"/>
                  </a:lnTo>
                  <a:lnTo>
                    <a:pt x="1508521" y="137330"/>
                  </a:lnTo>
                  <a:lnTo>
                    <a:pt x="1514780" y="137335"/>
                  </a:lnTo>
                  <a:lnTo>
                    <a:pt x="1521039" y="137339"/>
                  </a:lnTo>
                  <a:lnTo>
                    <a:pt x="1527299" y="137343"/>
                  </a:lnTo>
                  <a:lnTo>
                    <a:pt x="1533558" y="137345"/>
                  </a:lnTo>
                  <a:lnTo>
                    <a:pt x="1539818" y="137347"/>
                  </a:lnTo>
                  <a:lnTo>
                    <a:pt x="1546077" y="137349"/>
                  </a:lnTo>
                  <a:lnTo>
                    <a:pt x="1552337" y="137350"/>
                  </a:lnTo>
                  <a:lnTo>
                    <a:pt x="1558596" y="137351"/>
                  </a:lnTo>
                  <a:lnTo>
                    <a:pt x="1564855" y="137351"/>
                  </a:lnTo>
                  <a:lnTo>
                    <a:pt x="1571115" y="137352"/>
                  </a:lnTo>
                  <a:lnTo>
                    <a:pt x="1577374" y="137352"/>
                  </a:lnTo>
                  <a:lnTo>
                    <a:pt x="1583634" y="137352"/>
                  </a:lnTo>
                  <a:lnTo>
                    <a:pt x="1589893" y="137353"/>
                  </a:lnTo>
                  <a:lnTo>
                    <a:pt x="1596152" y="137353"/>
                  </a:lnTo>
                  <a:lnTo>
                    <a:pt x="1602412" y="137353"/>
                  </a:lnTo>
                  <a:lnTo>
                    <a:pt x="1608671" y="137353"/>
                  </a:lnTo>
                  <a:lnTo>
                    <a:pt x="1614931" y="137353"/>
                  </a:lnTo>
                  <a:lnTo>
                    <a:pt x="1621190" y="137353"/>
                  </a:lnTo>
                  <a:lnTo>
                    <a:pt x="1627450" y="137353"/>
                  </a:lnTo>
                  <a:lnTo>
                    <a:pt x="1633709" y="137353"/>
                  </a:lnTo>
                  <a:lnTo>
                    <a:pt x="1639968" y="137353"/>
                  </a:lnTo>
                  <a:lnTo>
                    <a:pt x="1646228" y="137353"/>
                  </a:lnTo>
                  <a:lnTo>
                    <a:pt x="1652487" y="137353"/>
                  </a:lnTo>
                  <a:lnTo>
                    <a:pt x="1658747" y="137353"/>
                  </a:lnTo>
                  <a:lnTo>
                    <a:pt x="1665006" y="137353"/>
                  </a:lnTo>
                  <a:lnTo>
                    <a:pt x="1671266" y="137353"/>
                  </a:lnTo>
                  <a:lnTo>
                    <a:pt x="1677525" y="137353"/>
                  </a:lnTo>
                  <a:lnTo>
                    <a:pt x="1683784" y="137353"/>
                  </a:lnTo>
                  <a:lnTo>
                    <a:pt x="1690044" y="137353"/>
                  </a:lnTo>
                  <a:lnTo>
                    <a:pt x="1696303" y="137353"/>
                  </a:lnTo>
                  <a:lnTo>
                    <a:pt x="1702563" y="137353"/>
                  </a:lnTo>
                  <a:lnTo>
                    <a:pt x="1708822" y="137353"/>
                  </a:lnTo>
                  <a:lnTo>
                    <a:pt x="1715082" y="137353"/>
                  </a:lnTo>
                  <a:lnTo>
                    <a:pt x="1721341" y="137353"/>
                  </a:lnTo>
                  <a:lnTo>
                    <a:pt x="1727600" y="137353"/>
                  </a:lnTo>
                  <a:lnTo>
                    <a:pt x="1733860" y="137353"/>
                  </a:lnTo>
                  <a:lnTo>
                    <a:pt x="1740119" y="137353"/>
                  </a:lnTo>
                  <a:lnTo>
                    <a:pt x="1746379" y="137353"/>
                  </a:lnTo>
                  <a:lnTo>
                    <a:pt x="1752638" y="137353"/>
                  </a:lnTo>
                  <a:lnTo>
                    <a:pt x="1758897" y="137353"/>
                  </a:lnTo>
                  <a:lnTo>
                    <a:pt x="1765157" y="137353"/>
                  </a:lnTo>
                  <a:lnTo>
                    <a:pt x="1771416" y="137353"/>
                  </a:lnTo>
                  <a:lnTo>
                    <a:pt x="1777676" y="137353"/>
                  </a:lnTo>
                  <a:lnTo>
                    <a:pt x="1783935" y="137353"/>
                  </a:lnTo>
                  <a:lnTo>
                    <a:pt x="1790195" y="137353"/>
                  </a:lnTo>
                  <a:lnTo>
                    <a:pt x="1796454" y="137353"/>
                  </a:lnTo>
                  <a:lnTo>
                    <a:pt x="1802713" y="137353"/>
                  </a:lnTo>
                  <a:lnTo>
                    <a:pt x="1808973" y="137353"/>
                  </a:lnTo>
                  <a:lnTo>
                    <a:pt x="1815232" y="137353"/>
                  </a:lnTo>
                  <a:lnTo>
                    <a:pt x="1821492" y="137353"/>
                  </a:lnTo>
                  <a:lnTo>
                    <a:pt x="1827751" y="137353"/>
                  </a:lnTo>
                  <a:lnTo>
                    <a:pt x="1834011" y="137353"/>
                  </a:lnTo>
                  <a:lnTo>
                    <a:pt x="1840270" y="137353"/>
                  </a:lnTo>
                  <a:lnTo>
                    <a:pt x="1846529" y="137353"/>
                  </a:lnTo>
                  <a:lnTo>
                    <a:pt x="1852789" y="137353"/>
                  </a:lnTo>
                  <a:lnTo>
                    <a:pt x="1859048" y="137353"/>
                  </a:lnTo>
                  <a:lnTo>
                    <a:pt x="1865308" y="137353"/>
                  </a:lnTo>
                  <a:lnTo>
                    <a:pt x="1871567" y="137353"/>
                  </a:lnTo>
                  <a:lnTo>
                    <a:pt x="1877827" y="137353"/>
                  </a:lnTo>
                  <a:lnTo>
                    <a:pt x="1884086" y="137353"/>
                  </a:lnTo>
                  <a:lnTo>
                    <a:pt x="1890345" y="137353"/>
                  </a:lnTo>
                  <a:lnTo>
                    <a:pt x="1896605" y="137353"/>
                  </a:lnTo>
                  <a:lnTo>
                    <a:pt x="1902864" y="137353"/>
                  </a:lnTo>
                  <a:lnTo>
                    <a:pt x="1909124" y="137353"/>
                  </a:lnTo>
                  <a:lnTo>
                    <a:pt x="1915383" y="137353"/>
                  </a:lnTo>
                  <a:lnTo>
                    <a:pt x="1921642" y="137353"/>
                  </a:lnTo>
                  <a:lnTo>
                    <a:pt x="1927902" y="137353"/>
                  </a:lnTo>
                  <a:lnTo>
                    <a:pt x="1934161" y="137353"/>
                  </a:lnTo>
                  <a:lnTo>
                    <a:pt x="1940421" y="137353"/>
                  </a:lnTo>
                  <a:lnTo>
                    <a:pt x="1946680" y="137353"/>
                  </a:lnTo>
                  <a:lnTo>
                    <a:pt x="1952940" y="137353"/>
                  </a:lnTo>
                  <a:lnTo>
                    <a:pt x="1959199" y="137353"/>
                  </a:lnTo>
                  <a:lnTo>
                    <a:pt x="1965458" y="137353"/>
                  </a:lnTo>
                  <a:lnTo>
                    <a:pt x="1971718" y="137353"/>
                  </a:lnTo>
                  <a:lnTo>
                    <a:pt x="1977977" y="137353"/>
                  </a:lnTo>
                  <a:lnTo>
                    <a:pt x="1984237" y="137353"/>
                  </a:lnTo>
                  <a:lnTo>
                    <a:pt x="1990496" y="137353"/>
                  </a:lnTo>
                  <a:lnTo>
                    <a:pt x="1996756" y="137353"/>
                  </a:lnTo>
                  <a:lnTo>
                    <a:pt x="2003015" y="137353"/>
                  </a:lnTo>
                  <a:lnTo>
                    <a:pt x="2009274" y="137353"/>
                  </a:lnTo>
                  <a:lnTo>
                    <a:pt x="2015534" y="137353"/>
                  </a:lnTo>
                  <a:lnTo>
                    <a:pt x="2021793" y="137353"/>
                  </a:lnTo>
                  <a:lnTo>
                    <a:pt x="2028053" y="137353"/>
                  </a:lnTo>
                  <a:lnTo>
                    <a:pt x="2034312" y="137353"/>
                  </a:lnTo>
                  <a:lnTo>
                    <a:pt x="2040572" y="137353"/>
                  </a:lnTo>
                  <a:lnTo>
                    <a:pt x="2046831" y="137353"/>
                  </a:lnTo>
                  <a:lnTo>
                    <a:pt x="2053090" y="137353"/>
                  </a:lnTo>
                  <a:lnTo>
                    <a:pt x="2059350" y="137353"/>
                  </a:lnTo>
                  <a:lnTo>
                    <a:pt x="2065609" y="137353"/>
                  </a:lnTo>
                  <a:lnTo>
                    <a:pt x="2071869" y="137353"/>
                  </a:lnTo>
                  <a:lnTo>
                    <a:pt x="2078128" y="137353"/>
                  </a:lnTo>
                  <a:lnTo>
                    <a:pt x="2084388" y="137353"/>
                  </a:lnTo>
                  <a:lnTo>
                    <a:pt x="2090647" y="137353"/>
                  </a:lnTo>
                  <a:lnTo>
                    <a:pt x="2096906" y="137353"/>
                  </a:lnTo>
                  <a:lnTo>
                    <a:pt x="2103166" y="137353"/>
                  </a:lnTo>
                  <a:lnTo>
                    <a:pt x="2109425" y="137353"/>
                  </a:lnTo>
                  <a:lnTo>
                    <a:pt x="2115685" y="137353"/>
                  </a:lnTo>
                  <a:lnTo>
                    <a:pt x="2121944" y="137353"/>
                  </a:lnTo>
                  <a:lnTo>
                    <a:pt x="2128203" y="137353"/>
                  </a:lnTo>
                  <a:lnTo>
                    <a:pt x="2134463" y="137353"/>
                  </a:lnTo>
                  <a:lnTo>
                    <a:pt x="2140722" y="137353"/>
                  </a:lnTo>
                  <a:lnTo>
                    <a:pt x="2146982" y="137353"/>
                  </a:lnTo>
                  <a:lnTo>
                    <a:pt x="2153241" y="137353"/>
                  </a:lnTo>
                  <a:lnTo>
                    <a:pt x="2159501" y="137353"/>
                  </a:lnTo>
                  <a:lnTo>
                    <a:pt x="2165760" y="137353"/>
                  </a:lnTo>
                  <a:lnTo>
                    <a:pt x="2172019" y="137353"/>
                  </a:lnTo>
                  <a:lnTo>
                    <a:pt x="2178279" y="137353"/>
                  </a:lnTo>
                  <a:lnTo>
                    <a:pt x="2184538" y="137353"/>
                  </a:lnTo>
                  <a:lnTo>
                    <a:pt x="2190798" y="137353"/>
                  </a:lnTo>
                  <a:lnTo>
                    <a:pt x="2197057" y="137353"/>
                  </a:lnTo>
                  <a:lnTo>
                    <a:pt x="2203317" y="137353"/>
                  </a:lnTo>
                  <a:lnTo>
                    <a:pt x="2209576" y="137353"/>
                  </a:lnTo>
                  <a:lnTo>
                    <a:pt x="2215835" y="137353"/>
                  </a:lnTo>
                  <a:lnTo>
                    <a:pt x="2222095" y="137353"/>
                  </a:lnTo>
                  <a:lnTo>
                    <a:pt x="2228354" y="137353"/>
                  </a:lnTo>
                  <a:lnTo>
                    <a:pt x="2234614" y="137353"/>
                  </a:lnTo>
                  <a:lnTo>
                    <a:pt x="2240873" y="137353"/>
                  </a:lnTo>
                  <a:lnTo>
                    <a:pt x="2247133" y="137353"/>
                  </a:lnTo>
                  <a:lnTo>
                    <a:pt x="2253392" y="137353"/>
                  </a:lnTo>
                  <a:lnTo>
                    <a:pt x="2259651" y="137353"/>
                  </a:lnTo>
                  <a:lnTo>
                    <a:pt x="2265911" y="137353"/>
                  </a:lnTo>
                  <a:lnTo>
                    <a:pt x="2272170" y="137353"/>
                  </a:lnTo>
                  <a:lnTo>
                    <a:pt x="2278430" y="137353"/>
                  </a:lnTo>
                  <a:lnTo>
                    <a:pt x="2284689" y="137353"/>
                  </a:lnTo>
                  <a:lnTo>
                    <a:pt x="2290948" y="137353"/>
                  </a:lnTo>
                  <a:lnTo>
                    <a:pt x="2297208" y="137353"/>
                  </a:lnTo>
                  <a:lnTo>
                    <a:pt x="2303467" y="137353"/>
                  </a:lnTo>
                  <a:lnTo>
                    <a:pt x="2309727" y="137353"/>
                  </a:lnTo>
                  <a:lnTo>
                    <a:pt x="2315986" y="137353"/>
                  </a:lnTo>
                  <a:lnTo>
                    <a:pt x="2322246" y="137353"/>
                  </a:lnTo>
                  <a:lnTo>
                    <a:pt x="2328505" y="137353"/>
                  </a:lnTo>
                  <a:lnTo>
                    <a:pt x="2334764" y="137353"/>
                  </a:lnTo>
                  <a:lnTo>
                    <a:pt x="2341024" y="137353"/>
                  </a:lnTo>
                  <a:lnTo>
                    <a:pt x="2347283" y="137353"/>
                  </a:lnTo>
                  <a:lnTo>
                    <a:pt x="2353543" y="137353"/>
                  </a:lnTo>
                  <a:lnTo>
                    <a:pt x="2359802" y="137353"/>
                  </a:lnTo>
                  <a:lnTo>
                    <a:pt x="2366062" y="137353"/>
                  </a:lnTo>
                  <a:lnTo>
                    <a:pt x="2372321" y="137353"/>
                  </a:lnTo>
                  <a:lnTo>
                    <a:pt x="2378580" y="137353"/>
                  </a:lnTo>
                  <a:lnTo>
                    <a:pt x="2384840" y="137353"/>
                  </a:lnTo>
                  <a:lnTo>
                    <a:pt x="2391099" y="137353"/>
                  </a:lnTo>
                  <a:lnTo>
                    <a:pt x="2397359" y="137353"/>
                  </a:lnTo>
                  <a:lnTo>
                    <a:pt x="2403618" y="137353"/>
                  </a:lnTo>
                  <a:lnTo>
                    <a:pt x="2409878" y="137353"/>
                  </a:lnTo>
                  <a:lnTo>
                    <a:pt x="2416137" y="137353"/>
                  </a:lnTo>
                  <a:lnTo>
                    <a:pt x="2422396" y="137353"/>
                  </a:lnTo>
                  <a:lnTo>
                    <a:pt x="2428656" y="137353"/>
                  </a:lnTo>
                  <a:lnTo>
                    <a:pt x="2434915" y="137353"/>
                  </a:lnTo>
                  <a:lnTo>
                    <a:pt x="2441175" y="137353"/>
                  </a:lnTo>
                  <a:lnTo>
                    <a:pt x="2447434" y="137353"/>
                  </a:lnTo>
                  <a:lnTo>
                    <a:pt x="2453693" y="137353"/>
                  </a:lnTo>
                  <a:lnTo>
                    <a:pt x="2459953" y="137353"/>
                  </a:lnTo>
                  <a:lnTo>
                    <a:pt x="2466212" y="137353"/>
                  </a:lnTo>
                  <a:lnTo>
                    <a:pt x="2472472" y="137353"/>
                  </a:lnTo>
                  <a:lnTo>
                    <a:pt x="2478731" y="137353"/>
                  </a:lnTo>
                  <a:lnTo>
                    <a:pt x="2484991" y="137353"/>
                  </a:lnTo>
                  <a:lnTo>
                    <a:pt x="2491250" y="137353"/>
                  </a:lnTo>
                  <a:lnTo>
                    <a:pt x="2497509" y="137353"/>
                  </a:lnTo>
                  <a:lnTo>
                    <a:pt x="2503769" y="137353"/>
                  </a:lnTo>
                  <a:lnTo>
                    <a:pt x="2510028" y="137353"/>
                  </a:lnTo>
                  <a:lnTo>
                    <a:pt x="2516288" y="137353"/>
                  </a:lnTo>
                  <a:lnTo>
                    <a:pt x="2522547" y="137353"/>
                  </a:lnTo>
                  <a:lnTo>
                    <a:pt x="2528807" y="137353"/>
                  </a:lnTo>
                  <a:lnTo>
                    <a:pt x="2535066" y="137353"/>
                  </a:lnTo>
                  <a:lnTo>
                    <a:pt x="2541325" y="137353"/>
                  </a:lnTo>
                  <a:lnTo>
                    <a:pt x="2547585" y="137353"/>
                  </a:lnTo>
                  <a:lnTo>
                    <a:pt x="2553844" y="137353"/>
                  </a:lnTo>
                  <a:lnTo>
                    <a:pt x="2560104" y="137353"/>
                  </a:lnTo>
                  <a:lnTo>
                    <a:pt x="2566363" y="137353"/>
                  </a:lnTo>
                  <a:lnTo>
                    <a:pt x="2572623" y="137353"/>
                  </a:lnTo>
                  <a:lnTo>
                    <a:pt x="2578882" y="137353"/>
                  </a:lnTo>
                  <a:lnTo>
                    <a:pt x="2585141" y="137353"/>
                  </a:lnTo>
                  <a:lnTo>
                    <a:pt x="2591401" y="137353"/>
                  </a:lnTo>
                  <a:lnTo>
                    <a:pt x="2597660" y="137353"/>
                  </a:lnTo>
                  <a:lnTo>
                    <a:pt x="2603920" y="137353"/>
                  </a:lnTo>
                  <a:lnTo>
                    <a:pt x="2610179" y="137353"/>
                  </a:lnTo>
                  <a:lnTo>
                    <a:pt x="2616438" y="137353"/>
                  </a:lnTo>
                  <a:lnTo>
                    <a:pt x="2622698" y="137353"/>
                  </a:lnTo>
                  <a:lnTo>
                    <a:pt x="2628957" y="137353"/>
                  </a:lnTo>
                  <a:lnTo>
                    <a:pt x="2635217" y="137353"/>
                  </a:lnTo>
                  <a:lnTo>
                    <a:pt x="2641476" y="137353"/>
                  </a:lnTo>
                  <a:lnTo>
                    <a:pt x="2647736" y="137353"/>
                  </a:lnTo>
                  <a:lnTo>
                    <a:pt x="2653995" y="137353"/>
                  </a:lnTo>
                  <a:lnTo>
                    <a:pt x="2660254" y="137353"/>
                  </a:lnTo>
                  <a:lnTo>
                    <a:pt x="2666514" y="137353"/>
                  </a:lnTo>
                  <a:lnTo>
                    <a:pt x="2672773" y="137353"/>
                  </a:lnTo>
                  <a:lnTo>
                    <a:pt x="2679033" y="137353"/>
                  </a:lnTo>
                  <a:lnTo>
                    <a:pt x="2685292" y="137353"/>
                  </a:lnTo>
                  <a:lnTo>
                    <a:pt x="2691552" y="137353"/>
                  </a:lnTo>
                  <a:lnTo>
                    <a:pt x="2697811" y="137353"/>
                  </a:lnTo>
                  <a:lnTo>
                    <a:pt x="2704070" y="137353"/>
                  </a:lnTo>
                  <a:lnTo>
                    <a:pt x="2710330" y="137353"/>
                  </a:lnTo>
                  <a:lnTo>
                    <a:pt x="2716589" y="137353"/>
                  </a:lnTo>
                  <a:lnTo>
                    <a:pt x="2722849" y="137353"/>
                  </a:lnTo>
                  <a:lnTo>
                    <a:pt x="2729108" y="137353"/>
                  </a:lnTo>
                  <a:lnTo>
                    <a:pt x="2735368" y="137353"/>
                  </a:lnTo>
                  <a:lnTo>
                    <a:pt x="2741627" y="137353"/>
                  </a:lnTo>
                  <a:lnTo>
                    <a:pt x="2747886" y="137353"/>
                  </a:lnTo>
                  <a:lnTo>
                    <a:pt x="2754146" y="137353"/>
                  </a:lnTo>
                  <a:lnTo>
                    <a:pt x="2760405" y="137353"/>
                  </a:lnTo>
                  <a:lnTo>
                    <a:pt x="2766665" y="137353"/>
                  </a:lnTo>
                  <a:lnTo>
                    <a:pt x="2772924" y="137353"/>
                  </a:lnTo>
                  <a:lnTo>
                    <a:pt x="2779184" y="137353"/>
                  </a:lnTo>
                  <a:lnTo>
                    <a:pt x="2785443" y="137353"/>
                  </a:lnTo>
                  <a:lnTo>
                    <a:pt x="2791702" y="137353"/>
                  </a:lnTo>
                  <a:lnTo>
                    <a:pt x="2797962" y="137353"/>
                  </a:lnTo>
                  <a:lnTo>
                    <a:pt x="2804221" y="137353"/>
                  </a:lnTo>
                  <a:lnTo>
                    <a:pt x="2810481" y="137353"/>
                  </a:lnTo>
                  <a:lnTo>
                    <a:pt x="2816740" y="137353"/>
                  </a:lnTo>
                  <a:lnTo>
                    <a:pt x="2822999" y="137353"/>
                  </a:lnTo>
                  <a:lnTo>
                    <a:pt x="2829259" y="137353"/>
                  </a:lnTo>
                  <a:lnTo>
                    <a:pt x="2835518" y="137353"/>
                  </a:lnTo>
                  <a:lnTo>
                    <a:pt x="2841778" y="137353"/>
                  </a:lnTo>
                  <a:lnTo>
                    <a:pt x="2848037" y="137353"/>
                  </a:lnTo>
                  <a:lnTo>
                    <a:pt x="2854297" y="137353"/>
                  </a:lnTo>
                  <a:lnTo>
                    <a:pt x="2860556" y="137353"/>
                  </a:lnTo>
                  <a:lnTo>
                    <a:pt x="2866815" y="137353"/>
                  </a:lnTo>
                  <a:lnTo>
                    <a:pt x="2873075" y="137353"/>
                  </a:lnTo>
                  <a:lnTo>
                    <a:pt x="2879334" y="137353"/>
                  </a:lnTo>
                  <a:lnTo>
                    <a:pt x="2885594" y="137353"/>
                  </a:lnTo>
                  <a:lnTo>
                    <a:pt x="2891853" y="137353"/>
                  </a:lnTo>
                  <a:lnTo>
                    <a:pt x="2898113" y="137353"/>
                  </a:lnTo>
                  <a:lnTo>
                    <a:pt x="2904372" y="137353"/>
                  </a:lnTo>
                  <a:lnTo>
                    <a:pt x="2910631" y="137353"/>
                  </a:lnTo>
                  <a:lnTo>
                    <a:pt x="2916891" y="137353"/>
                  </a:lnTo>
                  <a:lnTo>
                    <a:pt x="2923150" y="137353"/>
                  </a:lnTo>
                  <a:lnTo>
                    <a:pt x="2929410" y="137353"/>
                  </a:lnTo>
                  <a:lnTo>
                    <a:pt x="2935669" y="137353"/>
                  </a:lnTo>
                  <a:lnTo>
                    <a:pt x="2941929" y="137353"/>
                  </a:lnTo>
                  <a:lnTo>
                    <a:pt x="2948188" y="137353"/>
                  </a:lnTo>
                  <a:lnTo>
                    <a:pt x="2954447" y="137353"/>
                  </a:lnTo>
                  <a:lnTo>
                    <a:pt x="2960707" y="137353"/>
                  </a:lnTo>
                  <a:lnTo>
                    <a:pt x="2966966" y="137353"/>
                  </a:lnTo>
                  <a:lnTo>
                    <a:pt x="2973226" y="137353"/>
                  </a:lnTo>
                  <a:lnTo>
                    <a:pt x="2979485" y="137353"/>
                  </a:lnTo>
                  <a:lnTo>
                    <a:pt x="2985744" y="137353"/>
                  </a:lnTo>
                  <a:lnTo>
                    <a:pt x="2992004" y="137353"/>
                  </a:lnTo>
                  <a:lnTo>
                    <a:pt x="2998263" y="137353"/>
                  </a:lnTo>
                  <a:lnTo>
                    <a:pt x="3004523" y="137353"/>
                  </a:lnTo>
                  <a:lnTo>
                    <a:pt x="3010782" y="137353"/>
                  </a:lnTo>
                  <a:lnTo>
                    <a:pt x="3017042" y="137353"/>
                  </a:lnTo>
                  <a:lnTo>
                    <a:pt x="3023301" y="137353"/>
                  </a:lnTo>
                  <a:lnTo>
                    <a:pt x="3029560" y="137353"/>
                  </a:lnTo>
                  <a:lnTo>
                    <a:pt x="3035820" y="137353"/>
                  </a:lnTo>
                  <a:lnTo>
                    <a:pt x="3042079" y="137353"/>
                  </a:lnTo>
                  <a:lnTo>
                    <a:pt x="3048339" y="137353"/>
                  </a:lnTo>
                  <a:lnTo>
                    <a:pt x="3054598" y="137353"/>
                  </a:lnTo>
                  <a:lnTo>
                    <a:pt x="3060858" y="137353"/>
                  </a:lnTo>
                  <a:lnTo>
                    <a:pt x="3067117" y="137353"/>
                  </a:lnTo>
                  <a:lnTo>
                    <a:pt x="3073376" y="137353"/>
                  </a:lnTo>
                  <a:lnTo>
                    <a:pt x="3079636" y="137353"/>
                  </a:lnTo>
                  <a:lnTo>
                    <a:pt x="3085895" y="137353"/>
                  </a:lnTo>
                  <a:lnTo>
                    <a:pt x="3092155" y="137353"/>
                  </a:lnTo>
                  <a:lnTo>
                    <a:pt x="3098414" y="137353"/>
                  </a:lnTo>
                  <a:lnTo>
                    <a:pt x="3104674" y="137353"/>
                  </a:lnTo>
                  <a:lnTo>
                    <a:pt x="3110933" y="137353"/>
                  </a:lnTo>
                  <a:lnTo>
                    <a:pt x="3117192" y="137353"/>
                  </a:lnTo>
                  <a:lnTo>
                    <a:pt x="3123452" y="137353"/>
                  </a:lnTo>
                  <a:lnTo>
                    <a:pt x="3129711" y="137353"/>
                  </a:lnTo>
                  <a:lnTo>
                    <a:pt x="3135971" y="137353"/>
                  </a:lnTo>
                  <a:lnTo>
                    <a:pt x="3142230" y="137353"/>
                  </a:lnTo>
                  <a:lnTo>
                    <a:pt x="3148489" y="137353"/>
                  </a:lnTo>
                  <a:lnTo>
                    <a:pt x="3154749" y="137353"/>
                  </a:lnTo>
                  <a:lnTo>
                    <a:pt x="3161008" y="137353"/>
                  </a:lnTo>
                  <a:lnTo>
                    <a:pt x="3167268" y="137353"/>
                  </a:lnTo>
                  <a:lnTo>
                    <a:pt x="3173527" y="137353"/>
                  </a:lnTo>
                  <a:lnTo>
                    <a:pt x="3179787" y="137353"/>
                  </a:lnTo>
                  <a:lnTo>
                    <a:pt x="3186046" y="137353"/>
                  </a:lnTo>
                  <a:lnTo>
                    <a:pt x="3192305" y="137353"/>
                  </a:lnTo>
                  <a:lnTo>
                    <a:pt x="3198565" y="137353"/>
                  </a:lnTo>
                </a:path>
              </a:pathLst>
            </a:custGeom>
            <a:ln w="27101" cap="flat">
              <a:solidFill>
                <a:srgbClr val="7FCC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3749798" y="2772809"/>
              <a:ext cx="3198565" cy="82950"/>
            </a:xfrm>
            <a:custGeom>
              <a:avLst/>
              <a:pathLst>
                <a:path w="3198565" h="82950">
                  <a:moveTo>
                    <a:pt x="0" y="82936"/>
                  </a:moveTo>
                  <a:lnTo>
                    <a:pt x="6259" y="82933"/>
                  </a:lnTo>
                  <a:lnTo>
                    <a:pt x="12518" y="82930"/>
                  </a:lnTo>
                  <a:lnTo>
                    <a:pt x="18778" y="82926"/>
                  </a:lnTo>
                  <a:lnTo>
                    <a:pt x="25037" y="82922"/>
                  </a:lnTo>
                  <a:lnTo>
                    <a:pt x="31297" y="82916"/>
                  </a:lnTo>
                  <a:lnTo>
                    <a:pt x="37556" y="82910"/>
                  </a:lnTo>
                  <a:lnTo>
                    <a:pt x="43815" y="82903"/>
                  </a:lnTo>
                  <a:lnTo>
                    <a:pt x="50075" y="82894"/>
                  </a:lnTo>
                  <a:lnTo>
                    <a:pt x="56334" y="82885"/>
                  </a:lnTo>
                  <a:lnTo>
                    <a:pt x="62594" y="82874"/>
                  </a:lnTo>
                  <a:lnTo>
                    <a:pt x="68853" y="82862"/>
                  </a:lnTo>
                  <a:lnTo>
                    <a:pt x="75113" y="82848"/>
                  </a:lnTo>
                  <a:lnTo>
                    <a:pt x="81372" y="82832"/>
                  </a:lnTo>
                  <a:lnTo>
                    <a:pt x="87631" y="82815"/>
                  </a:lnTo>
                  <a:lnTo>
                    <a:pt x="93891" y="82795"/>
                  </a:lnTo>
                  <a:lnTo>
                    <a:pt x="100150" y="82773"/>
                  </a:lnTo>
                  <a:lnTo>
                    <a:pt x="106410" y="82749"/>
                  </a:lnTo>
                  <a:lnTo>
                    <a:pt x="112669" y="82723"/>
                  </a:lnTo>
                  <a:lnTo>
                    <a:pt x="118929" y="82694"/>
                  </a:lnTo>
                  <a:lnTo>
                    <a:pt x="125188" y="82663"/>
                  </a:lnTo>
                  <a:lnTo>
                    <a:pt x="131447" y="82628"/>
                  </a:lnTo>
                  <a:lnTo>
                    <a:pt x="137707" y="82591"/>
                  </a:lnTo>
                  <a:lnTo>
                    <a:pt x="143966" y="82551"/>
                  </a:lnTo>
                  <a:lnTo>
                    <a:pt x="150226" y="82508"/>
                  </a:lnTo>
                  <a:lnTo>
                    <a:pt x="156485" y="82462"/>
                  </a:lnTo>
                  <a:lnTo>
                    <a:pt x="162745" y="82413"/>
                  </a:lnTo>
                  <a:lnTo>
                    <a:pt x="169004" y="82360"/>
                  </a:lnTo>
                  <a:lnTo>
                    <a:pt x="175263" y="82305"/>
                  </a:lnTo>
                  <a:lnTo>
                    <a:pt x="181523" y="82247"/>
                  </a:lnTo>
                  <a:lnTo>
                    <a:pt x="187782" y="82187"/>
                  </a:lnTo>
                  <a:lnTo>
                    <a:pt x="194042" y="82122"/>
                  </a:lnTo>
                  <a:lnTo>
                    <a:pt x="200301" y="82055"/>
                  </a:lnTo>
                  <a:lnTo>
                    <a:pt x="206560" y="81986"/>
                  </a:lnTo>
                  <a:lnTo>
                    <a:pt x="212820" y="81913"/>
                  </a:lnTo>
                  <a:lnTo>
                    <a:pt x="219079" y="81838"/>
                  </a:lnTo>
                  <a:lnTo>
                    <a:pt x="225339" y="81760"/>
                  </a:lnTo>
                  <a:lnTo>
                    <a:pt x="231598" y="81678"/>
                  </a:lnTo>
                  <a:lnTo>
                    <a:pt x="237858" y="81594"/>
                  </a:lnTo>
                  <a:lnTo>
                    <a:pt x="244117" y="81507"/>
                  </a:lnTo>
                  <a:lnTo>
                    <a:pt x="250376" y="81417"/>
                  </a:lnTo>
                  <a:lnTo>
                    <a:pt x="256636" y="81323"/>
                  </a:lnTo>
                  <a:lnTo>
                    <a:pt x="262895" y="81225"/>
                  </a:lnTo>
                  <a:lnTo>
                    <a:pt x="269155" y="81124"/>
                  </a:lnTo>
                  <a:lnTo>
                    <a:pt x="275414" y="81018"/>
                  </a:lnTo>
                  <a:lnTo>
                    <a:pt x="281674" y="80908"/>
                  </a:lnTo>
                  <a:lnTo>
                    <a:pt x="287933" y="80793"/>
                  </a:lnTo>
                  <a:lnTo>
                    <a:pt x="294192" y="80672"/>
                  </a:lnTo>
                  <a:lnTo>
                    <a:pt x="300452" y="80544"/>
                  </a:lnTo>
                  <a:lnTo>
                    <a:pt x="306711" y="80410"/>
                  </a:lnTo>
                  <a:lnTo>
                    <a:pt x="312971" y="80269"/>
                  </a:lnTo>
                  <a:lnTo>
                    <a:pt x="319230" y="80121"/>
                  </a:lnTo>
                  <a:lnTo>
                    <a:pt x="325490" y="79963"/>
                  </a:lnTo>
                  <a:lnTo>
                    <a:pt x="331749" y="79795"/>
                  </a:lnTo>
                  <a:lnTo>
                    <a:pt x="338008" y="79619"/>
                  </a:lnTo>
                  <a:lnTo>
                    <a:pt x="344268" y="79433"/>
                  </a:lnTo>
                  <a:lnTo>
                    <a:pt x="350527" y="79237"/>
                  </a:lnTo>
                  <a:lnTo>
                    <a:pt x="356787" y="79028"/>
                  </a:lnTo>
                  <a:lnTo>
                    <a:pt x="363046" y="78808"/>
                  </a:lnTo>
                  <a:lnTo>
                    <a:pt x="369305" y="78578"/>
                  </a:lnTo>
                  <a:lnTo>
                    <a:pt x="375565" y="78336"/>
                  </a:lnTo>
                  <a:lnTo>
                    <a:pt x="381824" y="78084"/>
                  </a:lnTo>
                  <a:lnTo>
                    <a:pt x="388084" y="77820"/>
                  </a:lnTo>
                  <a:lnTo>
                    <a:pt x="394343" y="77544"/>
                  </a:lnTo>
                  <a:lnTo>
                    <a:pt x="400603" y="77258"/>
                  </a:lnTo>
                  <a:lnTo>
                    <a:pt x="406862" y="76963"/>
                  </a:lnTo>
                  <a:lnTo>
                    <a:pt x="413121" y="76660"/>
                  </a:lnTo>
                  <a:lnTo>
                    <a:pt x="419381" y="76348"/>
                  </a:lnTo>
                  <a:lnTo>
                    <a:pt x="425640" y="76029"/>
                  </a:lnTo>
                  <a:lnTo>
                    <a:pt x="431900" y="75704"/>
                  </a:lnTo>
                  <a:lnTo>
                    <a:pt x="438159" y="75374"/>
                  </a:lnTo>
                  <a:lnTo>
                    <a:pt x="444419" y="75041"/>
                  </a:lnTo>
                  <a:lnTo>
                    <a:pt x="450678" y="74706"/>
                  </a:lnTo>
                  <a:lnTo>
                    <a:pt x="456937" y="74370"/>
                  </a:lnTo>
                  <a:lnTo>
                    <a:pt x="463197" y="74035"/>
                  </a:lnTo>
                  <a:lnTo>
                    <a:pt x="469456" y="73702"/>
                  </a:lnTo>
                  <a:lnTo>
                    <a:pt x="475716" y="73372"/>
                  </a:lnTo>
                  <a:lnTo>
                    <a:pt x="481975" y="73047"/>
                  </a:lnTo>
                  <a:lnTo>
                    <a:pt x="488235" y="72728"/>
                  </a:lnTo>
                  <a:lnTo>
                    <a:pt x="494494" y="72417"/>
                  </a:lnTo>
                  <a:lnTo>
                    <a:pt x="500753" y="72113"/>
                  </a:lnTo>
                  <a:lnTo>
                    <a:pt x="507013" y="71819"/>
                  </a:lnTo>
                  <a:lnTo>
                    <a:pt x="513272" y="71534"/>
                  </a:lnTo>
                  <a:lnTo>
                    <a:pt x="519532" y="71261"/>
                  </a:lnTo>
                  <a:lnTo>
                    <a:pt x="525791" y="71001"/>
                  </a:lnTo>
                  <a:lnTo>
                    <a:pt x="532050" y="70753"/>
                  </a:lnTo>
                  <a:lnTo>
                    <a:pt x="538310" y="70516"/>
                  </a:lnTo>
                  <a:lnTo>
                    <a:pt x="544569" y="70291"/>
                  </a:lnTo>
                  <a:lnTo>
                    <a:pt x="550829" y="70080"/>
                  </a:lnTo>
                  <a:lnTo>
                    <a:pt x="557088" y="69884"/>
                  </a:lnTo>
                  <a:lnTo>
                    <a:pt x="563348" y="69700"/>
                  </a:lnTo>
                  <a:lnTo>
                    <a:pt x="569607" y="69527"/>
                  </a:lnTo>
                  <a:lnTo>
                    <a:pt x="575866" y="69366"/>
                  </a:lnTo>
                  <a:lnTo>
                    <a:pt x="582126" y="69217"/>
                  </a:lnTo>
                  <a:lnTo>
                    <a:pt x="588385" y="69081"/>
                  </a:lnTo>
                  <a:lnTo>
                    <a:pt x="594645" y="68955"/>
                  </a:lnTo>
                  <a:lnTo>
                    <a:pt x="600904" y="68838"/>
                  </a:lnTo>
                  <a:lnTo>
                    <a:pt x="607164" y="68730"/>
                  </a:lnTo>
                  <a:lnTo>
                    <a:pt x="613423" y="68631"/>
                  </a:lnTo>
                  <a:lnTo>
                    <a:pt x="619682" y="68539"/>
                  </a:lnTo>
                  <a:lnTo>
                    <a:pt x="625942" y="68455"/>
                  </a:lnTo>
                  <a:lnTo>
                    <a:pt x="632201" y="68375"/>
                  </a:lnTo>
                  <a:lnTo>
                    <a:pt x="638461" y="68300"/>
                  </a:lnTo>
                  <a:lnTo>
                    <a:pt x="644720" y="68228"/>
                  </a:lnTo>
                  <a:lnTo>
                    <a:pt x="650980" y="68159"/>
                  </a:lnTo>
                  <a:lnTo>
                    <a:pt x="657239" y="68091"/>
                  </a:lnTo>
                  <a:lnTo>
                    <a:pt x="663498" y="68023"/>
                  </a:lnTo>
                  <a:lnTo>
                    <a:pt x="669758" y="67954"/>
                  </a:lnTo>
                  <a:lnTo>
                    <a:pt x="676017" y="67884"/>
                  </a:lnTo>
                  <a:lnTo>
                    <a:pt x="682277" y="67809"/>
                  </a:lnTo>
                  <a:lnTo>
                    <a:pt x="688536" y="67730"/>
                  </a:lnTo>
                  <a:lnTo>
                    <a:pt x="694796" y="67644"/>
                  </a:lnTo>
                  <a:lnTo>
                    <a:pt x="701055" y="67552"/>
                  </a:lnTo>
                  <a:lnTo>
                    <a:pt x="707314" y="67451"/>
                  </a:lnTo>
                  <a:lnTo>
                    <a:pt x="713574" y="67342"/>
                  </a:lnTo>
                  <a:lnTo>
                    <a:pt x="719833" y="67218"/>
                  </a:lnTo>
                  <a:lnTo>
                    <a:pt x="726093" y="67083"/>
                  </a:lnTo>
                  <a:lnTo>
                    <a:pt x="732352" y="66934"/>
                  </a:lnTo>
                  <a:lnTo>
                    <a:pt x="738611" y="66771"/>
                  </a:lnTo>
                  <a:lnTo>
                    <a:pt x="744871" y="66593"/>
                  </a:lnTo>
                  <a:lnTo>
                    <a:pt x="751130" y="66394"/>
                  </a:lnTo>
                  <a:lnTo>
                    <a:pt x="757390" y="66176"/>
                  </a:lnTo>
                  <a:lnTo>
                    <a:pt x="763649" y="65940"/>
                  </a:lnTo>
                  <a:lnTo>
                    <a:pt x="769909" y="65684"/>
                  </a:lnTo>
                  <a:lnTo>
                    <a:pt x="776168" y="65407"/>
                  </a:lnTo>
                  <a:lnTo>
                    <a:pt x="782427" y="65104"/>
                  </a:lnTo>
                  <a:lnTo>
                    <a:pt x="788687" y="64777"/>
                  </a:lnTo>
                  <a:lnTo>
                    <a:pt x="794946" y="64426"/>
                  </a:lnTo>
                  <a:lnTo>
                    <a:pt x="801206" y="64051"/>
                  </a:lnTo>
                  <a:lnTo>
                    <a:pt x="807465" y="63651"/>
                  </a:lnTo>
                  <a:lnTo>
                    <a:pt x="813725" y="63224"/>
                  </a:lnTo>
                  <a:lnTo>
                    <a:pt x="819984" y="62766"/>
                  </a:lnTo>
                  <a:lnTo>
                    <a:pt x="826243" y="62281"/>
                  </a:lnTo>
                  <a:lnTo>
                    <a:pt x="832503" y="61770"/>
                  </a:lnTo>
                  <a:lnTo>
                    <a:pt x="838762" y="61230"/>
                  </a:lnTo>
                  <a:lnTo>
                    <a:pt x="845022" y="60662"/>
                  </a:lnTo>
                  <a:lnTo>
                    <a:pt x="851281" y="60058"/>
                  </a:lnTo>
                  <a:lnTo>
                    <a:pt x="857541" y="59423"/>
                  </a:lnTo>
                  <a:lnTo>
                    <a:pt x="863800" y="58759"/>
                  </a:lnTo>
                  <a:lnTo>
                    <a:pt x="870059" y="58064"/>
                  </a:lnTo>
                  <a:lnTo>
                    <a:pt x="876319" y="57338"/>
                  </a:lnTo>
                  <a:lnTo>
                    <a:pt x="882578" y="56571"/>
                  </a:lnTo>
                  <a:lnTo>
                    <a:pt x="888838" y="55769"/>
                  </a:lnTo>
                  <a:lnTo>
                    <a:pt x="895097" y="54932"/>
                  </a:lnTo>
                  <a:lnTo>
                    <a:pt x="901356" y="54061"/>
                  </a:lnTo>
                  <a:lnTo>
                    <a:pt x="907616" y="53154"/>
                  </a:lnTo>
                  <a:lnTo>
                    <a:pt x="913875" y="52204"/>
                  </a:lnTo>
                  <a:lnTo>
                    <a:pt x="920135" y="51212"/>
                  </a:lnTo>
                  <a:lnTo>
                    <a:pt x="926394" y="50181"/>
                  </a:lnTo>
                  <a:lnTo>
                    <a:pt x="932654" y="49111"/>
                  </a:lnTo>
                  <a:lnTo>
                    <a:pt x="938913" y="48001"/>
                  </a:lnTo>
                  <a:lnTo>
                    <a:pt x="945172" y="46848"/>
                  </a:lnTo>
                  <a:lnTo>
                    <a:pt x="951432" y="45647"/>
                  </a:lnTo>
                  <a:lnTo>
                    <a:pt x="957691" y="44406"/>
                  </a:lnTo>
                  <a:lnTo>
                    <a:pt x="963951" y="43127"/>
                  </a:lnTo>
                  <a:lnTo>
                    <a:pt x="970210" y="41808"/>
                  </a:lnTo>
                  <a:lnTo>
                    <a:pt x="976470" y="40451"/>
                  </a:lnTo>
                  <a:lnTo>
                    <a:pt x="982729" y="39048"/>
                  </a:lnTo>
                  <a:lnTo>
                    <a:pt x="988988" y="37611"/>
                  </a:lnTo>
                  <a:lnTo>
                    <a:pt x="995248" y="36143"/>
                  </a:lnTo>
                  <a:lnTo>
                    <a:pt x="1001507" y="34646"/>
                  </a:lnTo>
                  <a:lnTo>
                    <a:pt x="1007767" y="33122"/>
                  </a:lnTo>
                  <a:lnTo>
                    <a:pt x="1014026" y="31568"/>
                  </a:lnTo>
                  <a:lnTo>
                    <a:pt x="1020286" y="29997"/>
                  </a:lnTo>
                  <a:lnTo>
                    <a:pt x="1026545" y="28411"/>
                  </a:lnTo>
                  <a:lnTo>
                    <a:pt x="1032804" y="26814"/>
                  </a:lnTo>
                  <a:lnTo>
                    <a:pt x="1039064" y="25212"/>
                  </a:lnTo>
                  <a:lnTo>
                    <a:pt x="1045323" y="23609"/>
                  </a:lnTo>
                  <a:lnTo>
                    <a:pt x="1051583" y="22013"/>
                  </a:lnTo>
                  <a:lnTo>
                    <a:pt x="1057842" y="20428"/>
                  </a:lnTo>
                  <a:lnTo>
                    <a:pt x="1064101" y="18860"/>
                  </a:lnTo>
                  <a:lnTo>
                    <a:pt x="1070361" y="17314"/>
                  </a:lnTo>
                  <a:lnTo>
                    <a:pt x="1076620" y="15798"/>
                  </a:lnTo>
                  <a:lnTo>
                    <a:pt x="1082880" y="14324"/>
                  </a:lnTo>
                  <a:lnTo>
                    <a:pt x="1089139" y="12890"/>
                  </a:lnTo>
                  <a:lnTo>
                    <a:pt x="1095399" y="11503"/>
                  </a:lnTo>
                  <a:lnTo>
                    <a:pt x="1101658" y="10166"/>
                  </a:lnTo>
                  <a:lnTo>
                    <a:pt x="1107917" y="8888"/>
                  </a:lnTo>
                  <a:lnTo>
                    <a:pt x="1114177" y="7689"/>
                  </a:lnTo>
                  <a:lnTo>
                    <a:pt x="1120436" y="6558"/>
                  </a:lnTo>
                  <a:lnTo>
                    <a:pt x="1126696" y="5500"/>
                  </a:lnTo>
                  <a:lnTo>
                    <a:pt x="1132955" y="4518"/>
                  </a:lnTo>
                  <a:lnTo>
                    <a:pt x="1139215" y="3616"/>
                  </a:lnTo>
                  <a:lnTo>
                    <a:pt x="1145474" y="2822"/>
                  </a:lnTo>
                  <a:lnTo>
                    <a:pt x="1151733" y="2120"/>
                  </a:lnTo>
                  <a:lnTo>
                    <a:pt x="1157993" y="1510"/>
                  </a:lnTo>
                  <a:lnTo>
                    <a:pt x="1164252" y="994"/>
                  </a:lnTo>
                  <a:lnTo>
                    <a:pt x="1170512" y="575"/>
                  </a:lnTo>
                  <a:lnTo>
                    <a:pt x="1176771" y="275"/>
                  </a:lnTo>
                  <a:lnTo>
                    <a:pt x="1183031" y="86"/>
                  </a:lnTo>
                  <a:lnTo>
                    <a:pt x="1189290" y="0"/>
                  </a:lnTo>
                  <a:lnTo>
                    <a:pt x="1195549" y="16"/>
                  </a:lnTo>
                  <a:lnTo>
                    <a:pt x="1201809" y="135"/>
                  </a:lnTo>
                  <a:lnTo>
                    <a:pt x="1208068" y="372"/>
                  </a:lnTo>
                  <a:lnTo>
                    <a:pt x="1214328" y="730"/>
                  </a:lnTo>
                  <a:lnTo>
                    <a:pt x="1220587" y="1190"/>
                  </a:lnTo>
                  <a:lnTo>
                    <a:pt x="1226846" y="1751"/>
                  </a:lnTo>
                  <a:lnTo>
                    <a:pt x="1233106" y="2411"/>
                  </a:lnTo>
                  <a:lnTo>
                    <a:pt x="1239365" y="3175"/>
                  </a:lnTo>
                  <a:lnTo>
                    <a:pt x="1245625" y="4057"/>
                  </a:lnTo>
                  <a:lnTo>
                    <a:pt x="1251884" y="5030"/>
                  </a:lnTo>
                  <a:lnTo>
                    <a:pt x="1258144" y="6090"/>
                  </a:lnTo>
                  <a:lnTo>
                    <a:pt x="1264403" y="7235"/>
                  </a:lnTo>
                  <a:lnTo>
                    <a:pt x="1270662" y="8460"/>
                  </a:lnTo>
                  <a:lnTo>
                    <a:pt x="1276922" y="9782"/>
                  </a:lnTo>
                  <a:lnTo>
                    <a:pt x="1283181" y="11174"/>
                  </a:lnTo>
                  <a:lnTo>
                    <a:pt x="1289441" y="12629"/>
                  </a:lnTo>
                  <a:lnTo>
                    <a:pt x="1295700" y="14143"/>
                  </a:lnTo>
                  <a:lnTo>
                    <a:pt x="1301960" y="15710"/>
                  </a:lnTo>
                  <a:lnTo>
                    <a:pt x="1308219" y="17333"/>
                  </a:lnTo>
                  <a:lnTo>
                    <a:pt x="1314478" y="18998"/>
                  </a:lnTo>
                  <a:lnTo>
                    <a:pt x="1320738" y="20694"/>
                  </a:lnTo>
                  <a:lnTo>
                    <a:pt x="1326997" y="22417"/>
                  </a:lnTo>
                  <a:lnTo>
                    <a:pt x="1333257" y="24160"/>
                  </a:lnTo>
                  <a:lnTo>
                    <a:pt x="1339516" y="25918"/>
                  </a:lnTo>
                  <a:lnTo>
                    <a:pt x="1345776" y="27683"/>
                  </a:lnTo>
                  <a:lnTo>
                    <a:pt x="1352035" y="29447"/>
                  </a:lnTo>
                  <a:lnTo>
                    <a:pt x="1358294" y="31204"/>
                  </a:lnTo>
                  <a:lnTo>
                    <a:pt x="1364554" y="32951"/>
                  </a:lnTo>
                  <a:lnTo>
                    <a:pt x="1370813" y="34680"/>
                  </a:lnTo>
                  <a:lnTo>
                    <a:pt x="1377073" y="36382"/>
                  </a:lnTo>
                  <a:lnTo>
                    <a:pt x="1383332" y="38057"/>
                  </a:lnTo>
                  <a:lnTo>
                    <a:pt x="1389592" y="39700"/>
                  </a:lnTo>
                  <a:lnTo>
                    <a:pt x="1395851" y="41310"/>
                  </a:lnTo>
                  <a:lnTo>
                    <a:pt x="1402110" y="42883"/>
                  </a:lnTo>
                  <a:lnTo>
                    <a:pt x="1408370" y="44405"/>
                  </a:lnTo>
                  <a:lnTo>
                    <a:pt x="1414629" y="45883"/>
                  </a:lnTo>
                  <a:lnTo>
                    <a:pt x="1420889" y="47318"/>
                  </a:lnTo>
                  <a:lnTo>
                    <a:pt x="1427148" y="48709"/>
                  </a:lnTo>
                  <a:lnTo>
                    <a:pt x="1433407" y="50054"/>
                  </a:lnTo>
                  <a:lnTo>
                    <a:pt x="1439667" y="51343"/>
                  </a:lnTo>
                  <a:lnTo>
                    <a:pt x="1445926" y="52582"/>
                  </a:lnTo>
                  <a:lnTo>
                    <a:pt x="1452186" y="53777"/>
                  </a:lnTo>
                  <a:lnTo>
                    <a:pt x="1458445" y="54926"/>
                  </a:lnTo>
                  <a:lnTo>
                    <a:pt x="1464705" y="56031"/>
                  </a:lnTo>
                  <a:lnTo>
                    <a:pt x="1470964" y="57087"/>
                  </a:lnTo>
                  <a:lnTo>
                    <a:pt x="1477223" y="58096"/>
                  </a:lnTo>
                  <a:lnTo>
                    <a:pt x="1483483" y="59064"/>
                  </a:lnTo>
                  <a:lnTo>
                    <a:pt x="1489742" y="59993"/>
                  </a:lnTo>
                  <a:lnTo>
                    <a:pt x="1496002" y="60885"/>
                  </a:lnTo>
                  <a:lnTo>
                    <a:pt x="1502261" y="61739"/>
                  </a:lnTo>
                  <a:lnTo>
                    <a:pt x="1508521" y="62550"/>
                  </a:lnTo>
                  <a:lnTo>
                    <a:pt x="1514780" y="63329"/>
                  </a:lnTo>
                  <a:lnTo>
                    <a:pt x="1521039" y="64077"/>
                  </a:lnTo>
                  <a:lnTo>
                    <a:pt x="1527299" y="64795"/>
                  </a:lnTo>
                  <a:lnTo>
                    <a:pt x="1533558" y="65483"/>
                  </a:lnTo>
                  <a:lnTo>
                    <a:pt x="1539818" y="66136"/>
                  </a:lnTo>
                  <a:lnTo>
                    <a:pt x="1546077" y="66762"/>
                  </a:lnTo>
                  <a:lnTo>
                    <a:pt x="1552337" y="67362"/>
                  </a:lnTo>
                  <a:lnTo>
                    <a:pt x="1558596" y="67938"/>
                  </a:lnTo>
                  <a:lnTo>
                    <a:pt x="1564855" y="68490"/>
                  </a:lnTo>
                  <a:lnTo>
                    <a:pt x="1571115" y="69014"/>
                  </a:lnTo>
                  <a:lnTo>
                    <a:pt x="1577374" y="69513"/>
                  </a:lnTo>
                  <a:lnTo>
                    <a:pt x="1583634" y="69991"/>
                  </a:lnTo>
                  <a:lnTo>
                    <a:pt x="1589893" y="70448"/>
                  </a:lnTo>
                  <a:lnTo>
                    <a:pt x="1596152" y="70885"/>
                  </a:lnTo>
                  <a:lnTo>
                    <a:pt x="1602412" y="71298"/>
                  </a:lnTo>
                  <a:lnTo>
                    <a:pt x="1608671" y="71689"/>
                  </a:lnTo>
                  <a:lnTo>
                    <a:pt x="1614931" y="72061"/>
                  </a:lnTo>
                  <a:lnTo>
                    <a:pt x="1621190" y="72416"/>
                  </a:lnTo>
                  <a:lnTo>
                    <a:pt x="1627450" y="72752"/>
                  </a:lnTo>
                  <a:lnTo>
                    <a:pt x="1633709" y="73071"/>
                  </a:lnTo>
                  <a:lnTo>
                    <a:pt x="1639968" y="73369"/>
                  </a:lnTo>
                  <a:lnTo>
                    <a:pt x="1646228" y="73652"/>
                  </a:lnTo>
                  <a:lnTo>
                    <a:pt x="1652487" y="73920"/>
                  </a:lnTo>
                  <a:lnTo>
                    <a:pt x="1658747" y="74174"/>
                  </a:lnTo>
                  <a:lnTo>
                    <a:pt x="1665006" y="74415"/>
                  </a:lnTo>
                  <a:lnTo>
                    <a:pt x="1671266" y="74639"/>
                  </a:lnTo>
                  <a:lnTo>
                    <a:pt x="1677525" y="74851"/>
                  </a:lnTo>
                  <a:lnTo>
                    <a:pt x="1683784" y="75052"/>
                  </a:lnTo>
                  <a:lnTo>
                    <a:pt x="1690044" y="75243"/>
                  </a:lnTo>
                  <a:lnTo>
                    <a:pt x="1696303" y="75424"/>
                  </a:lnTo>
                  <a:lnTo>
                    <a:pt x="1702563" y="75594"/>
                  </a:lnTo>
                  <a:lnTo>
                    <a:pt x="1708822" y="75756"/>
                  </a:lnTo>
                  <a:lnTo>
                    <a:pt x="1715082" y="75910"/>
                  </a:lnTo>
                  <a:lnTo>
                    <a:pt x="1721341" y="76058"/>
                  </a:lnTo>
                  <a:lnTo>
                    <a:pt x="1727600" y="76199"/>
                  </a:lnTo>
                  <a:lnTo>
                    <a:pt x="1733860" y="76334"/>
                  </a:lnTo>
                  <a:lnTo>
                    <a:pt x="1740119" y="76463"/>
                  </a:lnTo>
                  <a:lnTo>
                    <a:pt x="1746379" y="76588"/>
                  </a:lnTo>
                  <a:lnTo>
                    <a:pt x="1752638" y="76709"/>
                  </a:lnTo>
                  <a:lnTo>
                    <a:pt x="1758897" y="76827"/>
                  </a:lnTo>
                  <a:lnTo>
                    <a:pt x="1765157" y="76940"/>
                  </a:lnTo>
                  <a:lnTo>
                    <a:pt x="1771416" y="77051"/>
                  </a:lnTo>
                  <a:lnTo>
                    <a:pt x="1777676" y="77159"/>
                  </a:lnTo>
                  <a:lnTo>
                    <a:pt x="1783935" y="77265"/>
                  </a:lnTo>
                  <a:lnTo>
                    <a:pt x="1790195" y="77370"/>
                  </a:lnTo>
                  <a:lnTo>
                    <a:pt x="1796454" y="77472"/>
                  </a:lnTo>
                  <a:lnTo>
                    <a:pt x="1802713" y="77573"/>
                  </a:lnTo>
                  <a:lnTo>
                    <a:pt x="1808973" y="77673"/>
                  </a:lnTo>
                  <a:lnTo>
                    <a:pt x="1815232" y="77772"/>
                  </a:lnTo>
                  <a:lnTo>
                    <a:pt x="1821492" y="77870"/>
                  </a:lnTo>
                  <a:lnTo>
                    <a:pt x="1827751" y="77967"/>
                  </a:lnTo>
                  <a:lnTo>
                    <a:pt x="1834011" y="78064"/>
                  </a:lnTo>
                  <a:lnTo>
                    <a:pt x="1840270" y="78160"/>
                  </a:lnTo>
                  <a:lnTo>
                    <a:pt x="1846529" y="78256"/>
                  </a:lnTo>
                  <a:lnTo>
                    <a:pt x="1852789" y="78351"/>
                  </a:lnTo>
                  <a:lnTo>
                    <a:pt x="1859048" y="78446"/>
                  </a:lnTo>
                  <a:lnTo>
                    <a:pt x="1865308" y="78541"/>
                  </a:lnTo>
                  <a:lnTo>
                    <a:pt x="1871567" y="78636"/>
                  </a:lnTo>
                  <a:lnTo>
                    <a:pt x="1877827" y="78731"/>
                  </a:lnTo>
                  <a:lnTo>
                    <a:pt x="1884086" y="78825"/>
                  </a:lnTo>
                  <a:lnTo>
                    <a:pt x="1890345" y="78920"/>
                  </a:lnTo>
                  <a:lnTo>
                    <a:pt x="1896605" y="79014"/>
                  </a:lnTo>
                  <a:lnTo>
                    <a:pt x="1902864" y="79107"/>
                  </a:lnTo>
                  <a:lnTo>
                    <a:pt x="1909124" y="79201"/>
                  </a:lnTo>
                  <a:lnTo>
                    <a:pt x="1915383" y="79294"/>
                  </a:lnTo>
                  <a:lnTo>
                    <a:pt x="1921642" y="79387"/>
                  </a:lnTo>
                  <a:lnTo>
                    <a:pt x="1927902" y="79479"/>
                  </a:lnTo>
                  <a:lnTo>
                    <a:pt x="1934161" y="79570"/>
                  </a:lnTo>
                  <a:lnTo>
                    <a:pt x="1940421" y="79661"/>
                  </a:lnTo>
                  <a:lnTo>
                    <a:pt x="1946680" y="79752"/>
                  </a:lnTo>
                  <a:lnTo>
                    <a:pt x="1952940" y="79842"/>
                  </a:lnTo>
                  <a:lnTo>
                    <a:pt x="1959199" y="79931"/>
                  </a:lnTo>
                  <a:lnTo>
                    <a:pt x="1965458" y="80019"/>
                  </a:lnTo>
                  <a:lnTo>
                    <a:pt x="1971718" y="80107"/>
                  </a:lnTo>
                  <a:lnTo>
                    <a:pt x="1977977" y="80194"/>
                  </a:lnTo>
                  <a:lnTo>
                    <a:pt x="1984237" y="80280"/>
                  </a:lnTo>
                  <a:lnTo>
                    <a:pt x="1990496" y="80366"/>
                  </a:lnTo>
                  <a:lnTo>
                    <a:pt x="1996756" y="80451"/>
                  </a:lnTo>
                  <a:lnTo>
                    <a:pt x="2003015" y="80536"/>
                  </a:lnTo>
                  <a:lnTo>
                    <a:pt x="2009274" y="80619"/>
                  </a:lnTo>
                  <a:lnTo>
                    <a:pt x="2015534" y="80703"/>
                  </a:lnTo>
                  <a:lnTo>
                    <a:pt x="2021793" y="80786"/>
                  </a:lnTo>
                  <a:lnTo>
                    <a:pt x="2028053" y="80868"/>
                  </a:lnTo>
                  <a:lnTo>
                    <a:pt x="2034312" y="80950"/>
                  </a:lnTo>
                  <a:lnTo>
                    <a:pt x="2040572" y="81031"/>
                  </a:lnTo>
                  <a:lnTo>
                    <a:pt x="2046831" y="81112"/>
                  </a:lnTo>
                  <a:lnTo>
                    <a:pt x="2053090" y="81192"/>
                  </a:lnTo>
                  <a:lnTo>
                    <a:pt x="2059350" y="81272"/>
                  </a:lnTo>
                  <a:lnTo>
                    <a:pt x="2065609" y="81351"/>
                  </a:lnTo>
                  <a:lnTo>
                    <a:pt x="2071869" y="81429"/>
                  </a:lnTo>
                  <a:lnTo>
                    <a:pt x="2078128" y="81507"/>
                  </a:lnTo>
                  <a:lnTo>
                    <a:pt x="2084388" y="81583"/>
                  </a:lnTo>
                  <a:lnTo>
                    <a:pt x="2090647" y="81659"/>
                  </a:lnTo>
                  <a:lnTo>
                    <a:pt x="2096906" y="81733"/>
                  </a:lnTo>
                  <a:lnTo>
                    <a:pt x="2103166" y="81805"/>
                  </a:lnTo>
                  <a:lnTo>
                    <a:pt x="2109425" y="81877"/>
                  </a:lnTo>
                  <a:lnTo>
                    <a:pt x="2115685" y="81946"/>
                  </a:lnTo>
                  <a:lnTo>
                    <a:pt x="2121944" y="82014"/>
                  </a:lnTo>
                  <a:lnTo>
                    <a:pt x="2128203" y="82079"/>
                  </a:lnTo>
                  <a:lnTo>
                    <a:pt x="2134463" y="82142"/>
                  </a:lnTo>
                  <a:lnTo>
                    <a:pt x="2140722" y="82203"/>
                  </a:lnTo>
                  <a:lnTo>
                    <a:pt x="2146982" y="82261"/>
                  </a:lnTo>
                  <a:lnTo>
                    <a:pt x="2153241" y="82317"/>
                  </a:lnTo>
                  <a:lnTo>
                    <a:pt x="2159501" y="82371"/>
                  </a:lnTo>
                  <a:lnTo>
                    <a:pt x="2165760" y="82421"/>
                  </a:lnTo>
                  <a:lnTo>
                    <a:pt x="2172019" y="82468"/>
                  </a:lnTo>
                  <a:lnTo>
                    <a:pt x="2178279" y="82513"/>
                  </a:lnTo>
                  <a:lnTo>
                    <a:pt x="2184538" y="82556"/>
                  </a:lnTo>
                  <a:lnTo>
                    <a:pt x="2190798" y="82595"/>
                  </a:lnTo>
                  <a:lnTo>
                    <a:pt x="2197057" y="82631"/>
                  </a:lnTo>
                  <a:lnTo>
                    <a:pt x="2203317" y="82665"/>
                  </a:lnTo>
                  <a:lnTo>
                    <a:pt x="2209576" y="82696"/>
                  </a:lnTo>
                  <a:lnTo>
                    <a:pt x="2215835" y="82725"/>
                  </a:lnTo>
                  <a:lnTo>
                    <a:pt x="2222095" y="82751"/>
                  </a:lnTo>
                  <a:lnTo>
                    <a:pt x="2228354" y="82774"/>
                  </a:lnTo>
                  <a:lnTo>
                    <a:pt x="2234614" y="82796"/>
                  </a:lnTo>
                  <a:lnTo>
                    <a:pt x="2240873" y="82815"/>
                  </a:lnTo>
                  <a:lnTo>
                    <a:pt x="2247133" y="82832"/>
                  </a:lnTo>
                  <a:lnTo>
                    <a:pt x="2253392" y="82848"/>
                  </a:lnTo>
                  <a:lnTo>
                    <a:pt x="2259651" y="82862"/>
                  </a:lnTo>
                  <a:lnTo>
                    <a:pt x="2265911" y="82874"/>
                  </a:lnTo>
                  <a:lnTo>
                    <a:pt x="2272170" y="82885"/>
                  </a:lnTo>
                  <a:lnTo>
                    <a:pt x="2278430" y="82894"/>
                  </a:lnTo>
                  <a:lnTo>
                    <a:pt x="2284689" y="82903"/>
                  </a:lnTo>
                  <a:lnTo>
                    <a:pt x="2290948" y="82910"/>
                  </a:lnTo>
                  <a:lnTo>
                    <a:pt x="2297208" y="82916"/>
                  </a:lnTo>
                  <a:lnTo>
                    <a:pt x="2303467" y="82921"/>
                  </a:lnTo>
                  <a:lnTo>
                    <a:pt x="2309727" y="82926"/>
                  </a:lnTo>
                  <a:lnTo>
                    <a:pt x="2315986" y="82930"/>
                  </a:lnTo>
                  <a:lnTo>
                    <a:pt x="2322246" y="82933"/>
                  </a:lnTo>
                  <a:lnTo>
                    <a:pt x="2328505" y="82936"/>
                  </a:lnTo>
                  <a:lnTo>
                    <a:pt x="2334764" y="82938"/>
                  </a:lnTo>
                  <a:lnTo>
                    <a:pt x="2341024" y="82940"/>
                  </a:lnTo>
                  <a:lnTo>
                    <a:pt x="2347283" y="82942"/>
                  </a:lnTo>
                  <a:lnTo>
                    <a:pt x="2353543" y="82944"/>
                  </a:lnTo>
                  <a:lnTo>
                    <a:pt x="2359802" y="82945"/>
                  </a:lnTo>
                  <a:lnTo>
                    <a:pt x="2366062" y="82946"/>
                  </a:lnTo>
                  <a:lnTo>
                    <a:pt x="2372321" y="82946"/>
                  </a:lnTo>
                  <a:lnTo>
                    <a:pt x="2378580" y="82947"/>
                  </a:lnTo>
                  <a:lnTo>
                    <a:pt x="2384840" y="82948"/>
                  </a:lnTo>
                  <a:lnTo>
                    <a:pt x="2391099" y="82948"/>
                  </a:lnTo>
                  <a:lnTo>
                    <a:pt x="2397359" y="82948"/>
                  </a:lnTo>
                  <a:lnTo>
                    <a:pt x="2403618" y="82949"/>
                  </a:lnTo>
                  <a:lnTo>
                    <a:pt x="2409878" y="82949"/>
                  </a:lnTo>
                  <a:lnTo>
                    <a:pt x="2416137" y="82949"/>
                  </a:lnTo>
                  <a:lnTo>
                    <a:pt x="2422396" y="82949"/>
                  </a:lnTo>
                  <a:lnTo>
                    <a:pt x="2428656" y="82949"/>
                  </a:lnTo>
                  <a:lnTo>
                    <a:pt x="2434915" y="82949"/>
                  </a:lnTo>
                  <a:lnTo>
                    <a:pt x="2441175" y="82949"/>
                  </a:lnTo>
                  <a:lnTo>
                    <a:pt x="2447434" y="82949"/>
                  </a:lnTo>
                  <a:lnTo>
                    <a:pt x="2453693" y="82949"/>
                  </a:lnTo>
                  <a:lnTo>
                    <a:pt x="2459953" y="82949"/>
                  </a:lnTo>
                  <a:lnTo>
                    <a:pt x="2466212" y="82950"/>
                  </a:lnTo>
                  <a:lnTo>
                    <a:pt x="2472472" y="82950"/>
                  </a:lnTo>
                  <a:lnTo>
                    <a:pt x="2478731" y="82950"/>
                  </a:lnTo>
                  <a:lnTo>
                    <a:pt x="2484991" y="82950"/>
                  </a:lnTo>
                  <a:lnTo>
                    <a:pt x="2491250" y="82950"/>
                  </a:lnTo>
                  <a:lnTo>
                    <a:pt x="2497509" y="82950"/>
                  </a:lnTo>
                  <a:lnTo>
                    <a:pt x="2503769" y="82950"/>
                  </a:lnTo>
                  <a:lnTo>
                    <a:pt x="2510028" y="82950"/>
                  </a:lnTo>
                  <a:lnTo>
                    <a:pt x="2516288" y="82950"/>
                  </a:lnTo>
                  <a:lnTo>
                    <a:pt x="2522547" y="82950"/>
                  </a:lnTo>
                  <a:lnTo>
                    <a:pt x="2528807" y="82950"/>
                  </a:lnTo>
                  <a:lnTo>
                    <a:pt x="2535066" y="82950"/>
                  </a:lnTo>
                  <a:lnTo>
                    <a:pt x="2541325" y="82950"/>
                  </a:lnTo>
                  <a:lnTo>
                    <a:pt x="2547585" y="82950"/>
                  </a:lnTo>
                  <a:lnTo>
                    <a:pt x="2553844" y="82950"/>
                  </a:lnTo>
                  <a:lnTo>
                    <a:pt x="2560104" y="82950"/>
                  </a:lnTo>
                  <a:lnTo>
                    <a:pt x="2566363" y="82950"/>
                  </a:lnTo>
                  <a:lnTo>
                    <a:pt x="2572623" y="82950"/>
                  </a:lnTo>
                  <a:lnTo>
                    <a:pt x="2578882" y="82950"/>
                  </a:lnTo>
                  <a:lnTo>
                    <a:pt x="2585141" y="82950"/>
                  </a:lnTo>
                  <a:lnTo>
                    <a:pt x="2591401" y="82950"/>
                  </a:lnTo>
                  <a:lnTo>
                    <a:pt x="2597660" y="82950"/>
                  </a:lnTo>
                  <a:lnTo>
                    <a:pt x="2603920" y="82950"/>
                  </a:lnTo>
                  <a:lnTo>
                    <a:pt x="2610179" y="82950"/>
                  </a:lnTo>
                  <a:lnTo>
                    <a:pt x="2616438" y="82950"/>
                  </a:lnTo>
                  <a:lnTo>
                    <a:pt x="2622698" y="82950"/>
                  </a:lnTo>
                  <a:lnTo>
                    <a:pt x="2628957" y="82950"/>
                  </a:lnTo>
                  <a:lnTo>
                    <a:pt x="2635217" y="82950"/>
                  </a:lnTo>
                  <a:lnTo>
                    <a:pt x="2641476" y="82950"/>
                  </a:lnTo>
                  <a:lnTo>
                    <a:pt x="2647736" y="82950"/>
                  </a:lnTo>
                  <a:lnTo>
                    <a:pt x="2653995" y="82950"/>
                  </a:lnTo>
                  <a:lnTo>
                    <a:pt x="2660254" y="82950"/>
                  </a:lnTo>
                  <a:lnTo>
                    <a:pt x="2666514" y="82950"/>
                  </a:lnTo>
                  <a:lnTo>
                    <a:pt x="2672773" y="82950"/>
                  </a:lnTo>
                  <a:lnTo>
                    <a:pt x="2679033" y="82950"/>
                  </a:lnTo>
                  <a:lnTo>
                    <a:pt x="2685292" y="82950"/>
                  </a:lnTo>
                  <a:lnTo>
                    <a:pt x="2691552" y="82950"/>
                  </a:lnTo>
                  <a:lnTo>
                    <a:pt x="2697811" y="82950"/>
                  </a:lnTo>
                  <a:lnTo>
                    <a:pt x="2704070" y="82950"/>
                  </a:lnTo>
                  <a:lnTo>
                    <a:pt x="2710330" y="82950"/>
                  </a:lnTo>
                  <a:lnTo>
                    <a:pt x="2716589" y="82950"/>
                  </a:lnTo>
                  <a:lnTo>
                    <a:pt x="2722849" y="82950"/>
                  </a:lnTo>
                  <a:lnTo>
                    <a:pt x="2729108" y="82950"/>
                  </a:lnTo>
                  <a:lnTo>
                    <a:pt x="2735368" y="82950"/>
                  </a:lnTo>
                  <a:lnTo>
                    <a:pt x="2741627" y="82950"/>
                  </a:lnTo>
                  <a:lnTo>
                    <a:pt x="2747886" y="82950"/>
                  </a:lnTo>
                  <a:lnTo>
                    <a:pt x="2754146" y="82950"/>
                  </a:lnTo>
                  <a:lnTo>
                    <a:pt x="2760405" y="82950"/>
                  </a:lnTo>
                  <a:lnTo>
                    <a:pt x="2766665" y="82950"/>
                  </a:lnTo>
                  <a:lnTo>
                    <a:pt x="2772924" y="82950"/>
                  </a:lnTo>
                  <a:lnTo>
                    <a:pt x="2779184" y="82950"/>
                  </a:lnTo>
                  <a:lnTo>
                    <a:pt x="2785443" y="82950"/>
                  </a:lnTo>
                  <a:lnTo>
                    <a:pt x="2791702" y="82950"/>
                  </a:lnTo>
                  <a:lnTo>
                    <a:pt x="2797962" y="82950"/>
                  </a:lnTo>
                  <a:lnTo>
                    <a:pt x="2804221" y="82950"/>
                  </a:lnTo>
                  <a:lnTo>
                    <a:pt x="2810481" y="82950"/>
                  </a:lnTo>
                  <a:lnTo>
                    <a:pt x="2816740" y="82950"/>
                  </a:lnTo>
                  <a:lnTo>
                    <a:pt x="2822999" y="82950"/>
                  </a:lnTo>
                  <a:lnTo>
                    <a:pt x="2829259" y="82950"/>
                  </a:lnTo>
                  <a:lnTo>
                    <a:pt x="2835518" y="82950"/>
                  </a:lnTo>
                  <a:lnTo>
                    <a:pt x="2841778" y="82950"/>
                  </a:lnTo>
                  <a:lnTo>
                    <a:pt x="2848037" y="82950"/>
                  </a:lnTo>
                  <a:lnTo>
                    <a:pt x="2854297" y="82950"/>
                  </a:lnTo>
                  <a:lnTo>
                    <a:pt x="2860556" y="82950"/>
                  </a:lnTo>
                  <a:lnTo>
                    <a:pt x="2866815" y="82950"/>
                  </a:lnTo>
                  <a:lnTo>
                    <a:pt x="2873075" y="82950"/>
                  </a:lnTo>
                  <a:lnTo>
                    <a:pt x="2879334" y="82950"/>
                  </a:lnTo>
                  <a:lnTo>
                    <a:pt x="2885594" y="82950"/>
                  </a:lnTo>
                  <a:lnTo>
                    <a:pt x="2891853" y="82950"/>
                  </a:lnTo>
                  <a:lnTo>
                    <a:pt x="2898113" y="82950"/>
                  </a:lnTo>
                  <a:lnTo>
                    <a:pt x="2904372" y="82950"/>
                  </a:lnTo>
                  <a:lnTo>
                    <a:pt x="2910631" y="82950"/>
                  </a:lnTo>
                  <a:lnTo>
                    <a:pt x="2916891" y="82950"/>
                  </a:lnTo>
                  <a:lnTo>
                    <a:pt x="2923150" y="82950"/>
                  </a:lnTo>
                  <a:lnTo>
                    <a:pt x="2929410" y="82950"/>
                  </a:lnTo>
                  <a:lnTo>
                    <a:pt x="2935669" y="82950"/>
                  </a:lnTo>
                  <a:lnTo>
                    <a:pt x="2941929" y="82950"/>
                  </a:lnTo>
                  <a:lnTo>
                    <a:pt x="2948188" y="82950"/>
                  </a:lnTo>
                  <a:lnTo>
                    <a:pt x="2954447" y="82950"/>
                  </a:lnTo>
                  <a:lnTo>
                    <a:pt x="2960707" y="82950"/>
                  </a:lnTo>
                  <a:lnTo>
                    <a:pt x="2966966" y="82950"/>
                  </a:lnTo>
                  <a:lnTo>
                    <a:pt x="2973226" y="82950"/>
                  </a:lnTo>
                  <a:lnTo>
                    <a:pt x="2979485" y="82950"/>
                  </a:lnTo>
                  <a:lnTo>
                    <a:pt x="2985744" y="82950"/>
                  </a:lnTo>
                  <a:lnTo>
                    <a:pt x="2992004" y="82950"/>
                  </a:lnTo>
                  <a:lnTo>
                    <a:pt x="2998263" y="82950"/>
                  </a:lnTo>
                  <a:lnTo>
                    <a:pt x="3004523" y="82950"/>
                  </a:lnTo>
                  <a:lnTo>
                    <a:pt x="3010782" y="82950"/>
                  </a:lnTo>
                  <a:lnTo>
                    <a:pt x="3017042" y="82950"/>
                  </a:lnTo>
                  <a:lnTo>
                    <a:pt x="3023301" y="82950"/>
                  </a:lnTo>
                  <a:lnTo>
                    <a:pt x="3029560" y="82950"/>
                  </a:lnTo>
                  <a:lnTo>
                    <a:pt x="3035820" y="82950"/>
                  </a:lnTo>
                  <a:lnTo>
                    <a:pt x="3042079" y="82950"/>
                  </a:lnTo>
                  <a:lnTo>
                    <a:pt x="3048339" y="82950"/>
                  </a:lnTo>
                  <a:lnTo>
                    <a:pt x="3054598" y="82950"/>
                  </a:lnTo>
                  <a:lnTo>
                    <a:pt x="3060858" y="82950"/>
                  </a:lnTo>
                  <a:lnTo>
                    <a:pt x="3067117" y="82950"/>
                  </a:lnTo>
                  <a:lnTo>
                    <a:pt x="3073376" y="82950"/>
                  </a:lnTo>
                  <a:lnTo>
                    <a:pt x="3079636" y="82950"/>
                  </a:lnTo>
                  <a:lnTo>
                    <a:pt x="3085895" y="82950"/>
                  </a:lnTo>
                  <a:lnTo>
                    <a:pt x="3092155" y="82950"/>
                  </a:lnTo>
                  <a:lnTo>
                    <a:pt x="3098414" y="82950"/>
                  </a:lnTo>
                  <a:lnTo>
                    <a:pt x="3104674" y="82950"/>
                  </a:lnTo>
                  <a:lnTo>
                    <a:pt x="3110933" y="82950"/>
                  </a:lnTo>
                  <a:lnTo>
                    <a:pt x="3117192" y="82950"/>
                  </a:lnTo>
                  <a:lnTo>
                    <a:pt x="3123452" y="82950"/>
                  </a:lnTo>
                  <a:lnTo>
                    <a:pt x="3129711" y="82950"/>
                  </a:lnTo>
                  <a:lnTo>
                    <a:pt x="3135971" y="82950"/>
                  </a:lnTo>
                  <a:lnTo>
                    <a:pt x="3142230" y="82950"/>
                  </a:lnTo>
                  <a:lnTo>
                    <a:pt x="3148489" y="82950"/>
                  </a:lnTo>
                  <a:lnTo>
                    <a:pt x="3154749" y="82950"/>
                  </a:lnTo>
                  <a:lnTo>
                    <a:pt x="3161008" y="82950"/>
                  </a:lnTo>
                  <a:lnTo>
                    <a:pt x="3167268" y="82950"/>
                  </a:lnTo>
                  <a:lnTo>
                    <a:pt x="3173527" y="82950"/>
                  </a:lnTo>
                  <a:lnTo>
                    <a:pt x="3179787" y="82950"/>
                  </a:lnTo>
                  <a:lnTo>
                    <a:pt x="3186046" y="82950"/>
                  </a:lnTo>
                  <a:lnTo>
                    <a:pt x="3192305" y="82950"/>
                  </a:lnTo>
                  <a:lnTo>
                    <a:pt x="3198565" y="82950"/>
                  </a:lnTo>
                  <a:lnTo>
                    <a:pt x="3192305" y="82950"/>
                  </a:lnTo>
                  <a:lnTo>
                    <a:pt x="3186046" y="82950"/>
                  </a:lnTo>
                  <a:lnTo>
                    <a:pt x="3179787" y="82950"/>
                  </a:lnTo>
                  <a:lnTo>
                    <a:pt x="3173527" y="82950"/>
                  </a:lnTo>
                  <a:lnTo>
                    <a:pt x="3167268" y="82950"/>
                  </a:lnTo>
                  <a:lnTo>
                    <a:pt x="3161008" y="82950"/>
                  </a:lnTo>
                  <a:lnTo>
                    <a:pt x="3154749" y="82950"/>
                  </a:lnTo>
                  <a:lnTo>
                    <a:pt x="3148489" y="82950"/>
                  </a:lnTo>
                  <a:lnTo>
                    <a:pt x="3142230" y="82950"/>
                  </a:lnTo>
                  <a:lnTo>
                    <a:pt x="3135971" y="82950"/>
                  </a:lnTo>
                  <a:lnTo>
                    <a:pt x="3129711" y="82950"/>
                  </a:lnTo>
                  <a:lnTo>
                    <a:pt x="3123452" y="82950"/>
                  </a:lnTo>
                  <a:lnTo>
                    <a:pt x="3117192" y="82950"/>
                  </a:lnTo>
                  <a:lnTo>
                    <a:pt x="3110933" y="82950"/>
                  </a:lnTo>
                  <a:lnTo>
                    <a:pt x="3104674" y="82950"/>
                  </a:lnTo>
                  <a:lnTo>
                    <a:pt x="3098414" y="82950"/>
                  </a:lnTo>
                  <a:lnTo>
                    <a:pt x="3092155" y="82950"/>
                  </a:lnTo>
                  <a:lnTo>
                    <a:pt x="3085895" y="82950"/>
                  </a:lnTo>
                  <a:lnTo>
                    <a:pt x="3079636" y="82950"/>
                  </a:lnTo>
                  <a:lnTo>
                    <a:pt x="3073376" y="82950"/>
                  </a:lnTo>
                  <a:lnTo>
                    <a:pt x="3067117" y="82950"/>
                  </a:lnTo>
                  <a:lnTo>
                    <a:pt x="3060858" y="82950"/>
                  </a:lnTo>
                  <a:lnTo>
                    <a:pt x="3054598" y="82950"/>
                  </a:lnTo>
                  <a:lnTo>
                    <a:pt x="3048339" y="82950"/>
                  </a:lnTo>
                  <a:lnTo>
                    <a:pt x="3042079" y="82950"/>
                  </a:lnTo>
                  <a:lnTo>
                    <a:pt x="3035820" y="82950"/>
                  </a:lnTo>
                  <a:lnTo>
                    <a:pt x="3029560" y="82950"/>
                  </a:lnTo>
                  <a:lnTo>
                    <a:pt x="3023301" y="82950"/>
                  </a:lnTo>
                  <a:lnTo>
                    <a:pt x="3017042" y="82950"/>
                  </a:lnTo>
                  <a:lnTo>
                    <a:pt x="3010782" y="82950"/>
                  </a:lnTo>
                  <a:lnTo>
                    <a:pt x="3004523" y="82950"/>
                  </a:lnTo>
                  <a:lnTo>
                    <a:pt x="2998263" y="82950"/>
                  </a:lnTo>
                  <a:lnTo>
                    <a:pt x="2992004" y="82950"/>
                  </a:lnTo>
                  <a:lnTo>
                    <a:pt x="2985744" y="82950"/>
                  </a:lnTo>
                  <a:lnTo>
                    <a:pt x="2979485" y="82950"/>
                  </a:lnTo>
                  <a:lnTo>
                    <a:pt x="2973226" y="82950"/>
                  </a:lnTo>
                  <a:lnTo>
                    <a:pt x="2966966" y="82950"/>
                  </a:lnTo>
                  <a:lnTo>
                    <a:pt x="2960707" y="82950"/>
                  </a:lnTo>
                  <a:lnTo>
                    <a:pt x="2954447" y="82950"/>
                  </a:lnTo>
                  <a:lnTo>
                    <a:pt x="2948188" y="82950"/>
                  </a:lnTo>
                  <a:lnTo>
                    <a:pt x="2941929" y="82950"/>
                  </a:lnTo>
                  <a:lnTo>
                    <a:pt x="2935669" y="82950"/>
                  </a:lnTo>
                  <a:lnTo>
                    <a:pt x="2929410" y="82950"/>
                  </a:lnTo>
                  <a:lnTo>
                    <a:pt x="2923150" y="82950"/>
                  </a:lnTo>
                  <a:lnTo>
                    <a:pt x="2916891" y="82950"/>
                  </a:lnTo>
                  <a:lnTo>
                    <a:pt x="2910631" y="82950"/>
                  </a:lnTo>
                  <a:lnTo>
                    <a:pt x="2904372" y="82950"/>
                  </a:lnTo>
                  <a:lnTo>
                    <a:pt x="2898113" y="82950"/>
                  </a:lnTo>
                  <a:lnTo>
                    <a:pt x="2891853" y="82950"/>
                  </a:lnTo>
                  <a:lnTo>
                    <a:pt x="2885594" y="82950"/>
                  </a:lnTo>
                  <a:lnTo>
                    <a:pt x="2879334" y="82950"/>
                  </a:lnTo>
                  <a:lnTo>
                    <a:pt x="2873075" y="82950"/>
                  </a:lnTo>
                  <a:lnTo>
                    <a:pt x="2866815" y="82950"/>
                  </a:lnTo>
                  <a:lnTo>
                    <a:pt x="2860556" y="82950"/>
                  </a:lnTo>
                  <a:lnTo>
                    <a:pt x="2854297" y="82950"/>
                  </a:lnTo>
                  <a:lnTo>
                    <a:pt x="2848037" y="82950"/>
                  </a:lnTo>
                  <a:lnTo>
                    <a:pt x="2841778" y="82950"/>
                  </a:lnTo>
                  <a:lnTo>
                    <a:pt x="2835518" y="82950"/>
                  </a:lnTo>
                  <a:lnTo>
                    <a:pt x="2829259" y="82950"/>
                  </a:lnTo>
                  <a:lnTo>
                    <a:pt x="2822999" y="82950"/>
                  </a:lnTo>
                  <a:lnTo>
                    <a:pt x="2816740" y="82950"/>
                  </a:lnTo>
                  <a:lnTo>
                    <a:pt x="2810481" y="82950"/>
                  </a:lnTo>
                  <a:lnTo>
                    <a:pt x="2804221" y="82950"/>
                  </a:lnTo>
                  <a:lnTo>
                    <a:pt x="2797962" y="82950"/>
                  </a:lnTo>
                  <a:lnTo>
                    <a:pt x="2791702" y="82950"/>
                  </a:lnTo>
                  <a:lnTo>
                    <a:pt x="2785443" y="82950"/>
                  </a:lnTo>
                  <a:lnTo>
                    <a:pt x="2779184" y="82950"/>
                  </a:lnTo>
                  <a:lnTo>
                    <a:pt x="2772924" y="82950"/>
                  </a:lnTo>
                  <a:lnTo>
                    <a:pt x="2766665" y="82950"/>
                  </a:lnTo>
                  <a:lnTo>
                    <a:pt x="2760405" y="82950"/>
                  </a:lnTo>
                  <a:lnTo>
                    <a:pt x="2754146" y="82950"/>
                  </a:lnTo>
                  <a:lnTo>
                    <a:pt x="2747886" y="82950"/>
                  </a:lnTo>
                  <a:lnTo>
                    <a:pt x="2741627" y="82950"/>
                  </a:lnTo>
                  <a:lnTo>
                    <a:pt x="2735368" y="82950"/>
                  </a:lnTo>
                  <a:lnTo>
                    <a:pt x="2729108" y="82950"/>
                  </a:lnTo>
                  <a:lnTo>
                    <a:pt x="2722849" y="82950"/>
                  </a:lnTo>
                  <a:lnTo>
                    <a:pt x="2716589" y="82950"/>
                  </a:lnTo>
                  <a:lnTo>
                    <a:pt x="2710330" y="82950"/>
                  </a:lnTo>
                  <a:lnTo>
                    <a:pt x="2704070" y="82950"/>
                  </a:lnTo>
                  <a:lnTo>
                    <a:pt x="2697811" y="82950"/>
                  </a:lnTo>
                  <a:lnTo>
                    <a:pt x="2691552" y="82950"/>
                  </a:lnTo>
                  <a:lnTo>
                    <a:pt x="2685292" y="82950"/>
                  </a:lnTo>
                  <a:lnTo>
                    <a:pt x="2679033" y="82950"/>
                  </a:lnTo>
                  <a:lnTo>
                    <a:pt x="2672773" y="82950"/>
                  </a:lnTo>
                  <a:lnTo>
                    <a:pt x="2666514" y="82950"/>
                  </a:lnTo>
                  <a:lnTo>
                    <a:pt x="2660254" y="82950"/>
                  </a:lnTo>
                  <a:lnTo>
                    <a:pt x="2653995" y="82950"/>
                  </a:lnTo>
                  <a:lnTo>
                    <a:pt x="2647736" y="82950"/>
                  </a:lnTo>
                  <a:lnTo>
                    <a:pt x="2641476" y="82950"/>
                  </a:lnTo>
                  <a:lnTo>
                    <a:pt x="2635217" y="82950"/>
                  </a:lnTo>
                  <a:lnTo>
                    <a:pt x="2628957" y="82950"/>
                  </a:lnTo>
                  <a:lnTo>
                    <a:pt x="2622698" y="82950"/>
                  </a:lnTo>
                  <a:lnTo>
                    <a:pt x="2616438" y="82950"/>
                  </a:lnTo>
                  <a:lnTo>
                    <a:pt x="2610179" y="82950"/>
                  </a:lnTo>
                  <a:lnTo>
                    <a:pt x="2603920" y="82950"/>
                  </a:lnTo>
                  <a:lnTo>
                    <a:pt x="2597660" y="82950"/>
                  </a:lnTo>
                  <a:lnTo>
                    <a:pt x="2591401" y="82950"/>
                  </a:lnTo>
                  <a:lnTo>
                    <a:pt x="2585141" y="82950"/>
                  </a:lnTo>
                  <a:lnTo>
                    <a:pt x="2578882" y="82950"/>
                  </a:lnTo>
                  <a:lnTo>
                    <a:pt x="2572623" y="82950"/>
                  </a:lnTo>
                  <a:lnTo>
                    <a:pt x="2566363" y="82950"/>
                  </a:lnTo>
                  <a:lnTo>
                    <a:pt x="2560104" y="82950"/>
                  </a:lnTo>
                  <a:lnTo>
                    <a:pt x="2553844" y="82950"/>
                  </a:lnTo>
                  <a:lnTo>
                    <a:pt x="2547585" y="82950"/>
                  </a:lnTo>
                  <a:lnTo>
                    <a:pt x="2541325" y="82950"/>
                  </a:lnTo>
                  <a:lnTo>
                    <a:pt x="2535066" y="82950"/>
                  </a:lnTo>
                  <a:lnTo>
                    <a:pt x="2528807" y="82950"/>
                  </a:lnTo>
                  <a:lnTo>
                    <a:pt x="2522547" y="82950"/>
                  </a:lnTo>
                  <a:lnTo>
                    <a:pt x="2516288" y="82950"/>
                  </a:lnTo>
                  <a:lnTo>
                    <a:pt x="2510028" y="82950"/>
                  </a:lnTo>
                  <a:lnTo>
                    <a:pt x="2503769" y="82950"/>
                  </a:lnTo>
                  <a:lnTo>
                    <a:pt x="2497509" y="82950"/>
                  </a:lnTo>
                  <a:lnTo>
                    <a:pt x="2491250" y="82950"/>
                  </a:lnTo>
                  <a:lnTo>
                    <a:pt x="2484991" y="82950"/>
                  </a:lnTo>
                  <a:lnTo>
                    <a:pt x="2478731" y="82950"/>
                  </a:lnTo>
                  <a:lnTo>
                    <a:pt x="2472472" y="82950"/>
                  </a:lnTo>
                  <a:lnTo>
                    <a:pt x="2466212" y="82950"/>
                  </a:lnTo>
                  <a:lnTo>
                    <a:pt x="2459953" y="82950"/>
                  </a:lnTo>
                  <a:lnTo>
                    <a:pt x="2453693" y="82950"/>
                  </a:lnTo>
                  <a:lnTo>
                    <a:pt x="2447434" y="82950"/>
                  </a:lnTo>
                  <a:lnTo>
                    <a:pt x="2441175" y="82950"/>
                  </a:lnTo>
                  <a:lnTo>
                    <a:pt x="2434915" y="82950"/>
                  </a:lnTo>
                  <a:lnTo>
                    <a:pt x="2428656" y="82950"/>
                  </a:lnTo>
                  <a:lnTo>
                    <a:pt x="2422396" y="82950"/>
                  </a:lnTo>
                  <a:lnTo>
                    <a:pt x="2416137" y="82950"/>
                  </a:lnTo>
                  <a:lnTo>
                    <a:pt x="2409878" y="82950"/>
                  </a:lnTo>
                  <a:lnTo>
                    <a:pt x="2403618" y="82950"/>
                  </a:lnTo>
                  <a:lnTo>
                    <a:pt x="2397359" y="82950"/>
                  </a:lnTo>
                  <a:lnTo>
                    <a:pt x="2391099" y="82950"/>
                  </a:lnTo>
                  <a:lnTo>
                    <a:pt x="2384840" y="82950"/>
                  </a:lnTo>
                  <a:lnTo>
                    <a:pt x="2378580" y="82950"/>
                  </a:lnTo>
                  <a:lnTo>
                    <a:pt x="2372321" y="82950"/>
                  </a:lnTo>
                  <a:lnTo>
                    <a:pt x="2366062" y="82950"/>
                  </a:lnTo>
                  <a:lnTo>
                    <a:pt x="2359802" y="82950"/>
                  </a:lnTo>
                  <a:lnTo>
                    <a:pt x="2353543" y="82950"/>
                  </a:lnTo>
                  <a:lnTo>
                    <a:pt x="2347283" y="82950"/>
                  </a:lnTo>
                  <a:lnTo>
                    <a:pt x="2341024" y="82950"/>
                  </a:lnTo>
                  <a:lnTo>
                    <a:pt x="2334764" y="82950"/>
                  </a:lnTo>
                  <a:lnTo>
                    <a:pt x="2328505" y="82950"/>
                  </a:lnTo>
                  <a:lnTo>
                    <a:pt x="2322246" y="82950"/>
                  </a:lnTo>
                  <a:lnTo>
                    <a:pt x="2315986" y="82950"/>
                  </a:lnTo>
                  <a:lnTo>
                    <a:pt x="2309727" y="82950"/>
                  </a:lnTo>
                  <a:lnTo>
                    <a:pt x="2303467" y="82950"/>
                  </a:lnTo>
                  <a:lnTo>
                    <a:pt x="2297208" y="82950"/>
                  </a:lnTo>
                  <a:lnTo>
                    <a:pt x="2290948" y="82950"/>
                  </a:lnTo>
                  <a:lnTo>
                    <a:pt x="2284689" y="82950"/>
                  </a:lnTo>
                  <a:lnTo>
                    <a:pt x="2278430" y="82950"/>
                  </a:lnTo>
                  <a:lnTo>
                    <a:pt x="2272170" y="82950"/>
                  </a:lnTo>
                  <a:lnTo>
                    <a:pt x="2265911" y="82950"/>
                  </a:lnTo>
                  <a:lnTo>
                    <a:pt x="2259651" y="82950"/>
                  </a:lnTo>
                  <a:lnTo>
                    <a:pt x="2253392" y="82950"/>
                  </a:lnTo>
                  <a:lnTo>
                    <a:pt x="2247133" y="82950"/>
                  </a:lnTo>
                  <a:lnTo>
                    <a:pt x="2240873" y="82950"/>
                  </a:lnTo>
                  <a:lnTo>
                    <a:pt x="2234614" y="82950"/>
                  </a:lnTo>
                  <a:lnTo>
                    <a:pt x="2228354" y="82950"/>
                  </a:lnTo>
                  <a:lnTo>
                    <a:pt x="2222095" y="82950"/>
                  </a:lnTo>
                  <a:lnTo>
                    <a:pt x="2215835" y="82950"/>
                  </a:lnTo>
                  <a:lnTo>
                    <a:pt x="2209576" y="82950"/>
                  </a:lnTo>
                  <a:lnTo>
                    <a:pt x="2203317" y="82950"/>
                  </a:lnTo>
                  <a:lnTo>
                    <a:pt x="2197057" y="82950"/>
                  </a:lnTo>
                  <a:lnTo>
                    <a:pt x="2190798" y="82950"/>
                  </a:lnTo>
                  <a:lnTo>
                    <a:pt x="2184538" y="82950"/>
                  </a:lnTo>
                  <a:lnTo>
                    <a:pt x="2178279" y="82950"/>
                  </a:lnTo>
                  <a:lnTo>
                    <a:pt x="2172019" y="82950"/>
                  </a:lnTo>
                  <a:lnTo>
                    <a:pt x="2165760" y="82950"/>
                  </a:lnTo>
                  <a:lnTo>
                    <a:pt x="2159501" y="82950"/>
                  </a:lnTo>
                  <a:lnTo>
                    <a:pt x="2153241" y="82950"/>
                  </a:lnTo>
                  <a:lnTo>
                    <a:pt x="2146982" y="82950"/>
                  </a:lnTo>
                  <a:lnTo>
                    <a:pt x="2140722" y="82950"/>
                  </a:lnTo>
                  <a:lnTo>
                    <a:pt x="2134463" y="82950"/>
                  </a:lnTo>
                  <a:lnTo>
                    <a:pt x="2128203" y="82950"/>
                  </a:lnTo>
                  <a:lnTo>
                    <a:pt x="2121944" y="82950"/>
                  </a:lnTo>
                  <a:lnTo>
                    <a:pt x="2115685" y="82950"/>
                  </a:lnTo>
                  <a:lnTo>
                    <a:pt x="2109425" y="82950"/>
                  </a:lnTo>
                  <a:lnTo>
                    <a:pt x="2103166" y="82950"/>
                  </a:lnTo>
                  <a:lnTo>
                    <a:pt x="2096906" y="82950"/>
                  </a:lnTo>
                  <a:lnTo>
                    <a:pt x="2090647" y="82950"/>
                  </a:lnTo>
                  <a:lnTo>
                    <a:pt x="2084388" y="82950"/>
                  </a:lnTo>
                  <a:lnTo>
                    <a:pt x="2078128" y="82950"/>
                  </a:lnTo>
                  <a:lnTo>
                    <a:pt x="2071869" y="82950"/>
                  </a:lnTo>
                  <a:lnTo>
                    <a:pt x="2065609" y="82950"/>
                  </a:lnTo>
                  <a:lnTo>
                    <a:pt x="2059350" y="82950"/>
                  </a:lnTo>
                  <a:lnTo>
                    <a:pt x="2053090" y="82950"/>
                  </a:lnTo>
                  <a:lnTo>
                    <a:pt x="2046831" y="82950"/>
                  </a:lnTo>
                  <a:lnTo>
                    <a:pt x="2040572" y="82950"/>
                  </a:lnTo>
                  <a:lnTo>
                    <a:pt x="2034312" y="82950"/>
                  </a:lnTo>
                  <a:lnTo>
                    <a:pt x="2028053" y="82950"/>
                  </a:lnTo>
                  <a:lnTo>
                    <a:pt x="2021793" y="82950"/>
                  </a:lnTo>
                  <a:lnTo>
                    <a:pt x="2015534" y="82950"/>
                  </a:lnTo>
                  <a:lnTo>
                    <a:pt x="2009274" y="82950"/>
                  </a:lnTo>
                  <a:lnTo>
                    <a:pt x="2003015" y="82950"/>
                  </a:lnTo>
                  <a:lnTo>
                    <a:pt x="1996756" y="82950"/>
                  </a:lnTo>
                  <a:lnTo>
                    <a:pt x="1990496" y="82950"/>
                  </a:lnTo>
                  <a:lnTo>
                    <a:pt x="1984237" y="82950"/>
                  </a:lnTo>
                  <a:lnTo>
                    <a:pt x="1977977" y="82950"/>
                  </a:lnTo>
                  <a:lnTo>
                    <a:pt x="1971718" y="82950"/>
                  </a:lnTo>
                  <a:lnTo>
                    <a:pt x="1965458" y="82950"/>
                  </a:lnTo>
                  <a:lnTo>
                    <a:pt x="1959199" y="82950"/>
                  </a:lnTo>
                  <a:lnTo>
                    <a:pt x="1952940" y="82950"/>
                  </a:lnTo>
                  <a:lnTo>
                    <a:pt x="1946680" y="82950"/>
                  </a:lnTo>
                  <a:lnTo>
                    <a:pt x="1940421" y="82950"/>
                  </a:lnTo>
                  <a:lnTo>
                    <a:pt x="1934161" y="82950"/>
                  </a:lnTo>
                  <a:lnTo>
                    <a:pt x="1927902" y="82950"/>
                  </a:lnTo>
                  <a:lnTo>
                    <a:pt x="1921642" y="82950"/>
                  </a:lnTo>
                  <a:lnTo>
                    <a:pt x="1915383" y="82950"/>
                  </a:lnTo>
                  <a:lnTo>
                    <a:pt x="1909124" y="82950"/>
                  </a:lnTo>
                  <a:lnTo>
                    <a:pt x="1902864" y="82950"/>
                  </a:lnTo>
                  <a:lnTo>
                    <a:pt x="1896605" y="82950"/>
                  </a:lnTo>
                  <a:lnTo>
                    <a:pt x="1890345" y="82950"/>
                  </a:lnTo>
                  <a:lnTo>
                    <a:pt x="1884086" y="82950"/>
                  </a:lnTo>
                  <a:lnTo>
                    <a:pt x="1877827" y="82950"/>
                  </a:lnTo>
                  <a:lnTo>
                    <a:pt x="1871567" y="82950"/>
                  </a:lnTo>
                  <a:lnTo>
                    <a:pt x="1865308" y="82950"/>
                  </a:lnTo>
                  <a:lnTo>
                    <a:pt x="1859048" y="82950"/>
                  </a:lnTo>
                  <a:lnTo>
                    <a:pt x="1852789" y="82950"/>
                  </a:lnTo>
                  <a:lnTo>
                    <a:pt x="1846529" y="82950"/>
                  </a:lnTo>
                  <a:lnTo>
                    <a:pt x="1840270" y="82950"/>
                  </a:lnTo>
                  <a:lnTo>
                    <a:pt x="1834011" y="82950"/>
                  </a:lnTo>
                  <a:lnTo>
                    <a:pt x="1827751" y="82950"/>
                  </a:lnTo>
                  <a:lnTo>
                    <a:pt x="1821492" y="82950"/>
                  </a:lnTo>
                  <a:lnTo>
                    <a:pt x="1815232" y="82950"/>
                  </a:lnTo>
                  <a:lnTo>
                    <a:pt x="1808973" y="82950"/>
                  </a:lnTo>
                  <a:lnTo>
                    <a:pt x="1802713" y="82950"/>
                  </a:lnTo>
                  <a:lnTo>
                    <a:pt x="1796454" y="82950"/>
                  </a:lnTo>
                  <a:lnTo>
                    <a:pt x="1790195" y="82950"/>
                  </a:lnTo>
                  <a:lnTo>
                    <a:pt x="1783935" y="82950"/>
                  </a:lnTo>
                  <a:lnTo>
                    <a:pt x="1777676" y="82950"/>
                  </a:lnTo>
                  <a:lnTo>
                    <a:pt x="1771416" y="82950"/>
                  </a:lnTo>
                  <a:lnTo>
                    <a:pt x="1765157" y="82950"/>
                  </a:lnTo>
                  <a:lnTo>
                    <a:pt x="1758897" y="82950"/>
                  </a:lnTo>
                  <a:lnTo>
                    <a:pt x="1752638" y="82950"/>
                  </a:lnTo>
                  <a:lnTo>
                    <a:pt x="1746379" y="82950"/>
                  </a:lnTo>
                  <a:lnTo>
                    <a:pt x="1740119" y="82950"/>
                  </a:lnTo>
                  <a:lnTo>
                    <a:pt x="1733860" y="82950"/>
                  </a:lnTo>
                  <a:lnTo>
                    <a:pt x="1727600" y="82950"/>
                  </a:lnTo>
                  <a:lnTo>
                    <a:pt x="1721341" y="82950"/>
                  </a:lnTo>
                  <a:lnTo>
                    <a:pt x="1715082" y="82950"/>
                  </a:lnTo>
                  <a:lnTo>
                    <a:pt x="1708822" y="82950"/>
                  </a:lnTo>
                  <a:lnTo>
                    <a:pt x="1702563" y="82950"/>
                  </a:lnTo>
                  <a:lnTo>
                    <a:pt x="1696303" y="82950"/>
                  </a:lnTo>
                  <a:lnTo>
                    <a:pt x="1690044" y="82950"/>
                  </a:lnTo>
                  <a:lnTo>
                    <a:pt x="1683784" y="82950"/>
                  </a:lnTo>
                  <a:lnTo>
                    <a:pt x="1677525" y="82950"/>
                  </a:lnTo>
                  <a:lnTo>
                    <a:pt x="1671266" y="82950"/>
                  </a:lnTo>
                  <a:lnTo>
                    <a:pt x="1665006" y="82950"/>
                  </a:lnTo>
                  <a:lnTo>
                    <a:pt x="1658747" y="82950"/>
                  </a:lnTo>
                  <a:lnTo>
                    <a:pt x="1652487" y="82950"/>
                  </a:lnTo>
                  <a:lnTo>
                    <a:pt x="1646228" y="82950"/>
                  </a:lnTo>
                  <a:lnTo>
                    <a:pt x="1639968" y="82950"/>
                  </a:lnTo>
                  <a:lnTo>
                    <a:pt x="1633709" y="82950"/>
                  </a:lnTo>
                  <a:lnTo>
                    <a:pt x="1627450" y="82950"/>
                  </a:lnTo>
                  <a:lnTo>
                    <a:pt x="1621190" y="82950"/>
                  </a:lnTo>
                  <a:lnTo>
                    <a:pt x="1614931" y="82950"/>
                  </a:lnTo>
                  <a:lnTo>
                    <a:pt x="1608671" y="82950"/>
                  </a:lnTo>
                  <a:lnTo>
                    <a:pt x="1602412" y="82950"/>
                  </a:lnTo>
                  <a:lnTo>
                    <a:pt x="1596152" y="82950"/>
                  </a:lnTo>
                  <a:lnTo>
                    <a:pt x="1589893" y="82950"/>
                  </a:lnTo>
                  <a:lnTo>
                    <a:pt x="1583634" y="82950"/>
                  </a:lnTo>
                  <a:lnTo>
                    <a:pt x="1577374" y="82950"/>
                  </a:lnTo>
                  <a:lnTo>
                    <a:pt x="1571115" y="82950"/>
                  </a:lnTo>
                  <a:lnTo>
                    <a:pt x="1564855" y="82950"/>
                  </a:lnTo>
                  <a:lnTo>
                    <a:pt x="1558596" y="82950"/>
                  </a:lnTo>
                  <a:lnTo>
                    <a:pt x="1552337" y="82950"/>
                  </a:lnTo>
                  <a:lnTo>
                    <a:pt x="1546077" y="82950"/>
                  </a:lnTo>
                  <a:lnTo>
                    <a:pt x="1539818" y="82950"/>
                  </a:lnTo>
                  <a:lnTo>
                    <a:pt x="1533558" y="82950"/>
                  </a:lnTo>
                  <a:lnTo>
                    <a:pt x="1527299" y="82950"/>
                  </a:lnTo>
                  <a:lnTo>
                    <a:pt x="1521039" y="82950"/>
                  </a:lnTo>
                  <a:lnTo>
                    <a:pt x="1514780" y="82950"/>
                  </a:lnTo>
                  <a:lnTo>
                    <a:pt x="1508521" y="82950"/>
                  </a:lnTo>
                  <a:lnTo>
                    <a:pt x="1502261" y="82950"/>
                  </a:lnTo>
                  <a:lnTo>
                    <a:pt x="1496002" y="82950"/>
                  </a:lnTo>
                  <a:lnTo>
                    <a:pt x="1489742" y="82950"/>
                  </a:lnTo>
                  <a:lnTo>
                    <a:pt x="1483483" y="82950"/>
                  </a:lnTo>
                  <a:lnTo>
                    <a:pt x="1477223" y="82950"/>
                  </a:lnTo>
                  <a:lnTo>
                    <a:pt x="1470964" y="82950"/>
                  </a:lnTo>
                  <a:lnTo>
                    <a:pt x="1464705" y="82950"/>
                  </a:lnTo>
                  <a:lnTo>
                    <a:pt x="1458445" y="82950"/>
                  </a:lnTo>
                  <a:lnTo>
                    <a:pt x="1452186" y="82950"/>
                  </a:lnTo>
                  <a:lnTo>
                    <a:pt x="1445926" y="82950"/>
                  </a:lnTo>
                  <a:lnTo>
                    <a:pt x="1439667" y="82950"/>
                  </a:lnTo>
                  <a:lnTo>
                    <a:pt x="1433407" y="82950"/>
                  </a:lnTo>
                  <a:lnTo>
                    <a:pt x="1427148" y="82950"/>
                  </a:lnTo>
                  <a:lnTo>
                    <a:pt x="1420889" y="82950"/>
                  </a:lnTo>
                  <a:lnTo>
                    <a:pt x="1414629" y="82950"/>
                  </a:lnTo>
                  <a:lnTo>
                    <a:pt x="1408370" y="82950"/>
                  </a:lnTo>
                  <a:lnTo>
                    <a:pt x="1402110" y="82950"/>
                  </a:lnTo>
                  <a:lnTo>
                    <a:pt x="1395851" y="82950"/>
                  </a:lnTo>
                  <a:lnTo>
                    <a:pt x="1389592" y="82950"/>
                  </a:lnTo>
                  <a:lnTo>
                    <a:pt x="1383332" y="82950"/>
                  </a:lnTo>
                  <a:lnTo>
                    <a:pt x="1377073" y="82950"/>
                  </a:lnTo>
                  <a:lnTo>
                    <a:pt x="1370813" y="82950"/>
                  </a:lnTo>
                  <a:lnTo>
                    <a:pt x="1364554" y="82950"/>
                  </a:lnTo>
                  <a:lnTo>
                    <a:pt x="1358294" y="82950"/>
                  </a:lnTo>
                  <a:lnTo>
                    <a:pt x="1352035" y="82950"/>
                  </a:lnTo>
                  <a:lnTo>
                    <a:pt x="1345776" y="82950"/>
                  </a:lnTo>
                  <a:lnTo>
                    <a:pt x="1339516" y="82950"/>
                  </a:lnTo>
                  <a:lnTo>
                    <a:pt x="1333257" y="82950"/>
                  </a:lnTo>
                  <a:lnTo>
                    <a:pt x="1326997" y="82950"/>
                  </a:lnTo>
                  <a:lnTo>
                    <a:pt x="1320738" y="82950"/>
                  </a:lnTo>
                  <a:lnTo>
                    <a:pt x="1314478" y="82950"/>
                  </a:lnTo>
                  <a:lnTo>
                    <a:pt x="1308219" y="82950"/>
                  </a:lnTo>
                  <a:lnTo>
                    <a:pt x="1301960" y="82950"/>
                  </a:lnTo>
                  <a:lnTo>
                    <a:pt x="1295700" y="82950"/>
                  </a:lnTo>
                  <a:lnTo>
                    <a:pt x="1289441" y="82950"/>
                  </a:lnTo>
                  <a:lnTo>
                    <a:pt x="1283181" y="82950"/>
                  </a:lnTo>
                  <a:lnTo>
                    <a:pt x="1276922" y="82950"/>
                  </a:lnTo>
                  <a:lnTo>
                    <a:pt x="1270662" y="82950"/>
                  </a:lnTo>
                  <a:lnTo>
                    <a:pt x="1264403" y="82950"/>
                  </a:lnTo>
                  <a:lnTo>
                    <a:pt x="1258144" y="82950"/>
                  </a:lnTo>
                  <a:lnTo>
                    <a:pt x="1251884" y="82950"/>
                  </a:lnTo>
                  <a:lnTo>
                    <a:pt x="1245625" y="82950"/>
                  </a:lnTo>
                  <a:lnTo>
                    <a:pt x="1239365" y="82950"/>
                  </a:lnTo>
                  <a:lnTo>
                    <a:pt x="1233106" y="82950"/>
                  </a:lnTo>
                  <a:lnTo>
                    <a:pt x="1226846" y="82950"/>
                  </a:lnTo>
                  <a:lnTo>
                    <a:pt x="1220587" y="82950"/>
                  </a:lnTo>
                  <a:lnTo>
                    <a:pt x="1214328" y="82950"/>
                  </a:lnTo>
                  <a:lnTo>
                    <a:pt x="1208068" y="82950"/>
                  </a:lnTo>
                  <a:lnTo>
                    <a:pt x="1201809" y="82950"/>
                  </a:lnTo>
                  <a:lnTo>
                    <a:pt x="1195549" y="82950"/>
                  </a:lnTo>
                  <a:lnTo>
                    <a:pt x="1189290" y="82950"/>
                  </a:lnTo>
                  <a:lnTo>
                    <a:pt x="1183031" y="82950"/>
                  </a:lnTo>
                  <a:lnTo>
                    <a:pt x="1176771" y="82950"/>
                  </a:lnTo>
                  <a:lnTo>
                    <a:pt x="1170512" y="82950"/>
                  </a:lnTo>
                  <a:lnTo>
                    <a:pt x="1164252" y="82950"/>
                  </a:lnTo>
                  <a:lnTo>
                    <a:pt x="1157993" y="82950"/>
                  </a:lnTo>
                  <a:lnTo>
                    <a:pt x="1151733" y="82950"/>
                  </a:lnTo>
                  <a:lnTo>
                    <a:pt x="1145474" y="82950"/>
                  </a:lnTo>
                  <a:lnTo>
                    <a:pt x="1139215" y="82950"/>
                  </a:lnTo>
                  <a:lnTo>
                    <a:pt x="1132955" y="82950"/>
                  </a:lnTo>
                  <a:lnTo>
                    <a:pt x="1126696" y="82950"/>
                  </a:lnTo>
                  <a:lnTo>
                    <a:pt x="1120436" y="82950"/>
                  </a:lnTo>
                  <a:lnTo>
                    <a:pt x="1114177" y="82950"/>
                  </a:lnTo>
                  <a:lnTo>
                    <a:pt x="1107917" y="82950"/>
                  </a:lnTo>
                  <a:lnTo>
                    <a:pt x="1101658" y="82950"/>
                  </a:lnTo>
                  <a:lnTo>
                    <a:pt x="1095399" y="82950"/>
                  </a:lnTo>
                  <a:lnTo>
                    <a:pt x="1089139" y="82950"/>
                  </a:lnTo>
                  <a:lnTo>
                    <a:pt x="1082880" y="82950"/>
                  </a:lnTo>
                  <a:lnTo>
                    <a:pt x="1076620" y="82950"/>
                  </a:lnTo>
                  <a:lnTo>
                    <a:pt x="1070361" y="82950"/>
                  </a:lnTo>
                  <a:lnTo>
                    <a:pt x="1064101" y="82950"/>
                  </a:lnTo>
                  <a:lnTo>
                    <a:pt x="1057842" y="82950"/>
                  </a:lnTo>
                  <a:lnTo>
                    <a:pt x="1051583" y="82950"/>
                  </a:lnTo>
                  <a:lnTo>
                    <a:pt x="1045323" y="82950"/>
                  </a:lnTo>
                  <a:lnTo>
                    <a:pt x="1039064" y="82950"/>
                  </a:lnTo>
                  <a:lnTo>
                    <a:pt x="1032804" y="82950"/>
                  </a:lnTo>
                  <a:lnTo>
                    <a:pt x="1026545" y="82950"/>
                  </a:lnTo>
                  <a:lnTo>
                    <a:pt x="1020286" y="82950"/>
                  </a:lnTo>
                  <a:lnTo>
                    <a:pt x="1014026" y="82950"/>
                  </a:lnTo>
                  <a:lnTo>
                    <a:pt x="1007767" y="82950"/>
                  </a:lnTo>
                  <a:lnTo>
                    <a:pt x="1001507" y="82950"/>
                  </a:lnTo>
                  <a:lnTo>
                    <a:pt x="995248" y="82950"/>
                  </a:lnTo>
                  <a:lnTo>
                    <a:pt x="988988" y="82950"/>
                  </a:lnTo>
                  <a:lnTo>
                    <a:pt x="982729" y="82950"/>
                  </a:lnTo>
                  <a:lnTo>
                    <a:pt x="976470" y="82950"/>
                  </a:lnTo>
                  <a:lnTo>
                    <a:pt x="970210" y="82950"/>
                  </a:lnTo>
                  <a:lnTo>
                    <a:pt x="963951" y="82950"/>
                  </a:lnTo>
                  <a:lnTo>
                    <a:pt x="957691" y="82950"/>
                  </a:lnTo>
                  <a:lnTo>
                    <a:pt x="951432" y="82950"/>
                  </a:lnTo>
                  <a:lnTo>
                    <a:pt x="945172" y="82950"/>
                  </a:lnTo>
                  <a:lnTo>
                    <a:pt x="938913" y="82950"/>
                  </a:lnTo>
                  <a:lnTo>
                    <a:pt x="932654" y="82950"/>
                  </a:lnTo>
                  <a:lnTo>
                    <a:pt x="926394" y="82950"/>
                  </a:lnTo>
                  <a:lnTo>
                    <a:pt x="920135" y="82950"/>
                  </a:lnTo>
                  <a:lnTo>
                    <a:pt x="913875" y="82950"/>
                  </a:lnTo>
                  <a:lnTo>
                    <a:pt x="907616" y="82950"/>
                  </a:lnTo>
                  <a:lnTo>
                    <a:pt x="901356" y="82950"/>
                  </a:lnTo>
                  <a:lnTo>
                    <a:pt x="895097" y="82950"/>
                  </a:lnTo>
                  <a:lnTo>
                    <a:pt x="888838" y="82950"/>
                  </a:lnTo>
                  <a:lnTo>
                    <a:pt x="882578" y="82950"/>
                  </a:lnTo>
                  <a:lnTo>
                    <a:pt x="876319" y="82950"/>
                  </a:lnTo>
                  <a:lnTo>
                    <a:pt x="870059" y="82950"/>
                  </a:lnTo>
                  <a:lnTo>
                    <a:pt x="863800" y="82950"/>
                  </a:lnTo>
                  <a:lnTo>
                    <a:pt x="857541" y="82950"/>
                  </a:lnTo>
                  <a:lnTo>
                    <a:pt x="851281" y="82950"/>
                  </a:lnTo>
                  <a:lnTo>
                    <a:pt x="845022" y="82950"/>
                  </a:lnTo>
                  <a:lnTo>
                    <a:pt x="838762" y="82950"/>
                  </a:lnTo>
                  <a:lnTo>
                    <a:pt x="832503" y="82950"/>
                  </a:lnTo>
                  <a:lnTo>
                    <a:pt x="826243" y="82950"/>
                  </a:lnTo>
                  <a:lnTo>
                    <a:pt x="819984" y="82950"/>
                  </a:lnTo>
                  <a:lnTo>
                    <a:pt x="813725" y="82950"/>
                  </a:lnTo>
                  <a:lnTo>
                    <a:pt x="807465" y="82950"/>
                  </a:lnTo>
                  <a:lnTo>
                    <a:pt x="801206" y="82950"/>
                  </a:lnTo>
                  <a:lnTo>
                    <a:pt x="794946" y="82950"/>
                  </a:lnTo>
                  <a:lnTo>
                    <a:pt x="788687" y="82950"/>
                  </a:lnTo>
                  <a:lnTo>
                    <a:pt x="782427" y="82950"/>
                  </a:lnTo>
                  <a:lnTo>
                    <a:pt x="776168" y="82950"/>
                  </a:lnTo>
                  <a:lnTo>
                    <a:pt x="769909" y="82950"/>
                  </a:lnTo>
                  <a:lnTo>
                    <a:pt x="763649" y="82950"/>
                  </a:lnTo>
                  <a:lnTo>
                    <a:pt x="757390" y="82950"/>
                  </a:lnTo>
                  <a:lnTo>
                    <a:pt x="751130" y="82950"/>
                  </a:lnTo>
                  <a:lnTo>
                    <a:pt x="744871" y="82950"/>
                  </a:lnTo>
                  <a:lnTo>
                    <a:pt x="738611" y="82950"/>
                  </a:lnTo>
                  <a:lnTo>
                    <a:pt x="732352" y="82950"/>
                  </a:lnTo>
                  <a:lnTo>
                    <a:pt x="726093" y="82950"/>
                  </a:lnTo>
                  <a:lnTo>
                    <a:pt x="719833" y="82950"/>
                  </a:lnTo>
                  <a:lnTo>
                    <a:pt x="713574" y="82950"/>
                  </a:lnTo>
                  <a:lnTo>
                    <a:pt x="707314" y="82950"/>
                  </a:lnTo>
                  <a:lnTo>
                    <a:pt x="701055" y="82950"/>
                  </a:lnTo>
                  <a:lnTo>
                    <a:pt x="694796" y="82950"/>
                  </a:lnTo>
                  <a:lnTo>
                    <a:pt x="688536" y="82950"/>
                  </a:lnTo>
                  <a:lnTo>
                    <a:pt x="682277" y="82950"/>
                  </a:lnTo>
                  <a:lnTo>
                    <a:pt x="676017" y="82950"/>
                  </a:lnTo>
                  <a:lnTo>
                    <a:pt x="669758" y="82950"/>
                  </a:lnTo>
                  <a:lnTo>
                    <a:pt x="663498" y="82950"/>
                  </a:lnTo>
                  <a:lnTo>
                    <a:pt x="657239" y="82950"/>
                  </a:lnTo>
                  <a:lnTo>
                    <a:pt x="650980" y="82950"/>
                  </a:lnTo>
                  <a:lnTo>
                    <a:pt x="644720" y="82950"/>
                  </a:lnTo>
                  <a:lnTo>
                    <a:pt x="638461" y="82950"/>
                  </a:lnTo>
                  <a:lnTo>
                    <a:pt x="632201" y="82950"/>
                  </a:lnTo>
                  <a:lnTo>
                    <a:pt x="625942" y="82950"/>
                  </a:lnTo>
                  <a:lnTo>
                    <a:pt x="619682" y="82950"/>
                  </a:lnTo>
                  <a:lnTo>
                    <a:pt x="613423" y="82950"/>
                  </a:lnTo>
                  <a:lnTo>
                    <a:pt x="607164" y="82950"/>
                  </a:lnTo>
                  <a:lnTo>
                    <a:pt x="600904" y="82950"/>
                  </a:lnTo>
                  <a:lnTo>
                    <a:pt x="594645" y="82950"/>
                  </a:lnTo>
                  <a:lnTo>
                    <a:pt x="588385" y="82950"/>
                  </a:lnTo>
                  <a:lnTo>
                    <a:pt x="582126" y="82950"/>
                  </a:lnTo>
                  <a:lnTo>
                    <a:pt x="575866" y="82950"/>
                  </a:lnTo>
                  <a:lnTo>
                    <a:pt x="569607" y="82950"/>
                  </a:lnTo>
                  <a:lnTo>
                    <a:pt x="563348" y="82950"/>
                  </a:lnTo>
                  <a:lnTo>
                    <a:pt x="557088" y="82950"/>
                  </a:lnTo>
                  <a:lnTo>
                    <a:pt x="550829" y="82950"/>
                  </a:lnTo>
                  <a:lnTo>
                    <a:pt x="544569" y="82950"/>
                  </a:lnTo>
                  <a:lnTo>
                    <a:pt x="538310" y="82950"/>
                  </a:lnTo>
                  <a:lnTo>
                    <a:pt x="532050" y="82950"/>
                  </a:lnTo>
                  <a:lnTo>
                    <a:pt x="525791" y="82950"/>
                  </a:lnTo>
                  <a:lnTo>
                    <a:pt x="519532" y="82950"/>
                  </a:lnTo>
                  <a:lnTo>
                    <a:pt x="513272" y="82950"/>
                  </a:lnTo>
                  <a:lnTo>
                    <a:pt x="507013" y="82950"/>
                  </a:lnTo>
                  <a:lnTo>
                    <a:pt x="500753" y="82950"/>
                  </a:lnTo>
                  <a:lnTo>
                    <a:pt x="494494" y="82950"/>
                  </a:lnTo>
                  <a:lnTo>
                    <a:pt x="488235" y="82950"/>
                  </a:lnTo>
                  <a:lnTo>
                    <a:pt x="481975" y="82950"/>
                  </a:lnTo>
                  <a:lnTo>
                    <a:pt x="475716" y="82950"/>
                  </a:lnTo>
                  <a:lnTo>
                    <a:pt x="469456" y="82950"/>
                  </a:lnTo>
                  <a:lnTo>
                    <a:pt x="463197" y="82950"/>
                  </a:lnTo>
                  <a:lnTo>
                    <a:pt x="456937" y="82950"/>
                  </a:lnTo>
                  <a:lnTo>
                    <a:pt x="450678" y="82950"/>
                  </a:lnTo>
                  <a:lnTo>
                    <a:pt x="444419" y="82950"/>
                  </a:lnTo>
                  <a:lnTo>
                    <a:pt x="438159" y="82950"/>
                  </a:lnTo>
                  <a:lnTo>
                    <a:pt x="431900" y="82950"/>
                  </a:lnTo>
                  <a:lnTo>
                    <a:pt x="425640" y="82950"/>
                  </a:lnTo>
                  <a:lnTo>
                    <a:pt x="419381" y="82950"/>
                  </a:lnTo>
                  <a:lnTo>
                    <a:pt x="413121" y="82950"/>
                  </a:lnTo>
                  <a:lnTo>
                    <a:pt x="406862" y="82950"/>
                  </a:lnTo>
                  <a:lnTo>
                    <a:pt x="400603" y="82950"/>
                  </a:lnTo>
                  <a:lnTo>
                    <a:pt x="394343" y="82950"/>
                  </a:lnTo>
                  <a:lnTo>
                    <a:pt x="388084" y="82950"/>
                  </a:lnTo>
                  <a:lnTo>
                    <a:pt x="381824" y="82950"/>
                  </a:lnTo>
                  <a:lnTo>
                    <a:pt x="375565" y="82950"/>
                  </a:lnTo>
                  <a:lnTo>
                    <a:pt x="369305" y="82950"/>
                  </a:lnTo>
                  <a:lnTo>
                    <a:pt x="363046" y="82950"/>
                  </a:lnTo>
                  <a:lnTo>
                    <a:pt x="356787" y="82950"/>
                  </a:lnTo>
                  <a:lnTo>
                    <a:pt x="350527" y="82950"/>
                  </a:lnTo>
                  <a:lnTo>
                    <a:pt x="344268" y="82950"/>
                  </a:lnTo>
                  <a:lnTo>
                    <a:pt x="338008" y="82950"/>
                  </a:lnTo>
                  <a:lnTo>
                    <a:pt x="331749" y="82950"/>
                  </a:lnTo>
                  <a:lnTo>
                    <a:pt x="325490" y="82950"/>
                  </a:lnTo>
                  <a:lnTo>
                    <a:pt x="319230" y="82950"/>
                  </a:lnTo>
                  <a:lnTo>
                    <a:pt x="312971" y="82950"/>
                  </a:lnTo>
                  <a:lnTo>
                    <a:pt x="306711" y="82950"/>
                  </a:lnTo>
                  <a:lnTo>
                    <a:pt x="300452" y="82950"/>
                  </a:lnTo>
                  <a:lnTo>
                    <a:pt x="294192" y="82950"/>
                  </a:lnTo>
                  <a:lnTo>
                    <a:pt x="287933" y="82950"/>
                  </a:lnTo>
                  <a:lnTo>
                    <a:pt x="281674" y="82950"/>
                  </a:lnTo>
                  <a:lnTo>
                    <a:pt x="275414" y="82950"/>
                  </a:lnTo>
                  <a:lnTo>
                    <a:pt x="269155" y="82950"/>
                  </a:lnTo>
                  <a:lnTo>
                    <a:pt x="262895" y="82950"/>
                  </a:lnTo>
                  <a:lnTo>
                    <a:pt x="256636" y="82950"/>
                  </a:lnTo>
                  <a:lnTo>
                    <a:pt x="250376" y="82950"/>
                  </a:lnTo>
                  <a:lnTo>
                    <a:pt x="244117" y="82950"/>
                  </a:lnTo>
                  <a:lnTo>
                    <a:pt x="237858" y="82950"/>
                  </a:lnTo>
                  <a:lnTo>
                    <a:pt x="231598" y="82950"/>
                  </a:lnTo>
                  <a:lnTo>
                    <a:pt x="225339" y="82950"/>
                  </a:lnTo>
                  <a:lnTo>
                    <a:pt x="219079" y="82950"/>
                  </a:lnTo>
                  <a:lnTo>
                    <a:pt x="212820" y="82950"/>
                  </a:lnTo>
                  <a:lnTo>
                    <a:pt x="206560" y="82950"/>
                  </a:lnTo>
                  <a:lnTo>
                    <a:pt x="200301" y="82950"/>
                  </a:lnTo>
                  <a:lnTo>
                    <a:pt x="194042" y="82950"/>
                  </a:lnTo>
                  <a:lnTo>
                    <a:pt x="187782" y="82950"/>
                  </a:lnTo>
                  <a:lnTo>
                    <a:pt x="181523" y="82950"/>
                  </a:lnTo>
                  <a:lnTo>
                    <a:pt x="175263" y="82950"/>
                  </a:lnTo>
                  <a:lnTo>
                    <a:pt x="169004" y="82950"/>
                  </a:lnTo>
                  <a:lnTo>
                    <a:pt x="162745" y="82950"/>
                  </a:lnTo>
                  <a:lnTo>
                    <a:pt x="156485" y="82950"/>
                  </a:lnTo>
                  <a:lnTo>
                    <a:pt x="150226" y="82950"/>
                  </a:lnTo>
                  <a:lnTo>
                    <a:pt x="143966" y="82950"/>
                  </a:lnTo>
                  <a:lnTo>
                    <a:pt x="137707" y="82950"/>
                  </a:lnTo>
                  <a:lnTo>
                    <a:pt x="131447" y="82950"/>
                  </a:lnTo>
                  <a:lnTo>
                    <a:pt x="125188" y="82950"/>
                  </a:lnTo>
                  <a:lnTo>
                    <a:pt x="118929" y="82950"/>
                  </a:lnTo>
                  <a:lnTo>
                    <a:pt x="112669" y="82950"/>
                  </a:lnTo>
                  <a:lnTo>
                    <a:pt x="106410" y="82950"/>
                  </a:lnTo>
                  <a:lnTo>
                    <a:pt x="100150" y="82950"/>
                  </a:lnTo>
                  <a:lnTo>
                    <a:pt x="93891" y="82950"/>
                  </a:lnTo>
                  <a:lnTo>
                    <a:pt x="87631" y="82950"/>
                  </a:lnTo>
                  <a:lnTo>
                    <a:pt x="81372" y="82950"/>
                  </a:lnTo>
                  <a:lnTo>
                    <a:pt x="75113" y="82950"/>
                  </a:lnTo>
                  <a:lnTo>
                    <a:pt x="68853" y="82950"/>
                  </a:lnTo>
                  <a:lnTo>
                    <a:pt x="62594" y="82950"/>
                  </a:lnTo>
                  <a:lnTo>
                    <a:pt x="56334" y="82950"/>
                  </a:lnTo>
                  <a:lnTo>
                    <a:pt x="50075" y="82950"/>
                  </a:lnTo>
                  <a:lnTo>
                    <a:pt x="43815" y="82950"/>
                  </a:lnTo>
                  <a:lnTo>
                    <a:pt x="37556" y="82950"/>
                  </a:lnTo>
                  <a:lnTo>
                    <a:pt x="31297" y="82950"/>
                  </a:lnTo>
                  <a:lnTo>
                    <a:pt x="25037" y="82950"/>
                  </a:lnTo>
                  <a:lnTo>
                    <a:pt x="18778" y="82950"/>
                  </a:lnTo>
                  <a:lnTo>
                    <a:pt x="12518" y="82950"/>
                  </a:lnTo>
                  <a:lnTo>
                    <a:pt x="6259" y="8295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749798" y="2772809"/>
              <a:ext cx="3198565" cy="82950"/>
            </a:xfrm>
            <a:custGeom>
              <a:avLst/>
              <a:pathLst>
                <a:path w="3198565" h="82950">
                  <a:moveTo>
                    <a:pt x="0" y="82936"/>
                  </a:moveTo>
                  <a:lnTo>
                    <a:pt x="6259" y="82933"/>
                  </a:lnTo>
                  <a:lnTo>
                    <a:pt x="12518" y="82930"/>
                  </a:lnTo>
                  <a:lnTo>
                    <a:pt x="18778" y="82926"/>
                  </a:lnTo>
                  <a:lnTo>
                    <a:pt x="25037" y="82922"/>
                  </a:lnTo>
                  <a:lnTo>
                    <a:pt x="31297" y="82916"/>
                  </a:lnTo>
                  <a:lnTo>
                    <a:pt x="37556" y="82910"/>
                  </a:lnTo>
                  <a:lnTo>
                    <a:pt x="43815" y="82903"/>
                  </a:lnTo>
                  <a:lnTo>
                    <a:pt x="50075" y="82894"/>
                  </a:lnTo>
                  <a:lnTo>
                    <a:pt x="56334" y="82885"/>
                  </a:lnTo>
                  <a:lnTo>
                    <a:pt x="62594" y="82874"/>
                  </a:lnTo>
                  <a:lnTo>
                    <a:pt x="68853" y="82862"/>
                  </a:lnTo>
                  <a:lnTo>
                    <a:pt x="75113" y="82848"/>
                  </a:lnTo>
                  <a:lnTo>
                    <a:pt x="81372" y="82832"/>
                  </a:lnTo>
                  <a:lnTo>
                    <a:pt x="87631" y="82815"/>
                  </a:lnTo>
                  <a:lnTo>
                    <a:pt x="93891" y="82795"/>
                  </a:lnTo>
                  <a:lnTo>
                    <a:pt x="100150" y="82773"/>
                  </a:lnTo>
                  <a:lnTo>
                    <a:pt x="106410" y="82749"/>
                  </a:lnTo>
                  <a:lnTo>
                    <a:pt x="112669" y="82723"/>
                  </a:lnTo>
                  <a:lnTo>
                    <a:pt x="118929" y="82694"/>
                  </a:lnTo>
                  <a:lnTo>
                    <a:pt x="125188" y="82663"/>
                  </a:lnTo>
                  <a:lnTo>
                    <a:pt x="131447" y="82628"/>
                  </a:lnTo>
                  <a:lnTo>
                    <a:pt x="137707" y="82591"/>
                  </a:lnTo>
                  <a:lnTo>
                    <a:pt x="143966" y="82551"/>
                  </a:lnTo>
                  <a:lnTo>
                    <a:pt x="150226" y="82508"/>
                  </a:lnTo>
                  <a:lnTo>
                    <a:pt x="156485" y="82462"/>
                  </a:lnTo>
                  <a:lnTo>
                    <a:pt x="162745" y="82413"/>
                  </a:lnTo>
                  <a:lnTo>
                    <a:pt x="169004" y="82360"/>
                  </a:lnTo>
                  <a:lnTo>
                    <a:pt x="175263" y="82305"/>
                  </a:lnTo>
                  <a:lnTo>
                    <a:pt x="181523" y="82247"/>
                  </a:lnTo>
                  <a:lnTo>
                    <a:pt x="187782" y="82187"/>
                  </a:lnTo>
                  <a:lnTo>
                    <a:pt x="194042" y="82122"/>
                  </a:lnTo>
                  <a:lnTo>
                    <a:pt x="200301" y="82055"/>
                  </a:lnTo>
                  <a:lnTo>
                    <a:pt x="206560" y="81986"/>
                  </a:lnTo>
                  <a:lnTo>
                    <a:pt x="212820" y="81913"/>
                  </a:lnTo>
                  <a:lnTo>
                    <a:pt x="219079" y="81838"/>
                  </a:lnTo>
                  <a:lnTo>
                    <a:pt x="225339" y="81760"/>
                  </a:lnTo>
                  <a:lnTo>
                    <a:pt x="231598" y="81678"/>
                  </a:lnTo>
                  <a:lnTo>
                    <a:pt x="237858" y="81594"/>
                  </a:lnTo>
                  <a:lnTo>
                    <a:pt x="244117" y="81507"/>
                  </a:lnTo>
                  <a:lnTo>
                    <a:pt x="250376" y="81417"/>
                  </a:lnTo>
                  <a:lnTo>
                    <a:pt x="256636" y="81323"/>
                  </a:lnTo>
                  <a:lnTo>
                    <a:pt x="262895" y="81225"/>
                  </a:lnTo>
                  <a:lnTo>
                    <a:pt x="269155" y="81124"/>
                  </a:lnTo>
                  <a:lnTo>
                    <a:pt x="275414" y="81018"/>
                  </a:lnTo>
                  <a:lnTo>
                    <a:pt x="281674" y="80908"/>
                  </a:lnTo>
                  <a:lnTo>
                    <a:pt x="287933" y="80793"/>
                  </a:lnTo>
                  <a:lnTo>
                    <a:pt x="294192" y="80672"/>
                  </a:lnTo>
                  <a:lnTo>
                    <a:pt x="300452" y="80544"/>
                  </a:lnTo>
                  <a:lnTo>
                    <a:pt x="306711" y="80410"/>
                  </a:lnTo>
                  <a:lnTo>
                    <a:pt x="312971" y="80269"/>
                  </a:lnTo>
                  <a:lnTo>
                    <a:pt x="319230" y="80121"/>
                  </a:lnTo>
                  <a:lnTo>
                    <a:pt x="325490" y="79963"/>
                  </a:lnTo>
                  <a:lnTo>
                    <a:pt x="331749" y="79795"/>
                  </a:lnTo>
                  <a:lnTo>
                    <a:pt x="338008" y="79619"/>
                  </a:lnTo>
                  <a:lnTo>
                    <a:pt x="344268" y="79433"/>
                  </a:lnTo>
                  <a:lnTo>
                    <a:pt x="350527" y="79237"/>
                  </a:lnTo>
                  <a:lnTo>
                    <a:pt x="356787" y="79028"/>
                  </a:lnTo>
                  <a:lnTo>
                    <a:pt x="363046" y="78808"/>
                  </a:lnTo>
                  <a:lnTo>
                    <a:pt x="369305" y="78578"/>
                  </a:lnTo>
                  <a:lnTo>
                    <a:pt x="375565" y="78336"/>
                  </a:lnTo>
                  <a:lnTo>
                    <a:pt x="381824" y="78084"/>
                  </a:lnTo>
                  <a:lnTo>
                    <a:pt x="388084" y="77820"/>
                  </a:lnTo>
                  <a:lnTo>
                    <a:pt x="394343" y="77544"/>
                  </a:lnTo>
                  <a:lnTo>
                    <a:pt x="400603" y="77258"/>
                  </a:lnTo>
                  <a:lnTo>
                    <a:pt x="406862" y="76963"/>
                  </a:lnTo>
                  <a:lnTo>
                    <a:pt x="413121" y="76660"/>
                  </a:lnTo>
                  <a:lnTo>
                    <a:pt x="419381" y="76348"/>
                  </a:lnTo>
                  <a:lnTo>
                    <a:pt x="425640" y="76029"/>
                  </a:lnTo>
                  <a:lnTo>
                    <a:pt x="431900" y="75704"/>
                  </a:lnTo>
                  <a:lnTo>
                    <a:pt x="438159" y="75374"/>
                  </a:lnTo>
                  <a:lnTo>
                    <a:pt x="444419" y="75041"/>
                  </a:lnTo>
                  <a:lnTo>
                    <a:pt x="450678" y="74706"/>
                  </a:lnTo>
                  <a:lnTo>
                    <a:pt x="456937" y="74370"/>
                  </a:lnTo>
                  <a:lnTo>
                    <a:pt x="463197" y="74035"/>
                  </a:lnTo>
                  <a:lnTo>
                    <a:pt x="469456" y="73702"/>
                  </a:lnTo>
                  <a:lnTo>
                    <a:pt x="475716" y="73372"/>
                  </a:lnTo>
                  <a:lnTo>
                    <a:pt x="481975" y="73047"/>
                  </a:lnTo>
                  <a:lnTo>
                    <a:pt x="488235" y="72728"/>
                  </a:lnTo>
                  <a:lnTo>
                    <a:pt x="494494" y="72417"/>
                  </a:lnTo>
                  <a:lnTo>
                    <a:pt x="500753" y="72113"/>
                  </a:lnTo>
                  <a:lnTo>
                    <a:pt x="507013" y="71819"/>
                  </a:lnTo>
                  <a:lnTo>
                    <a:pt x="513272" y="71534"/>
                  </a:lnTo>
                  <a:lnTo>
                    <a:pt x="519532" y="71261"/>
                  </a:lnTo>
                  <a:lnTo>
                    <a:pt x="525791" y="71001"/>
                  </a:lnTo>
                  <a:lnTo>
                    <a:pt x="532050" y="70753"/>
                  </a:lnTo>
                  <a:lnTo>
                    <a:pt x="538310" y="70516"/>
                  </a:lnTo>
                  <a:lnTo>
                    <a:pt x="544569" y="70291"/>
                  </a:lnTo>
                  <a:lnTo>
                    <a:pt x="550829" y="70080"/>
                  </a:lnTo>
                  <a:lnTo>
                    <a:pt x="557088" y="69884"/>
                  </a:lnTo>
                  <a:lnTo>
                    <a:pt x="563348" y="69700"/>
                  </a:lnTo>
                  <a:lnTo>
                    <a:pt x="569607" y="69527"/>
                  </a:lnTo>
                  <a:lnTo>
                    <a:pt x="575866" y="69366"/>
                  </a:lnTo>
                  <a:lnTo>
                    <a:pt x="582126" y="69217"/>
                  </a:lnTo>
                  <a:lnTo>
                    <a:pt x="588385" y="69081"/>
                  </a:lnTo>
                  <a:lnTo>
                    <a:pt x="594645" y="68955"/>
                  </a:lnTo>
                  <a:lnTo>
                    <a:pt x="600904" y="68838"/>
                  </a:lnTo>
                  <a:lnTo>
                    <a:pt x="607164" y="68730"/>
                  </a:lnTo>
                  <a:lnTo>
                    <a:pt x="613423" y="68631"/>
                  </a:lnTo>
                  <a:lnTo>
                    <a:pt x="619682" y="68539"/>
                  </a:lnTo>
                  <a:lnTo>
                    <a:pt x="625942" y="68455"/>
                  </a:lnTo>
                  <a:lnTo>
                    <a:pt x="632201" y="68375"/>
                  </a:lnTo>
                  <a:lnTo>
                    <a:pt x="638461" y="68300"/>
                  </a:lnTo>
                  <a:lnTo>
                    <a:pt x="644720" y="68228"/>
                  </a:lnTo>
                  <a:lnTo>
                    <a:pt x="650980" y="68159"/>
                  </a:lnTo>
                  <a:lnTo>
                    <a:pt x="657239" y="68091"/>
                  </a:lnTo>
                  <a:lnTo>
                    <a:pt x="663498" y="68023"/>
                  </a:lnTo>
                  <a:lnTo>
                    <a:pt x="669758" y="67954"/>
                  </a:lnTo>
                  <a:lnTo>
                    <a:pt x="676017" y="67884"/>
                  </a:lnTo>
                  <a:lnTo>
                    <a:pt x="682277" y="67809"/>
                  </a:lnTo>
                  <a:lnTo>
                    <a:pt x="688536" y="67730"/>
                  </a:lnTo>
                  <a:lnTo>
                    <a:pt x="694796" y="67644"/>
                  </a:lnTo>
                  <a:lnTo>
                    <a:pt x="701055" y="67552"/>
                  </a:lnTo>
                  <a:lnTo>
                    <a:pt x="707314" y="67451"/>
                  </a:lnTo>
                  <a:lnTo>
                    <a:pt x="713574" y="67342"/>
                  </a:lnTo>
                  <a:lnTo>
                    <a:pt x="719833" y="67218"/>
                  </a:lnTo>
                  <a:lnTo>
                    <a:pt x="726093" y="67083"/>
                  </a:lnTo>
                  <a:lnTo>
                    <a:pt x="732352" y="66934"/>
                  </a:lnTo>
                  <a:lnTo>
                    <a:pt x="738611" y="66771"/>
                  </a:lnTo>
                  <a:lnTo>
                    <a:pt x="744871" y="66593"/>
                  </a:lnTo>
                  <a:lnTo>
                    <a:pt x="751130" y="66394"/>
                  </a:lnTo>
                  <a:lnTo>
                    <a:pt x="757390" y="66176"/>
                  </a:lnTo>
                  <a:lnTo>
                    <a:pt x="763649" y="65940"/>
                  </a:lnTo>
                  <a:lnTo>
                    <a:pt x="769909" y="65684"/>
                  </a:lnTo>
                  <a:lnTo>
                    <a:pt x="776168" y="65407"/>
                  </a:lnTo>
                  <a:lnTo>
                    <a:pt x="782427" y="65104"/>
                  </a:lnTo>
                  <a:lnTo>
                    <a:pt x="788687" y="64777"/>
                  </a:lnTo>
                  <a:lnTo>
                    <a:pt x="794946" y="64426"/>
                  </a:lnTo>
                  <a:lnTo>
                    <a:pt x="801206" y="64051"/>
                  </a:lnTo>
                  <a:lnTo>
                    <a:pt x="807465" y="63651"/>
                  </a:lnTo>
                  <a:lnTo>
                    <a:pt x="813725" y="63224"/>
                  </a:lnTo>
                  <a:lnTo>
                    <a:pt x="819984" y="62766"/>
                  </a:lnTo>
                  <a:lnTo>
                    <a:pt x="826243" y="62281"/>
                  </a:lnTo>
                  <a:lnTo>
                    <a:pt x="832503" y="61770"/>
                  </a:lnTo>
                  <a:lnTo>
                    <a:pt x="838762" y="61230"/>
                  </a:lnTo>
                  <a:lnTo>
                    <a:pt x="845022" y="60662"/>
                  </a:lnTo>
                  <a:lnTo>
                    <a:pt x="851281" y="60058"/>
                  </a:lnTo>
                  <a:lnTo>
                    <a:pt x="857541" y="59423"/>
                  </a:lnTo>
                  <a:lnTo>
                    <a:pt x="863800" y="58759"/>
                  </a:lnTo>
                  <a:lnTo>
                    <a:pt x="870059" y="58064"/>
                  </a:lnTo>
                  <a:lnTo>
                    <a:pt x="876319" y="57338"/>
                  </a:lnTo>
                  <a:lnTo>
                    <a:pt x="882578" y="56571"/>
                  </a:lnTo>
                  <a:lnTo>
                    <a:pt x="888838" y="55769"/>
                  </a:lnTo>
                  <a:lnTo>
                    <a:pt x="895097" y="54932"/>
                  </a:lnTo>
                  <a:lnTo>
                    <a:pt x="901356" y="54061"/>
                  </a:lnTo>
                  <a:lnTo>
                    <a:pt x="907616" y="53154"/>
                  </a:lnTo>
                  <a:lnTo>
                    <a:pt x="913875" y="52204"/>
                  </a:lnTo>
                  <a:lnTo>
                    <a:pt x="920135" y="51212"/>
                  </a:lnTo>
                  <a:lnTo>
                    <a:pt x="926394" y="50181"/>
                  </a:lnTo>
                  <a:lnTo>
                    <a:pt x="932654" y="49111"/>
                  </a:lnTo>
                  <a:lnTo>
                    <a:pt x="938913" y="48001"/>
                  </a:lnTo>
                  <a:lnTo>
                    <a:pt x="945172" y="46848"/>
                  </a:lnTo>
                  <a:lnTo>
                    <a:pt x="951432" y="45647"/>
                  </a:lnTo>
                  <a:lnTo>
                    <a:pt x="957691" y="44406"/>
                  </a:lnTo>
                  <a:lnTo>
                    <a:pt x="963951" y="43127"/>
                  </a:lnTo>
                  <a:lnTo>
                    <a:pt x="970210" y="41808"/>
                  </a:lnTo>
                  <a:lnTo>
                    <a:pt x="976470" y="40451"/>
                  </a:lnTo>
                  <a:lnTo>
                    <a:pt x="982729" y="39048"/>
                  </a:lnTo>
                  <a:lnTo>
                    <a:pt x="988988" y="37611"/>
                  </a:lnTo>
                  <a:lnTo>
                    <a:pt x="995248" y="36143"/>
                  </a:lnTo>
                  <a:lnTo>
                    <a:pt x="1001507" y="34646"/>
                  </a:lnTo>
                  <a:lnTo>
                    <a:pt x="1007767" y="33122"/>
                  </a:lnTo>
                  <a:lnTo>
                    <a:pt x="1014026" y="31568"/>
                  </a:lnTo>
                  <a:lnTo>
                    <a:pt x="1020286" y="29997"/>
                  </a:lnTo>
                  <a:lnTo>
                    <a:pt x="1026545" y="28411"/>
                  </a:lnTo>
                  <a:lnTo>
                    <a:pt x="1032804" y="26814"/>
                  </a:lnTo>
                  <a:lnTo>
                    <a:pt x="1039064" y="25212"/>
                  </a:lnTo>
                  <a:lnTo>
                    <a:pt x="1045323" y="23609"/>
                  </a:lnTo>
                  <a:lnTo>
                    <a:pt x="1051583" y="22013"/>
                  </a:lnTo>
                  <a:lnTo>
                    <a:pt x="1057842" y="20428"/>
                  </a:lnTo>
                  <a:lnTo>
                    <a:pt x="1064101" y="18860"/>
                  </a:lnTo>
                  <a:lnTo>
                    <a:pt x="1070361" y="17314"/>
                  </a:lnTo>
                  <a:lnTo>
                    <a:pt x="1076620" y="15798"/>
                  </a:lnTo>
                  <a:lnTo>
                    <a:pt x="1082880" y="14324"/>
                  </a:lnTo>
                  <a:lnTo>
                    <a:pt x="1089139" y="12890"/>
                  </a:lnTo>
                  <a:lnTo>
                    <a:pt x="1095399" y="11503"/>
                  </a:lnTo>
                  <a:lnTo>
                    <a:pt x="1101658" y="10166"/>
                  </a:lnTo>
                  <a:lnTo>
                    <a:pt x="1107917" y="8888"/>
                  </a:lnTo>
                  <a:lnTo>
                    <a:pt x="1114177" y="7689"/>
                  </a:lnTo>
                  <a:lnTo>
                    <a:pt x="1120436" y="6558"/>
                  </a:lnTo>
                  <a:lnTo>
                    <a:pt x="1126696" y="5500"/>
                  </a:lnTo>
                  <a:lnTo>
                    <a:pt x="1132955" y="4518"/>
                  </a:lnTo>
                  <a:lnTo>
                    <a:pt x="1139215" y="3616"/>
                  </a:lnTo>
                  <a:lnTo>
                    <a:pt x="1145474" y="2822"/>
                  </a:lnTo>
                  <a:lnTo>
                    <a:pt x="1151733" y="2120"/>
                  </a:lnTo>
                  <a:lnTo>
                    <a:pt x="1157993" y="1510"/>
                  </a:lnTo>
                  <a:lnTo>
                    <a:pt x="1164252" y="994"/>
                  </a:lnTo>
                  <a:lnTo>
                    <a:pt x="1170512" y="575"/>
                  </a:lnTo>
                  <a:lnTo>
                    <a:pt x="1176771" y="275"/>
                  </a:lnTo>
                  <a:lnTo>
                    <a:pt x="1183031" y="86"/>
                  </a:lnTo>
                  <a:lnTo>
                    <a:pt x="1189290" y="0"/>
                  </a:lnTo>
                  <a:lnTo>
                    <a:pt x="1195549" y="16"/>
                  </a:lnTo>
                  <a:lnTo>
                    <a:pt x="1201809" y="135"/>
                  </a:lnTo>
                  <a:lnTo>
                    <a:pt x="1208068" y="372"/>
                  </a:lnTo>
                  <a:lnTo>
                    <a:pt x="1214328" y="730"/>
                  </a:lnTo>
                  <a:lnTo>
                    <a:pt x="1220587" y="1190"/>
                  </a:lnTo>
                  <a:lnTo>
                    <a:pt x="1226846" y="1751"/>
                  </a:lnTo>
                  <a:lnTo>
                    <a:pt x="1233106" y="2411"/>
                  </a:lnTo>
                  <a:lnTo>
                    <a:pt x="1239365" y="3175"/>
                  </a:lnTo>
                  <a:lnTo>
                    <a:pt x="1245625" y="4057"/>
                  </a:lnTo>
                  <a:lnTo>
                    <a:pt x="1251884" y="5030"/>
                  </a:lnTo>
                  <a:lnTo>
                    <a:pt x="1258144" y="6090"/>
                  </a:lnTo>
                  <a:lnTo>
                    <a:pt x="1264403" y="7235"/>
                  </a:lnTo>
                  <a:lnTo>
                    <a:pt x="1270662" y="8460"/>
                  </a:lnTo>
                  <a:lnTo>
                    <a:pt x="1276922" y="9782"/>
                  </a:lnTo>
                  <a:lnTo>
                    <a:pt x="1283181" y="11174"/>
                  </a:lnTo>
                  <a:lnTo>
                    <a:pt x="1289441" y="12629"/>
                  </a:lnTo>
                  <a:lnTo>
                    <a:pt x="1295700" y="14143"/>
                  </a:lnTo>
                  <a:lnTo>
                    <a:pt x="1301960" y="15710"/>
                  </a:lnTo>
                  <a:lnTo>
                    <a:pt x="1308219" y="17333"/>
                  </a:lnTo>
                  <a:lnTo>
                    <a:pt x="1314478" y="18998"/>
                  </a:lnTo>
                  <a:lnTo>
                    <a:pt x="1320738" y="20694"/>
                  </a:lnTo>
                  <a:lnTo>
                    <a:pt x="1326997" y="22417"/>
                  </a:lnTo>
                  <a:lnTo>
                    <a:pt x="1333257" y="24160"/>
                  </a:lnTo>
                  <a:lnTo>
                    <a:pt x="1339516" y="25918"/>
                  </a:lnTo>
                  <a:lnTo>
                    <a:pt x="1345776" y="27683"/>
                  </a:lnTo>
                  <a:lnTo>
                    <a:pt x="1352035" y="29447"/>
                  </a:lnTo>
                  <a:lnTo>
                    <a:pt x="1358294" y="31204"/>
                  </a:lnTo>
                  <a:lnTo>
                    <a:pt x="1364554" y="32951"/>
                  </a:lnTo>
                  <a:lnTo>
                    <a:pt x="1370813" y="34680"/>
                  </a:lnTo>
                  <a:lnTo>
                    <a:pt x="1377073" y="36382"/>
                  </a:lnTo>
                  <a:lnTo>
                    <a:pt x="1383332" y="38057"/>
                  </a:lnTo>
                  <a:lnTo>
                    <a:pt x="1389592" y="39700"/>
                  </a:lnTo>
                  <a:lnTo>
                    <a:pt x="1395851" y="41310"/>
                  </a:lnTo>
                  <a:lnTo>
                    <a:pt x="1402110" y="42883"/>
                  </a:lnTo>
                  <a:lnTo>
                    <a:pt x="1408370" y="44405"/>
                  </a:lnTo>
                  <a:lnTo>
                    <a:pt x="1414629" y="45883"/>
                  </a:lnTo>
                  <a:lnTo>
                    <a:pt x="1420889" y="47318"/>
                  </a:lnTo>
                  <a:lnTo>
                    <a:pt x="1427148" y="48709"/>
                  </a:lnTo>
                  <a:lnTo>
                    <a:pt x="1433407" y="50054"/>
                  </a:lnTo>
                  <a:lnTo>
                    <a:pt x="1439667" y="51343"/>
                  </a:lnTo>
                  <a:lnTo>
                    <a:pt x="1445926" y="52582"/>
                  </a:lnTo>
                  <a:lnTo>
                    <a:pt x="1452186" y="53777"/>
                  </a:lnTo>
                  <a:lnTo>
                    <a:pt x="1458445" y="54926"/>
                  </a:lnTo>
                  <a:lnTo>
                    <a:pt x="1464705" y="56031"/>
                  </a:lnTo>
                  <a:lnTo>
                    <a:pt x="1470964" y="57087"/>
                  </a:lnTo>
                  <a:lnTo>
                    <a:pt x="1477223" y="58096"/>
                  </a:lnTo>
                  <a:lnTo>
                    <a:pt x="1483483" y="59064"/>
                  </a:lnTo>
                  <a:lnTo>
                    <a:pt x="1489742" y="59993"/>
                  </a:lnTo>
                  <a:lnTo>
                    <a:pt x="1496002" y="60885"/>
                  </a:lnTo>
                  <a:lnTo>
                    <a:pt x="1502261" y="61739"/>
                  </a:lnTo>
                  <a:lnTo>
                    <a:pt x="1508521" y="62550"/>
                  </a:lnTo>
                  <a:lnTo>
                    <a:pt x="1514780" y="63329"/>
                  </a:lnTo>
                  <a:lnTo>
                    <a:pt x="1521039" y="64077"/>
                  </a:lnTo>
                  <a:lnTo>
                    <a:pt x="1527299" y="64795"/>
                  </a:lnTo>
                  <a:lnTo>
                    <a:pt x="1533558" y="65483"/>
                  </a:lnTo>
                  <a:lnTo>
                    <a:pt x="1539818" y="66136"/>
                  </a:lnTo>
                  <a:lnTo>
                    <a:pt x="1546077" y="66762"/>
                  </a:lnTo>
                  <a:lnTo>
                    <a:pt x="1552337" y="67362"/>
                  </a:lnTo>
                  <a:lnTo>
                    <a:pt x="1558596" y="67938"/>
                  </a:lnTo>
                  <a:lnTo>
                    <a:pt x="1564855" y="68490"/>
                  </a:lnTo>
                  <a:lnTo>
                    <a:pt x="1571115" y="69014"/>
                  </a:lnTo>
                  <a:lnTo>
                    <a:pt x="1577374" y="69513"/>
                  </a:lnTo>
                  <a:lnTo>
                    <a:pt x="1583634" y="69991"/>
                  </a:lnTo>
                  <a:lnTo>
                    <a:pt x="1589893" y="70448"/>
                  </a:lnTo>
                  <a:lnTo>
                    <a:pt x="1596152" y="70885"/>
                  </a:lnTo>
                  <a:lnTo>
                    <a:pt x="1602412" y="71298"/>
                  </a:lnTo>
                  <a:lnTo>
                    <a:pt x="1608671" y="71689"/>
                  </a:lnTo>
                  <a:lnTo>
                    <a:pt x="1614931" y="72061"/>
                  </a:lnTo>
                  <a:lnTo>
                    <a:pt x="1621190" y="72416"/>
                  </a:lnTo>
                  <a:lnTo>
                    <a:pt x="1627450" y="72752"/>
                  </a:lnTo>
                  <a:lnTo>
                    <a:pt x="1633709" y="73071"/>
                  </a:lnTo>
                  <a:lnTo>
                    <a:pt x="1639968" y="73369"/>
                  </a:lnTo>
                  <a:lnTo>
                    <a:pt x="1646228" y="73652"/>
                  </a:lnTo>
                  <a:lnTo>
                    <a:pt x="1652487" y="73920"/>
                  </a:lnTo>
                  <a:lnTo>
                    <a:pt x="1658747" y="74174"/>
                  </a:lnTo>
                  <a:lnTo>
                    <a:pt x="1665006" y="74415"/>
                  </a:lnTo>
                  <a:lnTo>
                    <a:pt x="1671266" y="74639"/>
                  </a:lnTo>
                  <a:lnTo>
                    <a:pt x="1677525" y="74851"/>
                  </a:lnTo>
                  <a:lnTo>
                    <a:pt x="1683784" y="75052"/>
                  </a:lnTo>
                  <a:lnTo>
                    <a:pt x="1690044" y="75243"/>
                  </a:lnTo>
                  <a:lnTo>
                    <a:pt x="1696303" y="75424"/>
                  </a:lnTo>
                  <a:lnTo>
                    <a:pt x="1702563" y="75594"/>
                  </a:lnTo>
                  <a:lnTo>
                    <a:pt x="1708822" y="75756"/>
                  </a:lnTo>
                  <a:lnTo>
                    <a:pt x="1715082" y="75910"/>
                  </a:lnTo>
                  <a:lnTo>
                    <a:pt x="1721341" y="76058"/>
                  </a:lnTo>
                  <a:lnTo>
                    <a:pt x="1727600" y="76199"/>
                  </a:lnTo>
                  <a:lnTo>
                    <a:pt x="1733860" y="76334"/>
                  </a:lnTo>
                  <a:lnTo>
                    <a:pt x="1740119" y="76463"/>
                  </a:lnTo>
                  <a:lnTo>
                    <a:pt x="1746379" y="76588"/>
                  </a:lnTo>
                  <a:lnTo>
                    <a:pt x="1752638" y="76709"/>
                  </a:lnTo>
                  <a:lnTo>
                    <a:pt x="1758897" y="76827"/>
                  </a:lnTo>
                  <a:lnTo>
                    <a:pt x="1765157" y="76940"/>
                  </a:lnTo>
                  <a:lnTo>
                    <a:pt x="1771416" y="77051"/>
                  </a:lnTo>
                  <a:lnTo>
                    <a:pt x="1777676" y="77159"/>
                  </a:lnTo>
                  <a:lnTo>
                    <a:pt x="1783935" y="77265"/>
                  </a:lnTo>
                  <a:lnTo>
                    <a:pt x="1790195" y="77370"/>
                  </a:lnTo>
                  <a:lnTo>
                    <a:pt x="1796454" y="77472"/>
                  </a:lnTo>
                  <a:lnTo>
                    <a:pt x="1802713" y="77573"/>
                  </a:lnTo>
                  <a:lnTo>
                    <a:pt x="1808973" y="77673"/>
                  </a:lnTo>
                  <a:lnTo>
                    <a:pt x="1815232" y="77772"/>
                  </a:lnTo>
                  <a:lnTo>
                    <a:pt x="1821492" y="77870"/>
                  </a:lnTo>
                  <a:lnTo>
                    <a:pt x="1827751" y="77967"/>
                  </a:lnTo>
                  <a:lnTo>
                    <a:pt x="1834011" y="78064"/>
                  </a:lnTo>
                  <a:lnTo>
                    <a:pt x="1840270" y="78160"/>
                  </a:lnTo>
                  <a:lnTo>
                    <a:pt x="1846529" y="78256"/>
                  </a:lnTo>
                  <a:lnTo>
                    <a:pt x="1852789" y="78351"/>
                  </a:lnTo>
                  <a:lnTo>
                    <a:pt x="1859048" y="78446"/>
                  </a:lnTo>
                  <a:lnTo>
                    <a:pt x="1865308" y="78541"/>
                  </a:lnTo>
                  <a:lnTo>
                    <a:pt x="1871567" y="78636"/>
                  </a:lnTo>
                  <a:lnTo>
                    <a:pt x="1877827" y="78731"/>
                  </a:lnTo>
                  <a:lnTo>
                    <a:pt x="1884086" y="78825"/>
                  </a:lnTo>
                  <a:lnTo>
                    <a:pt x="1890345" y="78920"/>
                  </a:lnTo>
                  <a:lnTo>
                    <a:pt x="1896605" y="79014"/>
                  </a:lnTo>
                  <a:lnTo>
                    <a:pt x="1902864" y="79107"/>
                  </a:lnTo>
                  <a:lnTo>
                    <a:pt x="1909124" y="79201"/>
                  </a:lnTo>
                  <a:lnTo>
                    <a:pt x="1915383" y="79294"/>
                  </a:lnTo>
                  <a:lnTo>
                    <a:pt x="1921642" y="79387"/>
                  </a:lnTo>
                  <a:lnTo>
                    <a:pt x="1927902" y="79479"/>
                  </a:lnTo>
                  <a:lnTo>
                    <a:pt x="1934161" y="79570"/>
                  </a:lnTo>
                  <a:lnTo>
                    <a:pt x="1940421" y="79661"/>
                  </a:lnTo>
                  <a:lnTo>
                    <a:pt x="1946680" y="79752"/>
                  </a:lnTo>
                  <a:lnTo>
                    <a:pt x="1952940" y="79842"/>
                  </a:lnTo>
                  <a:lnTo>
                    <a:pt x="1959199" y="79931"/>
                  </a:lnTo>
                  <a:lnTo>
                    <a:pt x="1965458" y="80019"/>
                  </a:lnTo>
                  <a:lnTo>
                    <a:pt x="1971718" y="80107"/>
                  </a:lnTo>
                  <a:lnTo>
                    <a:pt x="1977977" y="80194"/>
                  </a:lnTo>
                  <a:lnTo>
                    <a:pt x="1984237" y="80280"/>
                  </a:lnTo>
                  <a:lnTo>
                    <a:pt x="1990496" y="80366"/>
                  </a:lnTo>
                  <a:lnTo>
                    <a:pt x="1996756" y="80451"/>
                  </a:lnTo>
                  <a:lnTo>
                    <a:pt x="2003015" y="80536"/>
                  </a:lnTo>
                  <a:lnTo>
                    <a:pt x="2009274" y="80619"/>
                  </a:lnTo>
                  <a:lnTo>
                    <a:pt x="2015534" y="80703"/>
                  </a:lnTo>
                  <a:lnTo>
                    <a:pt x="2021793" y="80786"/>
                  </a:lnTo>
                  <a:lnTo>
                    <a:pt x="2028053" y="80868"/>
                  </a:lnTo>
                  <a:lnTo>
                    <a:pt x="2034312" y="80950"/>
                  </a:lnTo>
                  <a:lnTo>
                    <a:pt x="2040572" y="81031"/>
                  </a:lnTo>
                  <a:lnTo>
                    <a:pt x="2046831" y="81112"/>
                  </a:lnTo>
                  <a:lnTo>
                    <a:pt x="2053090" y="81192"/>
                  </a:lnTo>
                  <a:lnTo>
                    <a:pt x="2059350" y="81272"/>
                  </a:lnTo>
                  <a:lnTo>
                    <a:pt x="2065609" y="81351"/>
                  </a:lnTo>
                  <a:lnTo>
                    <a:pt x="2071869" y="81429"/>
                  </a:lnTo>
                  <a:lnTo>
                    <a:pt x="2078128" y="81507"/>
                  </a:lnTo>
                  <a:lnTo>
                    <a:pt x="2084388" y="81583"/>
                  </a:lnTo>
                  <a:lnTo>
                    <a:pt x="2090647" y="81659"/>
                  </a:lnTo>
                  <a:lnTo>
                    <a:pt x="2096906" y="81733"/>
                  </a:lnTo>
                  <a:lnTo>
                    <a:pt x="2103166" y="81805"/>
                  </a:lnTo>
                  <a:lnTo>
                    <a:pt x="2109425" y="81877"/>
                  </a:lnTo>
                  <a:lnTo>
                    <a:pt x="2115685" y="81946"/>
                  </a:lnTo>
                  <a:lnTo>
                    <a:pt x="2121944" y="82014"/>
                  </a:lnTo>
                  <a:lnTo>
                    <a:pt x="2128203" y="82079"/>
                  </a:lnTo>
                  <a:lnTo>
                    <a:pt x="2134463" y="82142"/>
                  </a:lnTo>
                  <a:lnTo>
                    <a:pt x="2140722" y="82203"/>
                  </a:lnTo>
                  <a:lnTo>
                    <a:pt x="2146982" y="82261"/>
                  </a:lnTo>
                  <a:lnTo>
                    <a:pt x="2153241" y="82317"/>
                  </a:lnTo>
                  <a:lnTo>
                    <a:pt x="2159501" y="82371"/>
                  </a:lnTo>
                  <a:lnTo>
                    <a:pt x="2165760" y="82421"/>
                  </a:lnTo>
                  <a:lnTo>
                    <a:pt x="2172019" y="82468"/>
                  </a:lnTo>
                  <a:lnTo>
                    <a:pt x="2178279" y="82513"/>
                  </a:lnTo>
                  <a:lnTo>
                    <a:pt x="2184538" y="82556"/>
                  </a:lnTo>
                  <a:lnTo>
                    <a:pt x="2190798" y="82595"/>
                  </a:lnTo>
                  <a:lnTo>
                    <a:pt x="2197057" y="82631"/>
                  </a:lnTo>
                  <a:lnTo>
                    <a:pt x="2203317" y="82665"/>
                  </a:lnTo>
                  <a:lnTo>
                    <a:pt x="2209576" y="82696"/>
                  </a:lnTo>
                  <a:lnTo>
                    <a:pt x="2215835" y="82725"/>
                  </a:lnTo>
                  <a:lnTo>
                    <a:pt x="2222095" y="82751"/>
                  </a:lnTo>
                  <a:lnTo>
                    <a:pt x="2228354" y="82774"/>
                  </a:lnTo>
                  <a:lnTo>
                    <a:pt x="2234614" y="82796"/>
                  </a:lnTo>
                  <a:lnTo>
                    <a:pt x="2240873" y="82815"/>
                  </a:lnTo>
                  <a:lnTo>
                    <a:pt x="2247133" y="82832"/>
                  </a:lnTo>
                  <a:lnTo>
                    <a:pt x="2253392" y="82848"/>
                  </a:lnTo>
                  <a:lnTo>
                    <a:pt x="2259651" y="82862"/>
                  </a:lnTo>
                  <a:lnTo>
                    <a:pt x="2265911" y="82874"/>
                  </a:lnTo>
                  <a:lnTo>
                    <a:pt x="2272170" y="82885"/>
                  </a:lnTo>
                  <a:lnTo>
                    <a:pt x="2278430" y="82894"/>
                  </a:lnTo>
                  <a:lnTo>
                    <a:pt x="2284689" y="82903"/>
                  </a:lnTo>
                  <a:lnTo>
                    <a:pt x="2290948" y="82910"/>
                  </a:lnTo>
                  <a:lnTo>
                    <a:pt x="2297208" y="82916"/>
                  </a:lnTo>
                  <a:lnTo>
                    <a:pt x="2303467" y="82921"/>
                  </a:lnTo>
                  <a:lnTo>
                    <a:pt x="2309727" y="82926"/>
                  </a:lnTo>
                  <a:lnTo>
                    <a:pt x="2315986" y="82930"/>
                  </a:lnTo>
                  <a:lnTo>
                    <a:pt x="2322246" y="82933"/>
                  </a:lnTo>
                  <a:lnTo>
                    <a:pt x="2328505" y="82936"/>
                  </a:lnTo>
                  <a:lnTo>
                    <a:pt x="2334764" y="82938"/>
                  </a:lnTo>
                  <a:lnTo>
                    <a:pt x="2341024" y="82940"/>
                  </a:lnTo>
                  <a:lnTo>
                    <a:pt x="2347283" y="82942"/>
                  </a:lnTo>
                  <a:lnTo>
                    <a:pt x="2353543" y="82944"/>
                  </a:lnTo>
                  <a:lnTo>
                    <a:pt x="2359802" y="82945"/>
                  </a:lnTo>
                  <a:lnTo>
                    <a:pt x="2366062" y="82946"/>
                  </a:lnTo>
                  <a:lnTo>
                    <a:pt x="2372321" y="82946"/>
                  </a:lnTo>
                  <a:lnTo>
                    <a:pt x="2378580" y="82947"/>
                  </a:lnTo>
                  <a:lnTo>
                    <a:pt x="2384840" y="82948"/>
                  </a:lnTo>
                  <a:lnTo>
                    <a:pt x="2391099" y="82948"/>
                  </a:lnTo>
                  <a:lnTo>
                    <a:pt x="2397359" y="82948"/>
                  </a:lnTo>
                  <a:lnTo>
                    <a:pt x="2403618" y="82949"/>
                  </a:lnTo>
                  <a:lnTo>
                    <a:pt x="2409878" y="82949"/>
                  </a:lnTo>
                  <a:lnTo>
                    <a:pt x="2416137" y="82949"/>
                  </a:lnTo>
                  <a:lnTo>
                    <a:pt x="2422396" y="82949"/>
                  </a:lnTo>
                  <a:lnTo>
                    <a:pt x="2428656" y="82949"/>
                  </a:lnTo>
                  <a:lnTo>
                    <a:pt x="2434915" y="82949"/>
                  </a:lnTo>
                  <a:lnTo>
                    <a:pt x="2441175" y="82949"/>
                  </a:lnTo>
                  <a:lnTo>
                    <a:pt x="2447434" y="82949"/>
                  </a:lnTo>
                  <a:lnTo>
                    <a:pt x="2453693" y="82949"/>
                  </a:lnTo>
                  <a:lnTo>
                    <a:pt x="2459953" y="82949"/>
                  </a:lnTo>
                  <a:lnTo>
                    <a:pt x="2466212" y="82950"/>
                  </a:lnTo>
                  <a:lnTo>
                    <a:pt x="2472472" y="82950"/>
                  </a:lnTo>
                  <a:lnTo>
                    <a:pt x="2478731" y="82950"/>
                  </a:lnTo>
                  <a:lnTo>
                    <a:pt x="2484991" y="82950"/>
                  </a:lnTo>
                  <a:lnTo>
                    <a:pt x="2491250" y="82950"/>
                  </a:lnTo>
                  <a:lnTo>
                    <a:pt x="2497509" y="82950"/>
                  </a:lnTo>
                  <a:lnTo>
                    <a:pt x="2503769" y="82950"/>
                  </a:lnTo>
                  <a:lnTo>
                    <a:pt x="2510028" y="82950"/>
                  </a:lnTo>
                  <a:lnTo>
                    <a:pt x="2516288" y="82950"/>
                  </a:lnTo>
                  <a:lnTo>
                    <a:pt x="2522547" y="82950"/>
                  </a:lnTo>
                  <a:lnTo>
                    <a:pt x="2528807" y="82950"/>
                  </a:lnTo>
                  <a:lnTo>
                    <a:pt x="2535066" y="82950"/>
                  </a:lnTo>
                  <a:lnTo>
                    <a:pt x="2541325" y="82950"/>
                  </a:lnTo>
                  <a:lnTo>
                    <a:pt x="2547585" y="82950"/>
                  </a:lnTo>
                  <a:lnTo>
                    <a:pt x="2553844" y="82950"/>
                  </a:lnTo>
                  <a:lnTo>
                    <a:pt x="2560104" y="82950"/>
                  </a:lnTo>
                  <a:lnTo>
                    <a:pt x="2566363" y="82950"/>
                  </a:lnTo>
                  <a:lnTo>
                    <a:pt x="2572623" y="82950"/>
                  </a:lnTo>
                  <a:lnTo>
                    <a:pt x="2578882" y="82950"/>
                  </a:lnTo>
                  <a:lnTo>
                    <a:pt x="2585141" y="82950"/>
                  </a:lnTo>
                  <a:lnTo>
                    <a:pt x="2591401" y="82950"/>
                  </a:lnTo>
                  <a:lnTo>
                    <a:pt x="2597660" y="82950"/>
                  </a:lnTo>
                  <a:lnTo>
                    <a:pt x="2603920" y="82950"/>
                  </a:lnTo>
                  <a:lnTo>
                    <a:pt x="2610179" y="82950"/>
                  </a:lnTo>
                  <a:lnTo>
                    <a:pt x="2616438" y="82950"/>
                  </a:lnTo>
                  <a:lnTo>
                    <a:pt x="2622698" y="82950"/>
                  </a:lnTo>
                  <a:lnTo>
                    <a:pt x="2628957" y="82950"/>
                  </a:lnTo>
                  <a:lnTo>
                    <a:pt x="2635217" y="82950"/>
                  </a:lnTo>
                  <a:lnTo>
                    <a:pt x="2641476" y="82950"/>
                  </a:lnTo>
                  <a:lnTo>
                    <a:pt x="2647736" y="82950"/>
                  </a:lnTo>
                  <a:lnTo>
                    <a:pt x="2653995" y="82950"/>
                  </a:lnTo>
                  <a:lnTo>
                    <a:pt x="2660254" y="82950"/>
                  </a:lnTo>
                  <a:lnTo>
                    <a:pt x="2666514" y="82950"/>
                  </a:lnTo>
                  <a:lnTo>
                    <a:pt x="2672773" y="82950"/>
                  </a:lnTo>
                  <a:lnTo>
                    <a:pt x="2679033" y="82950"/>
                  </a:lnTo>
                  <a:lnTo>
                    <a:pt x="2685292" y="82950"/>
                  </a:lnTo>
                  <a:lnTo>
                    <a:pt x="2691552" y="82950"/>
                  </a:lnTo>
                  <a:lnTo>
                    <a:pt x="2697811" y="82950"/>
                  </a:lnTo>
                  <a:lnTo>
                    <a:pt x="2704070" y="82950"/>
                  </a:lnTo>
                  <a:lnTo>
                    <a:pt x="2710330" y="82950"/>
                  </a:lnTo>
                  <a:lnTo>
                    <a:pt x="2716589" y="82950"/>
                  </a:lnTo>
                  <a:lnTo>
                    <a:pt x="2722849" y="82950"/>
                  </a:lnTo>
                  <a:lnTo>
                    <a:pt x="2729108" y="82950"/>
                  </a:lnTo>
                  <a:lnTo>
                    <a:pt x="2735368" y="82950"/>
                  </a:lnTo>
                  <a:lnTo>
                    <a:pt x="2741627" y="82950"/>
                  </a:lnTo>
                  <a:lnTo>
                    <a:pt x="2747886" y="82950"/>
                  </a:lnTo>
                  <a:lnTo>
                    <a:pt x="2754146" y="82950"/>
                  </a:lnTo>
                  <a:lnTo>
                    <a:pt x="2760405" y="82950"/>
                  </a:lnTo>
                  <a:lnTo>
                    <a:pt x="2766665" y="82950"/>
                  </a:lnTo>
                  <a:lnTo>
                    <a:pt x="2772924" y="82950"/>
                  </a:lnTo>
                  <a:lnTo>
                    <a:pt x="2779184" y="82950"/>
                  </a:lnTo>
                  <a:lnTo>
                    <a:pt x="2785443" y="82950"/>
                  </a:lnTo>
                  <a:lnTo>
                    <a:pt x="2791702" y="82950"/>
                  </a:lnTo>
                  <a:lnTo>
                    <a:pt x="2797962" y="82950"/>
                  </a:lnTo>
                  <a:lnTo>
                    <a:pt x="2804221" y="82950"/>
                  </a:lnTo>
                  <a:lnTo>
                    <a:pt x="2810481" y="82950"/>
                  </a:lnTo>
                  <a:lnTo>
                    <a:pt x="2816740" y="82950"/>
                  </a:lnTo>
                  <a:lnTo>
                    <a:pt x="2822999" y="82950"/>
                  </a:lnTo>
                  <a:lnTo>
                    <a:pt x="2829259" y="82950"/>
                  </a:lnTo>
                  <a:lnTo>
                    <a:pt x="2835518" y="82950"/>
                  </a:lnTo>
                  <a:lnTo>
                    <a:pt x="2841778" y="82950"/>
                  </a:lnTo>
                  <a:lnTo>
                    <a:pt x="2848037" y="82950"/>
                  </a:lnTo>
                  <a:lnTo>
                    <a:pt x="2854297" y="82950"/>
                  </a:lnTo>
                  <a:lnTo>
                    <a:pt x="2860556" y="82950"/>
                  </a:lnTo>
                  <a:lnTo>
                    <a:pt x="2866815" y="82950"/>
                  </a:lnTo>
                  <a:lnTo>
                    <a:pt x="2873075" y="82950"/>
                  </a:lnTo>
                  <a:lnTo>
                    <a:pt x="2879334" y="82950"/>
                  </a:lnTo>
                  <a:lnTo>
                    <a:pt x="2885594" y="82950"/>
                  </a:lnTo>
                  <a:lnTo>
                    <a:pt x="2891853" y="82950"/>
                  </a:lnTo>
                  <a:lnTo>
                    <a:pt x="2898113" y="82950"/>
                  </a:lnTo>
                  <a:lnTo>
                    <a:pt x="2904372" y="82950"/>
                  </a:lnTo>
                  <a:lnTo>
                    <a:pt x="2910631" y="82950"/>
                  </a:lnTo>
                  <a:lnTo>
                    <a:pt x="2916891" y="82950"/>
                  </a:lnTo>
                  <a:lnTo>
                    <a:pt x="2923150" y="82950"/>
                  </a:lnTo>
                  <a:lnTo>
                    <a:pt x="2929410" y="82950"/>
                  </a:lnTo>
                  <a:lnTo>
                    <a:pt x="2935669" y="82950"/>
                  </a:lnTo>
                  <a:lnTo>
                    <a:pt x="2941929" y="82950"/>
                  </a:lnTo>
                  <a:lnTo>
                    <a:pt x="2948188" y="82950"/>
                  </a:lnTo>
                  <a:lnTo>
                    <a:pt x="2954447" y="82950"/>
                  </a:lnTo>
                  <a:lnTo>
                    <a:pt x="2960707" y="82950"/>
                  </a:lnTo>
                  <a:lnTo>
                    <a:pt x="2966966" y="82950"/>
                  </a:lnTo>
                  <a:lnTo>
                    <a:pt x="2973226" y="82950"/>
                  </a:lnTo>
                  <a:lnTo>
                    <a:pt x="2979485" y="82950"/>
                  </a:lnTo>
                  <a:lnTo>
                    <a:pt x="2985744" y="82950"/>
                  </a:lnTo>
                  <a:lnTo>
                    <a:pt x="2992004" y="82950"/>
                  </a:lnTo>
                  <a:lnTo>
                    <a:pt x="2998263" y="82950"/>
                  </a:lnTo>
                  <a:lnTo>
                    <a:pt x="3004523" y="82950"/>
                  </a:lnTo>
                  <a:lnTo>
                    <a:pt x="3010782" y="82950"/>
                  </a:lnTo>
                  <a:lnTo>
                    <a:pt x="3017042" y="82950"/>
                  </a:lnTo>
                  <a:lnTo>
                    <a:pt x="3023301" y="82950"/>
                  </a:lnTo>
                  <a:lnTo>
                    <a:pt x="3029560" y="82950"/>
                  </a:lnTo>
                  <a:lnTo>
                    <a:pt x="3035820" y="82950"/>
                  </a:lnTo>
                  <a:lnTo>
                    <a:pt x="3042079" y="82950"/>
                  </a:lnTo>
                  <a:lnTo>
                    <a:pt x="3048339" y="82950"/>
                  </a:lnTo>
                  <a:lnTo>
                    <a:pt x="3054598" y="82950"/>
                  </a:lnTo>
                  <a:lnTo>
                    <a:pt x="3060858" y="82950"/>
                  </a:lnTo>
                  <a:lnTo>
                    <a:pt x="3067117" y="82950"/>
                  </a:lnTo>
                  <a:lnTo>
                    <a:pt x="3073376" y="82950"/>
                  </a:lnTo>
                  <a:lnTo>
                    <a:pt x="3079636" y="82950"/>
                  </a:lnTo>
                  <a:lnTo>
                    <a:pt x="3085895" y="82950"/>
                  </a:lnTo>
                  <a:lnTo>
                    <a:pt x="3092155" y="82950"/>
                  </a:lnTo>
                  <a:lnTo>
                    <a:pt x="3098414" y="82950"/>
                  </a:lnTo>
                  <a:lnTo>
                    <a:pt x="3104674" y="82950"/>
                  </a:lnTo>
                  <a:lnTo>
                    <a:pt x="3110933" y="82950"/>
                  </a:lnTo>
                  <a:lnTo>
                    <a:pt x="3117192" y="82950"/>
                  </a:lnTo>
                  <a:lnTo>
                    <a:pt x="3123452" y="82950"/>
                  </a:lnTo>
                  <a:lnTo>
                    <a:pt x="3129711" y="82950"/>
                  </a:lnTo>
                  <a:lnTo>
                    <a:pt x="3135971" y="82950"/>
                  </a:lnTo>
                  <a:lnTo>
                    <a:pt x="3142230" y="82950"/>
                  </a:lnTo>
                  <a:lnTo>
                    <a:pt x="3148489" y="82950"/>
                  </a:lnTo>
                  <a:lnTo>
                    <a:pt x="3154749" y="82950"/>
                  </a:lnTo>
                  <a:lnTo>
                    <a:pt x="3161008" y="82950"/>
                  </a:lnTo>
                  <a:lnTo>
                    <a:pt x="3167268" y="82950"/>
                  </a:lnTo>
                  <a:lnTo>
                    <a:pt x="3173527" y="82950"/>
                  </a:lnTo>
                  <a:lnTo>
                    <a:pt x="3179787" y="82950"/>
                  </a:lnTo>
                  <a:lnTo>
                    <a:pt x="3186046" y="82950"/>
                  </a:lnTo>
                  <a:lnTo>
                    <a:pt x="3192305" y="82950"/>
                  </a:lnTo>
                  <a:lnTo>
                    <a:pt x="3198565" y="82950"/>
                  </a:lnTo>
                </a:path>
              </a:pathLst>
            </a:custGeom>
            <a:ln w="27101" cap="flat">
              <a:solidFill>
                <a:srgbClr val="CFED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589870" y="2873724"/>
              <a:ext cx="3518421" cy="0"/>
            </a:xfrm>
            <a:custGeom>
              <a:avLst/>
              <a:pathLst>
                <a:path w="3518421" h="0">
                  <a:moveTo>
                    <a:pt x="0" y="0"/>
                  </a:moveTo>
                  <a:lnTo>
                    <a:pt x="35184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749798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815987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882175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948364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3718721" y="2934662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784909" y="2936081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5820020" y="293466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6886208" y="293466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306414" y="3085448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63" name="rc63"/>
            <p:cNvSpPr/>
            <p:nvPr/>
          </p:nvSpPr>
          <p:spPr>
            <a:xfrm>
              <a:off x="3768544" y="3353201"/>
              <a:ext cx="3161073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3838133" y="3480881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65" name="rc65"/>
            <p:cNvSpPr/>
            <p:nvPr/>
          </p:nvSpPr>
          <p:spPr>
            <a:xfrm>
              <a:off x="4764972" y="34227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4782972" y="3440790"/>
              <a:ext cx="183455" cy="183455"/>
            </a:xfrm>
            <a:prstGeom prst="rect">
              <a:avLst/>
            </a:prstGeom>
            <a:ln w="27101" cap="flat">
              <a:solidFill>
                <a:srgbClr val="002F3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5228381" y="34227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5246381" y="3440790"/>
              <a:ext cx="183455" cy="183455"/>
            </a:xfrm>
            <a:prstGeom prst="rect">
              <a:avLst/>
            </a:prstGeom>
            <a:ln w="2710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5653690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5671691" y="3440790"/>
              <a:ext cx="183455" cy="183455"/>
            </a:xfrm>
            <a:prstGeom prst="rect">
              <a:avLst/>
            </a:prstGeom>
            <a:ln w="27101" cap="flat">
              <a:solidFill>
                <a:srgbClr val="33A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6079000" y="34227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6097000" y="3440790"/>
              <a:ext cx="183455" cy="183455"/>
            </a:xfrm>
            <a:prstGeom prst="rect">
              <a:avLst/>
            </a:prstGeom>
            <a:ln w="27101" cap="flat">
              <a:solidFill>
                <a:srgbClr val="7FCC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6504309" y="34227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6522309" y="3440790"/>
              <a:ext cx="183456" cy="183455"/>
            </a:xfrm>
            <a:prstGeom prst="rect">
              <a:avLst/>
            </a:prstGeom>
            <a:ln w="27101" cap="flat">
              <a:solidFill>
                <a:srgbClr val="CFED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5054017" y="3492191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5517426" y="34908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5942736" y="349219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6368045" y="3492518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6793354" y="34908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3520281" y="3781425"/>
              <a:ext cx="3657600" cy="1600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3589870" y="4078703"/>
              <a:ext cx="3518421" cy="3952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3749798" y="4180512"/>
              <a:ext cx="3198565" cy="275447"/>
            </a:xfrm>
            <a:custGeom>
              <a:avLst/>
              <a:pathLst>
                <a:path w="3198565" h="275447">
                  <a:moveTo>
                    <a:pt x="0" y="275447"/>
                  </a:moveTo>
                  <a:lnTo>
                    <a:pt x="6259" y="275447"/>
                  </a:lnTo>
                  <a:lnTo>
                    <a:pt x="12518" y="275447"/>
                  </a:lnTo>
                  <a:lnTo>
                    <a:pt x="18778" y="275447"/>
                  </a:lnTo>
                  <a:lnTo>
                    <a:pt x="25037" y="275447"/>
                  </a:lnTo>
                  <a:lnTo>
                    <a:pt x="31297" y="275447"/>
                  </a:lnTo>
                  <a:lnTo>
                    <a:pt x="37556" y="275447"/>
                  </a:lnTo>
                  <a:lnTo>
                    <a:pt x="43815" y="275447"/>
                  </a:lnTo>
                  <a:lnTo>
                    <a:pt x="50075" y="275447"/>
                  </a:lnTo>
                  <a:lnTo>
                    <a:pt x="56334" y="275447"/>
                  </a:lnTo>
                  <a:lnTo>
                    <a:pt x="62594" y="275447"/>
                  </a:lnTo>
                  <a:lnTo>
                    <a:pt x="68853" y="275447"/>
                  </a:lnTo>
                  <a:lnTo>
                    <a:pt x="75113" y="275447"/>
                  </a:lnTo>
                  <a:lnTo>
                    <a:pt x="81372" y="275447"/>
                  </a:lnTo>
                  <a:lnTo>
                    <a:pt x="87631" y="275446"/>
                  </a:lnTo>
                  <a:lnTo>
                    <a:pt x="93891" y="275446"/>
                  </a:lnTo>
                  <a:lnTo>
                    <a:pt x="100150" y="275444"/>
                  </a:lnTo>
                  <a:lnTo>
                    <a:pt x="106410" y="275438"/>
                  </a:lnTo>
                  <a:lnTo>
                    <a:pt x="112669" y="275423"/>
                  </a:lnTo>
                  <a:lnTo>
                    <a:pt x="118929" y="275388"/>
                  </a:lnTo>
                  <a:lnTo>
                    <a:pt x="125188" y="275310"/>
                  </a:lnTo>
                  <a:lnTo>
                    <a:pt x="131447" y="275146"/>
                  </a:lnTo>
                  <a:lnTo>
                    <a:pt x="137707" y="274827"/>
                  </a:lnTo>
                  <a:lnTo>
                    <a:pt x="143966" y="274246"/>
                  </a:lnTo>
                  <a:lnTo>
                    <a:pt x="150226" y="273251"/>
                  </a:lnTo>
                  <a:lnTo>
                    <a:pt x="156485" y="271652"/>
                  </a:lnTo>
                  <a:lnTo>
                    <a:pt x="162745" y="269231"/>
                  </a:lnTo>
                  <a:lnTo>
                    <a:pt x="169004" y="265775"/>
                  </a:lnTo>
                  <a:lnTo>
                    <a:pt x="175263" y="261109"/>
                  </a:lnTo>
                  <a:lnTo>
                    <a:pt x="181523" y="255137"/>
                  </a:lnTo>
                  <a:lnTo>
                    <a:pt x="187782" y="247866"/>
                  </a:lnTo>
                  <a:lnTo>
                    <a:pt x="194042" y="239419"/>
                  </a:lnTo>
                  <a:lnTo>
                    <a:pt x="200301" y="230013"/>
                  </a:lnTo>
                  <a:lnTo>
                    <a:pt x="206560" y="219926"/>
                  </a:lnTo>
                  <a:lnTo>
                    <a:pt x="212820" y="209453"/>
                  </a:lnTo>
                  <a:lnTo>
                    <a:pt x="219079" y="198876"/>
                  </a:lnTo>
                  <a:lnTo>
                    <a:pt x="225339" y="188415"/>
                  </a:lnTo>
                  <a:lnTo>
                    <a:pt x="231598" y="178184"/>
                  </a:lnTo>
                  <a:lnTo>
                    <a:pt x="237858" y="168197"/>
                  </a:lnTo>
                  <a:lnTo>
                    <a:pt x="244117" y="158357"/>
                  </a:lnTo>
                  <a:lnTo>
                    <a:pt x="250376" y="148454"/>
                  </a:lnTo>
                  <a:lnTo>
                    <a:pt x="256636" y="138188"/>
                  </a:lnTo>
                  <a:lnTo>
                    <a:pt x="262895" y="127213"/>
                  </a:lnTo>
                  <a:lnTo>
                    <a:pt x="269155" y="115207"/>
                  </a:lnTo>
                  <a:lnTo>
                    <a:pt x="275414" y="101962"/>
                  </a:lnTo>
                  <a:lnTo>
                    <a:pt x="281674" y="87465"/>
                  </a:lnTo>
                  <a:lnTo>
                    <a:pt x="287933" y="71959"/>
                  </a:lnTo>
                  <a:lnTo>
                    <a:pt x="294192" y="55965"/>
                  </a:lnTo>
                  <a:lnTo>
                    <a:pt x="300452" y="40252"/>
                  </a:lnTo>
                  <a:lnTo>
                    <a:pt x="306711" y="25766"/>
                  </a:lnTo>
                  <a:lnTo>
                    <a:pt x="312971" y="13529"/>
                  </a:lnTo>
                  <a:lnTo>
                    <a:pt x="319230" y="4548"/>
                  </a:lnTo>
                  <a:lnTo>
                    <a:pt x="325490" y="0"/>
                  </a:lnTo>
                  <a:lnTo>
                    <a:pt x="331749" y="318"/>
                  </a:lnTo>
                  <a:lnTo>
                    <a:pt x="338008" y="5884"/>
                  </a:lnTo>
                  <a:lnTo>
                    <a:pt x="344268" y="16774"/>
                  </a:lnTo>
                  <a:lnTo>
                    <a:pt x="350527" y="32714"/>
                  </a:lnTo>
                  <a:lnTo>
                    <a:pt x="356787" y="53060"/>
                  </a:lnTo>
                  <a:lnTo>
                    <a:pt x="363046" y="76828"/>
                  </a:lnTo>
                  <a:lnTo>
                    <a:pt x="369305" y="102765"/>
                  </a:lnTo>
                  <a:lnTo>
                    <a:pt x="375565" y="129485"/>
                  </a:lnTo>
                  <a:lnTo>
                    <a:pt x="381824" y="155622"/>
                  </a:lnTo>
                  <a:lnTo>
                    <a:pt x="388084" y="179986"/>
                  </a:lnTo>
                  <a:lnTo>
                    <a:pt x="394343" y="201681"/>
                  </a:lnTo>
                  <a:lnTo>
                    <a:pt x="400603" y="220166"/>
                  </a:lnTo>
                  <a:lnTo>
                    <a:pt x="406862" y="235260"/>
                  </a:lnTo>
                  <a:lnTo>
                    <a:pt x="413121" y="247084"/>
                  </a:lnTo>
                  <a:lnTo>
                    <a:pt x="419381" y="255975"/>
                  </a:lnTo>
                  <a:lnTo>
                    <a:pt x="425640" y="262398"/>
                  </a:lnTo>
                  <a:lnTo>
                    <a:pt x="431900" y="266760"/>
                  </a:lnTo>
                  <a:lnTo>
                    <a:pt x="438159" y="269685"/>
                  </a:lnTo>
                  <a:lnTo>
                    <a:pt x="444419" y="271565"/>
                  </a:lnTo>
                  <a:lnTo>
                    <a:pt x="450678" y="272713"/>
                  </a:lnTo>
                  <a:lnTo>
                    <a:pt x="456937" y="273367"/>
                  </a:lnTo>
                  <a:lnTo>
                    <a:pt x="463197" y="273704"/>
                  </a:lnTo>
                  <a:lnTo>
                    <a:pt x="469456" y="273854"/>
                  </a:lnTo>
                  <a:lnTo>
                    <a:pt x="475716" y="273905"/>
                  </a:lnTo>
                  <a:lnTo>
                    <a:pt x="481975" y="273918"/>
                  </a:lnTo>
                  <a:lnTo>
                    <a:pt x="488235" y="273929"/>
                  </a:lnTo>
                  <a:lnTo>
                    <a:pt x="494494" y="273948"/>
                  </a:lnTo>
                  <a:lnTo>
                    <a:pt x="500753" y="273970"/>
                  </a:lnTo>
                  <a:lnTo>
                    <a:pt x="507013" y="273974"/>
                  </a:lnTo>
                  <a:lnTo>
                    <a:pt x="513272" y="273931"/>
                  </a:lnTo>
                  <a:lnTo>
                    <a:pt x="519532" y="273810"/>
                  </a:lnTo>
                  <a:lnTo>
                    <a:pt x="525791" y="273583"/>
                  </a:lnTo>
                  <a:lnTo>
                    <a:pt x="532050" y="273232"/>
                  </a:lnTo>
                  <a:lnTo>
                    <a:pt x="538310" y="272738"/>
                  </a:lnTo>
                  <a:lnTo>
                    <a:pt x="544569" y="272108"/>
                  </a:lnTo>
                  <a:lnTo>
                    <a:pt x="550829" y="271349"/>
                  </a:lnTo>
                  <a:lnTo>
                    <a:pt x="557088" y="270469"/>
                  </a:lnTo>
                  <a:lnTo>
                    <a:pt x="563348" y="269475"/>
                  </a:lnTo>
                  <a:lnTo>
                    <a:pt x="569607" y="268368"/>
                  </a:lnTo>
                  <a:lnTo>
                    <a:pt x="575866" y="267139"/>
                  </a:lnTo>
                  <a:lnTo>
                    <a:pt x="582126" y="265758"/>
                  </a:lnTo>
                  <a:lnTo>
                    <a:pt x="588385" y="264180"/>
                  </a:lnTo>
                  <a:lnTo>
                    <a:pt x="594645" y="262346"/>
                  </a:lnTo>
                  <a:lnTo>
                    <a:pt x="600904" y="260199"/>
                  </a:lnTo>
                  <a:lnTo>
                    <a:pt x="607164" y="257703"/>
                  </a:lnTo>
                  <a:lnTo>
                    <a:pt x="613423" y="254866"/>
                  </a:lnTo>
                  <a:lnTo>
                    <a:pt x="619682" y="251756"/>
                  </a:lnTo>
                  <a:lnTo>
                    <a:pt x="625942" y="248510"/>
                  </a:lnTo>
                  <a:lnTo>
                    <a:pt x="632201" y="245329"/>
                  </a:lnTo>
                  <a:lnTo>
                    <a:pt x="638461" y="242458"/>
                  </a:lnTo>
                  <a:lnTo>
                    <a:pt x="644720" y="240210"/>
                  </a:lnTo>
                  <a:lnTo>
                    <a:pt x="650980" y="238803"/>
                  </a:lnTo>
                  <a:lnTo>
                    <a:pt x="657239" y="238395"/>
                  </a:lnTo>
                  <a:lnTo>
                    <a:pt x="663498" y="239047"/>
                  </a:lnTo>
                  <a:lnTo>
                    <a:pt x="669758" y="240706"/>
                  </a:lnTo>
                  <a:lnTo>
                    <a:pt x="676017" y="243206"/>
                  </a:lnTo>
                  <a:lnTo>
                    <a:pt x="682277" y="246302"/>
                  </a:lnTo>
                  <a:lnTo>
                    <a:pt x="688536" y="249704"/>
                  </a:lnTo>
                  <a:lnTo>
                    <a:pt x="694796" y="253137"/>
                  </a:lnTo>
                  <a:lnTo>
                    <a:pt x="701055" y="256376"/>
                  </a:lnTo>
                  <a:lnTo>
                    <a:pt x="707314" y="259275"/>
                  </a:lnTo>
                  <a:lnTo>
                    <a:pt x="713574" y="261773"/>
                  </a:lnTo>
                  <a:lnTo>
                    <a:pt x="719833" y="263873"/>
                  </a:lnTo>
                  <a:lnTo>
                    <a:pt x="726093" y="265621"/>
                  </a:lnTo>
                  <a:lnTo>
                    <a:pt x="732352" y="267076"/>
                  </a:lnTo>
                  <a:lnTo>
                    <a:pt x="738611" y="268289"/>
                  </a:lnTo>
                  <a:lnTo>
                    <a:pt x="744871" y="269294"/>
                  </a:lnTo>
                  <a:lnTo>
                    <a:pt x="751130" y="270102"/>
                  </a:lnTo>
                  <a:lnTo>
                    <a:pt x="757390" y="270733"/>
                  </a:lnTo>
                  <a:lnTo>
                    <a:pt x="763649" y="271202"/>
                  </a:lnTo>
                  <a:lnTo>
                    <a:pt x="769909" y="271530"/>
                  </a:lnTo>
                  <a:lnTo>
                    <a:pt x="776168" y="271748"/>
                  </a:lnTo>
                  <a:lnTo>
                    <a:pt x="782427" y="271892"/>
                  </a:lnTo>
                  <a:lnTo>
                    <a:pt x="788687" y="271999"/>
                  </a:lnTo>
                  <a:lnTo>
                    <a:pt x="794946" y="272101"/>
                  </a:lnTo>
                  <a:lnTo>
                    <a:pt x="801206" y="272223"/>
                  </a:lnTo>
                  <a:lnTo>
                    <a:pt x="807465" y="272378"/>
                  </a:lnTo>
                  <a:lnTo>
                    <a:pt x="813725" y="272568"/>
                  </a:lnTo>
                  <a:lnTo>
                    <a:pt x="819984" y="272788"/>
                  </a:lnTo>
                  <a:lnTo>
                    <a:pt x="826243" y="273025"/>
                  </a:lnTo>
                  <a:lnTo>
                    <a:pt x="832503" y="273266"/>
                  </a:lnTo>
                  <a:lnTo>
                    <a:pt x="838762" y="273497"/>
                  </a:lnTo>
                  <a:lnTo>
                    <a:pt x="845022" y="273708"/>
                  </a:lnTo>
                  <a:lnTo>
                    <a:pt x="851281" y="273894"/>
                  </a:lnTo>
                  <a:lnTo>
                    <a:pt x="857541" y="274056"/>
                  </a:lnTo>
                  <a:lnTo>
                    <a:pt x="863800" y="274196"/>
                  </a:lnTo>
                  <a:lnTo>
                    <a:pt x="870059" y="274318"/>
                  </a:lnTo>
                  <a:lnTo>
                    <a:pt x="876319" y="274420"/>
                  </a:lnTo>
                  <a:lnTo>
                    <a:pt x="882578" y="274498"/>
                  </a:lnTo>
                  <a:lnTo>
                    <a:pt x="888838" y="274548"/>
                  </a:lnTo>
                  <a:lnTo>
                    <a:pt x="895097" y="274569"/>
                  </a:lnTo>
                  <a:lnTo>
                    <a:pt x="901356" y="274561"/>
                  </a:lnTo>
                  <a:lnTo>
                    <a:pt x="907616" y="274532"/>
                  </a:lnTo>
                  <a:lnTo>
                    <a:pt x="913875" y="274489"/>
                  </a:lnTo>
                  <a:lnTo>
                    <a:pt x="920135" y="274436"/>
                  </a:lnTo>
                  <a:lnTo>
                    <a:pt x="926394" y="274375"/>
                  </a:lnTo>
                  <a:lnTo>
                    <a:pt x="932654" y="274302"/>
                  </a:lnTo>
                  <a:lnTo>
                    <a:pt x="938913" y="274211"/>
                  </a:lnTo>
                  <a:lnTo>
                    <a:pt x="945172" y="274097"/>
                  </a:lnTo>
                  <a:lnTo>
                    <a:pt x="951432" y="273962"/>
                  </a:lnTo>
                  <a:lnTo>
                    <a:pt x="957691" y="273814"/>
                  </a:lnTo>
                  <a:lnTo>
                    <a:pt x="963951" y="273669"/>
                  </a:lnTo>
                  <a:lnTo>
                    <a:pt x="970210" y="273545"/>
                  </a:lnTo>
                  <a:lnTo>
                    <a:pt x="976470" y="273454"/>
                  </a:lnTo>
                  <a:lnTo>
                    <a:pt x="982729" y="273403"/>
                  </a:lnTo>
                  <a:lnTo>
                    <a:pt x="988988" y="273390"/>
                  </a:lnTo>
                  <a:lnTo>
                    <a:pt x="995248" y="273413"/>
                  </a:lnTo>
                  <a:lnTo>
                    <a:pt x="1001507" y="273469"/>
                  </a:lnTo>
                  <a:lnTo>
                    <a:pt x="1007767" y="273556"/>
                  </a:lnTo>
                  <a:lnTo>
                    <a:pt x="1014026" y="273677"/>
                  </a:lnTo>
                  <a:lnTo>
                    <a:pt x="1020286" y="273830"/>
                  </a:lnTo>
                  <a:lnTo>
                    <a:pt x="1026545" y="274012"/>
                  </a:lnTo>
                  <a:lnTo>
                    <a:pt x="1032804" y="274217"/>
                  </a:lnTo>
                  <a:lnTo>
                    <a:pt x="1039064" y="274430"/>
                  </a:lnTo>
                  <a:lnTo>
                    <a:pt x="1045323" y="274635"/>
                  </a:lnTo>
                  <a:lnTo>
                    <a:pt x="1051583" y="274815"/>
                  </a:lnTo>
                  <a:lnTo>
                    <a:pt x="1057842" y="274955"/>
                  </a:lnTo>
                  <a:lnTo>
                    <a:pt x="1064101" y="275045"/>
                  </a:lnTo>
                  <a:lnTo>
                    <a:pt x="1070361" y="275078"/>
                  </a:lnTo>
                  <a:lnTo>
                    <a:pt x="1076620" y="275060"/>
                  </a:lnTo>
                  <a:lnTo>
                    <a:pt x="1082880" y="275001"/>
                  </a:lnTo>
                  <a:lnTo>
                    <a:pt x="1089139" y="274918"/>
                  </a:lnTo>
                  <a:lnTo>
                    <a:pt x="1095399" y="274829"/>
                  </a:lnTo>
                  <a:lnTo>
                    <a:pt x="1101658" y="274753"/>
                  </a:lnTo>
                  <a:lnTo>
                    <a:pt x="1107917" y="274709"/>
                  </a:lnTo>
                  <a:lnTo>
                    <a:pt x="1114177" y="274704"/>
                  </a:lnTo>
                  <a:lnTo>
                    <a:pt x="1120436" y="274743"/>
                  </a:lnTo>
                  <a:lnTo>
                    <a:pt x="1126696" y="274819"/>
                  </a:lnTo>
                  <a:lnTo>
                    <a:pt x="1132955" y="274919"/>
                  </a:lnTo>
                  <a:lnTo>
                    <a:pt x="1139215" y="275030"/>
                  </a:lnTo>
                  <a:lnTo>
                    <a:pt x="1145474" y="275138"/>
                  </a:lnTo>
                  <a:lnTo>
                    <a:pt x="1151733" y="275232"/>
                  </a:lnTo>
                  <a:lnTo>
                    <a:pt x="1157993" y="275306"/>
                  </a:lnTo>
                  <a:lnTo>
                    <a:pt x="1164252" y="275361"/>
                  </a:lnTo>
                  <a:lnTo>
                    <a:pt x="1170512" y="275397"/>
                  </a:lnTo>
                  <a:lnTo>
                    <a:pt x="1176771" y="275419"/>
                  </a:lnTo>
                  <a:lnTo>
                    <a:pt x="1183031" y="275431"/>
                  </a:lnTo>
                  <a:lnTo>
                    <a:pt x="1189290" y="275437"/>
                  </a:lnTo>
                  <a:lnTo>
                    <a:pt x="1195549" y="275436"/>
                  </a:lnTo>
                  <a:lnTo>
                    <a:pt x="1201809" y="275430"/>
                  </a:lnTo>
                  <a:lnTo>
                    <a:pt x="1208068" y="275416"/>
                  </a:lnTo>
                  <a:lnTo>
                    <a:pt x="1214328" y="275391"/>
                  </a:lnTo>
                  <a:lnTo>
                    <a:pt x="1220587" y="275351"/>
                  </a:lnTo>
                  <a:lnTo>
                    <a:pt x="1226846" y="275294"/>
                  </a:lnTo>
                  <a:lnTo>
                    <a:pt x="1233106" y="275217"/>
                  </a:lnTo>
                  <a:lnTo>
                    <a:pt x="1239365" y="275121"/>
                  </a:lnTo>
                  <a:lnTo>
                    <a:pt x="1245625" y="275013"/>
                  </a:lnTo>
                  <a:lnTo>
                    <a:pt x="1251884" y="274902"/>
                  </a:lnTo>
                  <a:lnTo>
                    <a:pt x="1258144" y="274804"/>
                  </a:lnTo>
                  <a:lnTo>
                    <a:pt x="1264403" y="274732"/>
                  </a:lnTo>
                  <a:lnTo>
                    <a:pt x="1270662" y="274700"/>
                  </a:lnTo>
                  <a:lnTo>
                    <a:pt x="1276922" y="274713"/>
                  </a:lnTo>
                  <a:lnTo>
                    <a:pt x="1283181" y="274771"/>
                  </a:lnTo>
                  <a:lnTo>
                    <a:pt x="1289441" y="274862"/>
                  </a:lnTo>
                  <a:lnTo>
                    <a:pt x="1295700" y="274970"/>
                  </a:lnTo>
                  <a:lnTo>
                    <a:pt x="1301960" y="275081"/>
                  </a:lnTo>
                  <a:lnTo>
                    <a:pt x="1308219" y="275183"/>
                  </a:lnTo>
                  <a:lnTo>
                    <a:pt x="1314478" y="275267"/>
                  </a:lnTo>
                  <a:lnTo>
                    <a:pt x="1320738" y="275332"/>
                  </a:lnTo>
                  <a:lnTo>
                    <a:pt x="1326997" y="275377"/>
                  </a:lnTo>
                  <a:lnTo>
                    <a:pt x="1333257" y="275406"/>
                  </a:lnTo>
                  <a:lnTo>
                    <a:pt x="1339516" y="275423"/>
                  </a:lnTo>
                  <a:lnTo>
                    <a:pt x="1345776" y="275429"/>
                  </a:lnTo>
                  <a:lnTo>
                    <a:pt x="1352035" y="275428"/>
                  </a:lnTo>
                  <a:lnTo>
                    <a:pt x="1358294" y="275417"/>
                  </a:lnTo>
                  <a:lnTo>
                    <a:pt x="1364554" y="275395"/>
                  </a:lnTo>
                  <a:lnTo>
                    <a:pt x="1370813" y="275359"/>
                  </a:lnTo>
                  <a:lnTo>
                    <a:pt x="1377073" y="275305"/>
                  </a:lnTo>
                  <a:lnTo>
                    <a:pt x="1383332" y="275230"/>
                  </a:lnTo>
                  <a:lnTo>
                    <a:pt x="1389592" y="275135"/>
                  </a:lnTo>
                  <a:lnTo>
                    <a:pt x="1395851" y="275025"/>
                  </a:lnTo>
                  <a:lnTo>
                    <a:pt x="1402110" y="274912"/>
                  </a:lnTo>
                  <a:lnTo>
                    <a:pt x="1408370" y="274811"/>
                  </a:lnTo>
                  <a:lnTo>
                    <a:pt x="1414629" y="274737"/>
                  </a:lnTo>
                  <a:lnTo>
                    <a:pt x="1420889" y="274701"/>
                  </a:lnTo>
                  <a:lnTo>
                    <a:pt x="1427148" y="274711"/>
                  </a:lnTo>
                  <a:lnTo>
                    <a:pt x="1433407" y="274764"/>
                  </a:lnTo>
                  <a:lnTo>
                    <a:pt x="1439667" y="274851"/>
                  </a:lnTo>
                  <a:lnTo>
                    <a:pt x="1445926" y="274957"/>
                  </a:lnTo>
                  <a:lnTo>
                    <a:pt x="1452186" y="275069"/>
                  </a:lnTo>
                  <a:lnTo>
                    <a:pt x="1458445" y="275173"/>
                  </a:lnTo>
                  <a:lnTo>
                    <a:pt x="1464705" y="275261"/>
                  </a:lnTo>
                  <a:lnTo>
                    <a:pt x="1470964" y="275328"/>
                  </a:lnTo>
                  <a:lnTo>
                    <a:pt x="1477223" y="275376"/>
                  </a:lnTo>
                  <a:lnTo>
                    <a:pt x="1483483" y="275407"/>
                  </a:lnTo>
                  <a:lnTo>
                    <a:pt x="1489742" y="275426"/>
                  </a:lnTo>
                  <a:lnTo>
                    <a:pt x="1496002" y="275436"/>
                  </a:lnTo>
                  <a:lnTo>
                    <a:pt x="1502261" y="275441"/>
                  </a:lnTo>
                  <a:lnTo>
                    <a:pt x="1508521" y="275443"/>
                  </a:lnTo>
                  <a:lnTo>
                    <a:pt x="1514780" y="275443"/>
                  </a:lnTo>
                  <a:lnTo>
                    <a:pt x="1521039" y="275440"/>
                  </a:lnTo>
                  <a:lnTo>
                    <a:pt x="1527299" y="275432"/>
                  </a:lnTo>
                  <a:lnTo>
                    <a:pt x="1533558" y="275416"/>
                  </a:lnTo>
                  <a:lnTo>
                    <a:pt x="1539818" y="275388"/>
                  </a:lnTo>
                  <a:lnTo>
                    <a:pt x="1546077" y="275341"/>
                  </a:lnTo>
                  <a:lnTo>
                    <a:pt x="1552337" y="275268"/>
                  </a:lnTo>
                  <a:lnTo>
                    <a:pt x="1558596" y="275162"/>
                  </a:lnTo>
                  <a:lnTo>
                    <a:pt x="1564855" y="275019"/>
                  </a:lnTo>
                  <a:lnTo>
                    <a:pt x="1571115" y="274840"/>
                  </a:lnTo>
                  <a:lnTo>
                    <a:pt x="1577374" y="274634"/>
                  </a:lnTo>
                  <a:lnTo>
                    <a:pt x="1583634" y="274420"/>
                  </a:lnTo>
                  <a:lnTo>
                    <a:pt x="1589893" y="274222"/>
                  </a:lnTo>
                  <a:lnTo>
                    <a:pt x="1596152" y="274069"/>
                  </a:lnTo>
                  <a:lnTo>
                    <a:pt x="1602412" y="273988"/>
                  </a:lnTo>
                  <a:lnTo>
                    <a:pt x="1608671" y="273994"/>
                  </a:lnTo>
                  <a:lnTo>
                    <a:pt x="1614931" y="274084"/>
                  </a:lnTo>
                  <a:lnTo>
                    <a:pt x="1621190" y="274241"/>
                  </a:lnTo>
                  <a:lnTo>
                    <a:pt x="1627450" y="274440"/>
                  </a:lnTo>
                  <a:lnTo>
                    <a:pt x="1633709" y="274654"/>
                  </a:lnTo>
                  <a:lnTo>
                    <a:pt x="1639968" y="274858"/>
                  </a:lnTo>
                  <a:lnTo>
                    <a:pt x="1646228" y="275034"/>
                  </a:lnTo>
                  <a:lnTo>
                    <a:pt x="1652487" y="275174"/>
                  </a:lnTo>
                  <a:lnTo>
                    <a:pt x="1658747" y="275277"/>
                  </a:lnTo>
                  <a:lnTo>
                    <a:pt x="1665006" y="275348"/>
                  </a:lnTo>
                  <a:lnTo>
                    <a:pt x="1671266" y="275392"/>
                  </a:lnTo>
                  <a:lnTo>
                    <a:pt x="1677525" y="275418"/>
                  </a:lnTo>
                  <a:lnTo>
                    <a:pt x="1683784" y="275432"/>
                  </a:lnTo>
                  <a:lnTo>
                    <a:pt x="1690044" y="275439"/>
                  </a:lnTo>
                  <a:lnTo>
                    <a:pt x="1696303" y="275440"/>
                  </a:lnTo>
                  <a:lnTo>
                    <a:pt x="1702563" y="275437"/>
                  </a:lnTo>
                  <a:lnTo>
                    <a:pt x="1708822" y="275428"/>
                  </a:lnTo>
                  <a:lnTo>
                    <a:pt x="1715082" y="275411"/>
                  </a:lnTo>
                  <a:lnTo>
                    <a:pt x="1721341" y="275382"/>
                  </a:lnTo>
                  <a:lnTo>
                    <a:pt x="1727600" y="275338"/>
                  </a:lnTo>
                  <a:lnTo>
                    <a:pt x="1733860" y="275274"/>
                  </a:lnTo>
                  <a:lnTo>
                    <a:pt x="1740119" y="275191"/>
                  </a:lnTo>
                  <a:lnTo>
                    <a:pt x="1746379" y="275090"/>
                  </a:lnTo>
                  <a:lnTo>
                    <a:pt x="1752638" y="274980"/>
                  </a:lnTo>
                  <a:lnTo>
                    <a:pt x="1758897" y="274872"/>
                  </a:lnTo>
                  <a:lnTo>
                    <a:pt x="1765157" y="274781"/>
                  </a:lnTo>
                  <a:lnTo>
                    <a:pt x="1771416" y="274721"/>
                  </a:lnTo>
                  <a:lnTo>
                    <a:pt x="1777676" y="274703"/>
                  </a:lnTo>
                  <a:lnTo>
                    <a:pt x="1783935" y="274729"/>
                  </a:lnTo>
                  <a:lnTo>
                    <a:pt x="1790195" y="274795"/>
                  </a:lnTo>
                  <a:lnTo>
                    <a:pt x="1796454" y="274890"/>
                  </a:lnTo>
                  <a:lnTo>
                    <a:pt x="1802713" y="274998"/>
                  </a:lnTo>
                  <a:lnTo>
                    <a:pt x="1808973" y="275104"/>
                  </a:lnTo>
                  <a:lnTo>
                    <a:pt x="1815232" y="275192"/>
                  </a:lnTo>
                  <a:lnTo>
                    <a:pt x="1821492" y="275253"/>
                  </a:lnTo>
                  <a:lnTo>
                    <a:pt x="1827751" y="275281"/>
                  </a:lnTo>
                  <a:lnTo>
                    <a:pt x="1834011" y="275275"/>
                  </a:lnTo>
                  <a:lnTo>
                    <a:pt x="1840270" y="275235"/>
                  </a:lnTo>
                  <a:lnTo>
                    <a:pt x="1846529" y="275165"/>
                  </a:lnTo>
                  <a:lnTo>
                    <a:pt x="1852789" y="275072"/>
                  </a:lnTo>
                  <a:lnTo>
                    <a:pt x="1859048" y="274965"/>
                  </a:lnTo>
                  <a:lnTo>
                    <a:pt x="1865308" y="274860"/>
                  </a:lnTo>
                  <a:lnTo>
                    <a:pt x="1871567" y="274772"/>
                  </a:lnTo>
                  <a:lnTo>
                    <a:pt x="1877827" y="274716"/>
                  </a:lnTo>
                  <a:lnTo>
                    <a:pt x="1884086" y="274702"/>
                  </a:lnTo>
                  <a:lnTo>
                    <a:pt x="1890345" y="274733"/>
                  </a:lnTo>
                  <a:lnTo>
                    <a:pt x="1896605" y="274803"/>
                  </a:lnTo>
                  <a:lnTo>
                    <a:pt x="1902864" y="274902"/>
                  </a:lnTo>
                  <a:lnTo>
                    <a:pt x="1909124" y="275014"/>
                  </a:lnTo>
                  <a:lnTo>
                    <a:pt x="1915383" y="275124"/>
                  </a:lnTo>
                  <a:lnTo>
                    <a:pt x="1921642" y="275221"/>
                  </a:lnTo>
                  <a:lnTo>
                    <a:pt x="1927902" y="275297"/>
                  </a:lnTo>
                  <a:lnTo>
                    <a:pt x="1934161" y="275354"/>
                  </a:lnTo>
                  <a:lnTo>
                    <a:pt x="1940421" y="275392"/>
                  </a:lnTo>
                  <a:lnTo>
                    <a:pt x="1946680" y="275417"/>
                  </a:lnTo>
                  <a:lnTo>
                    <a:pt x="1952940" y="275431"/>
                  </a:lnTo>
                  <a:lnTo>
                    <a:pt x="1959199" y="275439"/>
                  </a:lnTo>
                  <a:lnTo>
                    <a:pt x="1965458" y="275443"/>
                  </a:lnTo>
                  <a:lnTo>
                    <a:pt x="1971718" y="275445"/>
                  </a:lnTo>
                  <a:lnTo>
                    <a:pt x="1977977" y="275446"/>
                  </a:lnTo>
                  <a:lnTo>
                    <a:pt x="1984237" y="275447"/>
                  </a:lnTo>
                  <a:lnTo>
                    <a:pt x="1990496" y="275447"/>
                  </a:lnTo>
                  <a:lnTo>
                    <a:pt x="1996756" y="275447"/>
                  </a:lnTo>
                  <a:lnTo>
                    <a:pt x="2003015" y="275447"/>
                  </a:lnTo>
                  <a:lnTo>
                    <a:pt x="2009274" y="275446"/>
                  </a:lnTo>
                  <a:lnTo>
                    <a:pt x="2015534" y="275445"/>
                  </a:lnTo>
                  <a:lnTo>
                    <a:pt x="2021793" y="275443"/>
                  </a:lnTo>
                  <a:lnTo>
                    <a:pt x="2028053" y="275438"/>
                  </a:lnTo>
                  <a:lnTo>
                    <a:pt x="2034312" y="275429"/>
                  </a:lnTo>
                  <a:lnTo>
                    <a:pt x="2040572" y="275413"/>
                  </a:lnTo>
                  <a:lnTo>
                    <a:pt x="2046831" y="275385"/>
                  </a:lnTo>
                  <a:lnTo>
                    <a:pt x="2053090" y="275343"/>
                  </a:lnTo>
                  <a:lnTo>
                    <a:pt x="2059350" y="275281"/>
                  </a:lnTo>
                  <a:lnTo>
                    <a:pt x="2065609" y="275200"/>
                  </a:lnTo>
                  <a:lnTo>
                    <a:pt x="2071869" y="275101"/>
                  </a:lnTo>
                  <a:lnTo>
                    <a:pt x="2078128" y="274991"/>
                  </a:lnTo>
                  <a:lnTo>
                    <a:pt x="2084388" y="274882"/>
                  </a:lnTo>
                  <a:lnTo>
                    <a:pt x="2090647" y="274789"/>
                  </a:lnTo>
                  <a:lnTo>
                    <a:pt x="2096906" y="274726"/>
                  </a:lnTo>
                  <a:lnTo>
                    <a:pt x="2103166" y="274703"/>
                  </a:lnTo>
                  <a:lnTo>
                    <a:pt x="2109425" y="274725"/>
                  </a:lnTo>
                  <a:lnTo>
                    <a:pt x="2115685" y="274788"/>
                  </a:lnTo>
                  <a:lnTo>
                    <a:pt x="2121944" y="274881"/>
                  </a:lnTo>
                  <a:lnTo>
                    <a:pt x="2128203" y="274992"/>
                  </a:lnTo>
                  <a:lnTo>
                    <a:pt x="2134463" y="275103"/>
                  </a:lnTo>
                  <a:lnTo>
                    <a:pt x="2140722" y="275202"/>
                  </a:lnTo>
                  <a:lnTo>
                    <a:pt x="2146982" y="275282"/>
                  </a:lnTo>
                  <a:lnTo>
                    <a:pt x="2153241" y="275343"/>
                  </a:lnTo>
                  <a:lnTo>
                    <a:pt x="2159501" y="275385"/>
                  </a:lnTo>
                  <a:lnTo>
                    <a:pt x="2165760" y="275412"/>
                  </a:lnTo>
                  <a:lnTo>
                    <a:pt x="2172019" y="275428"/>
                  </a:lnTo>
                  <a:lnTo>
                    <a:pt x="2178279" y="275438"/>
                  </a:lnTo>
                  <a:lnTo>
                    <a:pt x="2184538" y="275443"/>
                  </a:lnTo>
                  <a:lnTo>
                    <a:pt x="2190798" y="275445"/>
                  </a:lnTo>
                  <a:lnTo>
                    <a:pt x="2197057" y="275446"/>
                  </a:lnTo>
                  <a:lnTo>
                    <a:pt x="2203317" y="275447"/>
                  </a:lnTo>
                  <a:lnTo>
                    <a:pt x="2209576" y="275447"/>
                  </a:lnTo>
                  <a:lnTo>
                    <a:pt x="2215835" y="275447"/>
                  </a:lnTo>
                  <a:lnTo>
                    <a:pt x="2222095" y="275447"/>
                  </a:lnTo>
                  <a:lnTo>
                    <a:pt x="2228354" y="275447"/>
                  </a:lnTo>
                  <a:lnTo>
                    <a:pt x="2234614" y="275447"/>
                  </a:lnTo>
                  <a:lnTo>
                    <a:pt x="2240873" y="275447"/>
                  </a:lnTo>
                  <a:lnTo>
                    <a:pt x="2247133" y="275447"/>
                  </a:lnTo>
                  <a:lnTo>
                    <a:pt x="2253392" y="275447"/>
                  </a:lnTo>
                  <a:lnTo>
                    <a:pt x="2259651" y="275447"/>
                  </a:lnTo>
                  <a:lnTo>
                    <a:pt x="2265911" y="275447"/>
                  </a:lnTo>
                  <a:lnTo>
                    <a:pt x="2272170" y="275447"/>
                  </a:lnTo>
                  <a:lnTo>
                    <a:pt x="2278430" y="275447"/>
                  </a:lnTo>
                  <a:lnTo>
                    <a:pt x="2284689" y="275447"/>
                  </a:lnTo>
                  <a:lnTo>
                    <a:pt x="2290948" y="275447"/>
                  </a:lnTo>
                  <a:lnTo>
                    <a:pt x="2297208" y="275447"/>
                  </a:lnTo>
                  <a:lnTo>
                    <a:pt x="2303467" y="275447"/>
                  </a:lnTo>
                  <a:lnTo>
                    <a:pt x="2309727" y="275447"/>
                  </a:lnTo>
                  <a:lnTo>
                    <a:pt x="2315986" y="275447"/>
                  </a:lnTo>
                  <a:lnTo>
                    <a:pt x="2322246" y="275447"/>
                  </a:lnTo>
                  <a:lnTo>
                    <a:pt x="2328505" y="275447"/>
                  </a:lnTo>
                  <a:lnTo>
                    <a:pt x="2334764" y="275447"/>
                  </a:lnTo>
                  <a:lnTo>
                    <a:pt x="2341024" y="275447"/>
                  </a:lnTo>
                  <a:lnTo>
                    <a:pt x="2347283" y="275447"/>
                  </a:lnTo>
                  <a:lnTo>
                    <a:pt x="2353543" y="275447"/>
                  </a:lnTo>
                  <a:lnTo>
                    <a:pt x="2359802" y="275447"/>
                  </a:lnTo>
                  <a:lnTo>
                    <a:pt x="2366062" y="275447"/>
                  </a:lnTo>
                  <a:lnTo>
                    <a:pt x="2372321" y="275447"/>
                  </a:lnTo>
                  <a:lnTo>
                    <a:pt x="2378580" y="275447"/>
                  </a:lnTo>
                  <a:lnTo>
                    <a:pt x="2384840" y="275447"/>
                  </a:lnTo>
                  <a:lnTo>
                    <a:pt x="2391099" y="275447"/>
                  </a:lnTo>
                  <a:lnTo>
                    <a:pt x="2397359" y="275447"/>
                  </a:lnTo>
                  <a:lnTo>
                    <a:pt x="2403618" y="275447"/>
                  </a:lnTo>
                  <a:lnTo>
                    <a:pt x="2409878" y="275447"/>
                  </a:lnTo>
                  <a:lnTo>
                    <a:pt x="2416137" y="275447"/>
                  </a:lnTo>
                  <a:lnTo>
                    <a:pt x="2422396" y="275447"/>
                  </a:lnTo>
                  <a:lnTo>
                    <a:pt x="2428656" y="275447"/>
                  </a:lnTo>
                  <a:lnTo>
                    <a:pt x="2434915" y="275447"/>
                  </a:lnTo>
                  <a:lnTo>
                    <a:pt x="2441175" y="275447"/>
                  </a:lnTo>
                  <a:lnTo>
                    <a:pt x="2447434" y="275447"/>
                  </a:lnTo>
                  <a:lnTo>
                    <a:pt x="2453693" y="275447"/>
                  </a:lnTo>
                  <a:lnTo>
                    <a:pt x="2459953" y="275447"/>
                  </a:lnTo>
                  <a:lnTo>
                    <a:pt x="2466212" y="275447"/>
                  </a:lnTo>
                  <a:lnTo>
                    <a:pt x="2472472" y="275447"/>
                  </a:lnTo>
                  <a:lnTo>
                    <a:pt x="2478731" y="275447"/>
                  </a:lnTo>
                  <a:lnTo>
                    <a:pt x="2484991" y="275447"/>
                  </a:lnTo>
                  <a:lnTo>
                    <a:pt x="2491250" y="275447"/>
                  </a:lnTo>
                  <a:lnTo>
                    <a:pt x="2497509" y="275447"/>
                  </a:lnTo>
                  <a:lnTo>
                    <a:pt x="2503769" y="275447"/>
                  </a:lnTo>
                  <a:lnTo>
                    <a:pt x="2510028" y="275447"/>
                  </a:lnTo>
                  <a:lnTo>
                    <a:pt x="2516288" y="275447"/>
                  </a:lnTo>
                  <a:lnTo>
                    <a:pt x="2522547" y="275447"/>
                  </a:lnTo>
                  <a:lnTo>
                    <a:pt x="2528807" y="275447"/>
                  </a:lnTo>
                  <a:lnTo>
                    <a:pt x="2535066" y="275447"/>
                  </a:lnTo>
                  <a:lnTo>
                    <a:pt x="2541325" y="275447"/>
                  </a:lnTo>
                  <a:lnTo>
                    <a:pt x="2547585" y="275447"/>
                  </a:lnTo>
                  <a:lnTo>
                    <a:pt x="2553844" y="275447"/>
                  </a:lnTo>
                  <a:lnTo>
                    <a:pt x="2560104" y="275447"/>
                  </a:lnTo>
                  <a:lnTo>
                    <a:pt x="2566363" y="275447"/>
                  </a:lnTo>
                  <a:lnTo>
                    <a:pt x="2572623" y="275447"/>
                  </a:lnTo>
                  <a:lnTo>
                    <a:pt x="2578882" y="275447"/>
                  </a:lnTo>
                  <a:lnTo>
                    <a:pt x="2585141" y="275447"/>
                  </a:lnTo>
                  <a:lnTo>
                    <a:pt x="2591401" y="275447"/>
                  </a:lnTo>
                  <a:lnTo>
                    <a:pt x="2597660" y="275447"/>
                  </a:lnTo>
                  <a:lnTo>
                    <a:pt x="2603920" y="275447"/>
                  </a:lnTo>
                  <a:lnTo>
                    <a:pt x="2610179" y="275447"/>
                  </a:lnTo>
                  <a:lnTo>
                    <a:pt x="2616438" y="275447"/>
                  </a:lnTo>
                  <a:lnTo>
                    <a:pt x="2622698" y="275447"/>
                  </a:lnTo>
                  <a:lnTo>
                    <a:pt x="2628957" y="275447"/>
                  </a:lnTo>
                  <a:lnTo>
                    <a:pt x="2635217" y="275447"/>
                  </a:lnTo>
                  <a:lnTo>
                    <a:pt x="2641476" y="275447"/>
                  </a:lnTo>
                  <a:lnTo>
                    <a:pt x="2647736" y="275447"/>
                  </a:lnTo>
                  <a:lnTo>
                    <a:pt x="2653995" y="275447"/>
                  </a:lnTo>
                  <a:lnTo>
                    <a:pt x="2660254" y="275447"/>
                  </a:lnTo>
                  <a:lnTo>
                    <a:pt x="2666514" y="275447"/>
                  </a:lnTo>
                  <a:lnTo>
                    <a:pt x="2672773" y="275447"/>
                  </a:lnTo>
                  <a:lnTo>
                    <a:pt x="2679033" y="275447"/>
                  </a:lnTo>
                  <a:lnTo>
                    <a:pt x="2685292" y="275447"/>
                  </a:lnTo>
                  <a:lnTo>
                    <a:pt x="2691552" y="275446"/>
                  </a:lnTo>
                  <a:lnTo>
                    <a:pt x="2697811" y="275446"/>
                  </a:lnTo>
                  <a:lnTo>
                    <a:pt x="2704070" y="275445"/>
                  </a:lnTo>
                  <a:lnTo>
                    <a:pt x="2710330" y="275442"/>
                  </a:lnTo>
                  <a:lnTo>
                    <a:pt x="2716589" y="275437"/>
                  </a:lnTo>
                  <a:lnTo>
                    <a:pt x="2722849" y="275426"/>
                  </a:lnTo>
                  <a:lnTo>
                    <a:pt x="2729108" y="275408"/>
                  </a:lnTo>
                  <a:lnTo>
                    <a:pt x="2735368" y="275379"/>
                  </a:lnTo>
                  <a:lnTo>
                    <a:pt x="2741627" y="275334"/>
                  </a:lnTo>
                  <a:lnTo>
                    <a:pt x="2747886" y="275270"/>
                  </a:lnTo>
                  <a:lnTo>
                    <a:pt x="2754146" y="275186"/>
                  </a:lnTo>
                  <a:lnTo>
                    <a:pt x="2760405" y="275085"/>
                  </a:lnTo>
                  <a:lnTo>
                    <a:pt x="2766665" y="274973"/>
                  </a:lnTo>
                  <a:lnTo>
                    <a:pt x="2772924" y="274863"/>
                  </a:lnTo>
                  <a:lnTo>
                    <a:pt x="2779184" y="274770"/>
                  </a:lnTo>
                  <a:lnTo>
                    <a:pt x="2785443" y="274707"/>
                  </a:lnTo>
                  <a:lnTo>
                    <a:pt x="2791702" y="274681"/>
                  </a:lnTo>
                  <a:lnTo>
                    <a:pt x="2797962" y="274691"/>
                  </a:lnTo>
                  <a:lnTo>
                    <a:pt x="2804221" y="274726"/>
                  </a:lnTo>
                  <a:lnTo>
                    <a:pt x="2810481" y="274766"/>
                  </a:lnTo>
                  <a:lnTo>
                    <a:pt x="2816740" y="274792"/>
                  </a:lnTo>
                  <a:lnTo>
                    <a:pt x="2822999" y="274783"/>
                  </a:lnTo>
                  <a:lnTo>
                    <a:pt x="2829259" y="274728"/>
                  </a:lnTo>
                  <a:lnTo>
                    <a:pt x="2835518" y="274625"/>
                  </a:lnTo>
                  <a:lnTo>
                    <a:pt x="2841778" y="274485"/>
                  </a:lnTo>
                  <a:lnTo>
                    <a:pt x="2848037" y="274328"/>
                  </a:lnTo>
                  <a:lnTo>
                    <a:pt x="2854297" y="274181"/>
                  </a:lnTo>
                  <a:lnTo>
                    <a:pt x="2860556" y="274072"/>
                  </a:lnTo>
                  <a:lnTo>
                    <a:pt x="2866815" y="274023"/>
                  </a:lnTo>
                  <a:lnTo>
                    <a:pt x="2873075" y="274047"/>
                  </a:lnTo>
                  <a:lnTo>
                    <a:pt x="2879334" y="274144"/>
                  </a:lnTo>
                  <a:lnTo>
                    <a:pt x="2885594" y="274301"/>
                  </a:lnTo>
                  <a:lnTo>
                    <a:pt x="2891853" y="274493"/>
                  </a:lnTo>
                  <a:lnTo>
                    <a:pt x="2898113" y="274695"/>
                  </a:lnTo>
                  <a:lnTo>
                    <a:pt x="2904372" y="274885"/>
                  </a:lnTo>
                  <a:lnTo>
                    <a:pt x="2910631" y="275049"/>
                  </a:lnTo>
                  <a:lnTo>
                    <a:pt x="2916891" y="275181"/>
                  </a:lnTo>
                  <a:lnTo>
                    <a:pt x="2923150" y="275279"/>
                  </a:lnTo>
                  <a:lnTo>
                    <a:pt x="2929410" y="275346"/>
                  </a:lnTo>
                  <a:lnTo>
                    <a:pt x="2935669" y="275390"/>
                  </a:lnTo>
                  <a:lnTo>
                    <a:pt x="2941929" y="275417"/>
                  </a:lnTo>
                  <a:lnTo>
                    <a:pt x="2948188" y="275432"/>
                  </a:lnTo>
                  <a:lnTo>
                    <a:pt x="2954447" y="275439"/>
                  </a:lnTo>
                  <a:lnTo>
                    <a:pt x="2960707" y="275442"/>
                  </a:lnTo>
                  <a:lnTo>
                    <a:pt x="2966966" y="275442"/>
                  </a:lnTo>
                  <a:lnTo>
                    <a:pt x="2973226" y="275439"/>
                  </a:lnTo>
                  <a:lnTo>
                    <a:pt x="2979485" y="275432"/>
                  </a:lnTo>
                  <a:lnTo>
                    <a:pt x="2985744" y="275418"/>
                  </a:lnTo>
                  <a:lnTo>
                    <a:pt x="2992004" y="275394"/>
                  </a:lnTo>
                  <a:lnTo>
                    <a:pt x="2998263" y="275355"/>
                  </a:lnTo>
                  <a:lnTo>
                    <a:pt x="3004523" y="275299"/>
                  </a:lnTo>
                  <a:lnTo>
                    <a:pt x="3010782" y="275222"/>
                  </a:lnTo>
                  <a:lnTo>
                    <a:pt x="3017042" y="275127"/>
                  </a:lnTo>
                  <a:lnTo>
                    <a:pt x="3023301" y="275019"/>
                  </a:lnTo>
                  <a:lnTo>
                    <a:pt x="3029560" y="274909"/>
                  </a:lnTo>
                  <a:lnTo>
                    <a:pt x="3035820" y="274811"/>
                  </a:lnTo>
                  <a:lnTo>
                    <a:pt x="3042079" y="274740"/>
                  </a:lnTo>
                  <a:lnTo>
                    <a:pt x="3048339" y="274706"/>
                  </a:lnTo>
                  <a:lnTo>
                    <a:pt x="3054598" y="274716"/>
                  </a:lnTo>
                  <a:lnTo>
                    <a:pt x="3060858" y="274769"/>
                  </a:lnTo>
                  <a:lnTo>
                    <a:pt x="3067117" y="274855"/>
                  </a:lnTo>
                  <a:lnTo>
                    <a:pt x="3073376" y="274960"/>
                  </a:lnTo>
                  <a:lnTo>
                    <a:pt x="3079636" y="275068"/>
                  </a:lnTo>
                  <a:lnTo>
                    <a:pt x="3085895" y="275165"/>
                  </a:lnTo>
                  <a:lnTo>
                    <a:pt x="3092155" y="275240"/>
                  </a:lnTo>
                  <a:lnTo>
                    <a:pt x="3098414" y="275283"/>
                  </a:lnTo>
                  <a:lnTo>
                    <a:pt x="3104674" y="275294"/>
                  </a:lnTo>
                  <a:lnTo>
                    <a:pt x="3110933" y="275272"/>
                  </a:lnTo>
                  <a:lnTo>
                    <a:pt x="3117192" y="275218"/>
                  </a:lnTo>
                  <a:lnTo>
                    <a:pt x="3123452" y="275136"/>
                  </a:lnTo>
                  <a:lnTo>
                    <a:pt x="3129711" y="275035"/>
                  </a:lnTo>
                  <a:lnTo>
                    <a:pt x="3135971" y="274927"/>
                  </a:lnTo>
                  <a:lnTo>
                    <a:pt x="3142230" y="274826"/>
                  </a:lnTo>
                  <a:lnTo>
                    <a:pt x="3148489" y="274748"/>
                  </a:lnTo>
                  <a:lnTo>
                    <a:pt x="3154749" y="274707"/>
                  </a:lnTo>
                  <a:lnTo>
                    <a:pt x="3161008" y="274709"/>
                  </a:lnTo>
                  <a:lnTo>
                    <a:pt x="3167268" y="274755"/>
                  </a:lnTo>
                  <a:lnTo>
                    <a:pt x="3173527" y="274837"/>
                  </a:lnTo>
                  <a:lnTo>
                    <a:pt x="3179787" y="274942"/>
                  </a:lnTo>
                  <a:lnTo>
                    <a:pt x="3186046" y="275054"/>
                  </a:lnTo>
                  <a:lnTo>
                    <a:pt x="3192305" y="275160"/>
                  </a:lnTo>
                  <a:lnTo>
                    <a:pt x="3198565" y="275251"/>
                  </a:lnTo>
                  <a:lnTo>
                    <a:pt x="3198565" y="275447"/>
                  </a:lnTo>
                  <a:lnTo>
                    <a:pt x="3192305" y="275447"/>
                  </a:lnTo>
                  <a:lnTo>
                    <a:pt x="3186046" y="275447"/>
                  </a:lnTo>
                  <a:lnTo>
                    <a:pt x="3179787" y="275447"/>
                  </a:lnTo>
                  <a:lnTo>
                    <a:pt x="3173527" y="275447"/>
                  </a:lnTo>
                  <a:lnTo>
                    <a:pt x="3167268" y="275447"/>
                  </a:lnTo>
                  <a:lnTo>
                    <a:pt x="3161008" y="275447"/>
                  </a:lnTo>
                  <a:lnTo>
                    <a:pt x="3154749" y="275447"/>
                  </a:lnTo>
                  <a:lnTo>
                    <a:pt x="3148489" y="275447"/>
                  </a:lnTo>
                  <a:lnTo>
                    <a:pt x="3142230" y="275447"/>
                  </a:lnTo>
                  <a:lnTo>
                    <a:pt x="3135971" y="275447"/>
                  </a:lnTo>
                  <a:lnTo>
                    <a:pt x="3129711" y="275447"/>
                  </a:lnTo>
                  <a:lnTo>
                    <a:pt x="3123452" y="275447"/>
                  </a:lnTo>
                  <a:lnTo>
                    <a:pt x="3117192" y="275447"/>
                  </a:lnTo>
                  <a:lnTo>
                    <a:pt x="3110933" y="275447"/>
                  </a:lnTo>
                  <a:lnTo>
                    <a:pt x="3104674" y="275447"/>
                  </a:lnTo>
                  <a:lnTo>
                    <a:pt x="3098414" y="275447"/>
                  </a:lnTo>
                  <a:lnTo>
                    <a:pt x="3092155" y="275447"/>
                  </a:lnTo>
                  <a:lnTo>
                    <a:pt x="3085895" y="275447"/>
                  </a:lnTo>
                  <a:lnTo>
                    <a:pt x="3079636" y="275447"/>
                  </a:lnTo>
                  <a:lnTo>
                    <a:pt x="3073376" y="275447"/>
                  </a:lnTo>
                  <a:lnTo>
                    <a:pt x="3067117" y="275447"/>
                  </a:lnTo>
                  <a:lnTo>
                    <a:pt x="3060858" y="275447"/>
                  </a:lnTo>
                  <a:lnTo>
                    <a:pt x="3054598" y="275447"/>
                  </a:lnTo>
                  <a:lnTo>
                    <a:pt x="3048339" y="275447"/>
                  </a:lnTo>
                  <a:lnTo>
                    <a:pt x="3042079" y="275447"/>
                  </a:lnTo>
                  <a:lnTo>
                    <a:pt x="3035820" y="275447"/>
                  </a:lnTo>
                  <a:lnTo>
                    <a:pt x="3029560" y="275447"/>
                  </a:lnTo>
                  <a:lnTo>
                    <a:pt x="3023301" y="275447"/>
                  </a:lnTo>
                  <a:lnTo>
                    <a:pt x="3017042" y="275447"/>
                  </a:lnTo>
                  <a:lnTo>
                    <a:pt x="3010782" y="275447"/>
                  </a:lnTo>
                  <a:lnTo>
                    <a:pt x="3004523" y="275447"/>
                  </a:lnTo>
                  <a:lnTo>
                    <a:pt x="2998263" y="275447"/>
                  </a:lnTo>
                  <a:lnTo>
                    <a:pt x="2992004" y="275447"/>
                  </a:lnTo>
                  <a:lnTo>
                    <a:pt x="2985744" y="275447"/>
                  </a:lnTo>
                  <a:lnTo>
                    <a:pt x="2979485" y="275447"/>
                  </a:lnTo>
                  <a:lnTo>
                    <a:pt x="2973226" y="275447"/>
                  </a:lnTo>
                  <a:lnTo>
                    <a:pt x="2966966" y="275447"/>
                  </a:lnTo>
                  <a:lnTo>
                    <a:pt x="2960707" y="275447"/>
                  </a:lnTo>
                  <a:lnTo>
                    <a:pt x="2954447" y="275447"/>
                  </a:lnTo>
                  <a:lnTo>
                    <a:pt x="2948188" y="275447"/>
                  </a:lnTo>
                  <a:lnTo>
                    <a:pt x="2941929" y="275447"/>
                  </a:lnTo>
                  <a:lnTo>
                    <a:pt x="2935669" y="275447"/>
                  </a:lnTo>
                  <a:lnTo>
                    <a:pt x="2929410" y="275447"/>
                  </a:lnTo>
                  <a:lnTo>
                    <a:pt x="2923150" y="275447"/>
                  </a:lnTo>
                  <a:lnTo>
                    <a:pt x="2916891" y="275447"/>
                  </a:lnTo>
                  <a:lnTo>
                    <a:pt x="2910631" y="275447"/>
                  </a:lnTo>
                  <a:lnTo>
                    <a:pt x="2904372" y="275447"/>
                  </a:lnTo>
                  <a:lnTo>
                    <a:pt x="2898113" y="275447"/>
                  </a:lnTo>
                  <a:lnTo>
                    <a:pt x="2891853" y="275447"/>
                  </a:lnTo>
                  <a:lnTo>
                    <a:pt x="2885594" y="275447"/>
                  </a:lnTo>
                  <a:lnTo>
                    <a:pt x="2879334" y="275447"/>
                  </a:lnTo>
                  <a:lnTo>
                    <a:pt x="2873075" y="275447"/>
                  </a:lnTo>
                  <a:lnTo>
                    <a:pt x="2866815" y="275447"/>
                  </a:lnTo>
                  <a:lnTo>
                    <a:pt x="2860556" y="275447"/>
                  </a:lnTo>
                  <a:lnTo>
                    <a:pt x="2854297" y="275447"/>
                  </a:lnTo>
                  <a:lnTo>
                    <a:pt x="2848037" y="275447"/>
                  </a:lnTo>
                  <a:lnTo>
                    <a:pt x="2841778" y="275447"/>
                  </a:lnTo>
                  <a:lnTo>
                    <a:pt x="2835518" y="275447"/>
                  </a:lnTo>
                  <a:lnTo>
                    <a:pt x="2829259" y="275447"/>
                  </a:lnTo>
                  <a:lnTo>
                    <a:pt x="2822999" y="275447"/>
                  </a:lnTo>
                  <a:lnTo>
                    <a:pt x="2816740" y="275447"/>
                  </a:lnTo>
                  <a:lnTo>
                    <a:pt x="2810481" y="275447"/>
                  </a:lnTo>
                  <a:lnTo>
                    <a:pt x="2804221" y="275447"/>
                  </a:lnTo>
                  <a:lnTo>
                    <a:pt x="2797962" y="275447"/>
                  </a:lnTo>
                  <a:lnTo>
                    <a:pt x="2791702" y="275447"/>
                  </a:lnTo>
                  <a:lnTo>
                    <a:pt x="2785443" y="275447"/>
                  </a:lnTo>
                  <a:lnTo>
                    <a:pt x="2779184" y="275447"/>
                  </a:lnTo>
                  <a:lnTo>
                    <a:pt x="2772924" y="275447"/>
                  </a:lnTo>
                  <a:lnTo>
                    <a:pt x="2766665" y="275447"/>
                  </a:lnTo>
                  <a:lnTo>
                    <a:pt x="2760405" y="275447"/>
                  </a:lnTo>
                  <a:lnTo>
                    <a:pt x="2754146" y="275447"/>
                  </a:lnTo>
                  <a:lnTo>
                    <a:pt x="2747886" y="275447"/>
                  </a:lnTo>
                  <a:lnTo>
                    <a:pt x="2741627" y="275447"/>
                  </a:lnTo>
                  <a:lnTo>
                    <a:pt x="2735368" y="275447"/>
                  </a:lnTo>
                  <a:lnTo>
                    <a:pt x="2729108" y="275447"/>
                  </a:lnTo>
                  <a:lnTo>
                    <a:pt x="2722849" y="275447"/>
                  </a:lnTo>
                  <a:lnTo>
                    <a:pt x="2716589" y="275447"/>
                  </a:lnTo>
                  <a:lnTo>
                    <a:pt x="2710330" y="275447"/>
                  </a:lnTo>
                  <a:lnTo>
                    <a:pt x="2704070" y="275447"/>
                  </a:lnTo>
                  <a:lnTo>
                    <a:pt x="2697811" y="275447"/>
                  </a:lnTo>
                  <a:lnTo>
                    <a:pt x="2691552" y="275447"/>
                  </a:lnTo>
                  <a:lnTo>
                    <a:pt x="2685292" y="275447"/>
                  </a:lnTo>
                  <a:lnTo>
                    <a:pt x="2679033" y="275447"/>
                  </a:lnTo>
                  <a:lnTo>
                    <a:pt x="2672773" y="275447"/>
                  </a:lnTo>
                  <a:lnTo>
                    <a:pt x="2666514" y="275447"/>
                  </a:lnTo>
                  <a:lnTo>
                    <a:pt x="2660254" y="275447"/>
                  </a:lnTo>
                  <a:lnTo>
                    <a:pt x="2653995" y="275447"/>
                  </a:lnTo>
                  <a:lnTo>
                    <a:pt x="2647736" y="275447"/>
                  </a:lnTo>
                  <a:lnTo>
                    <a:pt x="2641476" y="275447"/>
                  </a:lnTo>
                  <a:lnTo>
                    <a:pt x="2635217" y="275447"/>
                  </a:lnTo>
                  <a:lnTo>
                    <a:pt x="2628957" y="275447"/>
                  </a:lnTo>
                  <a:lnTo>
                    <a:pt x="2622698" y="275447"/>
                  </a:lnTo>
                  <a:lnTo>
                    <a:pt x="2616438" y="275447"/>
                  </a:lnTo>
                  <a:lnTo>
                    <a:pt x="2610179" y="275447"/>
                  </a:lnTo>
                  <a:lnTo>
                    <a:pt x="2603920" y="275447"/>
                  </a:lnTo>
                  <a:lnTo>
                    <a:pt x="2597660" y="275447"/>
                  </a:lnTo>
                  <a:lnTo>
                    <a:pt x="2591401" y="275447"/>
                  </a:lnTo>
                  <a:lnTo>
                    <a:pt x="2585141" y="275447"/>
                  </a:lnTo>
                  <a:lnTo>
                    <a:pt x="2578882" y="275447"/>
                  </a:lnTo>
                  <a:lnTo>
                    <a:pt x="2572623" y="275447"/>
                  </a:lnTo>
                  <a:lnTo>
                    <a:pt x="2566363" y="275447"/>
                  </a:lnTo>
                  <a:lnTo>
                    <a:pt x="2560104" y="275447"/>
                  </a:lnTo>
                  <a:lnTo>
                    <a:pt x="2553844" y="275447"/>
                  </a:lnTo>
                  <a:lnTo>
                    <a:pt x="2547585" y="275447"/>
                  </a:lnTo>
                  <a:lnTo>
                    <a:pt x="2541325" y="275447"/>
                  </a:lnTo>
                  <a:lnTo>
                    <a:pt x="2535066" y="275447"/>
                  </a:lnTo>
                  <a:lnTo>
                    <a:pt x="2528807" y="275447"/>
                  </a:lnTo>
                  <a:lnTo>
                    <a:pt x="2522547" y="275447"/>
                  </a:lnTo>
                  <a:lnTo>
                    <a:pt x="2516288" y="275447"/>
                  </a:lnTo>
                  <a:lnTo>
                    <a:pt x="2510028" y="275447"/>
                  </a:lnTo>
                  <a:lnTo>
                    <a:pt x="2503769" y="275447"/>
                  </a:lnTo>
                  <a:lnTo>
                    <a:pt x="2497509" y="275447"/>
                  </a:lnTo>
                  <a:lnTo>
                    <a:pt x="2491250" y="275447"/>
                  </a:lnTo>
                  <a:lnTo>
                    <a:pt x="2484991" y="275447"/>
                  </a:lnTo>
                  <a:lnTo>
                    <a:pt x="2478731" y="275447"/>
                  </a:lnTo>
                  <a:lnTo>
                    <a:pt x="2472472" y="275447"/>
                  </a:lnTo>
                  <a:lnTo>
                    <a:pt x="2466212" y="275447"/>
                  </a:lnTo>
                  <a:lnTo>
                    <a:pt x="2459953" y="275447"/>
                  </a:lnTo>
                  <a:lnTo>
                    <a:pt x="2453693" y="275447"/>
                  </a:lnTo>
                  <a:lnTo>
                    <a:pt x="2447434" y="275447"/>
                  </a:lnTo>
                  <a:lnTo>
                    <a:pt x="2441175" y="275447"/>
                  </a:lnTo>
                  <a:lnTo>
                    <a:pt x="2434915" y="275447"/>
                  </a:lnTo>
                  <a:lnTo>
                    <a:pt x="2428656" y="275447"/>
                  </a:lnTo>
                  <a:lnTo>
                    <a:pt x="2422396" y="275447"/>
                  </a:lnTo>
                  <a:lnTo>
                    <a:pt x="2416137" y="275447"/>
                  </a:lnTo>
                  <a:lnTo>
                    <a:pt x="2409878" y="275447"/>
                  </a:lnTo>
                  <a:lnTo>
                    <a:pt x="2403618" y="275447"/>
                  </a:lnTo>
                  <a:lnTo>
                    <a:pt x="2397359" y="275447"/>
                  </a:lnTo>
                  <a:lnTo>
                    <a:pt x="2391099" y="275447"/>
                  </a:lnTo>
                  <a:lnTo>
                    <a:pt x="2384840" y="275447"/>
                  </a:lnTo>
                  <a:lnTo>
                    <a:pt x="2378580" y="275447"/>
                  </a:lnTo>
                  <a:lnTo>
                    <a:pt x="2372321" y="275447"/>
                  </a:lnTo>
                  <a:lnTo>
                    <a:pt x="2366062" y="275447"/>
                  </a:lnTo>
                  <a:lnTo>
                    <a:pt x="2359802" y="275447"/>
                  </a:lnTo>
                  <a:lnTo>
                    <a:pt x="2353543" y="275447"/>
                  </a:lnTo>
                  <a:lnTo>
                    <a:pt x="2347283" y="275447"/>
                  </a:lnTo>
                  <a:lnTo>
                    <a:pt x="2341024" y="275447"/>
                  </a:lnTo>
                  <a:lnTo>
                    <a:pt x="2334764" y="275447"/>
                  </a:lnTo>
                  <a:lnTo>
                    <a:pt x="2328505" y="275447"/>
                  </a:lnTo>
                  <a:lnTo>
                    <a:pt x="2322246" y="275447"/>
                  </a:lnTo>
                  <a:lnTo>
                    <a:pt x="2315986" y="275447"/>
                  </a:lnTo>
                  <a:lnTo>
                    <a:pt x="2309727" y="275447"/>
                  </a:lnTo>
                  <a:lnTo>
                    <a:pt x="2303467" y="275447"/>
                  </a:lnTo>
                  <a:lnTo>
                    <a:pt x="2297208" y="275447"/>
                  </a:lnTo>
                  <a:lnTo>
                    <a:pt x="2290948" y="275447"/>
                  </a:lnTo>
                  <a:lnTo>
                    <a:pt x="2284689" y="275447"/>
                  </a:lnTo>
                  <a:lnTo>
                    <a:pt x="2278430" y="275447"/>
                  </a:lnTo>
                  <a:lnTo>
                    <a:pt x="2272170" y="275447"/>
                  </a:lnTo>
                  <a:lnTo>
                    <a:pt x="2265911" y="275447"/>
                  </a:lnTo>
                  <a:lnTo>
                    <a:pt x="2259651" y="275447"/>
                  </a:lnTo>
                  <a:lnTo>
                    <a:pt x="2253392" y="275447"/>
                  </a:lnTo>
                  <a:lnTo>
                    <a:pt x="2247133" y="275447"/>
                  </a:lnTo>
                  <a:lnTo>
                    <a:pt x="2240873" y="275447"/>
                  </a:lnTo>
                  <a:lnTo>
                    <a:pt x="2234614" y="275447"/>
                  </a:lnTo>
                  <a:lnTo>
                    <a:pt x="2228354" y="275447"/>
                  </a:lnTo>
                  <a:lnTo>
                    <a:pt x="2222095" y="275447"/>
                  </a:lnTo>
                  <a:lnTo>
                    <a:pt x="2215835" y="275447"/>
                  </a:lnTo>
                  <a:lnTo>
                    <a:pt x="2209576" y="275447"/>
                  </a:lnTo>
                  <a:lnTo>
                    <a:pt x="2203317" y="275447"/>
                  </a:lnTo>
                  <a:lnTo>
                    <a:pt x="2197057" y="275447"/>
                  </a:lnTo>
                  <a:lnTo>
                    <a:pt x="2190798" y="275447"/>
                  </a:lnTo>
                  <a:lnTo>
                    <a:pt x="2184538" y="275447"/>
                  </a:lnTo>
                  <a:lnTo>
                    <a:pt x="2178279" y="275447"/>
                  </a:lnTo>
                  <a:lnTo>
                    <a:pt x="2172019" y="275447"/>
                  </a:lnTo>
                  <a:lnTo>
                    <a:pt x="2165760" y="275447"/>
                  </a:lnTo>
                  <a:lnTo>
                    <a:pt x="2159501" y="275447"/>
                  </a:lnTo>
                  <a:lnTo>
                    <a:pt x="2153241" y="275447"/>
                  </a:lnTo>
                  <a:lnTo>
                    <a:pt x="2146982" y="275447"/>
                  </a:lnTo>
                  <a:lnTo>
                    <a:pt x="2140722" y="275447"/>
                  </a:lnTo>
                  <a:lnTo>
                    <a:pt x="2134463" y="275447"/>
                  </a:lnTo>
                  <a:lnTo>
                    <a:pt x="2128203" y="275447"/>
                  </a:lnTo>
                  <a:lnTo>
                    <a:pt x="2121944" y="275447"/>
                  </a:lnTo>
                  <a:lnTo>
                    <a:pt x="2115685" y="275447"/>
                  </a:lnTo>
                  <a:lnTo>
                    <a:pt x="2109425" y="275447"/>
                  </a:lnTo>
                  <a:lnTo>
                    <a:pt x="2103166" y="275447"/>
                  </a:lnTo>
                  <a:lnTo>
                    <a:pt x="2096906" y="275447"/>
                  </a:lnTo>
                  <a:lnTo>
                    <a:pt x="2090647" y="275447"/>
                  </a:lnTo>
                  <a:lnTo>
                    <a:pt x="2084388" y="275447"/>
                  </a:lnTo>
                  <a:lnTo>
                    <a:pt x="2078128" y="275447"/>
                  </a:lnTo>
                  <a:lnTo>
                    <a:pt x="2071869" y="275447"/>
                  </a:lnTo>
                  <a:lnTo>
                    <a:pt x="2065609" y="275447"/>
                  </a:lnTo>
                  <a:lnTo>
                    <a:pt x="2059350" y="275447"/>
                  </a:lnTo>
                  <a:lnTo>
                    <a:pt x="2053090" y="275447"/>
                  </a:lnTo>
                  <a:lnTo>
                    <a:pt x="2046831" y="275447"/>
                  </a:lnTo>
                  <a:lnTo>
                    <a:pt x="2040572" y="275447"/>
                  </a:lnTo>
                  <a:lnTo>
                    <a:pt x="2034312" y="275447"/>
                  </a:lnTo>
                  <a:lnTo>
                    <a:pt x="2028053" y="275447"/>
                  </a:lnTo>
                  <a:lnTo>
                    <a:pt x="2021793" y="275447"/>
                  </a:lnTo>
                  <a:lnTo>
                    <a:pt x="2015534" y="275447"/>
                  </a:lnTo>
                  <a:lnTo>
                    <a:pt x="2009274" y="275447"/>
                  </a:lnTo>
                  <a:lnTo>
                    <a:pt x="2003015" y="275447"/>
                  </a:lnTo>
                  <a:lnTo>
                    <a:pt x="1996756" y="275447"/>
                  </a:lnTo>
                  <a:lnTo>
                    <a:pt x="1990496" y="275447"/>
                  </a:lnTo>
                  <a:lnTo>
                    <a:pt x="1984237" y="275447"/>
                  </a:lnTo>
                  <a:lnTo>
                    <a:pt x="1977977" y="275447"/>
                  </a:lnTo>
                  <a:lnTo>
                    <a:pt x="1971718" y="275447"/>
                  </a:lnTo>
                  <a:lnTo>
                    <a:pt x="1965458" y="275447"/>
                  </a:lnTo>
                  <a:lnTo>
                    <a:pt x="1959199" y="275447"/>
                  </a:lnTo>
                  <a:lnTo>
                    <a:pt x="1952940" y="275447"/>
                  </a:lnTo>
                  <a:lnTo>
                    <a:pt x="1946680" y="275447"/>
                  </a:lnTo>
                  <a:lnTo>
                    <a:pt x="1940421" y="275447"/>
                  </a:lnTo>
                  <a:lnTo>
                    <a:pt x="1934161" y="275447"/>
                  </a:lnTo>
                  <a:lnTo>
                    <a:pt x="1927902" y="275447"/>
                  </a:lnTo>
                  <a:lnTo>
                    <a:pt x="1921642" y="275447"/>
                  </a:lnTo>
                  <a:lnTo>
                    <a:pt x="1915383" y="275447"/>
                  </a:lnTo>
                  <a:lnTo>
                    <a:pt x="1909124" y="275447"/>
                  </a:lnTo>
                  <a:lnTo>
                    <a:pt x="1902864" y="275447"/>
                  </a:lnTo>
                  <a:lnTo>
                    <a:pt x="1896605" y="275447"/>
                  </a:lnTo>
                  <a:lnTo>
                    <a:pt x="1890345" y="275447"/>
                  </a:lnTo>
                  <a:lnTo>
                    <a:pt x="1884086" y="275447"/>
                  </a:lnTo>
                  <a:lnTo>
                    <a:pt x="1877827" y="275447"/>
                  </a:lnTo>
                  <a:lnTo>
                    <a:pt x="1871567" y="275447"/>
                  </a:lnTo>
                  <a:lnTo>
                    <a:pt x="1865308" y="275447"/>
                  </a:lnTo>
                  <a:lnTo>
                    <a:pt x="1859048" y="275447"/>
                  </a:lnTo>
                  <a:lnTo>
                    <a:pt x="1852789" y="275447"/>
                  </a:lnTo>
                  <a:lnTo>
                    <a:pt x="1846529" y="275447"/>
                  </a:lnTo>
                  <a:lnTo>
                    <a:pt x="1840270" y="275447"/>
                  </a:lnTo>
                  <a:lnTo>
                    <a:pt x="1834011" y="275447"/>
                  </a:lnTo>
                  <a:lnTo>
                    <a:pt x="1827751" y="275447"/>
                  </a:lnTo>
                  <a:lnTo>
                    <a:pt x="1821492" y="275447"/>
                  </a:lnTo>
                  <a:lnTo>
                    <a:pt x="1815232" y="275447"/>
                  </a:lnTo>
                  <a:lnTo>
                    <a:pt x="1808973" y="275447"/>
                  </a:lnTo>
                  <a:lnTo>
                    <a:pt x="1802713" y="275447"/>
                  </a:lnTo>
                  <a:lnTo>
                    <a:pt x="1796454" y="275447"/>
                  </a:lnTo>
                  <a:lnTo>
                    <a:pt x="1790195" y="275447"/>
                  </a:lnTo>
                  <a:lnTo>
                    <a:pt x="1783935" y="275447"/>
                  </a:lnTo>
                  <a:lnTo>
                    <a:pt x="1777676" y="275447"/>
                  </a:lnTo>
                  <a:lnTo>
                    <a:pt x="1771416" y="275447"/>
                  </a:lnTo>
                  <a:lnTo>
                    <a:pt x="1765157" y="275447"/>
                  </a:lnTo>
                  <a:lnTo>
                    <a:pt x="1758897" y="275447"/>
                  </a:lnTo>
                  <a:lnTo>
                    <a:pt x="1752638" y="275447"/>
                  </a:lnTo>
                  <a:lnTo>
                    <a:pt x="1746379" y="275447"/>
                  </a:lnTo>
                  <a:lnTo>
                    <a:pt x="1740119" y="275447"/>
                  </a:lnTo>
                  <a:lnTo>
                    <a:pt x="1733860" y="275447"/>
                  </a:lnTo>
                  <a:lnTo>
                    <a:pt x="1727600" y="275447"/>
                  </a:lnTo>
                  <a:lnTo>
                    <a:pt x="1721341" y="275447"/>
                  </a:lnTo>
                  <a:lnTo>
                    <a:pt x="1715082" y="275447"/>
                  </a:lnTo>
                  <a:lnTo>
                    <a:pt x="1708822" y="275447"/>
                  </a:lnTo>
                  <a:lnTo>
                    <a:pt x="1702563" y="275447"/>
                  </a:lnTo>
                  <a:lnTo>
                    <a:pt x="1696303" y="275447"/>
                  </a:lnTo>
                  <a:lnTo>
                    <a:pt x="1690044" y="275447"/>
                  </a:lnTo>
                  <a:lnTo>
                    <a:pt x="1683784" y="275447"/>
                  </a:lnTo>
                  <a:lnTo>
                    <a:pt x="1677525" y="275447"/>
                  </a:lnTo>
                  <a:lnTo>
                    <a:pt x="1671266" y="275447"/>
                  </a:lnTo>
                  <a:lnTo>
                    <a:pt x="1665006" y="275447"/>
                  </a:lnTo>
                  <a:lnTo>
                    <a:pt x="1658747" y="275447"/>
                  </a:lnTo>
                  <a:lnTo>
                    <a:pt x="1652487" y="275447"/>
                  </a:lnTo>
                  <a:lnTo>
                    <a:pt x="1646228" y="275447"/>
                  </a:lnTo>
                  <a:lnTo>
                    <a:pt x="1639968" y="275447"/>
                  </a:lnTo>
                  <a:lnTo>
                    <a:pt x="1633709" y="275447"/>
                  </a:lnTo>
                  <a:lnTo>
                    <a:pt x="1627450" y="275447"/>
                  </a:lnTo>
                  <a:lnTo>
                    <a:pt x="1621190" y="275447"/>
                  </a:lnTo>
                  <a:lnTo>
                    <a:pt x="1614931" y="275447"/>
                  </a:lnTo>
                  <a:lnTo>
                    <a:pt x="1608671" y="275447"/>
                  </a:lnTo>
                  <a:lnTo>
                    <a:pt x="1602412" y="275447"/>
                  </a:lnTo>
                  <a:lnTo>
                    <a:pt x="1596152" y="275447"/>
                  </a:lnTo>
                  <a:lnTo>
                    <a:pt x="1589893" y="275447"/>
                  </a:lnTo>
                  <a:lnTo>
                    <a:pt x="1583634" y="275447"/>
                  </a:lnTo>
                  <a:lnTo>
                    <a:pt x="1577374" y="275447"/>
                  </a:lnTo>
                  <a:lnTo>
                    <a:pt x="1571115" y="275447"/>
                  </a:lnTo>
                  <a:lnTo>
                    <a:pt x="1564855" y="275447"/>
                  </a:lnTo>
                  <a:lnTo>
                    <a:pt x="1558596" y="275447"/>
                  </a:lnTo>
                  <a:lnTo>
                    <a:pt x="1552337" y="275447"/>
                  </a:lnTo>
                  <a:lnTo>
                    <a:pt x="1546077" y="275447"/>
                  </a:lnTo>
                  <a:lnTo>
                    <a:pt x="1539818" y="275447"/>
                  </a:lnTo>
                  <a:lnTo>
                    <a:pt x="1533558" y="275447"/>
                  </a:lnTo>
                  <a:lnTo>
                    <a:pt x="1527299" y="275447"/>
                  </a:lnTo>
                  <a:lnTo>
                    <a:pt x="1521039" y="275447"/>
                  </a:lnTo>
                  <a:lnTo>
                    <a:pt x="1514780" y="275447"/>
                  </a:lnTo>
                  <a:lnTo>
                    <a:pt x="1508521" y="275447"/>
                  </a:lnTo>
                  <a:lnTo>
                    <a:pt x="1502261" y="275447"/>
                  </a:lnTo>
                  <a:lnTo>
                    <a:pt x="1496002" y="275447"/>
                  </a:lnTo>
                  <a:lnTo>
                    <a:pt x="1489742" y="275447"/>
                  </a:lnTo>
                  <a:lnTo>
                    <a:pt x="1483483" y="275447"/>
                  </a:lnTo>
                  <a:lnTo>
                    <a:pt x="1477223" y="275447"/>
                  </a:lnTo>
                  <a:lnTo>
                    <a:pt x="1470964" y="275447"/>
                  </a:lnTo>
                  <a:lnTo>
                    <a:pt x="1464705" y="275447"/>
                  </a:lnTo>
                  <a:lnTo>
                    <a:pt x="1458445" y="275447"/>
                  </a:lnTo>
                  <a:lnTo>
                    <a:pt x="1452186" y="275447"/>
                  </a:lnTo>
                  <a:lnTo>
                    <a:pt x="1445926" y="275447"/>
                  </a:lnTo>
                  <a:lnTo>
                    <a:pt x="1439667" y="275447"/>
                  </a:lnTo>
                  <a:lnTo>
                    <a:pt x="1433407" y="275447"/>
                  </a:lnTo>
                  <a:lnTo>
                    <a:pt x="1427148" y="275447"/>
                  </a:lnTo>
                  <a:lnTo>
                    <a:pt x="1420889" y="275447"/>
                  </a:lnTo>
                  <a:lnTo>
                    <a:pt x="1414629" y="275447"/>
                  </a:lnTo>
                  <a:lnTo>
                    <a:pt x="1408370" y="275447"/>
                  </a:lnTo>
                  <a:lnTo>
                    <a:pt x="1402110" y="275447"/>
                  </a:lnTo>
                  <a:lnTo>
                    <a:pt x="1395851" y="275447"/>
                  </a:lnTo>
                  <a:lnTo>
                    <a:pt x="1389592" y="275447"/>
                  </a:lnTo>
                  <a:lnTo>
                    <a:pt x="1383332" y="275447"/>
                  </a:lnTo>
                  <a:lnTo>
                    <a:pt x="1377073" y="275447"/>
                  </a:lnTo>
                  <a:lnTo>
                    <a:pt x="1370813" y="275447"/>
                  </a:lnTo>
                  <a:lnTo>
                    <a:pt x="1364554" y="275447"/>
                  </a:lnTo>
                  <a:lnTo>
                    <a:pt x="1358294" y="275447"/>
                  </a:lnTo>
                  <a:lnTo>
                    <a:pt x="1352035" y="275447"/>
                  </a:lnTo>
                  <a:lnTo>
                    <a:pt x="1345776" y="275447"/>
                  </a:lnTo>
                  <a:lnTo>
                    <a:pt x="1339516" y="275447"/>
                  </a:lnTo>
                  <a:lnTo>
                    <a:pt x="1333257" y="275447"/>
                  </a:lnTo>
                  <a:lnTo>
                    <a:pt x="1326997" y="275447"/>
                  </a:lnTo>
                  <a:lnTo>
                    <a:pt x="1320738" y="275447"/>
                  </a:lnTo>
                  <a:lnTo>
                    <a:pt x="1314478" y="275447"/>
                  </a:lnTo>
                  <a:lnTo>
                    <a:pt x="1308219" y="275447"/>
                  </a:lnTo>
                  <a:lnTo>
                    <a:pt x="1301960" y="275447"/>
                  </a:lnTo>
                  <a:lnTo>
                    <a:pt x="1295700" y="275447"/>
                  </a:lnTo>
                  <a:lnTo>
                    <a:pt x="1289441" y="275447"/>
                  </a:lnTo>
                  <a:lnTo>
                    <a:pt x="1283181" y="275447"/>
                  </a:lnTo>
                  <a:lnTo>
                    <a:pt x="1276922" y="275447"/>
                  </a:lnTo>
                  <a:lnTo>
                    <a:pt x="1270662" y="275447"/>
                  </a:lnTo>
                  <a:lnTo>
                    <a:pt x="1264403" y="275447"/>
                  </a:lnTo>
                  <a:lnTo>
                    <a:pt x="1258144" y="275447"/>
                  </a:lnTo>
                  <a:lnTo>
                    <a:pt x="1251884" y="275447"/>
                  </a:lnTo>
                  <a:lnTo>
                    <a:pt x="1245625" y="275447"/>
                  </a:lnTo>
                  <a:lnTo>
                    <a:pt x="1239365" y="275447"/>
                  </a:lnTo>
                  <a:lnTo>
                    <a:pt x="1233106" y="275447"/>
                  </a:lnTo>
                  <a:lnTo>
                    <a:pt x="1226846" y="275447"/>
                  </a:lnTo>
                  <a:lnTo>
                    <a:pt x="1220587" y="275447"/>
                  </a:lnTo>
                  <a:lnTo>
                    <a:pt x="1214328" y="275447"/>
                  </a:lnTo>
                  <a:lnTo>
                    <a:pt x="1208068" y="275447"/>
                  </a:lnTo>
                  <a:lnTo>
                    <a:pt x="1201809" y="275447"/>
                  </a:lnTo>
                  <a:lnTo>
                    <a:pt x="1195549" y="275447"/>
                  </a:lnTo>
                  <a:lnTo>
                    <a:pt x="1189290" y="275447"/>
                  </a:lnTo>
                  <a:lnTo>
                    <a:pt x="1183031" y="275447"/>
                  </a:lnTo>
                  <a:lnTo>
                    <a:pt x="1176771" y="275447"/>
                  </a:lnTo>
                  <a:lnTo>
                    <a:pt x="1170512" y="275447"/>
                  </a:lnTo>
                  <a:lnTo>
                    <a:pt x="1164252" y="275447"/>
                  </a:lnTo>
                  <a:lnTo>
                    <a:pt x="1157993" y="275447"/>
                  </a:lnTo>
                  <a:lnTo>
                    <a:pt x="1151733" y="275447"/>
                  </a:lnTo>
                  <a:lnTo>
                    <a:pt x="1145474" y="275447"/>
                  </a:lnTo>
                  <a:lnTo>
                    <a:pt x="1139215" y="275447"/>
                  </a:lnTo>
                  <a:lnTo>
                    <a:pt x="1132955" y="275447"/>
                  </a:lnTo>
                  <a:lnTo>
                    <a:pt x="1126696" y="275447"/>
                  </a:lnTo>
                  <a:lnTo>
                    <a:pt x="1120436" y="275447"/>
                  </a:lnTo>
                  <a:lnTo>
                    <a:pt x="1114177" y="275447"/>
                  </a:lnTo>
                  <a:lnTo>
                    <a:pt x="1107917" y="275447"/>
                  </a:lnTo>
                  <a:lnTo>
                    <a:pt x="1101658" y="275447"/>
                  </a:lnTo>
                  <a:lnTo>
                    <a:pt x="1095399" y="275447"/>
                  </a:lnTo>
                  <a:lnTo>
                    <a:pt x="1089139" y="275447"/>
                  </a:lnTo>
                  <a:lnTo>
                    <a:pt x="1082880" y="275447"/>
                  </a:lnTo>
                  <a:lnTo>
                    <a:pt x="1076620" y="275447"/>
                  </a:lnTo>
                  <a:lnTo>
                    <a:pt x="1070361" y="275447"/>
                  </a:lnTo>
                  <a:lnTo>
                    <a:pt x="1064101" y="275447"/>
                  </a:lnTo>
                  <a:lnTo>
                    <a:pt x="1057842" y="275447"/>
                  </a:lnTo>
                  <a:lnTo>
                    <a:pt x="1051583" y="275447"/>
                  </a:lnTo>
                  <a:lnTo>
                    <a:pt x="1045323" y="275447"/>
                  </a:lnTo>
                  <a:lnTo>
                    <a:pt x="1039064" y="275447"/>
                  </a:lnTo>
                  <a:lnTo>
                    <a:pt x="1032804" y="275447"/>
                  </a:lnTo>
                  <a:lnTo>
                    <a:pt x="1026545" y="275447"/>
                  </a:lnTo>
                  <a:lnTo>
                    <a:pt x="1020286" y="275447"/>
                  </a:lnTo>
                  <a:lnTo>
                    <a:pt x="1014026" y="275447"/>
                  </a:lnTo>
                  <a:lnTo>
                    <a:pt x="1007767" y="275447"/>
                  </a:lnTo>
                  <a:lnTo>
                    <a:pt x="1001507" y="275447"/>
                  </a:lnTo>
                  <a:lnTo>
                    <a:pt x="995248" y="275447"/>
                  </a:lnTo>
                  <a:lnTo>
                    <a:pt x="988988" y="275447"/>
                  </a:lnTo>
                  <a:lnTo>
                    <a:pt x="982729" y="275447"/>
                  </a:lnTo>
                  <a:lnTo>
                    <a:pt x="976470" y="275447"/>
                  </a:lnTo>
                  <a:lnTo>
                    <a:pt x="970210" y="275447"/>
                  </a:lnTo>
                  <a:lnTo>
                    <a:pt x="963951" y="275447"/>
                  </a:lnTo>
                  <a:lnTo>
                    <a:pt x="957691" y="275447"/>
                  </a:lnTo>
                  <a:lnTo>
                    <a:pt x="951432" y="275447"/>
                  </a:lnTo>
                  <a:lnTo>
                    <a:pt x="945172" y="275447"/>
                  </a:lnTo>
                  <a:lnTo>
                    <a:pt x="938913" y="275447"/>
                  </a:lnTo>
                  <a:lnTo>
                    <a:pt x="932654" y="275447"/>
                  </a:lnTo>
                  <a:lnTo>
                    <a:pt x="926394" y="275447"/>
                  </a:lnTo>
                  <a:lnTo>
                    <a:pt x="920135" y="275447"/>
                  </a:lnTo>
                  <a:lnTo>
                    <a:pt x="913875" y="275447"/>
                  </a:lnTo>
                  <a:lnTo>
                    <a:pt x="907616" y="275447"/>
                  </a:lnTo>
                  <a:lnTo>
                    <a:pt x="901356" y="275447"/>
                  </a:lnTo>
                  <a:lnTo>
                    <a:pt x="895097" y="275447"/>
                  </a:lnTo>
                  <a:lnTo>
                    <a:pt x="888838" y="275447"/>
                  </a:lnTo>
                  <a:lnTo>
                    <a:pt x="882578" y="275447"/>
                  </a:lnTo>
                  <a:lnTo>
                    <a:pt x="876319" y="275447"/>
                  </a:lnTo>
                  <a:lnTo>
                    <a:pt x="870059" y="275447"/>
                  </a:lnTo>
                  <a:lnTo>
                    <a:pt x="863800" y="275447"/>
                  </a:lnTo>
                  <a:lnTo>
                    <a:pt x="857541" y="275447"/>
                  </a:lnTo>
                  <a:lnTo>
                    <a:pt x="851281" y="275447"/>
                  </a:lnTo>
                  <a:lnTo>
                    <a:pt x="845022" y="275447"/>
                  </a:lnTo>
                  <a:lnTo>
                    <a:pt x="838762" y="275447"/>
                  </a:lnTo>
                  <a:lnTo>
                    <a:pt x="832503" y="275447"/>
                  </a:lnTo>
                  <a:lnTo>
                    <a:pt x="826243" y="275447"/>
                  </a:lnTo>
                  <a:lnTo>
                    <a:pt x="819984" y="275447"/>
                  </a:lnTo>
                  <a:lnTo>
                    <a:pt x="813725" y="275447"/>
                  </a:lnTo>
                  <a:lnTo>
                    <a:pt x="807465" y="275447"/>
                  </a:lnTo>
                  <a:lnTo>
                    <a:pt x="801206" y="275447"/>
                  </a:lnTo>
                  <a:lnTo>
                    <a:pt x="794946" y="275447"/>
                  </a:lnTo>
                  <a:lnTo>
                    <a:pt x="788687" y="275447"/>
                  </a:lnTo>
                  <a:lnTo>
                    <a:pt x="782427" y="275447"/>
                  </a:lnTo>
                  <a:lnTo>
                    <a:pt x="776168" y="275447"/>
                  </a:lnTo>
                  <a:lnTo>
                    <a:pt x="769909" y="275447"/>
                  </a:lnTo>
                  <a:lnTo>
                    <a:pt x="763649" y="275447"/>
                  </a:lnTo>
                  <a:lnTo>
                    <a:pt x="757390" y="275447"/>
                  </a:lnTo>
                  <a:lnTo>
                    <a:pt x="751130" y="275447"/>
                  </a:lnTo>
                  <a:lnTo>
                    <a:pt x="744871" y="275447"/>
                  </a:lnTo>
                  <a:lnTo>
                    <a:pt x="738611" y="275447"/>
                  </a:lnTo>
                  <a:lnTo>
                    <a:pt x="732352" y="275447"/>
                  </a:lnTo>
                  <a:lnTo>
                    <a:pt x="726093" y="275447"/>
                  </a:lnTo>
                  <a:lnTo>
                    <a:pt x="719833" y="275447"/>
                  </a:lnTo>
                  <a:lnTo>
                    <a:pt x="713574" y="275447"/>
                  </a:lnTo>
                  <a:lnTo>
                    <a:pt x="707314" y="275447"/>
                  </a:lnTo>
                  <a:lnTo>
                    <a:pt x="701055" y="275447"/>
                  </a:lnTo>
                  <a:lnTo>
                    <a:pt x="694796" y="275447"/>
                  </a:lnTo>
                  <a:lnTo>
                    <a:pt x="688536" y="275447"/>
                  </a:lnTo>
                  <a:lnTo>
                    <a:pt x="682277" y="275447"/>
                  </a:lnTo>
                  <a:lnTo>
                    <a:pt x="676017" y="275447"/>
                  </a:lnTo>
                  <a:lnTo>
                    <a:pt x="669758" y="275447"/>
                  </a:lnTo>
                  <a:lnTo>
                    <a:pt x="663498" y="275447"/>
                  </a:lnTo>
                  <a:lnTo>
                    <a:pt x="657239" y="275447"/>
                  </a:lnTo>
                  <a:lnTo>
                    <a:pt x="650980" y="275447"/>
                  </a:lnTo>
                  <a:lnTo>
                    <a:pt x="644720" y="275447"/>
                  </a:lnTo>
                  <a:lnTo>
                    <a:pt x="638461" y="275447"/>
                  </a:lnTo>
                  <a:lnTo>
                    <a:pt x="632201" y="275447"/>
                  </a:lnTo>
                  <a:lnTo>
                    <a:pt x="625942" y="275447"/>
                  </a:lnTo>
                  <a:lnTo>
                    <a:pt x="619682" y="275447"/>
                  </a:lnTo>
                  <a:lnTo>
                    <a:pt x="613423" y="275447"/>
                  </a:lnTo>
                  <a:lnTo>
                    <a:pt x="607164" y="275447"/>
                  </a:lnTo>
                  <a:lnTo>
                    <a:pt x="600904" y="275447"/>
                  </a:lnTo>
                  <a:lnTo>
                    <a:pt x="594645" y="275447"/>
                  </a:lnTo>
                  <a:lnTo>
                    <a:pt x="588385" y="275447"/>
                  </a:lnTo>
                  <a:lnTo>
                    <a:pt x="582126" y="275447"/>
                  </a:lnTo>
                  <a:lnTo>
                    <a:pt x="575866" y="275447"/>
                  </a:lnTo>
                  <a:lnTo>
                    <a:pt x="569607" y="275447"/>
                  </a:lnTo>
                  <a:lnTo>
                    <a:pt x="563348" y="275447"/>
                  </a:lnTo>
                  <a:lnTo>
                    <a:pt x="557088" y="275447"/>
                  </a:lnTo>
                  <a:lnTo>
                    <a:pt x="550829" y="275447"/>
                  </a:lnTo>
                  <a:lnTo>
                    <a:pt x="544569" y="275447"/>
                  </a:lnTo>
                  <a:lnTo>
                    <a:pt x="538310" y="275447"/>
                  </a:lnTo>
                  <a:lnTo>
                    <a:pt x="532050" y="275447"/>
                  </a:lnTo>
                  <a:lnTo>
                    <a:pt x="525791" y="275447"/>
                  </a:lnTo>
                  <a:lnTo>
                    <a:pt x="519532" y="275447"/>
                  </a:lnTo>
                  <a:lnTo>
                    <a:pt x="513272" y="275447"/>
                  </a:lnTo>
                  <a:lnTo>
                    <a:pt x="507013" y="275447"/>
                  </a:lnTo>
                  <a:lnTo>
                    <a:pt x="500753" y="275447"/>
                  </a:lnTo>
                  <a:lnTo>
                    <a:pt x="494494" y="275447"/>
                  </a:lnTo>
                  <a:lnTo>
                    <a:pt x="488235" y="275447"/>
                  </a:lnTo>
                  <a:lnTo>
                    <a:pt x="481975" y="275447"/>
                  </a:lnTo>
                  <a:lnTo>
                    <a:pt x="475716" y="275447"/>
                  </a:lnTo>
                  <a:lnTo>
                    <a:pt x="469456" y="275447"/>
                  </a:lnTo>
                  <a:lnTo>
                    <a:pt x="463197" y="275447"/>
                  </a:lnTo>
                  <a:lnTo>
                    <a:pt x="456937" y="275447"/>
                  </a:lnTo>
                  <a:lnTo>
                    <a:pt x="450678" y="275447"/>
                  </a:lnTo>
                  <a:lnTo>
                    <a:pt x="444419" y="275447"/>
                  </a:lnTo>
                  <a:lnTo>
                    <a:pt x="438159" y="275447"/>
                  </a:lnTo>
                  <a:lnTo>
                    <a:pt x="431900" y="275447"/>
                  </a:lnTo>
                  <a:lnTo>
                    <a:pt x="425640" y="275447"/>
                  </a:lnTo>
                  <a:lnTo>
                    <a:pt x="419381" y="275447"/>
                  </a:lnTo>
                  <a:lnTo>
                    <a:pt x="413121" y="275447"/>
                  </a:lnTo>
                  <a:lnTo>
                    <a:pt x="406862" y="275447"/>
                  </a:lnTo>
                  <a:lnTo>
                    <a:pt x="400603" y="275447"/>
                  </a:lnTo>
                  <a:lnTo>
                    <a:pt x="394343" y="275447"/>
                  </a:lnTo>
                  <a:lnTo>
                    <a:pt x="388084" y="275447"/>
                  </a:lnTo>
                  <a:lnTo>
                    <a:pt x="381824" y="275447"/>
                  </a:lnTo>
                  <a:lnTo>
                    <a:pt x="375565" y="275447"/>
                  </a:lnTo>
                  <a:lnTo>
                    <a:pt x="369305" y="275447"/>
                  </a:lnTo>
                  <a:lnTo>
                    <a:pt x="363046" y="275447"/>
                  </a:lnTo>
                  <a:lnTo>
                    <a:pt x="356787" y="275447"/>
                  </a:lnTo>
                  <a:lnTo>
                    <a:pt x="350527" y="275447"/>
                  </a:lnTo>
                  <a:lnTo>
                    <a:pt x="344268" y="275447"/>
                  </a:lnTo>
                  <a:lnTo>
                    <a:pt x="338008" y="275447"/>
                  </a:lnTo>
                  <a:lnTo>
                    <a:pt x="331749" y="275447"/>
                  </a:lnTo>
                  <a:lnTo>
                    <a:pt x="325490" y="275447"/>
                  </a:lnTo>
                  <a:lnTo>
                    <a:pt x="319230" y="275447"/>
                  </a:lnTo>
                  <a:lnTo>
                    <a:pt x="312971" y="275447"/>
                  </a:lnTo>
                  <a:lnTo>
                    <a:pt x="306711" y="275447"/>
                  </a:lnTo>
                  <a:lnTo>
                    <a:pt x="300452" y="275447"/>
                  </a:lnTo>
                  <a:lnTo>
                    <a:pt x="294192" y="275447"/>
                  </a:lnTo>
                  <a:lnTo>
                    <a:pt x="287933" y="275447"/>
                  </a:lnTo>
                  <a:lnTo>
                    <a:pt x="281674" y="275447"/>
                  </a:lnTo>
                  <a:lnTo>
                    <a:pt x="275414" y="275447"/>
                  </a:lnTo>
                  <a:lnTo>
                    <a:pt x="269155" y="275447"/>
                  </a:lnTo>
                  <a:lnTo>
                    <a:pt x="262895" y="275447"/>
                  </a:lnTo>
                  <a:lnTo>
                    <a:pt x="256636" y="275447"/>
                  </a:lnTo>
                  <a:lnTo>
                    <a:pt x="250376" y="275447"/>
                  </a:lnTo>
                  <a:lnTo>
                    <a:pt x="244117" y="275447"/>
                  </a:lnTo>
                  <a:lnTo>
                    <a:pt x="237858" y="275447"/>
                  </a:lnTo>
                  <a:lnTo>
                    <a:pt x="231598" y="275447"/>
                  </a:lnTo>
                  <a:lnTo>
                    <a:pt x="225339" y="275447"/>
                  </a:lnTo>
                  <a:lnTo>
                    <a:pt x="219079" y="275447"/>
                  </a:lnTo>
                  <a:lnTo>
                    <a:pt x="212820" y="275447"/>
                  </a:lnTo>
                  <a:lnTo>
                    <a:pt x="206560" y="275447"/>
                  </a:lnTo>
                  <a:lnTo>
                    <a:pt x="200301" y="275447"/>
                  </a:lnTo>
                  <a:lnTo>
                    <a:pt x="194042" y="275447"/>
                  </a:lnTo>
                  <a:lnTo>
                    <a:pt x="187782" y="275447"/>
                  </a:lnTo>
                  <a:lnTo>
                    <a:pt x="181523" y="275447"/>
                  </a:lnTo>
                  <a:lnTo>
                    <a:pt x="175263" y="275447"/>
                  </a:lnTo>
                  <a:lnTo>
                    <a:pt x="169004" y="275447"/>
                  </a:lnTo>
                  <a:lnTo>
                    <a:pt x="162745" y="275447"/>
                  </a:lnTo>
                  <a:lnTo>
                    <a:pt x="156485" y="275447"/>
                  </a:lnTo>
                  <a:lnTo>
                    <a:pt x="150226" y="275447"/>
                  </a:lnTo>
                  <a:lnTo>
                    <a:pt x="143966" y="275447"/>
                  </a:lnTo>
                  <a:lnTo>
                    <a:pt x="137707" y="275447"/>
                  </a:lnTo>
                  <a:lnTo>
                    <a:pt x="131447" y="275447"/>
                  </a:lnTo>
                  <a:lnTo>
                    <a:pt x="125188" y="275447"/>
                  </a:lnTo>
                  <a:lnTo>
                    <a:pt x="118929" y="275447"/>
                  </a:lnTo>
                  <a:lnTo>
                    <a:pt x="112669" y="275447"/>
                  </a:lnTo>
                  <a:lnTo>
                    <a:pt x="106410" y="275447"/>
                  </a:lnTo>
                  <a:lnTo>
                    <a:pt x="100150" y="275447"/>
                  </a:lnTo>
                  <a:lnTo>
                    <a:pt x="93891" y="275447"/>
                  </a:lnTo>
                  <a:lnTo>
                    <a:pt x="87631" y="275447"/>
                  </a:lnTo>
                  <a:lnTo>
                    <a:pt x="81372" y="275447"/>
                  </a:lnTo>
                  <a:lnTo>
                    <a:pt x="75113" y="275447"/>
                  </a:lnTo>
                  <a:lnTo>
                    <a:pt x="68853" y="275447"/>
                  </a:lnTo>
                  <a:lnTo>
                    <a:pt x="62594" y="275447"/>
                  </a:lnTo>
                  <a:lnTo>
                    <a:pt x="56334" y="275447"/>
                  </a:lnTo>
                  <a:lnTo>
                    <a:pt x="50075" y="275447"/>
                  </a:lnTo>
                  <a:lnTo>
                    <a:pt x="43815" y="275447"/>
                  </a:lnTo>
                  <a:lnTo>
                    <a:pt x="37556" y="275447"/>
                  </a:lnTo>
                  <a:lnTo>
                    <a:pt x="31297" y="275447"/>
                  </a:lnTo>
                  <a:lnTo>
                    <a:pt x="25037" y="275447"/>
                  </a:lnTo>
                  <a:lnTo>
                    <a:pt x="18778" y="275447"/>
                  </a:lnTo>
                  <a:lnTo>
                    <a:pt x="12518" y="275447"/>
                  </a:lnTo>
                  <a:lnTo>
                    <a:pt x="6259" y="27544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749798" y="4180512"/>
              <a:ext cx="3198565" cy="275447"/>
            </a:xfrm>
            <a:custGeom>
              <a:avLst/>
              <a:pathLst>
                <a:path w="3198565" h="275447">
                  <a:moveTo>
                    <a:pt x="0" y="275447"/>
                  </a:moveTo>
                  <a:lnTo>
                    <a:pt x="6259" y="275447"/>
                  </a:lnTo>
                  <a:lnTo>
                    <a:pt x="12518" y="275447"/>
                  </a:lnTo>
                  <a:lnTo>
                    <a:pt x="18778" y="275447"/>
                  </a:lnTo>
                  <a:lnTo>
                    <a:pt x="25037" y="275447"/>
                  </a:lnTo>
                  <a:lnTo>
                    <a:pt x="31297" y="275447"/>
                  </a:lnTo>
                  <a:lnTo>
                    <a:pt x="37556" y="275447"/>
                  </a:lnTo>
                  <a:lnTo>
                    <a:pt x="43815" y="275447"/>
                  </a:lnTo>
                  <a:lnTo>
                    <a:pt x="50075" y="275447"/>
                  </a:lnTo>
                  <a:lnTo>
                    <a:pt x="56334" y="275447"/>
                  </a:lnTo>
                  <a:lnTo>
                    <a:pt x="62594" y="275447"/>
                  </a:lnTo>
                  <a:lnTo>
                    <a:pt x="68853" y="275447"/>
                  </a:lnTo>
                  <a:lnTo>
                    <a:pt x="75113" y="275447"/>
                  </a:lnTo>
                  <a:lnTo>
                    <a:pt x="81372" y="275447"/>
                  </a:lnTo>
                  <a:lnTo>
                    <a:pt x="87631" y="275446"/>
                  </a:lnTo>
                  <a:lnTo>
                    <a:pt x="93891" y="275446"/>
                  </a:lnTo>
                  <a:lnTo>
                    <a:pt x="100150" y="275444"/>
                  </a:lnTo>
                  <a:lnTo>
                    <a:pt x="106410" y="275438"/>
                  </a:lnTo>
                  <a:lnTo>
                    <a:pt x="112669" y="275423"/>
                  </a:lnTo>
                  <a:lnTo>
                    <a:pt x="118929" y="275388"/>
                  </a:lnTo>
                  <a:lnTo>
                    <a:pt x="125188" y="275310"/>
                  </a:lnTo>
                  <a:lnTo>
                    <a:pt x="131447" y="275146"/>
                  </a:lnTo>
                  <a:lnTo>
                    <a:pt x="137707" y="274827"/>
                  </a:lnTo>
                  <a:lnTo>
                    <a:pt x="143966" y="274246"/>
                  </a:lnTo>
                  <a:lnTo>
                    <a:pt x="150226" y="273251"/>
                  </a:lnTo>
                  <a:lnTo>
                    <a:pt x="156485" y="271652"/>
                  </a:lnTo>
                  <a:lnTo>
                    <a:pt x="162745" y="269231"/>
                  </a:lnTo>
                  <a:lnTo>
                    <a:pt x="169004" y="265775"/>
                  </a:lnTo>
                  <a:lnTo>
                    <a:pt x="175263" y="261109"/>
                  </a:lnTo>
                  <a:lnTo>
                    <a:pt x="181523" y="255137"/>
                  </a:lnTo>
                  <a:lnTo>
                    <a:pt x="187782" y="247866"/>
                  </a:lnTo>
                  <a:lnTo>
                    <a:pt x="194042" y="239419"/>
                  </a:lnTo>
                  <a:lnTo>
                    <a:pt x="200301" y="230013"/>
                  </a:lnTo>
                  <a:lnTo>
                    <a:pt x="206560" y="219926"/>
                  </a:lnTo>
                  <a:lnTo>
                    <a:pt x="212820" y="209453"/>
                  </a:lnTo>
                  <a:lnTo>
                    <a:pt x="219079" y="198876"/>
                  </a:lnTo>
                  <a:lnTo>
                    <a:pt x="225339" y="188415"/>
                  </a:lnTo>
                  <a:lnTo>
                    <a:pt x="231598" y="178184"/>
                  </a:lnTo>
                  <a:lnTo>
                    <a:pt x="237858" y="168197"/>
                  </a:lnTo>
                  <a:lnTo>
                    <a:pt x="244117" y="158357"/>
                  </a:lnTo>
                  <a:lnTo>
                    <a:pt x="250376" y="148454"/>
                  </a:lnTo>
                  <a:lnTo>
                    <a:pt x="256636" y="138188"/>
                  </a:lnTo>
                  <a:lnTo>
                    <a:pt x="262895" y="127213"/>
                  </a:lnTo>
                  <a:lnTo>
                    <a:pt x="269155" y="115207"/>
                  </a:lnTo>
                  <a:lnTo>
                    <a:pt x="275414" y="101962"/>
                  </a:lnTo>
                  <a:lnTo>
                    <a:pt x="281674" y="87465"/>
                  </a:lnTo>
                  <a:lnTo>
                    <a:pt x="287933" y="71959"/>
                  </a:lnTo>
                  <a:lnTo>
                    <a:pt x="294192" y="55965"/>
                  </a:lnTo>
                  <a:lnTo>
                    <a:pt x="300452" y="40252"/>
                  </a:lnTo>
                  <a:lnTo>
                    <a:pt x="306711" y="25766"/>
                  </a:lnTo>
                  <a:lnTo>
                    <a:pt x="312971" y="13529"/>
                  </a:lnTo>
                  <a:lnTo>
                    <a:pt x="319230" y="4548"/>
                  </a:lnTo>
                  <a:lnTo>
                    <a:pt x="325490" y="0"/>
                  </a:lnTo>
                  <a:lnTo>
                    <a:pt x="331749" y="318"/>
                  </a:lnTo>
                  <a:lnTo>
                    <a:pt x="338008" y="5884"/>
                  </a:lnTo>
                  <a:lnTo>
                    <a:pt x="344268" y="16774"/>
                  </a:lnTo>
                  <a:lnTo>
                    <a:pt x="350527" y="32714"/>
                  </a:lnTo>
                  <a:lnTo>
                    <a:pt x="356787" y="53060"/>
                  </a:lnTo>
                  <a:lnTo>
                    <a:pt x="363046" y="76828"/>
                  </a:lnTo>
                  <a:lnTo>
                    <a:pt x="369305" y="102765"/>
                  </a:lnTo>
                  <a:lnTo>
                    <a:pt x="375565" y="129485"/>
                  </a:lnTo>
                  <a:lnTo>
                    <a:pt x="381824" y="155622"/>
                  </a:lnTo>
                  <a:lnTo>
                    <a:pt x="388084" y="179986"/>
                  </a:lnTo>
                  <a:lnTo>
                    <a:pt x="394343" y="201681"/>
                  </a:lnTo>
                  <a:lnTo>
                    <a:pt x="400603" y="220166"/>
                  </a:lnTo>
                  <a:lnTo>
                    <a:pt x="406862" y="235260"/>
                  </a:lnTo>
                  <a:lnTo>
                    <a:pt x="413121" y="247084"/>
                  </a:lnTo>
                  <a:lnTo>
                    <a:pt x="419381" y="255975"/>
                  </a:lnTo>
                  <a:lnTo>
                    <a:pt x="425640" y="262398"/>
                  </a:lnTo>
                  <a:lnTo>
                    <a:pt x="431900" y="266760"/>
                  </a:lnTo>
                  <a:lnTo>
                    <a:pt x="438159" y="269685"/>
                  </a:lnTo>
                  <a:lnTo>
                    <a:pt x="444419" y="271565"/>
                  </a:lnTo>
                  <a:lnTo>
                    <a:pt x="450678" y="272713"/>
                  </a:lnTo>
                  <a:lnTo>
                    <a:pt x="456937" y="273367"/>
                  </a:lnTo>
                  <a:lnTo>
                    <a:pt x="463197" y="273704"/>
                  </a:lnTo>
                  <a:lnTo>
                    <a:pt x="469456" y="273854"/>
                  </a:lnTo>
                  <a:lnTo>
                    <a:pt x="475716" y="273905"/>
                  </a:lnTo>
                  <a:lnTo>
                    <a:pt x="481975" y="273918"/>
                  </a:lnTo>
                  <a:lnTo>
                    <a:pt x="488235" y="273929"/>
                  </a:lnTo>
                  <a:lnTo>
                    <a:pt x="494494" y="273948"/>
                  </a:lnTo>
                  <a:lnTo>
                    <a:pt x="500753" y="273970"/>
                  </a:lnTo>
                  <a:lnTo>
                    <a:pt x="507013" y="273974"/>
                  </a:lnTo>
                  <a:lnTo>
                    <a:pt x="513272" y="273931"/>
                  </a:lnTo>
                  <a:lnTo>
                    <a:pt x="519532" y="273810"/>
                  </a:lnTo>
                  <a:lnTo>
                    <a:pt x="525791" y="273583"/>
                  </a:lnTo>
                  <a:lnTo>
                    <a:pt x="532050" y="273232"/>
                  </a:lnTo>
                  <a:lnTo>
                    <a:pt x="538310" y="272738"/>
                  </a:lnTo>
                  <a:lnTo>
                    <a:pt x="544569" y="272108"/>
                  </a:lnTo>
                  <a:lnTo>
                    <a:pt x="550829" y="271349"/>
                  </a:lnTo>
                  <a:lnTo>
                    <a:pt x="557088" y="270469"/>
                  </a:lnTo>
                  <a:lnTo>
                    <a:pt x="563348" y="269475"/>
                  </a:lnTo>
                  <a:lnTo>
                    <a:pt x="569607" y="268368"/>
                  </a:lnTo>
                  <a:lnTo>
                    <a:pt x="575866" y="267139"/>
                  </a:lnTo>
                  <a:lnTo>
                    <a:pt x="582126" y="265758"/>
                  </a:lnTo>
                  <a:lnTo>
                    <a:pt x="588385" y="264180"/>
                  </a:lnTo>
                  <a:lnTo>
                    <a:pt x="594645" y="262346"/>
                  </a:lnTo>
                  <a:lnTo>
                    <a:pt x="600904" y="260199"/>
                  </a:lnTo>
                  <a:lnTo>
                    <a:pt x="607164" y="257703"/>
                  </a:lnTo>
                  <a:lnTo>
                    <a:pt x="613423" y="254866"/>
                  </a:lnTo>
                  <a:lnTo>
                    <a:pt x="619682" y="251756"/>
                  </a:lnTo>
                  <a:lnTo>
                    <a:pt x="625942" y="248510"/>
                  </a:lnTo>
                  <a:lnTo>
                    <a:pt x="632201" y="245329"/>
                  </a:lnTo>
                  <a:lnTo>
                    <a:pt x="638461" y="242458"/>
                  </a:lnTo>
                  <a:lnTo>
                    <a:pt x="644720" y="240210"/>
                  </a:lnTo>
                  <a:lnTo>
                    <a:pt x="650980" y="238803"/>
                  </a:lnTo>
                  <a:lnTo>
                    <a:pt x="657239" y="238395"/>
                  </a:lnTo>
                  <a:lnTo>
                    <a:pt x="663498" y="239047"/>
                  </a:lnTo>
                  <a:lnTo>
                    <a:pt x="669758" y="240706"/>
                  </a:lnTo>
                  <a:lnTo>
                    <a:pt x="676017" y="243206"/>
                  </a:lnTo>
                  <a:lnTo>
                    <a:pt x="682277" y="246302"/>
                  </a:lnTo>
                  <a:lnTo>
                    <a:pt x="688536" y="249704"/>
                  </a:lnTo>
                  <a:lnTo>
                    <a:pt x="694796" y="253137"/>
                  </a:lnTo>
                  <a:lnTo>
                    <a:pt x="701055" y="256376"/>
                  </a:lnTo>
                  <a:lnTo>
                    <a:pt x="707314" y="259275"/>
                  </a:lnTo>
                  <a:lnTo>
                    <a:pt x="713574" y="261773"/>
                  </a:lnTo>
                  <a:lnTo>
                    <a:pt x="719833" y="263873"/>
                  </a:lnTo>
                  <a:lnTo>
                    <a:pt x="726093" y="265621"/>
                  </a:lnTo>
                  <a:lnTo>
                    <a:pt x="732352" y="267076"/>
                  </a:lnTo>
                  <a:lnTo>
                    <a:pt x="738611" y="268289"/>
                  </a:lnTo>
                  <a:lnTo>
                    <a:pt x="744871" y="269294"/>
                  </a:lnTo>
                  <a:lnTo>
                    <a:pt x="751130" y="270102"/>
                  </a:lnTo>
                  <a:lnTo>
                    <a:pt x="757390" y="270733"/>
                  </a:lnTo>
                  <a:lnTo>
                    <a:pt x="763649" y="271202"/>
                  </a:lnTo>
                  <a:lnTo>
                    <a:pt x="769909" y="271530"/>
                  </a:lnTo>
                  <a:lnTo>
                    <a:pt x="776168" y="271748"/>
                  </a:lnTo>
                  <a:lnTo>
                    <a:pt x="782427" y="271892"/>
                  </a:lnTo>
                  <a:lnTo>
                    <a:pt x="788687" y="271999"/>
                  </a:lnTo>
                  <a:lnTo>
                    <a:pt x="794946" y="272101"/>
                  </a:lnTo>
                  <a:lnTo>
                    <a:pt x="801206" y="272223"/>
                  </a:lnTo>
                  <a:lnTo>
                    <a:pt x="807465" y="272378"/>
                  </a:lnTo>
                  <a:lnTo>
                    <a:pt x="813725" y="272568"/>
                  </a:lnTo>
                  <a:lnTo>
                    <a:pt x="819984" y="272788"/>
                  </a:lnTo>
                  <a:lnTo>
                    <a:pt x="826243" y="273025"/>
                  </a:lnTo>
                  <a:lnTo>
                    <a:pt x="832503" y="273266"/>
                  </a:lnTo>
                  <a:lnTo>
                    <a:pt x="838762" y="273497"/>
                  </a:lnTo>
                  <a:lnTo>
                    <a:pt x="845022" y="273708"/>
                  </a:lnTo>
                  <a:lnTo>
                    <a:pt x="851281" y="273894"/>
                  </a:lnTo>
                  <a:lnTo>
                    <a:pt x="857541" y="274056"/>
                  </a:lnTo>
                  <a:lnTo>
                    <a:pt x="863800" y="274196"/>
                  </a:lnTo>
                  <a:lnTo>
                    <a:pt x="870059" y="274318"/>
                  </a:lnTo>
                  <a:lnTo>
                    <a:pt x="876319" y="274420"/>
                  </a:lnTo>
                  <a:lnTo>
                    <a:pt x="882578" y="274498"/>
                  </a:lnTo>
                  <a:lnTo>
                    <a:pt x="888838" y="274548"/>
                  </a:lnTo>
                  <a:lnTo>
                    <a:pt x="895097" y="274569"/>
                  </a:lnTo>
                  <a:lnTo>
                    <a:pt x="901356" y="274561"/>
                  </a:lnTo>
                  <a:lnTo>
                    <a:pt x="907616" y="274532"/>
                  </a:lnTo>
                  <a:lnTo>
                    <a:pt x="913875" y="274489"/>
                  </a:lnTo>
                  <a:lnTo>
                    <a:pt x="920135" y="274436"/>
                  </a:lnTo>
                  <a:lnTo>
                    <a:pt x="926394" y="274375"/>
                  </a:lnTo>
                  <a:lnTo>
                    <a:pt x="932654" y="274302"/>
                  </a:lnTo>
                  <a:lnTo>
                    <a:pt x="938913" y="274211"/>
                  </a:lnTo>
                  <a:lnTo>
                    <a:pt x="945172" y="274097"/>
                  </a:lnTo>
                  <a:lnTo>
                    <a:pt x="951432" y="273962"/>
                  </a:lnTo>
                  <a:lnTo>
                    <a:pt x="957691" y="273814"/>
                  </a:lnTo>
                  <a:lnTo>
                    <a:pt x="963951" y="273669"/>
                  </a:lnTo>
                  <a:lnTo>
                    <a:pt x="970210" y="273545"/>
                  </a:lnTo>
                  <a:lnTo>
                    <a:pt x="976470" y="273454"/>
                  </a:lnTo>
                  <a:lnTo>
                    <a:pt x="982729" y="273403"/>
                  </a:lnTo>
                  <a:lnTo>
                    <a:pt x="988988" y="273390"/>
                  </a:lnTo>
                  <a:lnTo>
                    <a:pt x="995248" y="273413"/>
                  </a:lnTo>
                  <a:lnTo>
                    <a:pt x="1001507" y="273469"/>
                  </a:lnTo>
                  <a:lnTo>
                    <a:pt x="1007767" y="273556"/>
                  </a:lnTo>
                  <a:lnTo>
                    <a:pt x="1014026" y="273677"/>
                  </a:lnTo>
                  <a:lnTo>
                    <a:pt x="1020286" y="273830"/>
                  </a:lnTo>
                  <a:lnTo>
                    <a:pt x="1026545" y="274012"/>
                  </a:lnTo>
                  <a:lnTo>
                    <a:pt x="1032804" y="274217"/>
                  </a:lnTo>
                  <a:lnTo>
                    <a:pt x="1039064" y="274430"/>
                  </a:lnTo>
                  <a:lnTo>
                    <a:pt x="1045323" y="274635"/>
                  </a:lnTo>
                  <a:lnTo>
                    <a:pt x="1051583" y="274815"/>
                  </a:lnTo>
                  <a:lnTo>
                    <a:pt x="1057842" y="274955"/>
                  </a:lnTo>
                  <a:lnTo>
                    <a:pt x="1064101" y="275045"/>
                  </a:lnTo>
                  <a:lnTo>
                    <a:pt x="1070361" y="275078"/>
                  </a:lnTo>
                  <a:lnTo>
                    <a:pt x="1076620" y="275060"/>
                  </a:lnTo>
                  <a:lnTo>
                    <a:pt x="1082880" y="275001"/>
                  </a:lnTo>
                  <a:lnTo>
                    <a:pt x="1089139" y="274918"/>
                  </a:lnTo>
                  <a:lnTo>
                    <a:pt x="1095399" y="274829"/>
                  </a:lnTo>
                  <a:lnTo>
                    <a:pt x="1101658" y="274753"/>
                  </a:lnTo>
                  <a:lnTo>
                    <a:pt x="1107917" y="274709"/>
                  </a:lnTo>
                  <a:lnTo>
                    <a:pt x="1114177" y="274704"/>
                  </a:lnTo>
                  <a:lnTo>
                    <a:pt x="1120436" y="274743"/>
                  </a:lnTo>
                  <a:lnTo>
                    <a:pt x="1126696" y="274819"/>
                  </a:lnTo>
                  <a:lnTo>
                    <a:pt x="1132955" y="274919"/>
                  </a:lnTo>
                  <a:lnTo>
                    <a:pt x="1139215" y="275030"/>
                  </a:lnTo>
                  <a:lnTo>
                    <a:pt x="1145474" y="275138"/>
                  </a:lnTo>
                  <a:lnTo>
                    <a:pt x="1151733" y="275232"/>
                  </a:lnTo>
                  <a:lnTo>
                    <a:pt x="1157993" y="275306"/>
                  </a:lnTo>
                  <a:lnTo>
                    <a:pt x="1164252" y="275361"/>
                  </a:lnTo>
                  <a:lnTo>
                    <a:pt x="1170512" y="275397"/>
                  </a:lnTo>
                  <a:lnTo>
                    <a:pt x="1176771" y="275419"/>
                  </a:lnTo>
                  <a:lnTo>
                    <a:pt x="1183031" y="275431"/>
                  </a:lnTo>
                  <a:lnTo>
                    <a:pt x="1189290" y="275437"/>
                  </a:lnTo>
                  <a:lnTo>
                    <a:pt x="1195549" y="275436"/>
                  </a:lnTo>
                  <a:lnTo>
                    <a:pt x="1201809" y="275430"/>
                  </a:lnTo>
                  <a:lnTo>
                    <a:pt x="1208068" y="275416"/>
                  </a:lnTo>
                  <a:lnTo>
                    <a:pt x="1214328" y="275391"/>
                  </a:lnTo>
                  <a:lnTo>
                    <a:pt x="1220587" y="275351"/>
                  </a:lnTo>
                  <a:lnTo>
                    <a:pt x="1226846" y="275294"/>
                  </a:lnTo>
                  <a:lnTo>
                    <a:pt x="1233106" y="275217"/>
                  </a:lnTo>
                  <a:lnTo>
                    <a:pt x="1239365" y="275121"/>
                  </a:lnTo>
                  <a:lnTo>
                    <a:pt x="1245625" y="275013"/>
                  </a:lnTo>
                  <a:lnTo>
                    <a:pt x="1251884" y="274902"/>
                  </a:lnTo>
                  <a:lnTo>
                    <a:pt x="1258144" y="274804"/>
                  </a:lnTo>
                  <a:lnTo>
                    <a:pt x="1264403" y="274732"/>
                  </a:lnTo>
                  <a:lnTo>
                    <a:pt x="1270662" y="274700"/>
                  </a:lnTo>
                  <a:lnTo>
                    <a:pt x="1276922" y="274713"/>
                  </a:lnTo>
                  <a:lnTo>
                    <a:pt x="1283181" y="274771"/>
                  </a:lnTo>
                  <a:lnTo>
                    <a:pt x="1289441" y="274862"/>
                  </a:lnTo>
                  <a:lnTo>
                    <a:pt x="1295700" y="274970"/>
                  </a:lnTo>
                  <a:lnTo>
                    <a:pt x="1301960" y="275081"/>
                  </a:lnTo>
                  <a:lnTo>
                    <a:pt x="1308219" y="275183"/>
                  </a:lnTo>
                  <a:lnTo>
                    <a:pt x="1314478" y="275267"/>
                  </a:lnTo>
                  <a:lnTo>
                    <a:pt x="1320738" y="275332"/>
                  </a:lnTo>
                  <a:lnTo>
                    <a:pt x="1326997" y="275377"/>
                  </a:lnTo>
                  <a:lnTo>
                    <a:pt x="1333257" y="275406"/>
                  </a:lnTo>
                  <a:lnTo>
                    <a:pt x="1339516" y="275423"/>
                  </a:lnTo>
                  <a:lnTo>
                    <a:pt x="1345776" y="275429"/>
                  </a:lnTo>
                  <a:lnTo>
                    <a:pt x="1352035" y="275428"/>
                  </a:lnTo>
                  <a:lnTo>
                    <a:pt x="1358294" y="275417"/>
                  </a:lnTo>
                  <a:lnTo>
                    <a:pt x="1364554" y="275395"/>
                  </a:lnTo>
                  <a:lnTo>
                    <a:pt x="1370813" y="275359"/>
                  </a:lnTo>
                  <a:lnTo>
                    <a:pt x="1377073" y="275305"/>
                  </a:lnTo>
                  <a:lnTo>
                    <a:pt x="1383332" y="275230"/>
                  </a:lnTo>
                  <a:lnTo>
                    <a:pt x="1389592" y="275135"/>
                  </a:lnTo>
                  <a:lnTo>
                    <a:pt x="1395851" y="275025"/>
                  </a:lnTo>
                  <a:lnTo>
                    <a:pt x="1402110" y="274912"/>
                  </a:lnTo>
                  <a:lnTo>
                    <a:pt x="1408370" y="274811"/>
                  </a:lnTo>
                  <a:lnTo>
                    <a:pt x="1414629" y="274737"/>
                  </a:lnTo>
                  <a:lnTo>
                    <a:pt x="1420889" y="274701"/>
                  </a:lnTo>
                  <a:lnTo>
                    <a:pt x="1427148" y="274711"/>
                  </a:lnTo>
                  <a:lnTo>
                    <a:pt x="1433407" y="274764"/>
                  </a:lnTo>
                  <a:lnTo>
                    <a:pt x="1439667" y="274851"/>
                  </a:lnTo>
                  <a:lnTo>
                    <a:pt x="1445926" y="274957"/>
                  </a:lnTo>
                  <a:lnTo>
                    <a:pt x="1452186" y="275069"/>
                  </a:lnTo>
                  <a:lnTo>
                    <a:pt x="1458445" y="275173"/>
                  </a:lnTo>
                  <a:lnTo>
                    <a:pt x="1464705" y="275261"/>
                  </a:lnTo>
                  <a:lnTo>
                    <a:pt x="1470964" y="275328"/>
                  </a:lnTo>
                  <a:lnTo>
                    <a:pt x="1477223" y="275376"/>
                  </a:lnTo>
                  <a:lnTo>
                    <a:pt x="1483483" y="275407"/>
                  </a:lnTo>
                  <a:lnTo>
                    <a:pt x="1489742" y="275426"/>
                  </a:lnTo>
                  <a:lnTo>
                    <a:pt x="1496002" y="275436"/>
                  </a:lnTo>
                  <a:lnTo>
                    <a:pt x="1502261" y="275441"/>
                  </a:lnTo>
                  <a:lnTo>
                    <a:pt x="1508521" y="275443"/>
                  </a:lnTo>
                  <a:lnTo>
                    <a:pt x="1514780" y="275443"/>
                  </a:lnTo>
                  <a:lnTo>
                    <a:pt x="1521039" y="275440"/>
                  </a:lnTo>
                  <a:lnTo>
                    <a:pt x="1527299" y="275432"/>
                  </a:lnTo>
                  <a:lnTo>
                    <a:pt x="1533558" y="275416"/>
                  </a:lnTo>
                  <a:lnTo>
                    <a:pt x="1539818" y="275388"/>
                  </a:lnTo>
                  <a:lnTo>
                    <a:pt x="1546077" y="275341"/>
                  </a:lnTo>
                  <a:lnTo>
                    <a:pt x="1552337" y="275268"/>
                  </a:lnTo>
                  <a:lnTo>
                    <a:pt x="1558596" y="275162"/>
                  </a:lnTo>
                  <a:lnTo>
                    <a:pt x="1564855" y="275019"/>
                  </a:lnTo>
                  <a:lnTo>
                    <a:pt x="1571115" y="274840"/>
                  </a:lnTo>
                  <a:lnTo>
                    <a:pt x="1577374" y="274634"/>
                  </a:lnTo>
                  <a:lnTo>
                    <a:pt x="1583634" y="274420"/>
                  </a:lnTo>
                  <a:lnTo>
                    <a:pt x="1589893" y="274222"/>
                  </a:lnTo>
                  <a:lnTo>
                    <a:pt x="1596152" y="274069"/>
                  </a:lnTo>
                  <a:lnTo>
                    <a:pt x="1602412" y="273988"/>
                  </a:lnTo>
                  <a:lnTo>
                    <a:pt x="1608671" y="273994"/>
                  </a:lnTo>
                  <a:lnTo>
                    <a:pt x="1614931" y="274084"/>
                  </a:lnTo>
                  <a:lnTo>
                    <a:pt x="1621190" y="274241"/>
                  </a:lnTo>
                  <a:lnTo>
                    <a:pt x="1627450" y="274440"/>
                  </a:lnTo>
                  <a:lnTo>
                    <a:pt x="1633709" y="274654"/>
                  </a:lnTo>
                  <a:lnTo>
                    <a:pt x="1639968" y="274858"/>
                  </a:lnTo>
                  <a:lnTo>
                    <a:pt x="1646228" y="275034"/>
                  </a:lnTo>
                  <a:lnTo>
                    <a:pt x="1652487" y="275174"/>
                  </a:lnTo>
                  <a:lnTo>
                    <a:pt x="1658747" y="275277"/>
                  </a:lnTo>
                  <a:lnTo>
                    <a:pt x="1665006" y="275348"/>
                  </a:lnTo>
                  <a:lnTo>
                    <a:pt x="1671266" y="275392"/>
                  </a:lnTo>
                  <a:lnTo>
                    <a:pt x="1677525" y="275418"/>
                  </a:lnTo>
                  <a:lnTo>
                    <a:pt x="1683784" y="275432"/>
                  </a:lnTo>
                  <a:lnTo>
                    <a:pt x="1690044" y="275439"/>
                  </a:lnTo>
                  <a:lnTo>
                    <a:pt x="1696303" y="275440"/>
                  </a:lnTo>
                  <a:lnTo>
                    <a:pt x="1702563" y="275437"/>
                  </a:lnTo>
                  <a:lnTo>
                    <a:pt x="1708822" y="275428"/>
                  </a:lnTo>
                  <a:lnTo>
                    <a:pt x="1715082" y="275411"/>
                  </a:lnTo>
                  <a:lnTo>
                    <a:pt x="1721341" y="275382"/>
                  </a:lnTo>
                  <a:lnTo>
                    <a:pt x="1727600" y="275338"/>
                  </a:lnTo>
                  <a:lnTo>
                    <a:pt x="1733860" y="275274"/>
                  </a:lnTo>
                  <a:lnTo>
                    <a:pt x="1740119" y="275191"/>
                  </a:lnTo>
                  <a:lnTo>
                    <a:pt x="1746379" y="275090"/>
                  </a:lnTo>
                  <a:lnTo>
                    <a:pt x="1752638" y="274980"/>
                  </a:lnTo>
                  <a:lnTo>
                    <a:pt x="1758897" y="274872"/>
                  </a:lnTo>
                  <a:lnTo>
                    <a:pt x="1765157" y="274781"/>
                  </a:lnTo>
                  <a:lnTo>
                    <a:pt x="1771416" y="274721"/>
                  </a:lnTo>
                  <a:lnTo>
                    <a:pt x="1777676" y="274703"/>
                  </a:lnTo>
                  <a:lnTo>
                    <a:pt x="1783935" y="274729"/>
                  </a:lnTo>
                  <a:lnTo>
                    <a:pt x="1790195" y="274795"/>
                  </a:lnTo>
                  <a:lnTo>
                    <a:pt x="1796454" y="274890"/>
                  </a:lnTo>
                  <a:lnTo>
                    <a:pt x="1802713" y="274998"/>
                  </a:lnTo>
                  <a:lnTo>
                    <a:pt x="1808973" y="275104"/>
                  </a:lnTo>
                  <a:lnTo>
                    <a:pt x="1815232" y="275192"/>
                  </a:lnTo>
                  <a:lnTo>
                    <a:pt x="1821492" y="275253"/>
                  </a:lnTo>
                  <a:lnTo>
                    <a:pt x="1827751" y="275281"/>
                  </a:lnTo>
                  <a:lnTo>
                    <a:pt x="1834011" y="275275"/>
                  </a:lnTo>
                  <a:lnTo>
                    <a:pt x="1840270" y="275235"/>
                  </a:lnTo>
                  <a:lnTo>
                    <a:pt x="1846529" y="275165"/>
                  </a:lnTo>
                  <a:lnTo>
                    <a:pt x="1852789" y="275072"/>
                  </a:lnTo>
                  <a:lnTo>
                    <a:pt x="1859048" y="274965"/>
                  </a:lnTo>
                  <a:lnTo>
                    <a:pt x="1865308" y="274860"/>
                  </a:lnTo>
                  <a:lnTo>
                    <a:pt x="1871567" y="274772"/>
                  </a:lnTo>
                  <a:lnTo>
                    <a:pt x="1877827" y="274716"/>
                  </a:lnTo>
                  <a:lnTo>
                    <a:pt x="1884086" y="274702"/>
                  </a:lnTo>
                  <a:lnTo>
                    <a:pt x="1890345" y="274733"/>
                  </a:lnTo>
                  <a:lnTo>
                    <a:pt x="1896605" y="274803"/>
                  </a:lnTo>
                  <a:lnTo>
                    <a:pt x="1902864" y="274902"/>
                  </a:lnTo>
                  <a:lnTo>
                    <a:pt x="1909124" y="275014"/>
                  </a:lnTo>
                  <a:lnTo>
                    <a:pt x="1915383" y="275124"/>
                  </a:lnTo>
                  <a:lnTo>
                    <a:pt x="1921642" y="275221"/>
                  </a:lnTo>
                  <a:lnTo>
                    <a:pt x="1927902" y="275297"/>
                  </a:lnTo>
                  <a:lnTo>
                    <a:pt x="1934161" y="275354"/>
                  </a:lnTo>
                  <a:lnTo>
                    <a:pt x="1940421" y="275392"/>
                  </a:lnTo>
                  <a:lnTo>
                    <a:pt x="1946680" y="275417"/>
                  </a:lnTo>
                  <a:lnTo>
                    <a:pt x="1952940" y="275431"/>
                  </a:lnTo>
                  <a:lnTo>
                    <a:pt x="1959199" y="275439"/>
                  </a:lnTo>
                  <a:lnTo>
                    <a:pt x="1965458" y="275443"/>
                  </a:lnTo>
                  <a:lnTo>
                    <a:pt x="1971718" y="275445"/>
                  </a:lnTo>
                  <a:lnTo>
                    <a:pt x="1977977" y="275446"/>
                  </a:lnTo>
                  <a:lnTo>
                    <a:pt x="1984237" y="275447"/>
                  </a:lnTo>
                  <a:lnTo>
                    <a:pt x="1990496" y="275447"/>
                  </a:lnTo>
                  <a:lnTo>
                    <a:pt x="1996756" y="275447"/>
                  </a:lnTo>
                  <a:lnTo>
                    <a:pt x="2003015" y="275447"/>
                  </a:lnTo>
                  <a:lnTo>
                    <a:pt x="2009274" y="275446"/>
                  </a:lnTo>
                  <a:lnTo>
                    <a:pt x="2015534" y="275445"/>
                  </a:lnTo>
                  <a:lnTo>
                    <a:pt x="2021793" y="275443"/>
                  </a:lnTo>
                  <a:lnTo>
                    <a:pt x="2028053" y="275438"/>
                  </a:lnTo>
                  <a:lnTo>
                    <a:pt x="2034312" y="275429"/>
                  </a:lnTo>
                  <a:lnTo>
                    <a:pt x="2040572" y="275413"/>
                  </a:lnTo>
                  <a:lnTo>
                    <a:pt x="2046831" y="275385"/>
                  </a:lnTo>
                  <a:lnTo>
                    <a:pt x="2053090" y="275343"/>
                  </a:lnTo>
                  <a:lnTo>
                    <a:pt x="2059350" y="275281"/>
                  </a:lnTo>
                  <a:lnTo>
                    <a:pt x="2065609" y="275200"/>
                  </a:lnTo>
                  <a:lnTo>
                    <a:pt x="2071869" y="275101"/>
                  </a:lnTo>
                  <a:lnTo>
                    <a:pt x="2078128" y="274991"/>
                  </a:lnTo>
                  <a:lnTo>
                    <a:pt x="2084388" y="274882"/>
                  </a:lnTo>
                  <a:lnTo>
                    <a:pt x="2090647" y="274789"/>
                  </a:lnTo>
                  <a:lnTo>
                    <a:pt x="2096906" y="274726"/>
                  </a:lnTo>
                  <a:lnTo>
                    <a:pt x="2103166" y="274703"/>
                  </a:lnTo>
                  <a:lnTo>
                    <a:pt x="2109425" y="274725"/>
                  </a:lnTo>
                  <a:lnTo>
                    <a:pt x="2115685" y="274788"/>
                  </a:lnTo>
                  <a:lnTo>
                    <a:pt x="2121944" y="274881"/>
                  </a:lnTo>
                  <a:lnTo>
                    <a:pt x="2128203" y="274992"/>
                  </a:lnTo>
                  <a:lnTo>
                    <a:pt x="2134463" y="275103"/>
                  </a:lnTo>
                  <a:lnTo>
                    <a:pt x="2140722" y="275202"/>
                  </a:lnTo>
                  <a:lnTo>
                    <a:pt x="2146982" y="275282"/>
                  </a:lnTo>
                  <a:lnTo>
                    <a:pt x="2153241" y="275343"/>
                  </a:lnTo>
                  <a:lnTo>
                    <a:pt x="2159501" y="275385"/>
                  </a:lnTo>
                  <a:lnTo>
                    <a:pt x="2165760" y="275412"/>
                  </a:lnTo>
                  <a:lnTo>
                    <a:pt x="2172019" y="275428"/>
                  </a:lnTo>
                  <a:lnTo>
                    <a:pt x="2178279" y="275438"/>
                  </a:lnTo>
                  <a:lnTo>
                    <a:pt x="2184538" y="275443"/>
                  </a:lnTo>
                  <a:lnTo>
                    <a:pt x="2190798" y="275445"/>
                  </a:lnTo>
                  <a:lnTo>
                    <a:pt x="2197057" y="275446"/>
                  </a:lnTo>
                  <a:lnTo>
                    <a:pt x="2203317" y="275447"/>
                  </a:lnTo>
                  <a:lnTo>
                    <a:pt x="2209576" y="275447"/>
                  </a:lnTo>
                  <a:lnTo>
                    <a:pt x="2215835" y="275447"/>
                  </a:lnTo>
                  <a:lnTo>
                    <a:pt x="2222095" y="275447"/>
                  </a:lnTo>
                  <a:lnTo>
                    <a:pt x="2228354" y="275447"/>
                  </a:lnTo>
                  <a:lnTo>
                    <a:pt x="2234614" y="275447"/>
                  </a:lnTo>
                  <a:lnTo>
                    <a:pt x="2240873" y="275447"/>
                  </a:lnTo>
                  <a:lnTo>
                    <a:pt x="2247133" y="275447"/>
                  </a:lnTo>
                  <a:lnTo>
                    <a:pt x="2253392" y="275447"/>
                  </a:lnTo>
                  <a:lnTo>
                    <a:pt x="2259651" y="275447"/>
                  </a:lnTo>
                  <a:lnTo>
                    <a:pt x="2265911" y="275447"/>
                  </a:lnTo>
                  <a:lnTo>
                    <a:pt x="2272170" y="275447"/>
                  </a:lnTo>
                  <a:lnTo>
                    <a:pt x="2278430" y="275447"/>
                  </a:lnTo>
                  <a:lnTo>
                    <a:pt x="2284689" y="275447"/>
                  </a:lnTo>
                  <a:lnTo>
                    <a:pt x="2290948" y="275447"/>
                  </a:lnTo>
                  <a:lnTo>
                    <a:pt x="2297208" y="275447"/>
                  </a:lnTo>
                  <a:lnTo>
                    <a:pt x="2303467" y="275447"/>
                  </a:lnTo>
                  <a:lnTo>
                    <a:pt x="2309727" y="275447"/>
                  </a:lnTo>
                  <a:lnTo>
                    <a:pt x="2315986" y="275447"/>
                  </a:lnTo>
                  <a:lnTo>
                    <a:pt x="2322246" y="275447"/>
                  </a:lnTo>
                  <a:lnTo>
                    <a:pt x="2328505" y="275447"/>
                  </a:lnTo>
                  <a:lnTo>
                    <a:pt x="2334764" y="275447"/>
                  </a:lnTo>
                  <a:lnTo>
                    <a:pt x="2341024" y="275447"/>
                  </a:lnTo>
                  <a:lnTo>
                    <a:pt x="2347283" y="275447"/>
                  </a:lnTo>
                  <a:lnTo>
                    <a:pt x="2353543" y="275447"/>
                  </a:lnTo>
                  <a:lnTo>
                    <a:pt x="2359802" y="275447"/>
                  </a:lnTo>
                  <a:lnTo>
                    <a:pt x="2366062" y="275447"/>
                  </a:lnTo>
                  <a:lnTo>
                    <a:pt x="2372321" y="275447"/>
                  </a:lnTo>
                  <a:lnTo>
                    <a:pt x="2378580" y="275447"/>
                  </a:lnTo>
                  <a:lnTo>
                    <a:pt x="2384840" y="275447"/>
                  </a:lnTo>
                  <a:lnTo>
                    <a:pt x="2391099" y="275447"/>
                  </a:lnTo>
                  <a:lnTo>
                    <a:pt x="2397359" y="275447"/>
                  </a:lnTo>
                  <a:lnTo>
                    <a:pt x="2403618" y="275447"/>
                  </a:lnTo>
                  <a:lnTo>
                    <a:pt x="2409878" y="275447"/>
                  </a:lnTo>
                  <a:lnTo>
                    <a:pt x="2416137" y="275447"/>
                  </a:lnTo>
                  <a:lnTo>
                    <a:pt x="2422396" y="275447"/>
                  </a:lnTo>
                  <a:lnTo>
                    <a:pt x="2428656" y="275447"/>
                  </a:lnTo>
                  <a:lnTo>
                    <a:pt x="2434915" y="275447"/>
                  </a:lnTo>
                  <a:lnTo>
                    <a:pt x="2441175" y="275447"/>
                  </a:lnTo>
                  <a:lnTo>
                    <a:pt x="2447434" y="275447"/>
                  </a:lnTo>
                  <a:lnTo>
                    <a:pt x="2453693" y="275447"/>
                  </a:lnTo>
                  <a:lnTo>
                    <a:pt x="2459953" y="275447"/>
                  </a:lnTo>
                  <a:lnTo>
                    <a:pt x="2466212" y="275447"/>
                  </a:lnTo>
                  <a:lnTo>
                    <a:pt x="2472472" y="275447"/>
                  </a:lnTo>
                  <a:lnTo>
                    <a:pt x="2478731" y="275447"/>
                  </a:lnTo>
                  <a:lnTo>
                    <a:pt x="2484991" y="275447"/>
                  </a:lnTo>
                  <a:lnTo>
                    <a:pt x="2491250" y="275447"/>
                  </a:lnTo>
                  <a:lnTo>
                    <a:pt x="2497509" y="275447"/>
                  </a:lnTo>
                  <a:lnTo>
                    <a:pt x="2503769" y="275447"/>
                  </a:lnTo>
                  <a:lnTo>
                    <a:pt x="2510028" y="275447"/>
                  </a:lnTo>
                  <a:lnTo>
                    <a:pt x="2516288" y="275447"/>
                  </a:lnTo>
                  <a:lnTo>
                    <a:pt x="2522547" y="275447"/>
                  </a:lnTo>
                  <a:lnTo>
                    <a:pt x="2528807" y="275447"/>
                  </a:lnTo>
                  <a:lnTo>
                    <a:pt x="2535066" y="275447"/>
                  </a:lnTo>
                  <a:lnTo>
                    <a:pt x="2541325" y="275447"/>
                  </a:lnTo>
                  <a:lnTo>
                    <a:pt x="2547585" y="275447"/>
                  </a:lnTo>
                  <a:lnTo>
                    <a:pt x="2553844" y="275447"/>
                  </a:lnTo>
                  <a:lnTo>
                    <a:pt x="2560104" y="275447"/>
                  </a:lnTo>
                  <a:lnTo>
                    <a:pt x="2566363" y="275447"/>
                  </a:lnTo>
                  <a:lnTo>
                    <a:pt x="2572623" y="275447"/>
                  </a:lnTo>
                  <a:lnTo>
                    <a:pt x="2578882" y="275447"/>
                  </a:lnTo>
                  <a:lnTo>
                    <a:pt x="2585141" y="275447"/>
                  </a:lnTo>
                  <a:lnTo>
                    <a:pt x="2591401" y="275447"/>
                  </a:lnTo>
                  <a:lnTo>
                    <a:pt x="2597660" y="275447"/>
                  </a:lnTo>
                  <a:lnTo>
                    <a:pt x="2603920" y="275447"/>
                  </a:lnTo>
                  <a:lnTo>
                    <a:pt x="2610179" y="275447"/>
                  </a:lnTo>
                  <a:lnTo>
                    <a:pt x="2616438" y="275447"/>
                  </a:lnTo>
                  <a:lnTo>
                    <a:pt x="2622698" y="275447"/>
                  </a:lnTo>
                  <a:lnTo>
                    <a:pt x="2628957" y="275447"/>
                  </a:lnTo>
                  <a:lnTo>
                    <a:pt x="2635217" y="275447"/>
                  </a:lnTo>
                  <a:lnTo>
                    <a:pt x="2641476" y="275447"/>
                  </a:lnTo>
                  <a:lnTo>
                    <a:pt x="2647736" y="275447"/>
                  </a:lnTo>
                  <a:lnTo>
                    <a:pt x="2653995" y="275447"/>
                  </a:lnTo>
                  <a:lnTo>
                    <a:pt x="2660254" y="275447"/>
                  </a:lnTo>
                  <a:lnTo>
                    <a:pt x="2666514" y="275447"/>
                  </a:lnTo>
                  <a:lnTo>
                    <a:pt x="2672773" y="275447"/>
                  </a:lnTo>
                  <a:lnTo>
                    <a:pt x="2679033" y="275447"/>
                  </a:lnTo>
                  <a:lnTo>
                    <a:pt x="2685292" y="275447"/>
                  </a:lnTo>
                  <a:lnTo>
                    <a:pt x="2691552" y="275446"/>
                  </a:lnTo>
                  <a:lnTo>
                    <a:pt x="2697811" y="275446"/>
                  </a:lnTo>
                  <a:lnTo>
                    <a:pt x="2704070" y="275445"/>
                  </a:lnTo>
                  <a:lnTo>
                    <a:pt x="2710330" y="275442"/>
                  </a:lnTo>
                  <a:lnTo>
                    <a:pt x="2716589" y="275437"/>
                  </a:lnTo>
                  <a:lnTo>
                    <a:pt x="2722849" y="275426"/>
                  </a:lnTo>
                  <a:lnTo>
                    <a:pt x="2729108" y="275408"/>
                  </a:lnTo>
                  <a:lnTo>
                    <a:pt x="2735368" y="275379"/>
                  </a:lnTo>
                  <a:lnTo>
                    <a:pt x="2741627" y="275334"/>
                  </a:lnTo>
                  <a:lnTo>
                    <a:pt x="2747886" y="275270"/>
                  </a:lnTo>
                  <a:lnTo>
                    <a:pt x="2754146" y="275186"/>
                  </a:lnTo>
                  <a:lnTo>
                    <a:pt x="2760405" y="275085"/>
                  </a:lnTo>
                  <a:lnTo>
                    <a:pt x="2766665" y="274973"/>
                  </a:lnTo>
                  <a:lnTo>
                    <a:pt x="2772924" y="274863"/>
                  </a:lnTo>
                  <a:lnTo>
                    <a:pt x="2779184" y="274770"/>
                  </a:lnTo>
                  <a:lnTo>
                    <a:pt x="2785443" y="274707"/>
                  </a:lnTo>
                  <a:lnTo>
                    <a:pt x="2791702" y="274681"/>
                  </a:lnTo>
                  <a:lnTo>
                    <a:pt x="2797962" y="274691"/>
                  </a:lnTo>
                  <a:lnTo>
                    <a:pt x="2804221" y="274726"/>
                  </a:lnTo>
                  <a:lnTo>
                    <a:pt x="2810481" y="274766"/>
                  </a:lnTo>
                  <a:lnTo>
                    <a:pt x="2816740" y="274792"/>
                  </a:lnTo>
                  <a:lnTo>
                    <a:pt x="2822999" y="274783"/>
                  </a:lnTo>
                  <a:lnTo>
                    <a:pt x="2829259" y="274728"/>
                  </a:lnTo>
                  <a:lnTo>
                    <a:pt x="2835518" y="274625"/>
                  </a:lnTo>
                  <a:lnTo>
                    <a:pt x="2841778" y="274485"/>
                  </a:lnTo>
                  <a:lnTo>
                    <a:pt x="2848037" y="274328"/>
                  </a:lnTo>
                  <a:lnTo>
                    <a:pt x="2854297" y="274181"/>
                  </a:lnTo>
                  <a:lnTo>
                    <a:pt x="2860556" y="274072"/>
                  </a:lnTo>
                  <a:lnTo>
                    <a:pt x="2866815" y="274023"/>
                  </a:lnTo>
                  <a:lnTo>
                    <a:pt x="2873075" y="274047"/>
                  </a:lnTo>
                  <a:lnTo>
                    <a:pt x="2879334" y="274144"/>
                  </a:lnTo>
                  <a:lnTo>
                    <a:pt x="2885594" y="274301"/>
                  </a:lnTo>
                  <a:lnTo>
                    <a:pt x="2891853" y="274493"/>
                  </a:lnTo>
                  <a:lnTo>
                    <a:pt x="2898113" y="274695"/>
                  </a:lnTo>
                  <a:lnTo>
                    <a:pt x="2904372" y="274885"/>
                  </a:lnTo>
                  <a:lnTo>
                    <a:pt x="2910631" y="275049"/>
                  </a:lnTo>
                  <a:lnTo>
                    <a:pt x="2916891" y="275181"/>
                  </a:lnTo>
                  <a:lnTo>
                    <a:pt x="2923150" y="275279"/>
                  </a:lnTo>
                  <a:lnTo>
                    <a:pt x="2929410" y="275346"/>
                  </a:lnTo>
                  <a:lnTo>
                    <a:pt x="2935669" y="275390"/>
                  </a:lnTo>
                  <a:lnTo>
                    <a:pt x="2941929" y="275417"/>
                  </a:lnTo>
                  <a:lnTo>
                    <a:pt x="2948188" y="275432"/>
                  </a:lnTo>
                  <a:lnTo>
                    <a:pt x="2954447" y="275439"/>
                  </a:lnTo>
                  <a:lnTo>
                    <a:pt x="2960707" y="275442"/>
                  </a:lnTo>
                  <a:lnTo>
                    <a:pt x="2966966" y="275442"/>
                  </a:lnTo>
                  <a:lnTo>
                    <a:pt x="2973226" y="275439"/>
                  </a:lnTo>
                  <a:lnTo>
                    <a:pt x="2979485" y="275432"/>
                  </a:lnTo>
                  <a:lnTo>
                    <a:pt x="2985744" y="275418"/>
                  </a:lnTo>
                  <a:lnTo>
                    <a:pt x="2992004" y="275394"/>
                  </a:lnTo>
                  <a:lnTo>
                    <a:pt x="2998263" y="275355"/>
                  </a:lnTo>
                  <a:lnTo>
                    <a:pt x="3004523" y="275299"/>
                  </a:lnTo>
                  <a:lnTo>
                    <a:pt x="3010782" y="275222"/>
                  </a:lnTo>
                  <a:lnTo>
                    <a:pt x="3017042" y="275127"/>
                  </a:lnTo>
                  <a:lnTo>
                    <a:pt x="3023301" y="275019"/>
                  </a:lnTo>
                  <a:lnTo>
                    <a:pt x="3029560" y="274909"/>
                  </a:lnTo>
                  <a:lnTo>
                    <a:pt x="3035820" y="274811"/>
                  </a:lnTo>
                  <a:lnTo>
                    <a:pt x="3042079" y="274740"/>
                  </a:lnTo>
                  <a:lnTo>
                    <a:pt x="3048339" y="274706"/>
                  </a:lnTo>
                  <a:lnTo>
                    <a:pt x="3054598" y="274716"/>
                  </a:lnTo>
                  <a:lnTo>
                    <a:pt x="3060858" y="274769"/>
                  </a:lnTo>
                  <a:lnTo>
                    <a:pt x="3067117" y="274855"/>
                  </a:lnTo>
                  <a:lnTo>
                    <a:pt x="3073376" y="274960"/>
                  </a:lnTo>
                  <a:lnTo>
                    <a:pt x="3079636" y="275068"/>
                  </a:lnTo>
                  <a:lnTo>
                    <a:pt x="3085895" y="275165"/>
                  </a:lnTo>
                  <a:lnTo>
                    <a:pt x="3092155" y="275240"/>
                  </a:lnTo>
                  <a:lnTo>
                    <a:pt x="3098414" y="275283"/>
                  </a:lnTo>
                  <a:lnTo>
                    <a:pt x="3104674" y="275294"/>
                  </a:lnTo>
                  <a:lnTo>
                    <a:pt x="3110933" y="275272"/>
                  </a:lnTo>
                  <a:lnTo>
                    <a:pt x="3117192" y="275218"/>
                  </a:lnTo>
                  <a:lnTo>
                    <a:pt x="3123452" y="275136"/>
                  </a:lnTo>
                  <a:lnTo>
                    <a:pt x="3129711" y="275035"/>
                  </a:lnTo>
                  <a:lnTo>
                    <a:pt x="3135971" y="274927"/>
                  </a:lnTo>
                  <a:lnTo>
                    <a:pt x="3142230" y="274826"/>
                  </a:lnTo>
                  <a:lnTo>
                    <a:pt x="3148489" y="274748"/>
                  </a:lnTo>
                  <a:lnTo>
                    <a:pt x="3154749" y="274707"/>
                  </a:lnTo>
                  <a:lnTo>
                    <a:pt x="3161008" y="274709"/>
                  </a:lnTo>
                  <a:lnTo>
                    <a:pt x="3167268" y="274755"/>
                  </a:lnTo>
                  <a:lnTo>
                    <a:pt x="3173527" y="274837"/>
                  </a:lnTo>
                  <a:lnTo>
                    <a:pt x="3179787" y="274942"/>
                  </a:lnTo>
                  <a:lnTo>
                    <a:pt x="3186046" y="275054"/>
                  </a:lnTo>
                  <a:lnTo>
                    <a:pt x="3192305" y="275160"/>
                  </a:lnTo>
                  <a:lnTo>
                    <a:pt x="3198565" y="275251"/>
                  </a:lnTo>
                </a:path>
              </a:pathLst>
            </a:custGeom>
            <a:ln w="27101" cap="flat">
              <a:solidFill>
                <a:srgbClr val="004D1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3749798" y="4096667"/>
              <a:ext cx="3198565" cy="359291"/>
            </a:xfrm>
            <a:custGeom>
              <a:avLst/>
              <a:pathLst>
                <a:path w="3198565" h="359291">
                  <a:moveTo>
                    <a:pt x="0" y="359291"/>
                  </a:moveTo>
                  <a:lnTo>
                    <a:pt x="6259" y="359291"/>
                  </a:lnTo>
                  <a:lnTo>
                    <a:pt x="12518" y="359291"/>
                  </a:lnTo>
                  <a:lnTo>
                    <a:pt x="18778" y="359291"/>
                  </a:lnTo>
                  <a:lnTo>
                    <a:pt x="25037" y="359291"/>
                  </a:lnTo>
                  <a:lnTo>
                    <a:pt x="31297" y="359291"/>
                  </a:lnTo>
                  <a:lnTo>
                    <a:pt x="37556" y="359291"/>
                  </a:lnTo>
                  <a:lnTo>
                    <a:pt x="43815" y="359291"/>
                  </a:lnTo>
                  <a:lnTo>
                    <a:pt x="50075" y="359291"/>
                  </a:lnTo>
                  <a:lnTo>
                    <a:pt x="56334" y="359291"/>
                  </a:lnTo>
                  <a:lnTo>
                    <a:pt x="62594" y="359291"/>
                  </a:lnTo>
                  <a:lnTo>
                    <a:pt x="68853" y="359291"/>
                  </a:lnTo>
                  <a:lnTo>
                    <a:pt x="75113" y="359291"/>
                  </a:lnTo>
                  <a:lnTo>
                    <a:pt x="81372" y="359291"/>
                  </a:lnTo>
                  <a:lnTo>
                    <a:pt x="87631" y="359291"/>
                  </a:lnTo>
                  <a:lnTo>
                    <a:pt x="93891" y="359291"/>
                  </a:lnTo>
                  <a:lnTo>
                    <a:pt x="100150" y="359290"/>
                  </a:lnTo>
                  <a:lnTo>
                    <a:pt x="106410" y="359289"/>
                  </a:lnTo>
                  <a:lnTo>
                    <a:pt x="112669" y="359284"/>
                  </a:lnTo>
                  <a:lnTo>
                    <a:pt x="118929" y="359273"/>
                  </a:lnTo>
                  <a:lnTo>
                    <a:pt x="125188" y="359249"/>
                  </a:lnTo>
                  <a:lnTo>
                    <a:pt x="131447" y="359199"/>
                  </a:lnTo>
                  <a:lnTo>
                    <a:pt x="137707" y="359099"/>
                  </a:lnTo>
                  <a:lnTo>
                    <a:pt x="143966" y="358914"/>
                  </a:lnTo>
                  <a:lnTo>
                    <a:pt x="150226" y="358595"/>
                  </a:lnTo>
                  <a:lnTo>
                    <a:pt x="156485" y="358074"/>
                  </a:lnTo>
                  <a:lnTo>
                    <a:pt x="162745" y="357277"/>
                  </a:lnTo>
                  <a:lnTo>
                    <a:pt x="169004" y="356122"/>
                  </a:lnTo>
                  <a:lnTo>
                    <a:pt x="175263" y="354541"/>
                  </a:lnTo>
                  <a:lnTo>
                    <a:pt x="181523" y="352490"/>
                  </a:lnTo>
                  <a:lnTo>
                    <a:pt x="187782" y="349965"/>
                  </a:lnTo>
                  <a:lnTo>
                    <a:pt x="194042" y="347004"/>
                  </a:lnTo>
                  <a:lnTo>
                    <a:pt x="200301" y="343689"/>
                  </a:lnTo>
                  <a:lnTo>
                    <a:pt x="206560" y="340189"/>
                  </a:lnTo>
                  <a:lnTo>
                    <a:pt x="212820" y="336687"/>
                  </a:lnTo>
                  <a:lnTo>
                    <a:pt x="219079" y="333390"/>
                  </a:lnTo>
                  <a:lnTo>
                    <a:pt x="225339" y="330515"/>
                  </a:lnTo>
                  <a:lnTo>
                    <a:pt x="231598" y="328266"/>
                  </a:lnTo>
                  <a:lnTo>
                    <a:pt x="237858" y="326800"/>
                  </a:lnTo>
                  <a:lnTo>
                    <a:pt x="244117" y="326196"/>
                  </a:lnTo>
                  <a:lnTo>
                    <a:pt x="250376" y="326432"/>
                  </a:lnTo>
                  <a:lnTo>
                    <a:pt x="256636" y="327376"/>
                  </a:lnTo>
                  <a:lnTo>
                    <a:pt x="262895" y="328812"/>
                  </a:lnTo>
                  <a:lnTo>
                    <a:pt x="269155" y="330474"/>
                  </a:lnTo>
                  <a:lnTo>
                    <a:pt x="275414" y="332108"/>
                  </a:lnTo>
                  <a:lnTo>
                    <a:pt x="281674" y="333517"/>
                  </a:lnTo>
                  <a:lnTo>
                    <a:pt x="287933" y="334595"/>
                  </a:lnTo>
                  <a:lnTo>
                    <a:pt x="294192" y="335333"/>
                  </a:lnTo>
                  <a:lnTo>
                    <a:pt x="300452" y="335793"/>
                  </a:lnTo>
                  <a:lnTo>
                    <a:pt x="306711" y="336065"/>
                  </a:lnTo>
                  <a:lnTo>
                    <a:pt x="312971" y="336245"/>
                  </a:lnTo>
                  <a:lnTo>
                    <a:pt x="319230" y="336384"/>
                  </a:lnTo>
                  <a:lnTo>
                    <a:pt x="325490" y="336491"/>
                  </a:lnTo>
                  <a:lnTo>
                    <a:pt x="331749" y="336552"/>
                  </a:lnTo>
                  <a:lnTo>
                    <a:pt x="338008" y="336543"/>
                  </a:lnTo>
                  <a:lnTo>
                    <a:pt x="344268" y="336429"/>
                  </a:lnTo>
                  <a:lnTo>
                    <a:pt x="350527" y="336166"/>
                  </a:lnTo>
                  <a:lnTo>
                    <a:pt x="356787" y="335688"/>
                  </a:lnTo>
                  <a:lnTo>
                    <a:pt x="363046" y="334909"/>
                  </a:lnTo>
                  <a:lnTo>
                    <a:pt x="369305" y="333731"/>
                  </a:lnTo>
                  <a:lnTo>
                    <a:pt x="375565" y="332061"/>
                  </a:lnTo>
                  <a:lnTo>
                    <a:pt x="381824" y="329840"/>
                  </a:lnTo>
                  <a:lnTo>
                    <a:pt x="388084" y="327058"/>
                  </a:lnTo>
                  <a:lnTo>
                    <a:pt x="394343" y="323761"/>
                  </a:lnTo>
                  <a:lnTo>
                    <a:pt x="400603" y="320044"/>
                  </a:lnTo>
                  <a:lnTo>
                    <a:pt x="406862" y="316029"/>
                  </a:lnTo>
                  <a:lnTo>
                    <a:pt x="413121" y="311829"/>
                  </a:lnTo>
                  <a:lnTo>
                    <a:pt x="419381" y="307532"/>
                  </a:lnTo>
                  <a:lnTo>
                    <a:pt x="425640" y="303167"/>
                  </a:lnTo>
                  <a:lnTo>
                    <a:pt x="431900" y="298686"/>
                  </a:lnTo>
                  <a:lnTo>
                    <a:pt x="438159" y="293961"/>
                  </a:lnTo>
                  <a:lnTo>
                    <a:pt x="444419" y="288761"/>
                  </a:lnTo>
                  <a:lnTo>
                    <a:pt x="450678" y="282728"/>
                  </a:lnTo>
                  <a:lnTo>
                    <a:pt x="456937" y="275363"/>
                  </a:lnTo>
                  <a:lnTo>
                    <a:pt x="463197" y="266029"/>
                  </a:lnTo>
                  <a:lnTo>
                    <a:pt x="469456" y="254001"/>
                  </a:lnTo>
                  <a:lnTo>
                    <a:pt x="475716" y="238546"/>
                  </a:lnTo>
                  <a:lnTo>
                    <a:pt x="481975" y="219046"/>
                  </a:lnTo>
                  <a:lnTo>
                    <a:pt x="488235" y="195145"/>
                  </a:lnTo>
                  <a:lnTo>
                    <a:pt x="494494" y="166903"/>
                  </a:lnTo>
                  <a:lnTo>
                    <a:pt x="500753" y="134967"/>
                  </a:lnTo>
                  <a:lnTo>
                    <a:pt x="507013" y="100742"/>
                  </a:lnTo>
                  <a:lnTo>
                    <a:pt x="513272" y="66505"/>
                  </a:lnTo>
                  <a:lnTo>
                    <a:pt x="519532" y="35488"/>
                  </a:lnTo>
                  <a:lnTo>
                    <a:pt x="525791" y="12128"/>
                  </a:lnTo>
                  <a:lnTo>
                    <a:pt x="532050" y="0"/>
                  </a:lnTo>
                  <a:lnTo>
                    <a:pt x="538310" y="1868"/>
                  </a:lnTo>
                  <a:lnTo>
                    <a:pt x="544569" y="18732"/>
                  </a:lnTo>
                  <a:lnTo>
                    <a:pt x="550829" y="49398"/>
                  </a:lnTo>
                  <a:lnTo>
                    <a:pt x="557088" y="90618"/>
                  </a:lnTo>
                  <a:lnTo>
                    <a:pt x="563348" y="137751"/>
                  </a:lnTo>
                  <a:lnTo>
                    <a:pt x="569607" y="185763"/>
                  </a:lnTo>
                  <a:lnTo>
                    <a:pt x="575866" y="230223"/>
                  </a:lnTo>
                  <a:lnTo>
                    <a:pt x="582126" y="268035"/>
                  </a:lnTo>
                  <a:lnTo>
                    <a:pt x="588385" y="297717"/>
                  </a:lnTo>
                  <a:lnTo>
                    <a:pt x="594645" y="319267"/>
                  </a:lnTo>
                  <a:lnTo>
                    <a:pt x="600904" y="333727"/>
                  </a:lnTo>
                  <a:lnTo>
                    <a:pt x="607164" y="342665"/>
                  </a:lnTo>
                  <a:lnTo>
                    <a:pt x="613423" y="347720"/>
                  </a:lnTo>
                  <a:lnTo>
                    <a:pt x="619682" y="350312"/>
                  </a:lnTo>
                  <a:lnTo>
                    <a:pt x="625942" y="351517"/>
                  </a:lnTo>
                  <a:lnTo>
                    <a:pt x="632201" y="352054"/>
                  </a:lnTo>
                  <a:lnTo>
                    <a:pt x="638461" y="352403"/>
                  </a:lnTo>
                  <a:lnTo>
                    <a:pt x="644720" y="352770"/>
                  </a:lnTo>
                  <a:lnTo>
                    <a:pt x="650980" y="353226"/>
                  </a:lnTo>
                  <a:lnTo>
                    <a:pt x="657239" y="353762"/>
                  </a:lnTo>
                  <a:lnTo>
                    <a:pt x="663498" y="354326"/>
                  </a:lnTo>
                  <a:lnTo>
                    <a:pt x="669758" y="354856"/>
                  </a:lnTo>
                  <a:lnTo>
                    <a:pt x="676017" y="355306"/>
                  </a:lnTo>
                  <a:lnTo>
                    <a:pt x="682277" y="355654"/>
                  </a:lnTo>
                  <a:lnTo>
                    <a:pt x="688536" y="355909"/>
                  </a:lnTo>
                  <a:lnTo>
                    <a:pt x="694796" y="356098"/>
                  </a:lnTo>
                  <a:lnTo>
                    <a:pt x="701055" y="356254"/>
                  </a:lnTo>
                  <a:lnTo>
                    <a:pt x="707314" y="356400"/>
                  </a:lnTo>
                  <a:lnTo>
                    <a:pt x="713574" y="356545"/>
                  </a:lnTo>
                  <a:lnTo>
                    <a:pt x="719833" y="356679"/>
                  </a:lnTo>
                  <a:lnTo>
                    <a:pt x="726093" y="356779"/>
                  </a:lnTo>
                  <a:lnTo>
                    <a:pt x="732352" y="356820"/>
                  </a:lnTo>
                  <a:lnTo>
                    <a:pt x="738611" y="356779"/>
                  </a:lnTo>
                  <a:lnTo>
                    <a:pt x="744871" y="356660"/>
                  </a:lnTo>
                  <a:lnTo>
                    <a:pt x="751130" y="356487"/>
                  </a:lnTo>
                  <a:lnTo>
                    <a:pt x="757390" y="356299"/>
                  </a:lnTo>
                  <a:lnTo>
                    <a:pt x="763649" y="356143"/>
                  </a:lnTo>
                  <a:lnTo>
                    <a:pt x="769909" y="356059"/>
                  </a:lnTo>
                  <a:lnTo>
                    <a:pt x="776168" y="356066"/>
                  </a:lnTo>
                  <a:lnTo>
                    <a:pt x="782427" y="356159"/>
                  </a:lnTo>
                  <a:lnTo>
                    <a:pt x="788687" y="356302"/>
                  </a:lnTo>
                  <a:lnTo>
                    <a:pt x="794946" y="356440"/>
                  </a:lnTo>
                  <a:lnTo>
                    <a:pt x="801206" y="356512"/>
                  </a:lnTo>
                  <a:lnTo>
                    <a:pt x="807465" y="356473"/>
                  </a:lnTo>
                  <a:lnTo>
                    <a:pt x="813725" y="356302"/>
                  </a:lnTo>
                  <a:lnTo>
                    <a:pt x="819984" y="356017"/>
                  </a:lnTo>
                  <a:lnTo>
                    <a:pt x="826243" y="355665"/>
                  </a:lnTo>
                  <a:lnTo>
                    <a:pt x="832503" y="355321"/>
                  </a:lnTo>
                  <a:lnTo>
                    <a:pt x="838762" y="355057"/>
                  </a:lnTo>
                  <a:lnTo>
                    <a:pt x="845022" y="354940"/>
                  </a:lnTo>
                  <a:lnTo>
                    <a:pt x="851281" y="355000"/>
                  </a:lnTo>
                  <a:lnTo>
                    <a:pt x="857541" y="355219"/>
                  </a:lnTo>
                  <a:lnTo>
                    <a:pt x="863800" y="355556"/>
                  </a:lnTo>
                  <a:lnTo>
                    <a:pt x="870059" y="355955"/>
                  </a:lnTo>
                  <a:lnTo>
                    <a:pt x="876319" y="356359"/>
                  </a:lnTo>
                  <a:lnTo>
                    <a:pt x="882578" y="356721"/>
                  </a:lnTo>
                  <a:lnTo>
                    <a:pt x="888838" y="357011"/>
                  </a:lnTo>
                  <a:lnTo>
                    <a:pt x="895097" y="357213"/>
                  </a:lnTo>
                  <a:lnTo>
                    <a:pt x="901356" y="357331"/>
                  </a:lnTo>
                  <a:lnTo>
                    <a:pt x="907616" y="357379"/>
                  </a:lnTo>
                  <a:lnTo>
                    <a:pt x="913875" y="357378"/>
                  </a:lnTo>
                  <a:lnTo>
                    <a:pt x="920135" y="357359"/>
                  </a:lnTo>
                  <a:lnTo>
                    <a:pt x="926394" y="357347"/>
                  </a:lnTo>
                  <a:lnTo>
                    <a:pt x="932654" y="357364"/>
                  </a:lnTo>
                  <a:lnTo>
                    <a:pt x="938913" y="357421"/>
                  </a:lnTo>
                  <a:lnTo>
                    <a:pt x="945172" y="357516"/>
                  </a:lnTo>
                  <a:lnTo>
                    <a:pt x="951432" y="357641"/>
                  </a:lnTo>
                  <a:lnTo>
                    <a:pt x="957691" y="357778"/>
                  </a:lnTo>
                  <a:lnTo>
                    <a:pt x="963951" y="357916"/>
                  </a:lnTo>
                  <a:lnTo>
                    <a:pt x="970210" y="358051"/>
                  </a:lnTo>
                  <a:lnTo>
                    <a:pt x="976470" y="358185"/>
                  </a:lnTo>
                  <a:lnTo>
                    <a:pt x="982729" y="358321"/>
                  </a:lnTo>
                  <a:lnTo>
                    <a:pt x="988988" y="358463"/>
                  </a:lnTo>
                  <a:lnTo>
                    <a:pt x="995248" y="358608"/>
                  </a:lnTo>
                  <a:lnTo>
                    <a:pt x="1001507" y="358752"/>
                  </a:lnTo>
                  <a:lnTo>
                    <a:pt x="1007767" y="358886"/>
                  </a:lnTo>
                  <a:lnTo>
                    <a:pt x="1014026" y="359003"/>
                  </a:lnTo>
                  <a:lnTo>
                    <a:pt x="1020286" y="359098"/>
                  </a:lnTo>
                  <a:lnTo>
                    <a:pt x="1026545" y="359168"/>
                  </a:lnTo>
                  <a:lnTo>
                    <a:pt x="1032804" y="359217"/>
                  </a:lnTo>
                  <a:lnTo>
                    <a:pt x="1039064" y="359246"/>
                  </a:lnTo>
                  <a:lnTo>
                    <a:pt x="1045323" y="359261"/>
                  </a:lnTo>
                  <a:lnTo>
                    <a:pt x="1051583" y="359261"/>
                  </a:lnTo>
                  <a:lnTo>
                    <a:pt x="1057842" y="359249"/>
                  </a:lnTo>
                  <a:lnTo>
                    <a:pt x="1064101" y="359220"/>
                  </a:lnTo>
                  <a:lnTo>
                    <a:pt x="1070361" y="359171"/>
                  </a:lnTo>
                  <a:lnTo>
                    <a:pt x="1076620" y="359098"/>
                  </a:lnTo>
                  <a:lnTo>
                    <a:pt x="1082880" y="358999"/>
                  </a:lnTo>
                  <a:lnTo>
                    <a:pt x="1089139" y="358872"/>
                  </a:lnTo>
                  <a:lnTo>
                    <a:pt x="1095399" y="358723"/>
                  </a:lnTo>
                  <a:lnTo>
                    <a:pt x="1101658" y="358559"/>
                  </a:lnTo>
                  <a:lnTo>
                    <a:pt x="1107917" y="358391"/>
                  </a:lnTo>
                  <a:lnTo>
                    <a:pt x="1114177" y="358231"/>
                  </a:lnTo>
                  <a:lnTo>
                    <a:pt x="1120436" y="358085"/>
                  </a:lnTo>
                  <a:lnTo>
                    <a:pt x="1126696" y="357957"/>
                  </a:lnTo>
                  <a:lnTo>
                    <a:pt x="1132955" y="357845"/>
                  </a:lnTo>
                  <a:lnTo>
                    <a:pt x="1139215" y="357741"/>
                  </a:lnTo>
                  <a:lnTo>
                    <a:pt x="1145474" y="357635"/>
                  </a:lnTo>
                  <a:lnTo>
                    <a:pt x="1151733" y="357517"/>
                  </a:lnTo>
                  <a:lnTo>
                    <a:pt x="1157993" y="357382"/>
                  </a:lnTo>
                  <a:lnTo>
                    <a:pt x="1164252" y="357232"/>
                  </a:lnTo>
                  <a:lnTo>
                    <a:pt x="1170512" y="357083"/>
                  </a:lnTo>
                  <a:lnTo>
                    <a:pt x="1176771" y="356961"/>
                  </a:lnTo>
                  <a:lnTo>
                    <a:pt x="1183031" y="356894"/>
                  </a:lnTo>
                  <a:lnTo>
                    <a:pt x="1189290" y="356909"/>
                  </a:lnTo>
                  <a:lnTo>
                    <a:pt x="1195549" y="357018"/>
                  </a:lnTo>
                  <a:lnTo>
                    <a:pt x="1201809" y="357218"/>
                  </a:lnTo>
                  <a:lnTo>
                    <a:pt x="1208068" y="357493"/>
                  </a:lnTo>
                  <a:lnTo>
                    <a:pt x="1214328" y="357810"/>
                  </a:lnTo>
                  <a:lnTo>
                    <a:pt x="1220587" y="358135"/>
                  </a:lnTo>
                  <a:lnTo>
                    <a:pt x="1226846" y="358439"/>
                  </a:lnTo>
                  <a:lnTo>
                    <a:pt x="1233106" y="358698"/>
                  </a:lnTo>
                  <a:lnTo>
                    <a:pt x="1239365" y="358902"/>
                  </a:lnTo>
                  <a:lnTo>
                    <a:pt x="1245625" y="359050"/>
                  </a:lnTo>
                  <a:lnTo>
                    <a:pt x="1251884" y="359150"/>
                  </a:lnTo>
                  <a:lnTo>
                    <a:pt x="1258144" y="359210"/>
                  </a:lnTo>
                  <a:lnTo>
                    <a:pt x="1264403" y="359241"/>
                  </a:lnTo>
                  <a:lnTo>
                    <a:pt x="1270662" y="359250"/>
                  </a:lnTo>
                  <a:lnTo>
                    <a:pt x="1276922" y="359238"/>
                  </a:lnTo>
                  <a:lnTo>
                    <a:pt x="1283181" y="359204"/>
                  </a:lnTo>
                  <a:lnTo>
                    <a:pt x="1289441" y="359144"/>
                  </a:lnTo>
                  <a:lnTo>
                    <a:pt x="1295700" y="359051"/>
                  </a:lnTo>
                  <a:lnTo>
                    <a:pt x="1301960" y="358922"/>
                  </a:lnTo>
                  <a:lnTo>
                    <a:pt x="1308219" y="358756"/>
                  </a:lnTo>
                  <a:lnTo>
                    <a:pt x="1314478" y="358561"/>
                  </a:lnTo>
                  <a:lnTo>
                    <a:pt x="1320738" y="358350"/>
                  </a:lnTo>
                  <a:lnTo>
                    <a:pt x="1326997" y="358144"/>
                  </a:lnTo>
                  <a:lnTo>
                    <a:pt x="1333257" y="357967"/>
                  </a:lnTo>
                  <a:lnTo>
                    <a:pt x="1339516" y="357836"/>
                  </a:lnTo>
                  <a:lnTo>
                    <a:pt x="1345776" y="357764"/>
                  </a:lnTo>
                  <a:lnTo>
                    <a:pt x="1352035" y="357743"/>
                  </a:lnTo>
                  <a:lnTo>
                    <a:pt x="1358294" y="357758"/>
                  </a:lnTo>
                  <a:lnTo>
                    <a:pt x="1364554" y="357776"/>
                  </a:lnTo>
                  <a:lnTo>
                    <a:pt x="1370813" y="357768"/>
                  </a:lnTo>
                  <a:lnTo>
                    <a:pt x="1377073" y="357708"/>
                  </a:lnTo>
                  <a:lnTo>
                    <a:pt x="1383332" y="357588"/>
                  </a:lnTo>
                  <a:lnTo>
                    <a:pt x="1389592" y="357420"/>
                  </a:lnTo>
                  <a:lnTo>
                    <a:pt x="1395851" y="357243"/>
                  </a:lnTo>
                  <a:lnTo>
                    <a:pt x="1402110" y="357103"/>
                  </a:lnTo>
                  <a:lnTo>
                    <a:pt x="1408370" y="357038"/>
                  </a:lnTo>
                  <a:lnTo>
                    <a:pt x="1414629" y="357076"/>
                  </a:lnTo>
                  <a:lnTo>
                    <a:pt x="1420889" y="357222"/>
                  </a:lnTo>
                  <a:lnTo>
                    <a:pt x="1427148" y="357458"/>
                  </a:lnTo>
                  <a:lnTo>
                    <a:pt x="1433407" y="357755"/>
                  </a:lnTo>
                  <a:lnTo>
                    <a:pt x="1439667" y="358074"/>
                  </a:lnTo>
                  <a:lnTo>
                    <a:pt x="1445926" y="358381"/>
                  </a:lnTo>
                  <a:lnTo>
                    <a:pt x="1452186" y="358649"/>
                  </a:lnTo>
                  <a:lnTo>
                    <a:pt x="1458445" y="358864"/>
                  </a:lnTo>
                  <a:lnTo>
                    <a:pt x="1464705" y="359024"/>
                  </a:lnTo>
                  <a:lnTo>
                    <a:pt x="1470964" y="359133"/>
                  </a:lnTo>
                  <a:lnTo>
                    <a:pt x="1477223" y="359203"/>
                  </a:lnTo>
                  <a:lnTo>
                    <a:pt x="1483483" y="359244"/>
                  </a:lnTo>
                  <a:lnTo>
                    <a:pt x="1489742" y="359265"/>
                  </a:lnTo>
                  <a:lnTo>
                    <a:pt x="1496002" y="359272"/>
                  </a:lnTo>
                  <a:lnTo>
                    <a:pt x="1502261" y="359268"/>
                  </a:lnTo>
                  <a:lnTo>
                    <a:pt x="1508521" y="359250"/>
                  </a:lnTo>
                  <a:lnTo>
                    <a:pt x="1514780" y="359216"/>
                  </a:lnTo>
                  <a:lnTo>
                    <a:pt x="1521039" y="359157"/>
                  </a:lnTo>
                  <a:lnTo>
                    <a:pt x="1527299" y="359066"/>
                  </a:lnTo>
                  <a:lnTo>
                    <a:pt x="1533558" y="358936"/>
                  </a:lnTo>
                  <a:lnTo>
                    <a:pt x="1539818" y="358766"/>
                  </a:lnTo>
                  <a:lnTo>
                    <a:pt x="1546077" y="358561"/>
                  </a:lnTo>
                  <a:lnTo>
                    <a:pt x="1552337" y="358337"/>
                  </a:lnTo>
                  <a:lnTo>
                    <a:pt x="1558596" y="358119"/>
                  </a:lnTo>
                  <a:lnTo>
                    <a:pt x="1564855" y="357937"/>
                  </a:lnTo>
                  <a:lnTo>
                    <a:pt x="1571115" y="357819"/>
                  </a:lnTo>
                  <a:lnTo>
                    <a:pt x="1577374" y="357787"/>
                  </a:lnTo>
                  <a:lnTo>
                    <a:pt x="1583634" y="357847"/>
                  </a:lnTo>
                  <a:lnTo>
                    <a:pt x="1589893" y="357988"/>
                  </a:lnTo>
                  <a:lnTo>
                    <a:pt x="1596152" y="358188"/>
                  </a:lnTo>
                  <a:lnTo>
                    <a:pt x="1602412" y="358416"/>
                  </a:lnTo>
                  <a:lnTo>
                    <a:pt x="1608671" y="358638"/>
                  </a:lnTo>
                  <a:lnTo>
                    <a:pt x="1614931" y="358832"/>
                  </a:lnTo>
                  <a:lnTo>
                    <a:pt x="1621190" y="358987"/>
                  </a:lnTo>
                  <a:lnTo>
                    <a:pt x="1627450" y="359102"/>
                  </a:lnTo>
                  <a:lnTo>
                    <a:pt x="1633709" y="359180"/>
                  </a:lnTo>
                  <a:lnTo>
                    <a:pt x="1639968" y="359230"/>
                  </a:lnTo>
                  <a:lnTo>
                    <a:pt x="1646228" y="359260"/>
                  </a:lnTo>
                  <a:lnTo>
                    <a:pt x="1652487" y="359276"/>
                  </a:lnTo>
                  <a:lnTo>
                    <a:pt x="1658747" y="359284"/>
                  </a:lnTo>
                  <a:lnTo>
                    <a:pt x="1665006" y="359288"/>
                  </a:lnTo>
                  <a:lnTo>
                    <a:pt x="1671266" y="359290"/>
                  </a:lnTo>
                  <a:lnTo>
                    <a:pt x="1677525" y="359291"/>
                  </a:lnTo>
                  <a:lnTo>
                    <a:pt x="1683784" y="359291"/>
                  </a:lnTo>
                  <a:lnTo>
                    <a:pt x="1690044" y="359291"/>
                  </a:lnTo>
                  <a:lnTo>
                    <a:pt x="1696303" y="359291"/>
                  </a:lnTo>
                  <a:lnTo>
                    <a:pt x="1702563" y="359291"/>
                  </a:lnTo>
                  <a:lnTo>
                    <a:pt x="1708822" y="359291"/>
                  </a:lnTo>
                  <a:lnTo>
                    <a:pt x="1715082" y="359291"/>
                  </a:lnTo>
                  <a:lnTo>
                    <a:pt x="1721341" y="359291"/>
                  </a:lnTo>
                  <a:lnTo>
                    <a:pt x="1727600" y="359291"/>
                  </a:lnTo>
                  <a:lnTo>
                    <a:pt x="1733860" y="359291"/>
                  </a:lnTo>
                  <a:lnTo>
                    <a:pt x="1740119" y="359291"/>
                  </a:lnTo>
                  <a:lnTo>
                    <a:pt x="1746379" y="359291"/>
                  </a:lnTo>
                  <a:lnTo>
                    <a:pt x="1752638" y="359290"/>
                  </a:lnTo>
                  <a:lnTo>
                    <a:pt x="1758897" y="359289"/>
                  </a:lnTo>
                  <a:lnTo>
                    <a:pt x="1765157" y="359286"/>
                  </a:lnTo>
                  <a:lnTo>
                    <a:pt x="1771416" y="359280"/>
                  </a:lnTo>
                  <a:lnTo>
                    <a:pt x="1777676" y="359268"/>
                  </a:lnTo>
                  <a:lnTo>
                    <a:pt x="1783935" y="359248"/>
                  </a:lnTo>
                  <a:lnTo>
                    <a:pt x="1790195" y="359214"/>
                  </a:lnTo>
                  <a:lnTo>
                    <a:pt x="1796454" y="359162"/>
                  </a:lnTo>
                  <a:lnTo>
                    <a:pt x="1802713" y="359088"/>
                  </a:lnTo>
                  <a:lnTo>
                    <a:pt x="1808973" y="358989"/>
                  </a:lnTo>
                  <a:lnTo>
                    <a:pt x="1815232" y="358864"/>
                  </a:lnTo>
                  <a:lnTo>
                    <a:pt x="1821492" y="358719"/>
                  </a:lnTo>
                  <a:lnTo>
                    <a:pt x="1827751" y="358564"/>
                  </a:lnTo>
                  <a:lnTo>
                    <a:pt x="1834011" y="358409"/>
                  </a:lnTo>
                  <a:lnTo>
                    <a:pt x="1840270" y="358266"/>
                  </a:lnTo>
                  <a:lnTo>
                    <a:pt x="1846529" y="358142"/>
                  </a:lnTo>
                  <a:lnTo>
                    <a:pt x="1852789" y="358039"/>
                  </a:lnTo>
                  <a:lnTo>
                    <a:pt x="1859048" y="357959"/>
                  </a:lnTo>
                  <a:lnTo>
                    <a:pt x="1865308" y="357899"/>
                  </a:lnTo>
                  <a:lnTo>
                    <a:pt x="1871567" y="357860"/>
                  </a:lnTo>
                  <a:lnTo>
                    <a:pt x="1877827" y="357842"/>
                  </a:lnTo>
                  <a:lnTo>
                    <a:pt x="1884086" y="357847"/>
                  </a:lnTo>
                  <a:lnTo>
                    <a:pt x="1890345" y="357881"/>
                  </a:lnTo>
                  <a:lnTo>
                    <a:pt x="1896605" y="357946"/>
                  </a:lnTo>
                  <a:lnTo>
                    <a:pt x="1902864" y="358045"/>
                  </a:lnTo>
                  <a:lnTo>
                    <a:pt x="1909124" y="358175"/>
                  </a:lnTo>
                  <a:lnTo>
                    <a:pt x="1915383" y="358329"/>
                  </a:lnTo>
                  <a:lnTo>
                    <a:pt x="1921642" y="358494"/>
                  </a:lnTo>
                  <a:lnTo>
                    <a:pt x="1927902" y="358654"/>
                  </a:lnTo>
                  <a:lnTo>
                    <a:pt x="1934161" y="358793"/>
                  </a:lnTo>
                  <a:lnTo>
                    <a:pt x="1940421" y="358898"/>
                  </a:lnTo>
                  <a:lnTo>
                    <a:pt x="1946680" y="358959"/>
                  </a:lnTo>
                  <a:lnTo>
                    <a:pt x="1952940" y="358972"/>
                  </a:lnTo>
                  <a:lnTo>
                    <a:pt x="1959199" y="358940"/>
                  </a:lnTo>
                  <a:lnTo>
                    <a:pt x="1965458" y="358870"/>
                  </a:lnTo>
                  <a:lnTo>
                    <a:pt x="1971718" y="358777"/>
                  </a:lnTo>
                  <a:lnTo>
                    <a:pt x="1977977" y="358679"/>
                  </a:lnTo>
                  <a:lnTo>
                    <a:pt x="1984237" y="358594"/>
                  </a:lnTo>
                  <a:lnTo>
                    <a:pt x="1990496" y="358541"/>
                  </a:lnTo>
                  <a:lnTo>
                    <a:pt x="1996756" y="358531"/>
                  </a:lnTo>
                  <a:lnTo>
                    <a:pt x="2003015" y="358567"/>
                  </a:lnTo>
                  <a:lnTo>
                    <a:pt x="2009274" y="358644"/>
                  </a:lnTo>
                  <a:lnTo>
                    <a:pt x="2015534" y="358748"/>
                  </a:lnTo>
                  <a:lnTo>
                    <a:pt x="2021793" y="358865"/>
                  </a:lnTo>
                  <a:lnTo>
                    <a:pt x="2028053" y="358977"/>
                  </a:lnTo>
                  <a:lnTo>
                    <a:pt x="2034312" y="359074"/>
                  </a:lnTo>
                  <a:lnTo>
                    <a:pt x="2040572" y="359148"/>
                  </a:lnTo>
                  <a:lnTo>
                    <a:pt x="2046831" y="359198"/>
                  </a:lnTo>
                  <a:lnTo>
                    <a:pt x="2053090" y="359227"/>
                  </a:lnTo>
                  <a:lnTo>
                    <a:pt x="2059350" y="359235"/>
                  </a:lnTo>
                  <a:lnTo>
                    <a:pt x="2065609" y="359222"/>
                  </a:lnTo>
                  <a:lnTo>
                    <a:pt x="2071869" y="359189"/>
                  </a:lnTo>
                  <a:lnTo>
                    <a:pt x="2078128" y="359134"/>
                  </a:lnTo>
                  <a:lnTo>
                    <a:pt x="2084388" y="359055"/>
                  </a:lnTo>
                  <a:lnTo>
                    <a:pt x="2090647" y="358955"/>
                  </a:lnTo>
                  <a:lnTo>
                    <a:pt x="2096906" y="358838"/>
                  </a:lnTo>
                  <a:lnTo>
                    <a:pt x="2103166" y="358714"/>
                  </a:lnTo>
                  <a:lnTo>
                    <a:pt x="2109425" y="358593"/>
                  </a:lnTo>
                  <a:lnTo>
                    <a:pt x="2115685" y="358485"/>
                  </a:lnTo>
                  <a:lnTo>
                    <a:pt x="2121944" y="358395"/>
                  </a:lnTo>
                  <a:lnTo>
                    <a:pt x="2128203" y="358319"/>
                  </a:lnTo>
                  <a:lnTo>
                    <a:pt x="2134463" y="358248"/>
                  </a:lnTo>
                  <a:lnTo>
                    <a:pt x="2140722" y="358169"/>
                  </a:lnTo>
                  <a:lnTo>
                    <a:pt x="2146982" y="358070"/>
                  </a:lnTo>
                  <a:lnTo>
                    <a:pt x="2153241" y="357954"/>
                  </a:lnTo>
                  <a:lnTo>
                    <a:pt x="2159501" y="357836"/>
                  </a:lnTo>
                  <a:lnTo>
                    <a:pt x="2165760" y="357741"/>
                  </a:lnTo>
                  <a:lnTo>
                    <a:pt x="2172019" y="357695"/>
                  </a:lnTo>
                  <a:lnTo>
                    <a:pt x="2178279" y="357720"/>
                  </a:lnTo>
                  <a:lnTo>
                    <a:pt x="2184538" y="357821"/>
                  </a:lnTo>
                  <a:lnTo>
                    <a:pt x="2190798" y="357989"/>
                  </a:lnTo>
                  <a:lnTo>
                    <a:pt x="2197057" y="358203"/>
                  </a:lnTo>
                  <a:lnTo>
                    <a:pt x="2203317" y="358435"/>
                  </a:lnTo>
                  <a:lnTo>
                    <a:pt x="2209576" y="358658"/>
                  </a:lnTo>
                  <a:lnTo>
                    <a:pt x="2215835" y="358851"/>
                  </a:lnTo>
                  <a:lnTo>
                    <a:pt x="2222095" y="359003"/>
                  </a:lnTo>
                  <a:lnTo>
                    <a:pt x="2228354" y="359113"/>
                  </a:lnTo>
                  <a:lnTo>
                    <a:pt x="2234614" y="359184"/>
                  </a:lnTo>
                  <a:lnTo>
                    <a:pt x="2240873" y="359222"/>
                  </a:lnTo>
                  <a:lnTo>
                    <a:pt x="2247133" y="359234"/>
                  </a:lnTo>
                  <a:lnTo>
                    <a:pt x="2253392" y="359222"/>
                  </a:lnTo>
                  <a:lnTo>
                    <a:pt x="2259651" y="359188"/>
                  </a:lnTo>
                  <a:lnTo>
                    <a:pt x="2265911" y="359131"/>
                  </a:lnTo>
                  <a:lnTo>
                    <a:pt x="2272170" y="359051"/>
                  </a:lnTo>
                  <a:lnTo>
                    <a:pt x="2278430" y="358951"/>
                  </a:lnTo>
                  <a:lnTo>
                    <a:pt x="2284689" y="358839"/>
                  </a:lnTo>
                  <a:lnTo>
                    <a:pt x="2290948" y="358727"/>
                  </a:lnTo>
                  <a:lnTo>
                    <a:pt x="2297208" y="358629"/>
                  </a:lnTo>
                  <a:lnTo>
                    <a:pt x="2303467" y="358562"/>
                  </a:lnTo>
                  <a:lnTo>
                    <a:pt x="2309727" y="358536"/>
                  </a:lnTo>
                  <a:lnTo>
                    <a:pt x="2315986" y="358557"/>
                  </a:lnTo>
                  <a:lnTo>
                    <a:pt x="2322246" y="358620"/>
                  </a:lnTo>
                  <a:lnTo>
                    <a:pt x="2328505" y="358715"/>
                  </a:lnTo>
                  <a:lnTo>
                    <a:pt x="2334764" y="358827"/>
                  </a:lnTo>
                  <a:lnTo>
                    <a:pt x="2341024" y="358941"/>
                  </a:lnTo>
                  <a:lnTo>
                    <a:pt x="2347283" y="359043"/>
                  </a:lnTo>
                  <a:lnTo>
                    <a:pt x="2353543" y="359127"/>
                  </a:lnTo>
                  <a:lnTo>
                    <a:pt x="2359802" y="359189"/>
                  </a:lnTo>
                  <a:lnTo>
                    <a:pt x="2366062" y="359231"/>
                  </a:lnTo>
                  <a:lnTo>
                    <a:pt x="2372321" y="359258"/>
                  </a:lnTo>
                  <a:lnTo>
                    <a:pt x="2378580" y="359274"/>
                  </a:lnTo>
                  <a:lnTo>
                    <a:pt x="2384840" y="359283"/>
                  </a:lnTo>
                  <a:lnTo>
                    <a:pt x="2391099" y="359287"/>
                  </a:lnTo>
                  <a:lnTo>
                    <a:pt x="2397359" y="359289"/>
                  </a:lnTo>
                  <a:lnTo>
                    <a:pt x="2403618" y="359290"/>
                  </a:lnTo>
                  <a:lnTo>
                    <a:pt x="2409878" y="359291"/>
                  </a:lnTo>
                  <a:lnTo>
                    <a:pt x="2416137" y="359291"/>
                  </a:lnTo>
                  <a:lnTo>
                    <a:pt x="2422396" y="359291"/>
                  </a:lnTo>
                  <a:lnTo>
                    <a:pt x="2428656" y="359291"/>
                  </a:lnTo>
                  <a:lnTo>
                    <a:pt x="2434915" y="359291"/>
                  </a:lnTo>
                  <a:lnTo>
                    <a:pt x="2441175" y="359291"/>
                  </a:lnTo>
                  <a:lnTo>
                    <a:pt x="2447434" y="359291"/>
                  </a:lnTo>
                  <a:lnTo>
                    <a:pt x="2453693" y="359291"/>
                  </a:lnTo>
                  <a:lnTo>
                    <a:pt x="2459953" y="359291"/>
                  </a:lnTo>
                  <a:lnTo>
                    <a:pt x="2466212" y="359291"/>
                  </a:lnTo>
                  <a:lnTo>
                    <a:pt x="2472472" y="359291"/>
                  </a:lnTo>
                  <a:lnTo>
                    <a:pt x="2478731" y="359291"/>
                  </a:lnTo>
                  <a:lnTo>
                    <a:pt x="2484991" y="359291"/>
                  </a:lnTo>
                  <a:lnTo>
                    <a:pt x="2491250" y="359291"/>
                  </a:lnTo>
                  <a:lnTo>
                    <a:pt x="2497509" y="359291"/>
                  </a:lnTo>
                  <a:lnTo>
                    <a:pt x="2503769" y="359291"/>
                  </a:lnTo>
                  <a:lnTo>
                    <a:pt x="2510028" y="359291"/>
                  </a:lnTo>
                  <a:lnTo>
                    <a:pt x="2516288" y="359291"/>
                  </a:lnTo>
                  <a:lnTo>
                    <a:pt x="2522547" y="359291"/>
                  </a:lnTo>
                  <a:lnTo>
                    <a:pt x="2528807" y="359291"/>
                  </a:lnTo>
                  <a:lnTo>
                    <a:pt x="2535066" y="359291"/>
                  </a:lnTo>
                  <a:lnTo>
                    <a:pt x="2541325" y="359291"/>
                  </a:lnTo>
                  <a:lnTo>
                    <a:pt x="2547585" y="359291"/>
                  </a:lnTo>
                  <a:lnTo>
                    <a:pt x="2553844" y="359291"/>
                  </a:lnTo>
                  <a:lnTo>
                    <a:pt x="2560104" y="359291"/>
                  </a:lnTo>
                  <a:lnTo>
                    <a:pt x="2566363" y="359291"/>
                  </a:lnTo>
                  <a:lnTo>
                    <a:pt x="2572623" y="359291"/>
                  </a:lnTo>
                  <a:lnTo>
                    <a:pt x="2578882" y="359291"/>
                  </a:lnTo>
                  <a:lnTo>
                    <a:pt x="2585141" y="359291"/>
                  </a:lnTo>
                  <a:lnTo>
                    <a:pt x="2591401" y="359291"/>
                  </a:lnTo>
                  <a:lnTo>
                    <a:pt x="2597660" y="359291"/>
                  </a:lnTo>
                  <a:lnTo>
                    <a:pt x="2603920" y="359291"/>
                  </a:lnTo>
                  <a:lnTo>
                    <a:pt x="2610179" y="359291"/>
                  </a:lnTo>
                  <a:lnTo>
                    <a:pt x="2616438" y="359291"/>
                  </a:lnTo>
                  <a:lnTo>
                    <a:pt x="2622698" y="359291"/>
                  </a:lnTo>
                  <a:lnTo>
                    <a:pt x="2628957" y="359291"/>
                  </a:lnTo>
                  <a:lnTo>
                    <a:pt x="2635217" y="359291"/>
                  </a:lnTo>
                  <a:lnTo>
                    <a:pt x="2641476" y="359291"/>
                  </a:lnTo>
                  <a:lnTo>
                    <a:pt x="2647736" y="359291"/>
                  </a:lnTo>
                  <a:lnTo>
                    <a:pt x="2653995" y="359291"/>
                  </a:lnTo>
                  <a:lnTo>
                    <a:pt x="2660254" y="359291"/>
                  </a:lnTo>
                  <a:lnTo>
                    <a:pt x="2666514" y="359291"/>
                  </a:lnTo>
                  <a:lnTo>
                    <a:pt x="2672773" y="359291"/>
                  </a:lnTo>
                  <a:lnTo>
                    <a:pt x="2679033" y="359291"/>
                  </a:lnTo>
                  <a:lnTo>
                    <a:pt x="2685292" y="359291"/>
                  </a:lnTo>
                  <a:lnTo>
                    <a:pt x="2691552" y="359291"/>
                  </a:lnTo>
                  <a:lnTo>
                    <a:pt x="2697811" y="359291"/>
                  </a:lnTo>
                  <a:lnTo>
                    <a:pt x="2704070" y="359291"/>
                  </a:lnTo>
                  <a:lnTo>
                    <a:pt x="2710330" y="359291"/>
                  </a:lnTo>
                  <a:lnTo>
                    <a:pt x="2716589" y="359291"/>
                  </a:lnTo>
                  <a:lnTo>
                    <a:pt x="2722849" y="359291"/>
                  </a:lnTo>
                  <a:lnTo>
                    <a:pt x="2729108" y="359290"/>
                  </a:lnTo>
                  <a:lnTo>
                    <a:pt x="2735368" y="359289"/>
                  </a:lnTo>
                  <a:lnTo>
                    <a:pt x="2741627" y="359286"/>
                  </a:lnTo>
                  <a:lnTo>
                    <a:pt x="2747886" y="359281"/>
                  </a:lnTo>
                  <a:lnTo>
                    <a:pt x="2754146" y="359270"/>
                  </a:lnTo>
                  <a:lnTo>
                    <a:pt x="2760405" y="359251"/>
                  </a:lnTo>
                  <a:lnTo>
                    <a:pt x="2766665" y="359220"/>
                  </a:lnTo>
                  <a:lnTo>
                    <a:pt x="2772924" y="359172"/>
                  </a:lnTo>
                  <a:lnTo>
                    <a:pt x="2779184" y="359104"/>
                  </a:lnTo>
                  <a:lnTo>
                    <a:pt x="2785443" y="359015"/>
                  </a:lnTo>
                  <a:lnTo>
                    <a:pt x="2791702" y="358904"/>
                  </a:lnTo>
                  <a:lnTo>
                    <a:pt x="2797962" y="358782"/>
                  </a:lnTo>
                  <a:lnTo>
                    <a:pt x="2804221" y="358659"/>
                  </a:lnTo>
                  <a:lnTo>
                    <a:pt x="2810481" y="358548"/>
                  </a:lnTo>
                  <a:lnTo>
                    <a:pt x="2816740" y="358460"/>
                  </a:lnTo>
                  <a:lnTo>
                    <a:pt x="2822999" y="358399"/>
                  </a:lnTo>
                  <a:lnTo>
                    <a:pt x="2829259" y="358363"/>
                  </a:lnTo>
                  <a:lnTo>
                    <a:pt x="2835518" y="358346"/>
                  </a:lnTo>
                  <a:lnTo>
                    <a:pt x="2841778" y="358340"/>
                  </a:lnTo>
                  <a:lnTo>
                    <a:pt x="2848037" y="358340"/>
                  </a:lnTo>
                  <a:lnTo>
                    <a:pt x="2854297" y="358345"/>
                  </a:lnTo>
                  <a:lnTo>
                    <a:pt x="2860556" y="358362"/>
                  </a:lnTo>
                  <a:lnTo>
                    <a:pt x="2866815" y="358396"/>
                  </a:lnTo>
                  <a:lnTo>
                    <a:pt x="2873075" y="358455"/>
                  </a:lnTo>
                  <a:lnTo>
                    <a:pt x="2879334" y="358539"/>
                  </a:lnTo>
                  <a:lnTo>
                    <a:pt x="2885594" y="358641"/>
                  </a:lnTo>
                  <a:lnTo>
                    <a:pt x="2891853" y="358748"/>
                  </a:lnTo>
                  <a:lnTo>
                    <a:pt x="2898113" y="358844"/>
                  </a:lnTo>
                  <a:lnTo>
                    <a:pt x="2904372" y="358911"/>
                  </a:lnTo>
                  <a:lnTo>
                    <a:pt x="2910631" y="358938"/>
                  </a:lnTo>
                  <a:lnTo>
                    <a:pt x="2916891" y="358923"/>
                  </a:lnTo>
                  <a:lnTo>
                    <a:pt x="2923150" y="358869"/>
                  </a:lnTo>
                  <a:lnTo>
                    <a:pt x="2929410" y="358787"/>
                  </a:lnTo>
                  <a:lnTo>
                    <a:pt x="2935669" y="358695"/>
                  </a:lnTo>
                  <a:lnTo>
                    <a:pt x="2941929" y="358610"/>
                  </a:lnTo>
                  <a:lnTo>
                    <a:pt x="2948188" y="358552"/>
                  </a:lnTo>
                  <a:lnTo>
                    <a:pt x="2954447" y="358534"/>
                  </a:lnTo>
                  <a:lnTo>
                    <a:pt x="2960707" y="358560"/>
                  </a:lnTo>
                  <a:lnTo>
                    <a:pt x="2966966" y="358628"/>
                  </a:lnTo>
                  <a:lnTo>
                    <a:pt x="2973226" y="358726"/>
                  </a:lnTo>
                  <a:lnTo>
                    <a:pt x="2979485" y="358838"/>
                  </a:lnTo>
                  <a:lnTo>
                    <a:pt x="2985744" y="358951"/>
                  </a:lnTo>
                  <a:lnTo>
                    <a:pt x="2992004" y="359052"/>
                  </a:lnTo>
                  <a:lnTo>
                    <a:pt x="2998263" y="359134"/>
                  </a:lnTo>
                  <a:lnTo>
                    <a:pt x="3004523" y="359194"/>
                  </a:lnTo>
                  <a:lnTo>
                    <a:pt x="3010782" y="359234"/>
                  </a:lnTo>
                  <a:lnTo>
                    <a:pt x="3017042" y="359260"/>
                  </a:lnTo>
                  <a:lnTo>
                    <a:pt x="3023301" y="359275"/>
                  </a:lnTo>
                  <a:lnTo>
                    <a:pt x="3029560" y="359283"/>
                  </a:lnTo>
                  <a:lnTo>
                    <a:pt x="3035820" y="359288"/>
                  </a:lnTo>
                  <a:lnTo>
                    <a:pt x="3042079" y="359290"/>
                  </a:lnTo>
                  <a:lnTo>
                    <a:pt x="3048339" y="359291"/>
                  </a:lnTo>
                  <a:lnTo>
                    <a:pt x="3054598" y="359291"/>
                  </a:lnTo>
                  <a:lnTo>
                    <a:pt x="3060858" y="359291"/>
                  </a:lnTo>
                  <a:lnTo>
                    <a:pt x="3067117" y="359291"/>
                  </a:lnTo>
                  <a:lnTo>
                    <a:pt x="3073376" y="359291"/>
                  </a:lnTo>
                  <a:lnTo>
                    <a:pt x="3079636" y="359291"/>
                  </a:lnTo>
                  <a:lnTo>
                    <a:pt x="3085895" y="359291"/>
                  </a:lnTo>
                  <a:lnTo>
                    <a:pt x="3092155" y="359291"/>
                  </a:lnTo>
                  <a:lnTo>
                    <a:pt x="3098414" y="359291"/>
                  </a:lnTo>
                  <a:lnTo>
                    <a:pt x="3104674" y="359291"/>
                  </a:lnTo>
                  <a:lnTo>
                    <a:pt x="3110933" y="359291"/>
                  </a:lnTo>
                  <a:lnTo>
                    <a:pt x="3117192" y="359291"/>
                  </a:lnTo>
                  <a:lnTo>
                    <a:pt x="3123452" y="359291"/>
                  </a:lnTo>
                  <a:lnTo>
                    <a:pt x="3129711" y="359291"/>
                  </a:lnTo>
                  <a:lnTo>
                    <a:pt x="3135971" y="359291"/>
                  </a:lnTo>
                  <a:lnTo>
                    <a:pt x="3142230" y="359291"/>
                  </a:lnTo>
                  <a:lnTo>
                    <a:pt x="3148489" y="359291"/>
                  </a:lnTo>
                  <a:lnTo>
                    <a:pt x="3154749" y="359291"/>
                  </a:lnTo>
                  <a:lnTo>
                    <a:pt x="3161008" y="359291"/>
                  </a:lnTo>
                  <a:lnTo>
                    <a:pt x="3167268" y="359291"/>
                  </a:lnTo>
                  <a:lnTo>
                    <a:pt x="3173527" y="359291"/>
                  </a:lnTo>
                  <a:lnTo>
                    <a:pt x="3179787" y="359291"/>
                  </a:lnTo>
                  <a:lnTo>
                    <a:pt x="3186046" y="359291"/>
                  </a:lnTo>
                  <a:lnTo>
                    <a:pt x="3192305" y="359291"/>
                  </a:lnTo>
                  <a:lnTo>
                    <a:pt x="3198565" y="359291"/>
                  </a:lnTo>
                  <a:lnTo>
                    <a:pt x="3192305" y="359291"/>
                  </a:lnTo>
                  <a:lnTo>
                    <a:pt x="3186046" y="359291"/>
                  </a:lnTo>
                  <a:lnTo>
                    <a:pt x="3179787" y="359291"/>
                  </a:lnTo>
                  <a:lnTo>
                    <a:pt x="3173527" y="359291"/>
                  </a:lnTo>
                  <a:lnTo>
                    <a:pt x="3167268" y="359291"/>
                  </a:lnTo>
                  <a:lnTo>
                    <a:pt x="3161008" y="359291"/>
                  </a:lnTo>
                  <a:lnTo>
                    <a:pt x="3154749" y="359291"/>
                  </a:lnTo>
                  <a:lnTo>
                    <a:pt x="3148489" y="359291"/>
                  </a:lnTo>
                  <a:lnTo>
                    <a:pt x="3142230" y="359291"/>
                  </a:lnTo>
                  <a:lnTo>
                    <a:pt x="3135971" y="359291"/>
                  </a:lnTo>
                  <a:lnTo>
                    <a:pt x="3129711" y="359291"/>
                  </a:lnTo>
                  <a:lnTo>
                    <a:pt x="3123452" y="359291"/>
                  </a:lnTo>
                  <a:lnTo>
                    <a:pt x="3117192" y="359291"/>
                  </a:lnTo>
                  <a:lnTo>
                    <a:pt x="3110933" y="359291"/>
                  </a:lnTo>
                  <a:lnTo>
                    <a:pt x="3104674" y="359291"/>
                  </a:lnTo>
                  <a:lnTo>
                    <a:pt x="3098414" y="359291"/>
                  </a:lnTo>
                  <a:lnTo>
                    <a:pt x="3092155" y="359291"/>
                  </a:lnTo>
                  <a:lnTo>
                    <a:pt x="3085895" y="359291"/>
                  </a:lnTo>
                  <a:lnTo>
                    <a:pt x="3079636" y="359291"/>
                  </a:lnTo>
                  <a:lnTo>
                    <a:pt x="3073376" y="359291"/>
                  </a:lnTo>
                  <a:lnTo>
                    <a:pt x="3067117" y="359291"/>
                  </a:lnTo>
                  <a:lnTo>
                    <a:pt x="3060858" y="359291"/>
                  </a:lnTo>
                  <a:lnTo>
                    <a:pt x="3054598" y="359291"/>
                  </a:lnTo>
                  <a:lnTo>
                    <a:pt x="3048339" y="359291"/>
                  </a:lnTo>
                  <a:lnTo>
                    <a:pt x="3042079" y="359291"/>
                  </a:lnTo>
                  <a:lnTo>
                    <a:pt x="3035820" y="359291"/>
                  </a:lnTo>
                  <a:lnTo>
                    <a:pt x="3029560" y="359291"/>
                  </a:lnTo>
                  <a:lnTo>
                    <a:pt x="3023301" y="359291"/>
                  </a:lnTo>
                  <a:lnTo>
                    <a:pt x="3017042" y="359291"/>
                  </a:lnTo>
                  <a:lnTo>
                    <a:pt x="3010782" y="359291"/>
                  </a:lnTo>
                  <a:lnTo>
                    <a:pt x="3004523" y="359291"/>
                  </a:lnTo>
                  <a:lnTo>
                    <a:pt x="2998263" y="359291"/>
                  </a:lnTo>
                  <a:lnTo>
                    <a:pt x="2992004" y="359291"/>
                  </a:lnTo>
                  <a:lnTo>
                    <a:pt x="2985744" y="359291"/>
                  </a:lnTo>
                  <a:lnTo>
                    <a:pt x="2979485" y="359291"/>
                  </a:lnTo>
                  <a:lnTo>
                    <a:pt x="2973226" y="359291"/>
                  </a:lnTo>
                  <a:lnTo>
                    <a:pt x="2966966" y="359291"/>
                  </a:lnTo>
                  <a:lnTo>
                    <a:pt x="2960707" y="359291"/>
                  </a:lnTo>
                  <a:lnTo>
                    <a:pt x="2954447" y="359291"/>
                  </a:lnTo>
                  <a:lnTo>
                    <a:pt x="2948188" y="359291"/>
                  </a:lnTo>
                  <a:lnTo>
                    <a:pt x="2941929" y="359291"/>
                  </a:lnTo>
                  <a:lnTo>
                    <a:pt x="2935669" y="359291"/>
                  </a:lnTo>
                  <a:lnTo>
                    <a:pt x="2929410" y="359291"/>
                  </a:lnTo>
                  <a:lnTo>
                    <a:pt x="2923150" y="359291"/>
                  </a:lnTo>
                  <a:lnTo>
                    <a:pt x="2916891" y="359291"/>
                  </a:lnTo>
                  <a:lnTo>
                    <a:pt x="2910631" y="359291"/>
                  </a:lnTo>
                  <a:lnTo>
                    <a:pt x="2904372" y="359291"/>
                  </a:lnTo>
                  <a:lnTo>
                    <a:pt x="2898113" y="359291"/>
                  </a:lnTo>
                  <a:lnTo>
                    <a:pt x="2891853" y="359291"/>
                  </a:lnTo>
                  <a:lnTo>
                    <a:pt x="2885594" y="359291"/>
                  </a:lnTo>
                  <a:lnTo>
                    <a:pt x="2879334" y="359291"/>
                  </a:lnTo>
                  <a:lnTo>
                    <a:pt x="2873075" y="359291"/>
                  </a:lnTo>
                  <a:lnTo>
                    <a:pt x="2866815" y="359291"/>
                  </a:lnTo>
                  <a:lnTo>
                    <a:pt x="2860556" y="359291"/>
                  </a:lnTo>
                  <a:lnTo>
                    <a:pt x="2854297" y="359291"/>
                  </a:lnTo>
                  <a:lnTo>
                    <a:pt x="2848037" y="359291"/>
                  </a:lnTo>
                  <a:lnTo>
                    <a:pt x="2841778" y="359291"/>
                  </a:lnTo>
                  <a:lnTo>
                    <a:pt x="2835518" y="359291"/>
                  </a:lnTo>
                  <a:lnTo>
                    <a:pt x="2829259" y="359291"/>
                  </a:lnTo>
                  <a:lnTo>
                    <a:pt x="2822999" y="359291"/>
                  </a:lnTo>
                  <a:lnTo>
                    <a:pt x="2816740" y="359291"/>
                  </a:lnTo>
                  <a:lnTo>
                    <a:pt x="2810481" y="359291"/>
                  </a:lnTo>
                  <a:lnTo>
                    <a:pt x="2804221" y="359291"/>
                  </a:lnTo>
                  <a:lnTo>
                    <a:pt x="2797962" y="359291"/>
                  </a:lnTo>
                  <a:lnTo>
                    <a:pt x="2791702" y="359291"/>
                  </a:lnTo>
                  <a:lnTo>
                    <a:pt x="2785443" y="359291"/>
                  </a:lnTo>
                  <a:lnTo>
                    <a:pt x="2779184" y="359291"/>
                  </a:lnTo>
                  <a:lnTo>
                    <a:pt x="2772924" y="359291"/>
                  </a:lnTo>
                  <a:lnTo>
                    <a:pt x="2766665" y="359291"/>
                  </a:lnTo>
                  <a:lnTo>
                    <a:pt x="2760405" y="359291"/>
                  </a:lnTo>
                  <a:lnTo>
                    <a:pt x="2754146" y="359291"/>
                  </a:lnTo>
                  <a:lnTo>
                    <a:pt x="2747886" y="359291"/>
                  </a:lnTo>
                  <a:lnTo>
                    <a:pt x="2741627" y="359291"/>
                  </a:lnTo>
                  <a:lnTo>
                    <a:pt x="2735368" y="359291"/>
                  </a:lnTo>
                  <a:lnTo>
                    <a:pt x="2729108" y="359291"/>
                  </a:lnTo>
                  <a:lnTo>
                    <a:pt x="2722849" y="359291"/>
                  </a:lnTo>
                  <a:lnTo>
                    <a:pt x="2716589" y="359291"/>
                  </a:lnTo>
                  <a:lnTo>
                    <a:pt x="2710330" y="359291"/>
                  </a:lnTo>
                  <a:lnTo>
                    <a:pt x="2704070" y="359291"/>
                  </a:lnTo>
                  <a:lnTo>
                    <a:pt x="2697811" y="359291"/>
                  </a:lnTo>
                  <a:lnTo>
                    <a:pt x="2691552" y="359291"/>
                  </a:lnTo>
                  <a:lnTo>
                    <a:pt x="2685292" y="359291"/>
                  </a:lnTo>
                  <a:lnTo>
                    <a:pt x="2679033" y="359291"/>
                  </a:lnTo>
                  <a:lnTo>
                    <a:pt x="2672773" y="359291"/>
                  </a:lnTo>
                  <a:lnTo>
                    <a:pt x="2666514" y="359291"/>
                  </a:lnTo>
                  <a:lnTo>
                    <a:pt x="2660254" y="359291"/>
                  </a:lnTo>
                  <a:lnTo>
                    <a:pt x="2653995" y="359291"/>
                  </a:lnTo>
                  <a:lnTo>
                    <a:pt x="2647736" y="359291"/>
                  </a:lnTo>
                  <a:lnTo>
                    <a:pt x="2641476" y="359291"/>
                  </a:lnTo>
                  <a:lnTo>
                    <a:pt x="2635217" y="359291"/>
                  </a:lnTo>
                  <a:lnTo>
                    <a:pt x="2628957" y="359291"/>
                  </a:lnTo>
                  <a:lnTo>
                    <a:pt x="2622698" y="359291"/>
                  </a:lnTo>
                  <a:lnTo>
                    <a:pt x="2616438" y="359291"/>
                  </a:lnTo>
                  <a:lnTo>
                    <a:pt x="2610179" y="359291"/>
                  </a:lnTo>
                  <a:lnTo>
                    <a:pt x="2603920" y="359291"/>
                  </a:lnTo>
                  <a:lnTo>
                    <a:pt x="2597660" y="359291"/>
                  </a:lnTo>
                  <a:lnTo>
                    <a:pt x="2591401" y="359291"/>
                  </a:lnTo>
                  <a:lnTo>
                    <a:pt x="2585141" y="359291"/>
                  </a:lnTo>
                  <a:lnTo>
                    <a:pt x="2578882" y="359291"/>
                  </a:lnTo>
                  <a:lnTo>
                    <a:pt x="2572623" y="359291"/>
                  </a:lnTo>
                  <a:lnTo>
                    <a:pt x="2566363" y="359291"/>
                  </a:lnTo>
                  <a:lnTo>
                    <a:pt x="2560104" y="359291"/>
                  </a:lnTo>
                  <a:lnTo>
                    <a:pt x="2553844" y="359291"/>
                  </a:lnTo>
                  <a:lnTo>
                    <a:pt x="2547585" y="359291"/>
                  </a:lnTo>
                  <a:lnTo>
                    <a:pt x="2541325" y="359291"/>
                  </a:lnTo>
                  <a:lnTo>
                    <a:pt x="2535066" y="359291"/>
                  </a:lnTo>
                  <a:lnTo>
                    <a:pt x="2528807" y="359291"/>
                  </a:lnTo>
                  <a:lnTo>
                    <a:pt x="2522547" y="359291"/>
                  </a:lnTo>
                  <a:lnTo>
                    <a:pt x="2516288" y="359291"/>
                  </a:lnTo>
                  <a:lnTo>
                    <a:pt x="2510028" y="359291"/>
                  </a:lnTo>
                  <a:lnTo>
                    <a:pt x="2503769" y="359291"/>
                  </a:lnTo>
                  <a:lnTo>
                    <a:pt x="2497509" y="359291"/>
                  </a:lnTo>
                  <a:lnTo>
                    <a:pt x="2491250" y="359291"/>
                  </a:lnTo>
                  <a:lnTo>
                    <a:pt x="2484991" y="359291"/>
                  </a:lnTo>
                  <a:lnTo>
                    <a:pt x="2478731" y="359291"/>
                  </a:lnTo>
                  <a:lnTo>
                    <a:pt x="2472472" y="359291"/>
                  </a:lnTo>
                  <a:lnTo>
                    <a:pt x="2466212" y="359291"/>
                  </a:lnTo>
                  <a:lnTo>
                    <a:pt x="2459953" y="359291"/>
                  </a:lnTo>
                  <a:lnTo>
                    <a:pt x="2453693" y="359291"/>
                  </a:lnTo>
                  <a:lnTo>
                    <a:pt x="2447434" y="359291"/>
                  </a:lnTo>
                  <a:lnTo>
                    <a:pt x="2441175" y="359291"/>
                  </a:lnTo>
                  <a:lnTo>
                    <a:pt x="2434915" y="359291"/>
                  </a:lnTo>
                  <a:lnTo>
                    <a:pt x="2428656" y="359291"/>
                  </a:lnTo>
                  <a:lnTo>
                    <a:pt x="2422396" y="359291"/>
                  </a:lnTo>
                  <a:lnTo>
                    <a:pt x="2416137" y="359291"/>
                  </a:lnTo>
                  <a:lnTo>
                    <a:pt x="2409878" y="359291"/>
                  </a:lnTo>
                  <a:lnTo>
                    <a:pt x="2403618" y="359291"/>
                  </a:lnTo>
                  <a:lnTo>
                    <a:pt x="2397359" y="359291"/>
                  </a:lnTo>
                  <a:lnTo>
                    <a:pt x="2391099" y="359291"/>
                  </a:lnTo>
                  <a:lnTo>
                    <a:pt x="2384840" y="359291"/>
                  </a:lnTo>
                  <a:lnTo>
                    <a:pt x="2378580" y="359291"/>
                  </a:lnTo>
                  <a:lnTo>
                    <a:pt x="2372321" y="359291"/>
                  </a:lnTo>
                  <a:lnTo>
                    <a:pt x="2366062" y="359291"/>
                  </a:lnTo>
                  <a:lnTo>
                    <a:pt x="2359802" y="359291"/>
                  </a:lnTo>
                  <a:lnTo>
                    <a:pt x="2353543" y="359291"/>
                  </a:lnTo>
                  <a:lnTo>
                    <a:pt x="2347283" y="359291"/>
                  </a:lnTo>
                  <a:lnTo>
                    <a:pt x="2341024" y="359291"/>
                  </a:lnTo>
                  <a:lnTo>
                    <a:pt x="2334764" y="359291"/>
                  </a:lnTo>
                  <a:lnTo>
                    <a:pt x="2328505" y="359291"/>
                  </a:lnTo>
                  <a:lnTo>
                    <a:pt x="2322246" y="359291"/>
                  </a:lnTo>
                  <a:lnTo>
                    <a:pt x="2315986" y="359291"/>
                  </a:lnTo>
                  <a:lnTo>
                    <a:pt x="2309727" y="359291"/>
                  </a:lnTo>
                  <a:lnTo>
                    <a:pt x="2303467" y="359291"/>
                  </a:lnTo>
                  <a:lnTo>
                    <a:pt x="2297208" y="359291"/>
                  </a:lnTo>
                  <a:lnTo>
                    <a:pt x="2290948" y="359291"/>
                  </a:lnTo>
                  <a:lnTo>
                    <a:pt x="2284689" y="359291"/>
                  </a:lnTo>
                  <a:lnTo>
                    <a:pt x="2278430" y="359291"/>
                  </a:lnTo>
                  <a:lnTo>
                    <a:pt x="2272170" y="359291"/>
                  </a:lnTo>
                  <a:lnTo>
                    <a:pt x="2265911" y="359291"/>
                  </a:lnTo>
                  <a:lnTo>
                    <a:pt x="2259651" y="359291"/>
                  </a:lnTo>
                  <a:lnTo>
                    <a:pt x="2253392" y="359291"/>
                  </a:lnTo>
                  <a:lnTo>
                    <a:pt x="2247133" y="359291"/>
                  </a:lnTo>
                  <a:lnTo>
                    <a:pt x="2240873" y="359291"/>
                  </a:lnTo>
                  <a:lnTo>
                    <a:pt x="2234614" y="359291"/>
                  </a:lnTo>
                  <a:lnTo>
                    <a:pt x="2228354" y="359291"/>
                  </a:lnTo>
                  <a:lnTo>
                    <a:pt x="2222095" y="359291"/>
                  </a:lnTo>
                  <a:lnTo>
                    <a:pt x="2215835" y="359291"/>
                  </a:lnTo>
                  <a:lnTo>
                    <a:pt x="2209576" y="359291"/>
                  </a:lnTo>
                  <a:lnTo>
                    <a:pt x="2203317" y="359291"/>
                  </a:lnTo>
                  <a:lnTo>
                    <a:pt x="2197057" y="359291"/>
                  </a:lnTo>
                  <a:lnTo>
                    <a:pt x="2190798" y="359291"/>
                  </a:lnTo>
                  <a:lnTo>
                    <a:pt x="2184538" y="359291"/>
                  </a:lnTo>
                  <a:lnTo>
                    <a:pt x="2178279" y="359291"/>
                  </a:lnTo>
                  <a:lnTo>
                    <a:pt x="2172019" y="359291"/>
                  </a:lnTo>
                  <a:lnTo>
                    <a:pt x="2165760" y="359291"/>
                  </a:lnTo>
                  <a:lnTo>
                    <a:pt x="2159501" y="359291"/>
                  </a:lnTo>
                  <a:lnTo>
                    <a:pt x="2153241" y="359291"/>
                  </a:lnTo>
                  <a:lnTo>
                    <a:pt x="2146982" y="359291"/>
                  </a:lnTo>
                  <a:lnTo>
                    <a:pt x="2140722" y="359291"/>
                  </a:lnTo>
                  <a:lnTo>
                    <a:pt x="2134463" y="359291"/>
                  </a:lnTo>
                  <a:lnTo>
                    <a:pt x="2128203" y="359291"/>
                  </a:lnTo>
                  <a:lnTo>
                    <a:pt x="2121944" y="359291"/>
                  </a:lnTo>
                  <a:lnTo>
                    <a:pt x="2115685" y="359291"/>
                  </a:lnTo>
                  <a:lnTo>
                    <a:pt x="2109425" y="359291"/>
                  </a:lnTo>
                  <a:lnTo>
                    <a:pt x="2103166" y="359291"/>
                  </a:lnTo>
                  <a:lnTo>
                    <a:pt x="2096906" y="359291"/>
                  </a:lnTo>
                  <a:lnTo>
                    <a:pt x="2090647" y="359291"/>
                  </a:lnTo>
                  <a:lnTo>
                    <a:pt x="2084388" y="359291"/>
                  </a:lnTo>
                  <a:lnTo>
                    <a:pt x="2078128" y="359291"/>
                  </a:lnTo>
                  <a:lnTo>
                    <a:pt x="2071869" y="359291"/>
                  </a:lnTo>
                  <a:lnTo>
                    <a:pt x="2065609" y="359291"/>
                  </a:lnTo>
                  <a:lnTo>
                    <a:pt x="2059350" y="359291"/>
                  </a:lnTo>
                  <a:lnTo>
                    <a:pt x="2053090" y="359291"/>
                  </a:lnTo>
                  <a:lnTo>
                    <a:pt x="2046831" y="359291"/>
                  </a:lnTo>
                  <a:lnTo>
                    <a:pt x="2040572" y="359291"/>
                  </a:lnTo>
                  <a:lnTo>
                    <a:pt x="2034312" y="359291"/>
                  </a:lnTo>
                  <a:lnTo>
                    <a:pt x="2028053" y="359291"/>
                  </a:lnTo>
                  <a:lnTo>
                    <a:pt x="2021793" y="359291"/>
                  </a:lnTo>
                  <a:lnTo>
                    <a:pt x="2015534" y="359291"/>
                  </a:lnTo>
                  <a:lnTo>
                    <a:pt x="2009274" y="359291"/>
                  </a:lnTo>
                  <a:lnTo>
                    <a:pt x="2003015" y="359291"/>
                  </a:lnTo>
                  <a:lnTo>
                    <a:pt x="1996756" y="359291"/>
                  </a:lnTo>
                  <a:lnTo>
                    <a:pt x="1990496" y="359291"/>
                  </a:lnTo>
                  <a:lnTo>
                    <a:pt x="1984237" y="359291"/>
                  </a:lnTo>
                  <a:lnTo>
                    <a:pt x="1977977" y="359291"/>
                  </a:lnTo>
                  <a:lnTo>
                    <a:pt x="1971718" y="359291"/>
                  </a:lnTo>
                  <a:lnTo>
                    <a:pt x="1965458" y="359291"/>
                  </a:lnTo>
                  <a:lnTo>
                    <a:pt x="1959199" y="359291"/>
                  </a:lnTo>
                  <a:lnTo>
                    <a:pt x="1952940" y="359291"/>
                  </a:lnTo>
                  <a:lnTo>
                    <a:pt x="1946680" y="359291"/>
                  </a:lnTo>
                  <a:lnTo>
                    <a:pt x="1940421" y="359291"/>
                  </a:lnTo>
                  <a:lnTo>
                    <a:pt x="1934161" y="359291"/>
                  </a:lnTo>
                  <a:lnTo>
                    <a:pt x="1927902" y="359291"/>
                  </a:lnTo>
                  <a:lnTo>
                    <a:pt x="1921642" y="359291"/>
                  </a:lnTo>
                  <a:lnTo>
                    <a:pt x="1915383" y="359291"/>
                  </a:lnTo>
                  <a:lnTo>
                    <a:pt x="1909124" y="359291"/>
                  </a:lnTo>
                  <a:lnTo>
                    <a:pt x="1902864" y="359291"/>
                  </a:lnTo>
                  <a:lnTo>
                    <a:pt x="1896605" y="359291"/>
                  </a:lnTo>
                  <a:lnTo>
                    <a:pt x="1890345" y="359291"/>
                  </a:lnTo>
                  <a:lnTo>
                    <a:pt x="1884086" y="359291"/>
                  </a:lnTo>
                  <a:lnTo>
                    <a:pt x="1877827" y="359291"/>
                  </a:lnTo>
                  <a:lnTo>
                    <a:pt x="1871567" y="359291"/>
                  </a:lnTo>
                  <a:lnTo>
                    <a:pt x="1865308" y="359291"/>
                  </a:lnTo>
                  <a:lnTo>
                    <a:pt x="1859048" y="359291"/>
                  </a:lnTo>
                  <a:lnTo>
                    <a:pt x="1852789" y="359291"/>
                  </a:lnTo>
                  <a:lnTo>
                    <a:pt x="1846529" y="359291"/>
                  </a:lnTo>
                  <a:lnTo>
                    <a:pt x="1840270" y="359291"/>
                  </a:lnTo>
                  <a:lnTo>
                    <a:pt x="1834011" y="359291"/>
                  </a:lnTo>
                  <a:lnTo>
                    <a:pt x="1827751" y="359291"/>
                  </a:lnTo>
                  <a:lnTo>
                    <a:pt x="1821492" y="359291"/>
                  </a:lnTo>
                  <a:lnTo>
                    <a:pt x="1815232" y="359291"/>
                  </a:lnTo>
                  <a:lnTo>
                    <a:pt x="1808973" y="359291"/>
                  </a:lnTo>
                  <a:lnTo>
                    <a:pt x="1802713" y="359291"/>
                  </a:lnTo>
                  <a:lnTo>
                    <a:pt x="1796454" y="359291"/>
                  </a:lnTo>
                  <a:lnTo>
                    <a:pt x="1790195" y="359291"/>
                  </a:lnTo>
                  <a:lnTo>
                    <a:pt x="1783935" y="359291"/>
                  </a:lnTo>
                  <a:lnTo>
                    <a:pt x="1777676" y="359291"/>
                  </a:lnTo>
                  <a:lnTo>
                    <a:pt x="1771416" y="359291"/>
                  </a:lnTo>
                  <a:lnTo>
                    <a:pt x="1765157" y="359291"/>
                  </a:lnTo>
                  <a:lnTo>
                    <a:pt x="1758897" y="359291"/>
                  </a:lnTo>
                  <a:lnTo>
                    <a:pt x="1752638" y="359291"/>
                  </a:lnTo>
                  <a:lnTo>
                    <a:pt x="1746379" y="359291"/>
                  </a:lnTo>
                  <a:lnTo>
                    <a:pt x="1740119" y="359291"/>
                  </a:lnTo>
                  <a:lnTo>
                    <a:pt x="1733860" y="359291"/>
                  </a:lnTo>
                  <a:lnTo>
                    <a:pt x="1727600" y="359291"/>
                  </a:lnTo>
                  <a:lnTo>
                    <a:pt x="1721341" y="359291"/>
                  </a:lnTo>
                  <a:lnTo>
                    <a:pt x="1715082" y="359291"/>
                  </a:lnTo>
                  <a:lnTo>
                    <a:pt x="1708822" y="359291"/>
                  </a:lnTo>
                  <a:lnTo>
                    <a:pt x="1702563" y="359291"/>
                  </a:lnTo>
                  <a:lnTo>
                    <a:pt x="1696303" y="359291"/>
                  </a:lnTo>
                  <a:lnTo>
                    <a:pt x="1690044" y="359291"/>
                  </a:lnTo>
                  <a:lnTo>
                    <a:pt x="1683784" y="359291"/>
                  </a:lnTo>
                  <a:lnTo>
                    <a:pt x="1677525" y="359291"/>
                  </a:lnTo>
                  <a:lnTo>
                    <a:pt x="1671266" y="359291"/>
                  </a:lnTo>
                  <a:lnTo>
                    <a:pt x="1665006" y="359291"/>
                  </a:lnTo>
                  <a:lnTo>
                    <a:pt x="1658747" y="359291"/>
                  </a:lnTo>
                  <a:lnTo>
                    <a:pt x="1652487" y="359291"/>
                  </a:lnTo>
                  <a:lnTo>
                    <a:pt x="1646228" y="359291"/>
                  </a:lnTo>
                  <a:lnTo>
                    <a:pt x="1639968" y="359291"/>
                  </a:lnTo>
                  <a:lnTo>
                    <a:pt x="1633709" y="359291"/>
                  </a:lnTo>
                  <a:lnTo>
                    <a:pt x="1627450" y="359291"/>
                  </a:lnTo>
                  <a:lnTo>
                    <a:pt x="1621190" y="359291"/>
                  </a:lnTo>
                  <a:lnTo>
                    <a:pt x="1614931" y="359291"/>
                  </a:lnTo>
                  <a:lnTo>
                    <a:pt x="1608671" y="359291"/>
                  </a:lnTo>
                  <a:lnTo>
                    <a:pt x="1602412" y="359291"/>
                  </a:lnTo>
                  <a:lnTo>
                    <a:pt x="1596152" y="359291"/>
                  </a:lnTo>
                  <a:lnTo>
                    <a:pt x="1589893" y="359291"/>
                  </a:lnTo>
                  <a:lnTo>
                    <a:pt x="1583634" y="359291"/>
                  </a:lnTo>
                  <a:lnTo>
                    <a:pt x="1577374" y="359291"/>
                  </a:lnTo>
                  <a:lnTo>
                    <a:pt x="1571115" y="359291"/>
                  </a:lnTo>
                  <a:lnTo>
                    <a:pt x="1564855" y="359291"/>
                  </a:lnTo>
                  <a:lnTo>
                    <a:pt x="1558596" y="359291"/>
                  </a:lnTo>
                  <a:lnTo>
                    <a:pt x="1552337" y="359291"/>
                  </a:lnTo>
                  <a:lnTo>
                    <a:pt x="1546077" y="359291"/>
                  </a:lnTo>
                  <a:lnTo>
                    <a:pt x="1539818" y="359291"/>
                  </a:lnTo>
                  <a:lnTo>
                    <a:pt x="1533558" y="359291"/>
                  </a:lnTo>
                  <a:lnTo>
                    <a:pt x="1527299" y="359291"/>
                  </a:lnTo>
                  <a:lnTo>
                    <a:pt x="1521039" y="359291"/>
                  </a:lnTo>
                  <a:lnTo>
                    <a:pt x="1514780" y="359291"/>
                  </a:lnTo>
                  <a:lnTo>
                    <a:pt x="1508521" y="359291"/>
                  </a:lnTo>
                  <a:lnTo>
                    <a:pt x="1502261" y="359291"/>
                  </a:lnTo>
                  <a:lnTo>
                    <a:pt x="1496002" y="359291"/>
                  </a:lnTo>
                  <a:lnTo>
                    <a:pt x="1489742" y="359291"/>
                  </a:lnTo>
                  <a:lnTo>
                    <a:pt x="1483483" y="359291"/>
                  </a:lnTo>
                  <a:lnTo>
                    <a:pt x="1477223" y="359291"/>
                  </a:lnTo>
                  <a:lnTo>
                    <a:pt x="1470964" y="359291"/>
                  </a:lnTo>
                  <a:lnTo>
                    <a:pt x="1464705" y="359291"/>
                  </a:lnTo>
                  <a:lnTo>
                    <a:pt x="1458445" y="359291"/>
                  </a:lnTo>
                  <a:lnTo>
                    <a:pt x="1452186" y="359291"/>
                  </a:lnTo>
                  <a:lnTo>
                    <a:pt x="1445926" y="359291"/>
                  </a:lnTo>
                  <a:lnTo>
                    <a:pt x="1439667" y="359291"/>
                  </a:lnTo>
                  <a:lnTo>
                    <a:pt x="1433407" y="359291"/>
                  </a:lnTo>
                  <a:lnTo>
                    <a:pt x="1427148" y="359291"/>
                  </a:lnTo>
                  <a:lnTo>
                    <a:pt x="1420889" y="359291"/>
                  </a:lnTo>
                  <a:lnTo>
                    <a:pt x="1414629" y="359291"/>
                  </a:lnTo>
                  <a:lnTo>
                    <a:pt x="1408370" y="359291"/>
                  </a:lnTo>
                  <a:lnTo>
                    <a:pt x="1402110" y="359291"/>
                  </a:lnTo>
                  <a:lnTo>
                    <a:pt x="1395851" y="359291"/>
                  </a:lnTo>
                  <a:lnTo>
                    <a:pt x="1389592" y="359291"/>
                  </a:lnTo>
                  <a:lnTo>
                    <a:pt x="1383332" y="359291"/>
                  </a:lnTo>
                  <a:lnTo>
                    <a:pt x="1377073" y="359291"/>
                  </a:lnTo>
                  <a:lnTo>
                    <a:pt x="1370813" y="359291"/>
                  </a:lnTo>
                  <a:lnTo>
                    <a:pt x="1364554" y="359291"/>
                  </a:lnTo>
                  <a:lnTo>
                    <a:pt x="1358294" y="359291"/>
                  </a:lnTo>
                  <a:lnTo>
                    <a:pt x="1352035" y="359291"/>
                  </a:lnTo>
                  <a:lnTo>
                    <a:pt x="1345776" y="359291"/>
                  </a:lnTo>
                  <a:lnTo>
                    <a:pt x="1339516" y="359291"/>
                  </a:lnTo>
                  <a:lnTo>
                    <a:pt x="1333257" y="359291"/>
                  </a:lnTo>
                  <a:lnTo>
                    <a:pt x="1326997" y="359291"/>
                  </a:lnTo>
                  <a:lnTo>
                    <a:pt x="1320738" y="359291"/>
                  </a:lnTo>
                  <a:lnTo>
                    <a:pt x="1314478" y="359291"/>
                  </a:lnTo>
                  <a:lnTo>
                    <a:pt x="1308219" y="359291"/>
                  </a:lnTo>
                  <a:lnTo>
                    <a:pt x="1301960" y="359291"/>
                  </a:lnTo>
                  <a:lnTo>
                    <a:pt x="1295700" y="359291"/>
                  </a:lnTo>
                  <a:lnTo>
                    <a:pt x="1289441" y="359291"/>
                  </a:lnTo>
                  <a:lnTo>
                    <a:pt x="1283181" y="359291"/>
                  </a:lnTo>
                  <a:lnTo>
                    <a:pt x="1276922" y="359291"/>
                  </a:lnTo>
                  <a:lnTo>
                    <a:pt x="1270662" y="359291"/>
                  </a:lnTo>
                  <a:lnTo>
                    <a:pt x="1264403" y="359291"/>
                  </a:lnTo>
                  <a:lnTo>
                    <a:pt x="1258144" y="359291"/>
                  </a:lnTo>
                  <a:lnTo>
                    <a:pt x="1251884" y="359291"/>
                  </a:lnTo>
                  <a:lnTo>
                    <a:pt x="1245625" y="359291"/>
                  </a:lnTo>
                  <a:lnTo>
                    <a:pt x="1239365" y="359291"/>
                  </a:lnTo>
                  <a:lnTo>
                    <a:pt x="1233106" y="359291"/>
                  </a:lnTo>
                  <a:lnTo>
                    <a:pt x="1226846" y="359291"/>
                  </a:lnTo>
                  <a:lnTo>
                    <a:pt x="1220587" y="359291"/>
                  </a:lnTo>
                  <a:lnTo>
                    <a:pt x="1214328" y="359291"/>
                  </a:lnTo>
                  <a:lnTo>
                    <a:pt x="1208068" y="359291"/>
                  </a:lnTo>
                  <a:lnTo>
                    <a:pt x="1201809" y="359291"/>
                  </a:lnTo>
                  <a:lnTo>
                    <a:pt x="1195549" y="359291"/>
                  </a:lnTo>
                  <a:lnTo>
                    <a:pt x="1189290" y="359291"/>
                  </a:lnTo>
                  <a:lnTo>
                    <a:pt x="1183031" y="359291"/>
                  </a:lnTo>
                  <a:lnTo>
                    <a:pt x="1176771" y="359291"/>
                  </a:lnTo>
                  <a:lnTo>
                    <a:pt x="1170512" y="359291"/>
                  </a:lnTo>
                  <a:lnTo>
                    <a:pt x="1164252" y="359291"/>
                  </a:lnTo>
                  <a:lnTo>
                    <a:pt x="1157993" y="359291"/>
                  </a:lnTo>
                  <a:lnTo>
                    <a:pt x="1151733" y="359291"/>
                  </a:lnTo>
                  <a:lnTo>
                    <a:pt x="1145474" y="359291"/>
                  </a:lnTo>
                  <a:lnTo>
                    <a:pt x="1139215" y="359291"/>
                  </a:lnTo>
                  <a:lnTo>
                    <a:pt x="1132955" y="359291"/>
                  </a:lnTo>
                  <a:lnTo>
                    <a:pt x="1126696" y="359291"/>
                  </a:lnTo>
                  <a:lnTo>
                    <a:pt x="1120436" y="359291"/>
                  </a:lnTo>
                  <a:lnTo>
                    <a:pt x="1114177" y="359291"/>
                  </a:lnTo>
                  <a:lnTo>
                    <a:pt x="1107917" y="359291"/>
                  </a:lnTo>
                  <a:lnTo>
                    <a:pt x="1101658" y="359291"/>
                  </a:lnTo>
                  <a:lnTo>
                    <a:pt x="1095399" y="359291"/>
                  </a:lnTo>
                  <a:lnTo>
                    <a:pt x="1089139" y="359291"/>
                  </a:lnTo>
                  <a:lnTo>
                    <a:pt x="1082880" y="359291"/>
                  </a:lnTo>
                  <a:lnTo>
                    <a:pt x="1076620" y="359291"/>
                  </a:lnTo>
                  <a:lnTo>
                    <a:pt x="1070361" y="359291"/>
                  </a:lnTo>
                  <a:lnTo>
                    <a:pt x="1064101" y="359291"/>
                  </a:lnTo>
                  <a:lnTo>
                    <a:pt x="1057842" y="359291"/>
                  </a:lnTo>
                  <a:lnTo>
                    <a:pt x="1051583" y="359291"/>
                  </a:lnTo>
                  <a:lnTo>
                    <a:pt x="1045323" y="359291"/>
                  </a:lnTo>
                  <a:lnTo>
                    <a:pt x="1039064" y="359291"/>
                  </a:lnTo>
                  <a:lnTo>
                    <a:pt x="1032804" y="359291"/>
                  </a:lnTo>
                  <a:lnTo>
                    <a:pt x="1026545" y="359291"/>
                  </a:lnTo>
                  <a:lnTo>
                    <a:pt x="1020286" y="359291"/>
                  </a:lnTo>
                  <a:lnTo>
                    <a:pt x="1014026" y="359291"/>
                  </a:lnTo>
                  <a:lnTo>
                    <a:pt x="1007767" y="359291"/>
                  </a:lnTo>
                  <a:lnTo>
                    <a:pt x="1001507" y="359291"/>
                  </a:lnTo>
                  <a:lnTo>
                    <a:pt x="995248" y="359291"/>
                  </a:lnTo>
                  <a:lnTo>
                    <a:pt x="988988" y="359291"/>
                  </a:lnTo>
                  <a:lnTo>
                    <a:pt x="982729" y="359291"/>
                  </a:lnTo>
                  <a:lnTo>
                    <a:pt x="976470" y="359291"/>
                  </a:lnTo>
                  <a:lnTo>
                    <a:pt x="970210" y="359291"/>
                  </a:lnTo>
                  <a:lnTo>
                    <a:pt x="963951" y="359291"/>
                  </a:lnTo>
                  <a:lnTo>
                    <a:pt x="957691" y="359291"/>
                  </a:lnTo>
                  <a:lnTo>
                    <a:pt x="951432" y="359291"/>
                  </a:lnTo>
                  <a:lnTo>
                    <a:pt x="945172" y="359291"/>
                  </a:lnTo>
                  <a:lnTo>
                    <a:pt x="938913" y="359291"/>
                  </a:lnTo>
                  <a:lnTo>
                    <a:pt x="932654" y="359291"/>
                  </a:lnTo>
                  <a:lnTo>
                    <a:pt x="926394" y="359291"/>
                  </a:lnTo>
                  <a:lnTo>
                    <a:pt x="920135" y="359291"/>
                  </a:lnTo>
                  <a:lnTo>
                    <a:pt x="913875" y="359291"/>
                  </a:lnTo>
                  <a:lnTo>
                    <a:pt x="907616" y="359291"/>
                  </a:lnTo>
                  <a:lnTo>
                    <a:pt x="901356" y="359291"/>
                  </a:lnTo>
                  <a:lnTo>
                    <a:pt x="895097" y="359291"/>
                  </a:lnTo>
                  <a:lnTo>
                    <a:pt x="888838" y="359291"/>
                  </a:lnTo>
                  <a:lnTo>
                    <a:pt x="882578" y="359291"/>
                  </a:lnTo>
                  <a:lnTo>
                    <a:pt x="876319" y="359291"/>
                  </a:lnTo>
                  <a:lnTo>
                    <a:pt x="870059" y="359291"/>
                  </a:lnTo>
                  <a:lnTo>
                    <a:pt x="863800" y="359291"/>
                  </a:lnTo>
                  <a:lnTo>
                    <a:pt x="857541" y="359291"/>
                  </a:lnTo>
                  <a:lnTo>
                    <a:pt x="851281" y="359291"/>
                  </a:lnTo>
                  <a:lnTo>
                    <a:pt x="845022" y="359291"/>
                  </a:lnTo>
                  <a:lnTo>
                    <a:pt x="838762" y="359291"/>
                  </a:lnTo>
                  <a:lnTo>
                    <a:pt x="832503" y="359291"/>
                  </a:lnTo>
                  <a:lnTo>
                    <a:pt x="826243" y="359291"/>
                  </a:lnTo>
                  <a:lnTo>
                    <a:pt x="819984" y="359291"/>
                  </a:lnTo>
                  <a:lnTo>
                    <a:pt x="813725" y="359291"/>
                  </a:lnTo>
                  <a:lnTo>
                    <a:pt x="807465" y="359291"/>
                  </a:lnTo>
                  <a:lnTo>
                    <a:pt x="801206" y="359291"/>
                  </a:lnTo>
                  <a:lnTo>
                    <a:pt x="794946" y="359291"/>
                  </a:lnTo>
                  <a:lnTo>
                    <a:pt x="788687" y="359291"/>
                  </a:lnTo>
                  <a:lnTo>
                    <a:pt x="782427" y="359291"/>
                  </a:lnTo>
                  <a:lnTo>
                    <a:pt x="776168" y="359291"/>
                  </a:lnTo>
                  <a:lnTo>
                    <a:pt x="769909" y="359291"/>
                  </a:lnTo>
                  <a:lnTo>
                    <a:pt x="763649" y="359291"/>
                  </a:lnTo>
                  <a:lnTo>
                    <a:pt x="757390" y="359291"/>
                  </a:lnTo>
                  <a:lnTo>
                    <a:pt x="751130" y="359291"/>
                  </a:lnTo>
                  <a:lnTo>
                    <a:pt x="744871" y="359291"/>
                  </a:lnTo>
                  <a:lnTo>
                    <a:pt x="738611" y="359291"/>
                  </a:lnTo>
                  <a:lnTo>
                    <a:pt x="732352" y="359291"/>
                  </a:lnTo>
                  <a:lnTo>
                    <a:pt x="726093" y="359291"/>
                  </a:lnTo>
                  <a:lnTo>
                    <a:pt x="719833" y="359291"/>
                  </a:lnTo>
                  <a:lnTo>
                    <a:pt x="713574" y="359291"/>
                  </a:lnTo>
                  <a:lnTo>
                    <a:pt x="707314" y="359291"/>
                  </a:lnTo>
                  <a:lnTo>
                    <a:pt x="701055" y="359291"/>
                  </a:lnTo>
                  <a:lnTo>
                    <a:pt x="694796" y="359291"/>
                  </a:lnTo>
                  <a:lnTo>
                    <a:pt x="688536" y="359291"/>
                  </a:lnTo>
                  <a:lnTo>
                    <a:pt x="682277" y="359291"/>
                  </a:lnTo>
                  <a:lnTo>
                    <a:pt x="676017" y="359291"/>
                  </a:lnTo>
                  <a:lnTo>
                    <a:pt x="669758" y="359291"/>
                  </a:lnTo>
                  <a:lnTo>
                    <a:pt x="663498" y="359291"/>
                  </a:lnTo>
                  <a:lnTo>
                    <a:pt x="657239" y="359291"/>
                  </a:lnTo>
                  <a:lnTo>
                    <a:pt x="650980" y="359291"/>
                  </a:lnTo>
                  <a:lnTo>
                    <a:pt x="644720" y="359291"/>
                  </a:lnTo>
                  <a:lnTo>
                    <a:pt x="638461" y="359291"/>
                  </a:lnTo>
                  <a:lnTo>
                    <a:pt x="632201" y="359291"/>
                  </a:lnTo>
                  <a:lnTo>
                    <a:pt x="625942" y="359291"/>
                  </a:lnTo>
                  <a:lnTo>
                    <a:pt x="619682" y="359291"/>
                  </a:lnTo>
                  <a:lnTo>
                    <a:pt x="613423" y="359291"/>
                  </a:lnTo>
                  <a:lnTo>
                    <a:pt x="607164" y="359291"/>
                  </a:lnTo>
                  <a:lnTo>
                    <a:pt x="600904" y="359291"/>
                  </a:lnTo>
                  <a:lnTo>
                    <a:pt x="594645" y="359291"/>
                  </a:lnTo>
                  <a:lnTo>
                    <a:pt x="588385" y="359291"/>
                  </a:lnTo>
                  <a:lnTo>
                    <a:pt x="582126" y="359291"/>
                  </a:lnTo>
                  <a:lnTo>
                    <a:pt x="575866" y="359291"/>
                  </a:lnTo>
                  <a:lnTo>
                    <a:pt x="569607" y="359291"/>
                  </a:lnTo>
                  <a:lnTo>
                    <a:pt x="563348" y="359291"/>
                  </a:lnTo>
                  <a:lnTo>
                    <a:pt x="557088" y="359291"/>
                  </a:lnTo>
                  <a:lnTo>
                    <a:pt x="550829" y="359291"/>
                  </a:lnTo>
                  <a:lnTo>
                    <a:pt x="544569" y="359291"/>
                  </a:lnTo>
                  <a:lnTo>
                    <a:pt x="538310" y="359291"/>
                  </a:lnTo>
                  <a:lnTo>
                    <a:pt x="532050" y="359291"/>
                  </a:lnTo>
                  <a:lnTo>
                    <a:pt x="525791" y="359291"/>
                  </a:lnTo>
                  <a:lnTo>
                    <a:pt x="519532" y="359291"/>
                  </a:lnTo>
                  <a:lnTo>
                    <a:pt x="513272" y="359291"/>
                  </a:lnTo>
                  <a:lnTo>
                    <a:pt x="507013" y="359291"/>
                  </a:lnTo>
                  <a:lnTo>
                    <a:pt x="500753" y="359291"/>
                  </a:lnTo>
                  <a:lnTo>
                    <a:pt x="494494" y="359291"/>
                  </a:lnTo>
                  <a:lnTo>
                    <a:pt x="488235" y="359291"/>
                  </a:lnTo>
                  <a:lnTo>
                    <a:pt x="481975" y="359291"/>
                  </a:lnTo>
                  <a:lnTo>
                    <a:pt x="475716" y="359291"/>
                  </a:lnTo>
                  <a:lnTo>
                    <a:pt x="469456" y="359291"/>
                  </a:lnTo>
                  <a:lnTo>
                    <a:pt x="463197" y="359291"/>
                  </a:lnTo>
                  <a:lnTo>
                    <a:pt x="456937" y="359291"/>
                  </a:lnTo>
                  <a:lnTo>
                    <a:pt x="450678" y="359291"/>
                  </a:lnTo>
                  <a:lnTo>
                    <a:pt x="444419" y="359291"/>
                  </a:lnTo>
                  <a:lnTo>
                    <a:pt x="438159" y="359291"/>
                  </a:lnTo>
                  <a:lnTo>
                    <a:pt x="431900" y="359291"/>
                  </a:lnTo>
                  <a:lnTo>
                    <a:pt x="425640" y="359291"/>
                  </a:lnTo>
                  <a:lnTo>
                    <a:pt x="419381" y="359291"/>
                  </a:lnTo>
                  <a:lnTo>
                    <a:pt x="413121" y="359291"/>
                  </a:lnTo>
                  <a:lnTo>
                    <a:pt x="406862" y="359291"/>
                  </a:lnTo>
                  <a:lnTo>
                    <a:pt x="400603" y="359291"/>
                  </a:lnTo>
                  <a:lnTo>
                    <a:pt x="394343" y="359291"/>
                  </a:lnTo>
                  <a:lnTo>
                    <a:pt x="388084" y="359291"/>
                  </a:lnTo>
                  <a:lnTo>
                    <a:pt x="381824" y="359291"/>
                  </a:lnTo>
                  <a:lnTo>
                    <a:pt x="375565" y="359291"/>
                  </a:lnTo>
                  <a:lnTo>
                    <a:pt x="369305" y="359291"/>
                  </a:lnTo>
                  <a:lnTo>
                    <a:pt x="363046" y="359291"/>
                  </a:lnTo>
                  <a:lnTo>
                    <a:pt x="356787" y="359291"/>
                  </a:lnTo>
                  <a:lnTo>
                    <a:pt x="350527" y="359291"/>
                  </a:lnTo>
                  <a:lnTo>
                    <a:pt x="344268" y="359291"/>
                  </a:lnTo>
                  <a:lnTo>
                    <a:pt x="338008" y="359291"/>
                  </a:lnTo>
                  <a:lnTo>
                    <a:pt x="331749" y="359291"/>
                  </a:lnTo>
                  <a:lnTo>
                    <a:pt x="325490" y="359291"/>
                  </a:lnTo>
                  <a:lnTo>
                    <a:pt x="319230" y="359291"/>
                  </a:lnTo>
                  <a:lnTo>
                    <a:pt x="312971" y="359291"/>
                  </a:lnTo>
                  <a:lnTo>
                    <a:pt x="306711" y="359291"/>
                  </a:lnTo>
                  <a:lnTo>
                    <a:pt x="300452" y="359291"/>
                  </a:lnTo>
                  <a:lnTo>
                    <a:pt x="294192" y="359291"/>
                  </a:lnTo>
                  <a:lnTo>
                    <a:pt x="287933" y="359291"/>
                  </a:lnTo>
                  <a:lnTo>
                    <a:pt x="281674" y="359291"/>
                  </a:lnTo>
                  <a:lnTo>
                    <a:pt x="275414" y="359291"/>
                  </a:lnTo>
                  <a:lnTo>
                    <a:pt x="269155" y="359291"/>
                  </a:lnTo>
                  <a:lnTo>
                    <a:pt x="262895" y="359291"/>
                  </a:lnTo>
                  <a:lnTo>
                    <a:pt x="256636" y="359291"/>
                  </a:lnTo>
                  <a:lnTo>
                    <a:pt x="250376" y="359291"/>
                  </a:lnTo>
                  <a:lnTo>
                    <a:pt x="244117" y="359291"/>
                  </a:lnTo>
                  <a:lnTo>
                    <a:pt x="237858" y="359291"/>
                  </a:lnTo>
                  <a:lnTo>
                    <a:pt x="231598" y="359291"/>
                  </a:lnTo>
                  <a:lnTo>
                    <a:pt x="225339" y="359291"/>
                  </a:lnTo>
                  <a:lnTo>
                    <a:pt x="219079" y="359291"/>
                  </a:lnTo>
                  <a:lnTo>
                    <a:pt x="212820" y="359291"/>
                  </a:lnTo>
                  <a:lnTo>
                    <a:pt x="206560" y="359291"/>
                  </a:lnTo>
                  <a:lnTo>
                    <a:pt x="200301" y="359291"/>
                  </a:lnTo>
                  <a:lnTo>
                    <a:pt x="194042" y="359291"/>
                  </a:lnTo>
                  <a:lnTo>
                    <a:pt x="187782" y="359291"/>
                  </a:lnTo>
                  <a:lnTo>
                    <a:pt x="181523" y="359291"/>
                  </a:lnTo>
                  <a:lnTo>
                    <a:pt x="175263" y="359291"/>
                  </a:lnTo>
                  <a:lnTo>
                    <a:pt x="169004" y="359291"/>
                  </a:lnTo>
                  <a:lnTo>
                    <a:pt x="162745" y="359291"/>
                  </a:lnTo>
                  <a:lnTo>
                    <a:pt x="156485" y="359291"/>
                  </a:lnTo>
                  <a:lnTo>
                    <a:pt x="150226" y="359291"/>
                  </a:lnTo>
                  <a:lnTo>
                    <a:pt x="143966" y="359291"/>
                  </a:lnTo>
                  <a:lnTo>
                    <a:pt x="137707" y="359291"/>
                  </a:lnTo>
                  <a:lnTo>
                    <a:pt x="131447" y="359291"/>
                  </a:lnTo>
                  <a:lnTo>
                    <a:pt x="125188" y="359291"/>
                  </a:lnTo>
                  <a:lnTo>
                    <a:pt x="118929" y="359291"/>
                  </a:lnTo>
                  <a:lnTo>
                    <a:pt x="112669" y="359291"/>
                  </a:lnTo>
                  <a:lnTo>
                    <a:pt x="106410" y="359291"/>
                  </a:lnTo>
                  <a:lnTo>
                    <a:pt x="100150" y="359291"/>
                  </a:lnTo>
                  <a:lnTo>
                    <a:pt x="93891" y="359291"/>
                  </a:lnTo>
                  <a:lnTo>
                    <a:pt x="87631" y="359291"/>
                  </a:lnTo>
                  <a:lnTo>
                    <a:pt x="81372" y="359291"/>
                  </a:lnTo>
                  <a:lnTo>
                    <a:pt x="75113" y="359291"/>
                  </a:lnTo>
                  <a:lnTo>
                    <a:pt x="68853" y="359291"/>
                  </a:lnTo>
                  <a:lnTo>
                    <a:pt x="62594" y="359291"/>
                  </a:lnTo>
                  <a:lnTo>
                    <a:pt x="56334" y="359291"/>
                  </a:lnTo>
                  <a:lnTo>
                    <a:pt x="50075" y="359291"/>
                  </a:lnTo>
                  <a:lnTo>
                    <a:pt x="43815" y="359291"/>
                  </a:lnTo>
                  <a:lnTo>
                    <a:pt x="37556" y="359291"/>
                  </a:lnTo>
                  <a:lnTo>
                    <a:pt x="31297" y="359291"/>
                  </a:lnTo>
                  <a:lnTo>
                    <a:pt x="25037" y="359291"/>
                  </a:lnTo>
                  <a:lnTo>
                    <a:pt x="18778" y="359291"/>
                  </a:lnTo>
                  <a:lnTo>
                    <a:pt x="12518" y="359291"/>
                  </a:lnTo>
                  <a:lnTo>
                    <a:pt x="6259" y="35929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749798" y="4096667"/>
              <a:ext cx="3198565" cy="359291"/>
            </a:xfrm>
            <a:custGeom>
              <a:avLst/>
              <a:pathLst>
                <a:path w="3198565" h="359291">
                  <a:moveTo>
                    <a:pt x="0" y="359291"/>
                  </a:moveTo>
                  <a:lnTo>
                    <a:pt x="6259" y="359291"/>
                  </a:lnTo>
                  <a:lnTo>
                    <a:pt x="12518" y="359291"/>
                  </a:lnTo>
                  <a:lnTo>
                    <a:pt x="18778" y="359291"/>
                  </a:lnTo>
                  <a:lnTo>
                    <a:pt x="25037" y="359291"/>
                  </a:lnTo>
                  <a:lnTo>
                    <a:pt x="31297" y="359291"/>
                  </a:lnTo>
                  <a:lnTo>
                    <a:pt x="37556" y="359291"/>
                  </a:lnTo>
                  <a:lnTo>
                    <a:pt x="43815" y="359291"/>
                  </a:lnTo>
                  <a:lnTo>
                    <a:pt x="50075" y="359291"/>
                  </a:lnTo>
                  <a:lnTo>
                    <a:pt x="56334" y="359291"/>
                  </a:lnTo>
                  <a:lnTo>
                    <a:pt x="62594" y="359291"/>
                  </a:lnTo>
                  <a:lnTo>
                    <a:pt x="68853" y="359291"/>
                  </a:lnTo>
                  <a:lnTo>
                    <a:pt x="75113" y="359291"/>
                  </a:lnTo>
                  <a:lnTo>
                    <a:pt x="81372" y="359291"/>
                  </a:lnTo>
                  <a:lnTo>
                    <a:pt x="87631" y="359291"/>
                  </a:lnTo>
                  <a:lnTo>
                    <a:pt x="93891" y="359291"/>
                  </a:lnTo>
                  <a:lnTo>
                    <a:pt x="100150" y="359290"/>
                  </a:lnTo>
                  <a:lnTo>
                    <a:pt x="106410" y="359289"/>
                  </a:lnTo>
                  <a:lnTo>
                    <a:pt x="112669" y="359284"/>
                  </a:lnTo>
                  <a:lnTo>
                    <a:pt x="118929" y="359273"/>
                  </a:lnTo>
                  <a:lnTo>
                    <a:pt x="125188" y="359249"/>
                  </a:lnTo>
                  <a:lnTo>
                    <a:pt x="131447" y="359199"/>
                  </a:lnTo>
                  <a:lnTo>
                    <a:pt x="137707" y="359099"/>
                  </a:lnTo>
                  <a:lnTo>
                    <a:pt x="143966" y="358914"/>
                  </a:lnTo>
                  <a:lnTo>
                    <a:pt x="150226" y="358595"/>
                  </a:lnTo>
                  <a:lnTo>
                    <a:pt x="156485" y="358074"/>
                  </a:lnTo>
                  <a:lnTo>
                    <a:pt x="162745" y="357277"/>
                  </a:lnTo>
                  <a:lnTo>
                    <a:pt x="169004" y="356122"/>
                  </a:lnTo>
                  <a:lnTo>
                    <a:pt x="175263" y="354541"/>
                  </a:lnTo>
                  <a:lnTo>
                    <a:pt x="181523" y="352490"/>
                  </a:lnTo>
                  <a:lnTo>
                    <a:pt x="187782" y="349965"/>
                  </a:lnTo>
                  <a:lnTo>
                    <a:pt x="194042" y="347004"/>
                  </a:lnTo>
                  <a:lnTo>
                    <a:pt x="200301" y="343689"/>
                  </a:lnTo>
                  <a:lnTo>
                    <a:pt x="206560" y="340189"/>
                  </a:lnTo>
                  <a:lnTo>
                    <a:pt x="212820" y="336687"/>
                  </a:lnTo>
                  <a:lnTo>
                    <a:pt x="219079" y="333390"/>
                  </a:lnTo>
                  <a:lnTo>
                    <a:pt x="225339" y="330515"/>
                  </a:lnTo>
                  <a:lnTo>
                    <a:pt x="231598" y="328266"/>
                  </a:lnTo>
                  <a:lnTo>
                    <a:pt x="237858" y="326800"/>
                  </a:lnTo>
                  <a:lnTo>
                    <a:pt x="244117" y="326196"/>
                  </a:lnTo>
                  <a:lnTo>
                    <a:pt x="250376" y="326432"/>
                  </a:lnTo>
                  <a:lnTo>
                    <a:pt x="256636" y="327376"/>
                  </a:lnTo>
                  <a:lnTo>
                    <a:pt x="262895" y="328812"/>
                  </a:lnTo>
                  <a:lnTo>
                    <a:pt x="269155" y="330474"/>
                  </a:lnTo>
                  <a:lnTo>
                    <a:pt x="275414" y="332108"/>
                  </a:lnTo>
                  <a:lnTo>
                    <a:pt x="281674" y="333517"/>
                  </a:lnTo>
                  <a:lnTo>
                    <a:pt x="287933" y="334595"/>
                  </a:lnTo>
                  <a:lnTo>
                    <a:pt x="294192" y="335333"/>
                  </a:lnTo>
                  <a:lnTo>
                    <a:pt x="300452" y="335793"/>
                  </a:lnTo>
                  <a:lnTo>
                    <a:pt x="306711" y="336065"/>
                  </a:lnTo>
                  <a:lnTo>
                    <a:pt x="312971" y="336245"/>
                  </a:lnTo>
                  <a:lnTo>
                    <a:pt x="319230" y="336384"/>
                  </a:lnTo>
                  <a:lnTo>
                    <a:pt x="325490" y="336491"/>
                  </a:lnTo>
                  <a:lnTo>
                    <a:pt x="331749" y="336552"/>
                  </a:lnTo>
                  <a:lnTo>
                    <a:pt x="338008" y="336543"/>
                  </a:lnTo>
                  <a:lnTo>
                    <a:pt x="344268" y="336429"/>
                  </a:lnTo>
                  <a:lnTo>
                    <a:pt x="350527" y="336166"/>
                  </a:lnTo>
                  <a:lnTo>
                    <a:pt x="356787" y="335688"/>
                  </a:lnTo>
                  <a:lnTo>
                    <a:pt x="363046" y="334909"/>
                  </a:lnTo>
                  <a:lnTo>
                    <a:pt x="369305" y="333731"/>
                  </a:lnTo>
                  <a:lnTo>
                    <a:pt x="375565" y="332061"/>
                  </a:lnTo>
                  <a:lnTo>
                    <a:pt x="381824" y="329840"/>
                  </a:lnTo>
                  <a:lnTo>
                    <a:pt x="388084" y="327058"/>
                  </a:lnTo>
                  <a:lnTo>
                    <a:pt x="394343" y="323761"/>
                  </a:lnTo>
                  <a:lnTo>
                    <a:pt x="400603" y="320044"/>
                  </a:lnTo>
                  <a:lnTo>
                    <a:pt x="406862" y="316029"/>
                  </a:lnTo>
                  <a:lnTo>
                    <a:pt x="413121" y="311829"/>
                  </a:lnTo>
                  <a:lnTo>
                    <a:pt x="419381" y="307532"/>
                  </a:lnTo>
                  <a:lnTo>
                    <a:pt x="425640" y="303167"/>
                  </a:lnTo>
                  <a:lnTo>
                    <a:pt x="431900" y="298686"/>
                  </a:lnTo>
                  <a:lnTo>
                    <a:pt x="438159" y="293961"/>
                  </a:lnTo>
                  <a:lnTo>
                    <a:pt x="444419" y="288761"/>
                  </a:lnTo>
                  <a:lnTo>
                    <a:pt x="450678" y="282728"/>
                  </a:lnTo>
                  <a:lnTo>
                    <a:pt x="456937" y="275363"/>
                  </a:lnTo>
                  <a:lnTo>
                    <a:pt x="463197" y="266029"/>
                  </a:lnTo>
                  <a:lnTo>
                    <a:pt x="469456" y="254001"/>
                  </a:lnTo>
                  <a:lnTo>
                    <a:pt x="475716" y="238546"/>
                  </a:lnTo>
                  <a:lnTo>
                    <a:pt x="481975" y="219046"/>
                  </a:lnTo>
                  <a:lnTo>
                    <a:pt x="488235" y="195145"/>
                  </a:lnTo>
                  <a:lnTo>
                    <a:pt x="494494" y="166903"/>
                  </a:lnTo>
                  <a:lnTo>
                    <a:pt x="500753" y="134967"/>
                  </a:lnTo>
                  <a:lnTo>
                    <a:pt x="507013" y="100742"/>
                  </a:lnTo>
                  <a:lnTo>
                    <a:pt x="513272" y="66505"/>
                  </a:lnTo>
                  <a:lnTo>
                    <a:pt x="519532" y="35488"/>
                  </a:lnTo>
                  <a:lnTo>
                    <a:pt x="525791" y="12128"/>
                  </a:lnTo>
                  <a:lnTo>
                    <a:pt x="532050" y="0"/>
                  </a:lnTo>
                  <a:lnTo>
                    <a:pt x="538310" y="1868"/>
                  </a:lnTo>
                  <a:lnTo>
                    <a:pt x="544569" y="18732"/>
                  </a:lnTo>
                  <a:lnTo>
                    <a:pt x="550829" y="49398"/>
                  </a:lnTo>
                  <a:lnTo>
                    <a:pt x="557088" y="90618"/>
                  </a:lnTo>
                  <a:lnTo>
                    <a:pt x="563348" y="137751"/>
                  </a:lnTo>
                  <a:lnTo>
                    <a:pt x="569607" y="185763"/>
                  </a:lnTo>
                  <a:lnTo>
                    <a:pt x="575866" y="230223"/>
                  </a:lnTo>
                  <a:lnTo>
                    <a:pt x="582126" y="268035"/>
                  </a:lnTo>
                  <a:lnTo>
                    <a:pt x="588385" y="297717"/>
                  </a:lnTo>
                  <a:lnTo>
                    <a:pt x="594645" y="319267"/>
                  </a:lnTo>
                  <a:lnTo>
                    <a:pt x="600904" y="333727"/>
                  </a:lnTo>
                  <a:lnTo>
                    <a:pt x="607164" y="342665"/>
                  </a:lnTo>
                  <a:lnTo>
                    <a:pt x="613423" y="347720"/>
                  </a:lnTo>
                  <a:lnTo>
                    <a:pt x="619682" y="350312"/>
                  </a:lnTo>
                  <a:lnTo>
                    <a:pt x="625942" y="351517"/>
                  </a:lnTo>
                  <a:lnTo>
                    <a:pt x="632201" y="352054"/>
                  </a:lnTo>
                  <a:lnTo>
                    <a:pt x="638461" y="352403"/>
                  </a:lnTo>
                  <a:lnTo>
                    <a:pt x="644720" y="352770"/>
                  </a:lnTo>
                  <a:lnTo>
                    <a:pt x="650980" y="353226"/>
                  </a:lnTo>
                  <a:lnTo>
                    <a:pt x="657239" y="353762"/>
                  </a:lnTo>
                  <a:lnTo>
                    <a:pt x="663498" y="354326"/>
                  </a:lnTo>
                  <a:lnTo>
                    <a:pt x="669758" y="354856"/>
                  </a:lnTo>
                  <a:lnTo>
                    <a:pt x="676017" y="355306"/>
                  </a:lnTo>
                  <a:lnTo>
                    <a:pt x="682277" y="355654"/>
                  </a:lnTo>
                  <a:lnTo>
                    <a:pt x="688536" y="355909"/>
                  </a:lnTo>
                  <a:lnTo>
                    <a:pt x="694796" y="356098"/>
                  </a:lnTo>
                  <a:lnTo>
                    <a:pt x="701055" y="356254"/>
                  </a:lnTo>
                  <a:lnTo>
                    <a:pt x="707314" y="356400"/>
                  </a:lnTo>
                  <a:lnTo>
                    <a:pt x="713574" y="356545"/>
                  </a:lnTo>
                  <a:lnTo>
                    <a:pt x="719833" y="356679"/>
                  </a:lnTo>
                  <a:lnTo>
                    <a:pt x="726093" y="356779"/>
                  </a:lnTo>
                  <a:lnTo>
                    <a:pt x="732352" y="356820"/>
                  </a:lnTo>
                  <a:lnTo>
                    <a:pt x="738611" y="356779"/>
                  </a:lnTo>
                  <a:lnTo>
                    <a:pt x="744871" y="356660"/>
                  </a:lnTo>
                  <a:lnTo>
                    <a:pt x="751130" y="356487"/>
                  </a:lnTo>
                  <a:lnTo>
                    <a:pt x="757390" y="356299"/>
                  </a:lnTo>
                  <a:lnTo>
                    <a:pt x="763649" y="356143"/>
                  </a:lnTo>
                  <a:lnTo>
                    <a:pt x="769909" y="356059"/>
                  </a:lnTo>
                  <a:lnTo>
                    <a:pt x="776168" y="356066"/>
                  </a:lnTo>
                  <a:lnTo>
                    <a:pt x="782427" y="356159"/>
                  </a:lnTo>
                  <a:lnTo>
                    <a:pt x="788687" y="356302"/>
                  </a:lnTo>
                  <a:lnTo>
                    <a:pt x="794946" y="356440"/>
                  </a:lnTo>
                  <a:lnTo>
                    <a:pt x="801206" y="356512"/>
                  </a:lnTo>
                  <a:lnTo>
                    <a:pt x="807465" y="356473"/>
                  </a:lnTo>
                  <a:lnTo>
                    <a:pt x="813725" y="356302"/>
                  </a:lnTo>
                  <a:lnTo>
                    <a:pt x="819984" y="356017"/>
                  </a:lnTo>
                  <a:lnTo>
                    <a:pt x="826243" y="355665"/>
                  </a:lnTo>
                  <a:lnTo>
                    <a:pt x="832503" y="355321"/>
                  </a:lnTo>
                  <a:lnTo>
                    <a:pt x="838762" y="355057"/>
                  </a:lnTo>
                  <a:lnTo>
                    <a:pt x="845022" y="354940"/>
                  </a:lnTo>
                  <a:lnTo>
                    <a:pt x="851281" y="355000"/>
                  </a:lnTo>
                  <a:lnTo>
                    <a:pt x="857541" y="355219"/>
                  </a:lnTo>
                  <a:lnTo>
                    <a:pt x="863800" y="355556"/>
                  </a:lnTo>
                  <a:lnTo>
                    <a:pt x="870059" y="355955"/>
                  </a:lnTo>
                  <a:lnTo>
                    <a:pt x="876319" y="356359"/>
                  </a:lnTo>
                  <a:lnTo>
                    <a:pt x="882578" y="356721"/>
                  </a:lnTo>
                  <a:lnTo>
                    <a:pt x="888838" y="357011"/>
                  </a:lnTo>
                  <a:lnTo>
                    <a:pt x="895097" y="357213"/>
                  </a:lnTo>
                  <a:lnTo>
                    <a:pt x="901356" y="357331"/>
                  </a:lnTo>
                  <a:lnTo>
                    <a:pt x="907616" y="357379"/>
                  </a:lnTo>
                  <a:lnTo>
                    <a:pt x="913875" y="357378"/>
                  </a:lnTo>
                  <a:lnTo>
                    <a:pt x="920135" y="357359"/>
                  </a:lnTo>
                  <a:lnTo>
                    <a:pt x="926394" y="357347"/>
                  </a:lnTo>
                  <a:lnTo>
                    <a:pt x="932654" y="357364"/>
                  </a:lnTo>
                  <a:lnTo>
                    <a:pt x="938913" y="357421"/>
                  </a:lnTo>
                  <a:lnTo>
                    <a:pt x="945172" y="357516"/>
                  </a:lnTo>
                  <a:lnTo>
                    <a:pt x="951432" y="357641"/>
                  </a:lnTo>
                  <a:lnTo>
                    <a:pt x="957691" y="357778"/>
                  </a:lnTo>
                  <a:lnTo>
                    <a:pt x="963951" y="357916"/>
                  </a:lnTo>
                  <a:lnTo>
                    <a:pt x="970210" y="358051"/>
                  </a:lnTo>
                  <a:lnTo>
                    <a:pt x="976470" y="358185"/>
                  </a:lnTo>
                  <a:lnTo>
                    <a:pt x="982729" y="358321"/>
                  </a:lnTo>
                  <a:lnTo>
                    <a:pt x="988988" y="358463"/>
                  </a:lnTo>
                  <a:lnTo>
                    <a:pt x="995248" y="358608"/>
                  </a:lnTo>
                  <a:lnTo>
                    <a:pt x="1001507" y="358752"/>
                  </a:lnTo>
                  <a:lnTo>
                    <a:pt x="1007767" y="358886"/>
                  </a:lnTo>
                  <a:lnTo>
                    <a:pt x="1014026" y="359003"/>
                  </a:lnTo>
                  <a:lnTo>
                    <a:pt x="1020286" y="359098"/>
                  </a:lnTo>
                  <a:lnTo>
                    <a:pt x="1026545" y="359168"/>
                  </a:lnTo>
                  <a:lnTo>
                    <a:pt x="1032804" y="359217"/>
                  </a:lnTo>
                  <a:lnTo>
                    <a:pt x="1039064" y="359246"/>
                  </a:lnTo>
                  <a:lnTo>
                    <a:pt x="1045323" y="359261"/>
                  </a:lnTo>
                  <a:lnTo>
                    <a:pt x="1051583" y="359261"/>
                  </a:lnTo>
                  <a:lnTo>
                    <a:pt x="1057842" y="359249"/>
                  </a:lnTo>
                  <a:lnTo>
                    <a:pt x="1064101" y="359220"/>
                  </a:lnTo>
                  <a:lnTo>
                    <a:pt x="1070361" y="359171"/>
                  </a:lnTo>
                  <a:lnTo>
                    <a:pt x="1076620" y="359098"/>
                  </a:lnTo>
                  <a:lnTo>
                    <a:pt x="1082880" y="358999"/>
                  </a:lnTo>
                  <a:lnTo>
                    <a:pt x="1089139" y="358872"/>
                  </a:lnTo>
                  <a:lnTo>
                    <a:pt x="1095399" y="358723"/>
                  </a:lnTo>
                  <a:lnTo>
                    <a:pt x="1101658" y="358559"/>
                  </a:lnTo>
                  <a:lnTo>
                    <a:pt x="1107917" y="358391"/>
                  </a:lnTo>
                  <a:lnTo>
                    <a:pt x="1114177" y="358231"/>
                  </a:lnTo>
                  <a:lnTo>
                    <a:pt x="1120436" y="358085"/>
                  </a:lnTo>
                  <a:lnTo>
                    <a:pt x="1126696" y="357957"/>
                  </a:lnTo>
                  <a:lnTo>
                    <a:pt x="1132955" y="357845"/>
                  </a:lnTo>
                  <a:lnTo>
                    <a:pt x="1139215" y="357741"/>
                  </a:lnTo>
                  <a:lnTo>
                    <a:pt x="1145474" y="357635"/>
                  </a:lnTo>
                  <a:lnTo>
                    <a:pt x="1151733" y="357517"/>
                  </a:lnTo>
                  <a:lnTo>
                    <a:pt x="1157993" y="357382"/>
                  </a:lnTo>
                  <a:lnTo>
                    <a:pt x="1164252" y="357232"/>
                  </a:lnTo>
                  <a:lnTo>
                    <a:pt x="1170512" y="357083"/>
                  </a:lnTo>
                  <a:lnTo>
                    <a:pt x="1176771" y="356961"/>
                  </a:lnTo>
                  <a:lnTo>
                    <a:pt x="1183031" y="356894"/>
                  </a:lnTo>
                  <a:lnTo>
                    <a:pt x="1189290" y="356909"/>
                  </a:lnTo>
                  <a:lnTo>
                    <a:pt x="1195549" y="357018"/>
                  </a:lnTo>
                  <a:lnTo>
                    <a:pt x="1201809" y="357218"/>
                  </a:lnTo>
                  <a:lnTo>
                    <a:pt x="1208068" y="357493"/>
                  </a:lnTo>
                  <a:lnTo>
                    <a:pt x="1214328" y="357810"/>
                  </a:lnTo>
                  <a:lnTo>
                    <a:pt x="1220587" y="358135"/>
                  </a:lnTo>
                  <a:lnTo>
                    <a:pt x="1226846" y="358439"/>
                  </a:lnTo>
                  <a:lnTo>
                    <a:pt x="1233106" y="358698"/>
                  </a:lnTo>
                  <a:lnTo>
                    <a:pt x="1239365" y="358902"/>
                  </a:lnTo>
                  <a:lnTo>
                    <a:pt x="1245625" y="359050"/>
                  </a:lnTo>
                  <a:lnTo>
                    <a:pt x="1251884" y="359150"/>
                  </a:lnTo>
                  <a:lnTo>
                    <a:pt x="1258144" y="359210"/>
                  </a:lnTo>
                  <a:lnTo>
                    <a:pt x="1264403" y="359241"/>
                  </a:lnTo>
                  <a:lnTo>
                    <a:pt x="1270662" y="359250"/>
                  </a:lnTo>
                  <a:lnTo>
                    <a:pt x="1276922" y="359238"/>
                  </a:lnTo>
                  <a:lnTo>
                    <a:pt x="1283181" y="359204"/>
                  </a:lnTo>
                  <a:lnTo>
                    <a:pt x="1289441" y="359144"/>
                  </a:lnTo>
                  <a:lnTo>
                    <a:pt x="1295700" y="359051"/>
                  </a:lnTo>
                  <a:lnTo>
                    <a:pt x="1301960" y="358922"/>
                  </a:lnTo>
                  <a:lnTo>
                    <a:pt x="1308219" y="358756"/>
                  </a:lnTo>
                  <a:lnTo>
                    <a:pt x="1314478" y="358561"/>
                  </a:lnTo>
                  <a:lnTo>
                    <a:pt x="1320738" y="358350"/>
                  </a:lnTo>
                  <a:lnTo>
                    <a:pt x="1326997" y="358144"/>
                  </a:lnTo>
                  <a:lnTo>
                    <a:pt x="1333257" y="357967"/>
                  </a:lnTo>
                  <a:lnTo>
                    <a:pt x="1339516" y="357836"/>
                  </a:lnTo>
                  <a:lnTo>
                    <a:pt x="1345776" y="357764"/>
                  </a:lnTo>
                  <a:lnTo>
                    <a:pt x="1352035" y="357743"/>
                  </a:lnTo>
                  <a:lnTo>
                    <a:pt x="1358294" y="357758"/>
                  </a:lnTo>
                  <a:lnTo>
                    <a:pt x="1364554" y="357776"/>
                  </a:lnTo>
                  <a:lnTo>
                    <a:pt x="1370813" y="357768"/>
                  </a:lnTo>
                  <a:lnTo>
                    <a:pt x="1377073" y="357708"/>
                  </a:lnTo>
                  <a:lnTo>
                    <a:pt x="1383332" y="357588"/>
                  </a:lnTo>
                  <a:lnTo>
                    <a:pt x="1389592" y="357420"/>
                  </a:lnTo>
                  <a:lnTo>
                    <a:pt x="1395851" y="357243"/>
                  </a:lnTo>
                  <a:lnTo>
                    <a:pt x="1402110" y="357103"/>
                  </a:lnTo>
                  <a:lnTo>
                    <a:pt x="1408370" y="357038"/>
                  </a:lnTo>
                  <a:lnTo>
                    <a:pt x="1414629" y="357076"/>
                  </a:lnTo>
                  <a:lnTo>
                    <a:pt x="1420889" y="357222"/>
                  </a:lnTo>
                  <a:lnTo>
                    <a:pt x="1427148" y="357458"/>
                  </a:lnTo>
                  <a:lnTo>
                    <a:pt x="1433407" y="357755"/>
                  </a:lnTo>
                  <a:lnTo>
                    <a:pt x="1439667" y="358074"/>
                  </a:lnTo>
                  <a:lnTo>
                    <a:pt x="1445926" y="358381"/>
                  </a:lnTo>
                  <a:lnTo>
                    <a:pt x="1452186" y="358649"/>
                  </a:lnTo>
                  <a:lnTo>
                    <a:pt x="1458445" y="358864"/>
                  </a:lnTo>
                  <a:lnTo>
                    <a:pt x="1464705" y="359024"/>
                  </a:lnTo>
                  <a:lnTo>
                    <a:pt x="1470964" y="359133"/>
                  </a:lnTo>
                  <a:lnTo>
                    <a:pt x="1477223" y="359203"/>
                  </a:lnTo>
                  <a:lnTo>
                    <a:pt x="1483483" y="359244"/>
                  </a:lnTo>
                  <a:lnTo>
                    <a:pt x="1489742" y="359265"/>
                  </a:lnTo>
                  <a:lnTo>
                    <a:pt x="1496002" y="359272"/>
                  </a:lnTo>
                  <a:lnTo>
                    <a:pt x="1502261" y="359268"/>
                  </a:lnTo>
                  <a:lnTo>
                    <a:pt x="1508521" y="359250"/>
                  </a:lnTo>
                  <a:lnTo>
                    <a:pt x="1514780" y="359216"/>
                  </a:lnTo>
                  <a:lnTo>
                    <a:pt x="1521039" y="359157"/>
                  </a:lnTo>
                  <a:lnTo>
                    <a:pt x="1527299" y="359066"/>
                  </a:lnTo>
                  <a:lnTo>
                    <a:pt x="1533558" y="358936"/>
                  </a:lnTo>
                  <a:lnTo>
                    <a:pt x="1539818" y="358766"/>
                  </a:lnTo>
                  <a:lnTo>
                    <a:pt x="1546077" y="358561"/>
                  </a:lnTo>
                  <a:lnTo>
                    <a:pt x="1552337" y="358337"/>
                  </a:lnTo>
                  <a:lnTo>
                    <a:pt x="1558596" y="358119"/>
                  </a:lnTo>
                  <a:lnTo>
                    <a:pt x="1564855" y="357937"/>
                  </a:lnTo>
                  <a:lnTo>
                    <a:pt x="1571115" y="357819"/>
                  </a:lnTo>
                  <a:lnTo>
                    <a:pt x="1577374" y="357787"/>
                  </a:lnTo>
                  <a:lnTo>
                    <a:pt x="1583634" y="357847"/>
                  </a:lnTo>
                  <a:lnTo>
                    <a:pt x="1589893" y="357988"/>
                  </a:lnTo>
                  <a:lnTo>
                    <a:pt x="1596152" y="358188"/>
                  </a:lnTo>
                  <a:lnTo>
                    <a:pt x="1602412" y="358416"/>
                  </a:lnTo>
                  <a:lnTo>
                    <a:pt x="1608671" y="358638"/>
                  </a:lnTo>
                  <a:lnTo>
                    <a:pt x="1614931" y="358832"/>
                  </a:lnTo>
                  <a:lnTo>
                    <a:pt x="1621190" y="358987"/>
                  </a:lnTo>
                  <a:lnTo>
                    <a:pt x="1627450" y="359102"/>
                  </a:lnTo>
                  <a:lnTo>
                    <a:pt x="1633709" y="359180"/>
                  </a:lnTo>
                  <a:lnTo>
                    <a:pt x="1639968" y="359230"/>
                  </a:lnTo>
                  <a:lnTo>
                    <a:pt x="1646228" y="359260"/>
                  </a:lnTo>
                  <a:lnTo>
                    <a:pt x="1652487" y="359276"/>
                  </a:lnTo>
                  <a:lnTo>
                    <a:pt x="1658747" y="359284"/>
                  </a:lnTo>
                  <a:lnTo>
                    <a:pt x="1665006" y="359288"/>
                  </a:lnTo>
                  <a:lnTo>
                    <a:pt x="1671266" y="359290"/>
                  </a:lnTo>
                  <a:lnTo>
                    <a:pt x="1677525" y="359291"/>
                  </a:lnTo>
                  <a:lnTo>
                    <a:pt x="1683784" y="359291"/>
                  </a:lnTo>
                  <a:lnTo>
                    <a:pt x="1690044" y="359291"/>
                  </a:lnTo>
                  <a:lnTo>
                    <a:pt x="1696303" y="359291"/>
                  </a:lnTo>
                  <a:lnTo>
                    <a:pt x="1702563" y="359291"/>
                  </a:lnTo>
                  <a:lnTo>
                    <a:pt x="1708822" y="359291"/>
                  </a:lnTo>
                  <a:lnTo>
                    <a:pt x="1715082" y="359291"/>
                  </a:lnTo>
                  <a:lnTo>
                    <a:pt x="1721341" y="359291"/>
                  </a:lnTo>
                  <a:lnTo>
                    <a:pt x="1727600" y="359291"/>
                  </a:lnTo>
                  <a:lnTo>
                    <a:pt x="1733860" y="359291"/>
                  </a:lnTo>
                  <a:lnTo>
                    <a:pt x="1740119" y="359291"/>
                  </a:lnTo>
                  <a:lnTo>
                    <a:pt x="1746379" y="359291"/>
                  </a:lnTo>
                  <a:lnTo>
                    <a:pt x="1752638" y="359290"/>
                  </a:lnTo>
                  <a:lnTo>
                    <a:pt x="1758897" y="359289"/>
                  </a:lnTo>
                  <a:lnTo>
                    <a:pt x="1765157" y="359286"/>
                  </a:lnTo>
                  <a:lnTo>
                    <a:pt x="1771416" y="359280"/>
                  </a:lnTo>
                  <a:lnTo>
                    <a:pt x="1777676" y="359268"/>
                  </a:lnTo>
                  <a:lnTo>
                    <a:pt x="1783935" y="359248"/>
                  </a:lnTo>
                  <a:lnTo>
                    <a:pt x="1790195" y="359214"/>
                  </a:lnTo>
                  <a:lnTo>
                    <a:pt x="1796454" y="359162"/>
                  </a:lnTo>
                  <a:lnTo>
                    <a:pt x="1802713" y="359088"/>
                  </a:lnTo>
                  <a:lnTo>
                    <a:pt x="1808973" y="358989"/>
                  </a:lnTo>
                  <a:lnTo>
                    <a:pt x="1815232" y="358864"/>
                  </a:lnTo>
                  <a:lnTo>
                    <a:pt x="1821492" y="358719"/>
                  </a:lnTo>
                  <a:lnTo>
                    <a:pt x="1827751" y="358564"/>
                  </a:lnTo>
                  <a:lnTo>
                    <a:pt x="1834011" y="358409"/>
                  </a:lnTo>
                  <a:lnTo>
                    <a:pt x="1840270" y="358266"/>
                  </a:lnTo>
                  <a:lnTo>
                    <a:pt x="1846529" y="358142"/>
                  </a:lnTo>
                  <a:lnTo>
                    <a:pt x="1852789" y="358039"/>
                  </a:lnTo>
                  <a:lnTo>
                    <a:pt x="1859048" y="357959"/>
                  </a:lnTo>
                  <a:lnTo>
                    <a:pt x="1865308" y="357899"/>
                  </a:lnTo>
                  <a:lnTo>
                    <a:pt x="1871567" y="357860"/>
                  </a:lnTo>
                  <a:lnTo>
                    <a:pt x="1877827" y="357842"/>
                  </a:lnTo>
                  <a:lnTo>
                    <a:pt x="1884086" y="357847"/>
                  </a:lnTo>
                  <a:lnTo>
                    <a:pt x="1890345" y="357881"/>
                  </a:lnTo>
                  <a:lnTo>
                    <a:pt x="1896605" y="357946"/>
                  </a:lnTo>
                  <a:lnTo>
                    <a:pt x="1902864" y="358045"/>
                  </a:lnTo>
                  <a:lnTo>
                    <a:pt x="1909124" y="358175"/>
                  </a:lnTo>
                  <a:lnTo>
                    <a:pt x="1915383" y="358329"/>
                  </a:lnTo>
                  <a:lnTo>
                    <a:pt x="1921642" y="358494"/>
                  </a:lnTo>
                  <a:lnTo>
                    <a:pt x="1927902" y="358654"/>
                  </a:lnTo>
                  <a:lnTo>
                    <a:pt x="1934161" y="358793"/>
                  </a:lnTo>
                  <a:lnTo>
                    <a:pt x="1940421" y="358898"/>
                  </a:lnTo>
                  <a:lnTo>
                    <a:pt x="1946680" y="358959"/>
                  </a:lnTo>
                  <a:lnTo>
                    <a:pt x="1952940" y="358972"/>
                  </a:lnTo>
                  <a:lnTo>
                    <a:pt x="1959199" y="358940"/>
                  </a:lnTo>
                  <a:lnTo>
                    <a:pt x="1965458" y="358870"/>
                  </a:lnTo>
                  <a:lnTo>
                    <a:pt x="1971718" y="358777"/>
                  </a:lnTo>
                  <a:lnTo>
                    <a:pt x="1977977" y="358679"/>
                  </a:lnTo>
                  <a:lnTo>
                    <a:pt x="1984237" y="358594"/>
                  </a:lnTo>
                  <a:lnTo>
                    <a:pt x="1990496" y="358541"/>
                  </a:lnTo>
                  <a:lnTo>
                    <a:pt x="1996756" y="358531"/>
                  </a:lnTo>
                  <a:lnTo>
                    <a:pt x="2003015" y="358567"/>
                  </a:lnTo>
                  <a:lnTo>
                    <a:pt x="2009274" y="358644"/>
                  </a:lnTo>
                  <a:lnTo>
                    <a:pt x="2015534" y="358748"/>
                  </a:lnTo>
                  <a:lnTo>
                    <a:pt x="2021793" y="358865"/>
                  </a:lnTo>
                  <a:lnTo>
                    <a:pt x="2028053" y="358977"/>
                  </a:lnTo>
                  <a:lnTo>
                    <a:pt x="2034312" y="359074"/>
                  </a:lnTo>
                  <a:lnTo>
                    <a:pt x="2040572" y="359148"/>
                  </a:lnTo>
                  <a:lnTo>
                    <a:pt x="2046831" y="359198"/>
                  </a:lnTo>
                  <a:lnTo>
                    <a:pt x="2053090" y="359227"/>
                  </a:lnTo>
                  <a:lnTo>
                    <a:pt x="2059350" y="359235"/>
                  </a:lnTo>
                  <a:lnTo>
                    <a:pt x="2065609" y="359222"/>
                  </a:lnTo>
                  <a:lnTo>
                    <a:pt x="2071869" y="359189"/>
                  </a:lnTo>
                  <a:lnTo>
                    <a:pt x="2078128" y="359134"/>
                  </a:lnTo>
                  <a:lnTo>
                    <a:pt x="2084388" y="359055"/>
                  </a:lnTo>
                  <a:lnTo>
                    <a:pt x="2090647" y="358955"/>
                  </a:lnTo>
                  <a:lnTo>
                    <a:pt x="2096906" y="358838"/>
                  </a:lnTo>
                  <a:lnTo>
                    <a:pt x="2103166" y="358714"/>
                  </a:lnTo>
                  <a:lnTo>
                    <a:pt x="2109425" y="358593"/>
                  </a:lnTo>
                  <a:lnTo>
                    <a:pt x="2115685" y="358485"/>
                  </a:lnTo>
                  <a:lnTo>
                    <a:pt x="2121944" y="358395"/>
                  </a:lnTo>
                  <a:lnTo>
                    <a:pt x="2128203" y="358319"/>
                  </a:lnTo>
                  <a:lnTo>
                    <a:pt x="2134463" y="358248"/>
                  </a:lnTo>
                  <a:lnTo>
                    <a:pt x="2140722" y="358169"/>
                  </a:lnTo>
                  <a:lnTo>
                    <a:pt x="2146982" y="358070"/>
                  </a:lnTo>
                  <a:lnTo>
                    <a:pt x="2153241" y="357954"/>
                  </a:lnTo>
                  <a:lnTo>
                    <a:pt x="2159501" y="357836"/>
                  </a:lnTo>
                  <a:lnTo>
                    <a:pt x="2165760" y="357741"/>
                  </a:lnTo>
                  <a:lnTo>
                    <a:pt x="2172019" y="357695"/>
                  </a:lnTo>
                  <a:lnTo>
                    <a:pt x="2178279" y="357720"/>
                  </a:lnTo>
                  <a:lnTo>
                    <a:pt x="2184538" y="357821"/>
                  </a:lnTo>
                  <a:lnTo>
                    <a:pt x="2190798" y="357989"/>
                  </a:lnTo>
                  <a:lnTo>
                    <a:pt x="2197057" y="358203"/>
                  </a:lnTo>
                  <a:lnTo>
                    <a:pt x="2203317" y="358435"/>
                  </a:lnTo>
                  <a:lnTo>
                    <a:pt x="2209576" y="358658"/>
                  </a:lnTo>
                  <a:lnTo>
                    <a:pt x="2215835" y="358851"/>
                  </a:lnTo>
                  <a:lnTo>
                    <a:pt x="2222095" y="359003"/>
                  </a:lnTo>
                  <a:lnTo>
                    <a:pt x="2228354" y="359113"/>
                  </a:lnTo>
                  <a:lnTo>
                    <a:pt x="2234614" y="359184"/>
                  </a:lnTo>
                  <a:lnTo>
                    <a:pt x="2240873" y="359222"/>
                  </a:lnTo>
                  <a:lnTo>
                    <a:pt x="2247133" y="359234"/>
                  </a:lnTo>
                  <a:lnTo>
                    <a:pt x="2253392" y="359222"/>
                  </a:lnTo>
                  <a:lnTo>
                    <a:pt x="2259651" y="359188"/>
                  </a:lnTo>
                  <a:lnTo>
                    <a:pt x="2265911" y="359131"/>
                  </a:lnTo>
                  <a:lnTo>
                    <a:pt x="2272170" y="359051"/>
                  </a:lnTo>
                  <a:lnTo>
                    <a:pt x="2278430" y="358951"/>
                  </a:lnTo>
                  <a:lnTo>
                    <a:pt x="2284689" y="358839"/>
                  </a:lnTo>
                  <a:lnTo>
                    <a:pt x="2290948" y="358727"/>
                  </a:lnTo>
                  <a:lnTo>
                    <a:pt x="2297208" y="358629"/>
                  </a:lnTo>
                  <a:lnTo>
                    <a:pt x="2303467" y="358562"/>
                  </a:lnTo>
                  <a:lnTo>
                    <a:pt x="2309727" y="358536"/>
                  </a:lnTo>
                  <a:lnTo>
                    <a:pt x="2315986" y="358557"/>
                  </a:lnTo>
                  <a:lnTo>
                    <a:pt x="2322246" y="358620"/>
                  </a:lnTo>
                  <a:lnTo>
                    <a:pt x="2328505" y="358715"/>
                  </a:lnTo>
                  <a:lnTo>
                    <a:pt x="2334764" y="358827"/>
                  </a:lnTo>
                  <a:lnTo>
                    <a:pt x="2341024" y="358941"/>
                  </a:lnTo>
                  <a:lnTo>
                    <a:pt x="2347283" y="359043"/>
                  </a:lnTo>
                  <a:lnTo>
                    <a:pt x="2353543" y="359127"/>
                  </a:lnTo>
                  <a:lnTo>
                    <a:pt x="2359802" y="359189"/>
                  </a:lnTo>
                  <a:lnTo>
                    <a:pt x="2366062" y="359231"/>
                  </a:lnTo>
                  <a:lnTo>
                    <a:pt x="2372321" y="359258"/>
                  </a:lnTo>
                  <a:lnTo>
                    <a:pt x="2378580" y="359274"/>
                  </a:lnTo>
                  <a:lnTo>
                    <a:pt x="2384840" y="359283"/>
                  </a:lnTo>
                  <a:lnTo>
                    <a:pt x="2391099" y="359287"/>
                  </a:lnTo>
                  <a:lnTo>
                    <a:pt x="2397359" y="359289"/>
                  </a:lnTo>
                  <a:lnTo>
                    <a:pt x="2403618" y="359290"/>
                  </a:lnTo>
                  <a:lnTo>
                    <a:pt x="2409878" y="359291"/>
                  </a:lnTo>
                  <a:lnTo>
                    <a:pt x="2416137" y="359291"/>
                  </a:lnTo>
                  <a:lnTo>
                    <a:pt x="2422396" y="359291"/>
                  </a:lnTo>
                  <a:lnTo>
                    <a:pt x="2428656" y="359291"/>
                  </a:lnTo>
                  <a:lnTo>
                    <a:pt x="2434915" y="359291"/>
                  </a:lnTo>
                  <a:lnTo>
                    <a:pt x="2441175" y="359291"/>
                  </a:lnTo>
                  <a:lnTo>
                    <a:pt x="2447434" y="359291"/>
                  </a:lnTo>
                  <a:lnTo>
                    <a:pt x="2453693" y="359291"/>
                  </a:lnTo>
                  <a:lnTo>
                    <a:pt x="2459953" y="359291"/>
                  </a:lnTo>
                  <a:lnTo>
                    <a:pt x="2466212" y="359291"/>
                  </a:lnTo>
                  <a:lnTo>
                    <a:pt x="2472472" y="359291"/>
                  </a:lnTo>
                  <a:lnTo>
                    <a:pt x="2478731" y="359291"/>
                  </a:lnTo>
                  <a:lnTo>
                    <a:pt x="2484991" y="359291"/>
                  </a:lnTo>
                  <a:lnTo>
                    <a:pt x="2491250" y="359291"/>
                  </a:lnTo>
                  <a:lnTo>
                    <a:pt x="2497509" y="359291"/>
                  </a:lnTo>
                  <a:lnTo>
                    <a:pt x="2503769" y="359291"/>
                  </a:lnTo>
                  <a:lnTo>
                    <a:pt x="2510028" y="359291"/>
                  </a:lnTo>
                  <a:lnTo>
                    <a:pt x="2516288" y="359291"/>
                  </a:lnTo>
                  <a:lnTo>
                    <a:pt x="2522547" y="359291"/>
                  </a:lnTo>
                  <a:lnTo>
                    <a:pt x="2528807" y="359291"/>
                  </a:lnTo>
                  <a:lnTo>
                    <a:pt x="2535066" y="359291"/>
                  </a:lnTo>
                  <a:lnTo>
                    <a:pt x="2541325" y="359291"/>
                  </a:lnTo>
                  <a:lnTo>
                    <a:pt x="2547585" y="359291"/>
                  </a:lnTo>
                  <a:lnTo>
                    <a:pt x="2553844" y="359291"/>
                  </a:lnTo>
                  <a:lnTo>
                    <a:pt x="2560104" y="359291"/>
                  </a:lnTo>
                  <a:lnTo>
                    <a:pt x="2566363" y="359291"/>
                  </a:lnTo>
                  <a:lnTo>
                    <a:pt x="2572623" y="359291"/>
                  </a:lnTo>
                  <a:lnTo>
                    <a:pt x="2578882" y="359291"/>
                  </a:lnTo>
                  <a:lnTo>
                    <a:pt x="2585141" y="359291"/>
                  </a:lnTo>
                  <a:lnTo>
                    <a:pt x="2591401" y="359291"/>
                  </a:lnTo>
                  <a:lnTo>
                    <a:pt x="2597660" y="359291"/>
                  </a:lnTo>
                  <a:lnTo>
                    <a:pt x="2603920" y="359291"/>
                  </a:lnTo>
                  <a:lnTo>
                    <a:pt x="2610179" y="359291"/>
                  </a:lnTo>
                  <a:lnTo>
                    <a:pt x="2616438" y="359291"/>
                  </a:lnTo>
                  <a:lnTo>
                    <a:pt x="2622698" y="359291"/>
                  </a:lnTo>
                  <a:lnTo>
                    <a:pt x="2628957" y="359291"/>
                  </a:lnTo>
                  <a:lnTo>
                    <a:pt x="2635217" y="359291"/>
                  </a:lnTo>
                  <a:lnTo>
                    <a:pt x="2641476" y="359291"/>
                  </a:lnTo>
                  <a:lnTo>
                    <a:pt x="2647736" y="359291"/>
                  </a:lnTo>
                  <a:lnTo>
                    <a:pt x="2653995" y="359291"/>
                  </a:lnTo>
                  <a:lnTo>
                    <a:pt x="2660254" y="359291"/>
                  </a:lnTo>
                  <a:lnTo>
                    <a:pt x="2666514" y="359291"/>
                  </a:lnTo>
                  <a:lnTo>
                    <a:pt x="2672773" y="359291"/>
                  </a:lnTo>
                  <a:lnTo>
                    <a:pt x="2679033" y="359291"/>
                  </a:lnTo>
                  <a:lnTo>
                    <a:pt x="2685292" y="359291"/>
                  </a:lnTo>
                  <a:lnTo>
                    <a:pt x="2691552" y="359291"/>
                  </a:lnTo>
                  <a:lnTo>
                    <a:pt x="2697811" y="359291"/>
                  </a:lnTo>
                  <a:lnTo>
                    <a:pt x="2704070" y="359291"/>
                  </a:lnTo>
                  <a:lnTo>
                    <a:pt x="2710330" y="359291"/>
                  </a:lnTo>
                  <a:lnTo>
                    <a:pt x="2716589" y="359291"/>
                  </a:lnTo>
                  <a:lnTo>
                    <a:pt x="2722849" y="359291"/>
                  </a:lnTo>
                  <a:lnTo>
                    <a:pt x="2729108" y="359290"/>
                  </a:lnTo>
                  <a:lnTo>
                    <a:pt x="2735368" y="359289"/>
                  </a:lnTo>
                  <a:lnTo>
                    <a:pt x="2741627" y="359286"/>
                  </a:lnTo>
                  <a:lnTo>
                    <a:pt x="2747886" y="359281"/>
                  </a:lnTo>
                  <a:lnTo>
                    <a:pt x="2754146" y="359270"/>
                  </a:lnTo>
                  <a:lnTo>
                    <a:pt x="2760405" y="359251"/>
                  </a:lnTo>
                  <a:lnTo>
                    <a:pt x="2766665" y="359220"/>
                  </a:lnTo>
                  <a:lnTo>
                    <a:pt x="2772924" y="359172"/>
                  </a:lnTo>
                  <a:lnTo>
                    <a:pt x="2779184" y="359104"/>
                  </a:lnTo>
                  <a:lnTo>
                    <a:pt x="2785443" y="359015"/>
                  </a:lnTo>
                  <a:lnTo>
                    <a:pt x="2791702" y="358904"/>
                  </a:lnTo>
                  <a:lnTo>
                    <a:pt x="2797962" y="358782"/>
                  </a:lnTo>
                  <a:lnTo>
                    <a:pt x="2804221" y="358659"/>
                  </a:lnTo>
                  <a:lnTo>
                    <a:pt x="2810481" y="358548"/>
                  </a:lnTo>
                  <a:lnTo>
                    <a:pt x="2816740" y="358460"/>
                  </a:lnTo>
                  <a:lnTo>
                    <a:pt x="2822999" y="358399"/>
                  </a:lnTo>
                  <a:lnTo>
                    <a:pt x="2829259" y="358363"/>
                  </a:lnTo>
                  <a:lnTo>
                    <a:pt x="2835518" y="358346"/>
                  </a:lnTo>
                  <a:lnTo>
                    <a:pt x="2841778" y="358340"/>
                  </a:lnTo>
                  <a:lnTo>
                    <a:pt x="2848037" y="358340"/>
                  </a:lnTo>
                  <a:lnTo>
                    <a:pt x="2854297" y="358345"/>
                  </a:lnTo>
                  <a:lnTo>
                    <a:pt x="2860556" y="358362"/>
                  </a:lnTo>
                  <a:lnTo>
                    <a:pt x="2866815" y="358396"/>
                  </a:lnTo>
                  <a:lnTo>
                    <a:pt x="2873075" y="358455"/>
                  </a:lnTo>
                  <a:lnTo>
                    <a:pt x="2879334" y="358539"/>
                  </a:lnTo>
                  <a:lnTo>
                    <a:pt x="2885594" y="358641"/>
                  </a:lnTo>
                  <a:lnTo>
                    <a:pt x="2891853" y="358748"/>
                  </a:lnTo>
                  <a:lnTo>
                    <a:pt x="2898113" y="358844"/>
                  </a:lnTo>
                  <a:lnTo>
                    <a:pt x="2904372" y="358911"/>
                  </a:lnTo>
                  <a:lnTo>
                    <a:pt x="2910631" y="358938"/>
                  </a:lnTo>
                  <a:lnTo>
                    <a:pt x="2916891" y="358923"/>
                  </a:lnTo>
                  <a:lnTo>
                    <a:pt x="2923150" y="358869"/>
                  </a:lnTo>
                  <a:lnTo>
                    <a:pt x="2929410" y="358787"/>
                  </a:lnTo>
                  <a:lnTo>
                    <a:pt x="2935669" y="358695"/>
                  </a:lnTo>
                  <a:lnTo>
                    <a:pt x="2941929" y="358610"/>
                  </a:lnTo>
                  <a:lnTo>
                    <a:pt x="2948188" y="358552"/>
                  </a:lnTo>
                  <a:lnTo>
                    <a:pt x="2954447" y="358534"/>
                  </a:lnTo>
                  <a:lnTo>
                    <a:pt x="2960707" y="358560"/>
                  </a:lnTo>
                  <a:lnTo>
                    <a:pt x="2966966" y="358628"/>
                  </a:lnTo>
                  <a:lnTo>
                    <a:pt x="2973226" y="358726"/>
                  </a:lnTo>
                  <a:lnTo>
                    <a:pt x="2979485" y="358838"/>
                  </a:lnTo>
                  <a:lnTo>
                    <a:pt x="2985744" y="358951"/>
                  </a:lnTo>
                  <a:lnTo>
                    <a:pt x="2992004" y="359052"/>
                  </a:lnTo>
                  <a:lnTo>
                    <a:pt x="2998263" y="359134"/>
                  </a:lnTo>
                  <a:lnTo>
                    <a:pt x="3004523" y="359194"/>
                  </a:lnTo>
                  <a:lnTo>
                    <a:pt x="3010782" y="359234"/>
                  </a:lnTo>
                  <a:lnTo>
                    <a:pt x="3017042" y="359260"/>
                  </a:lnTo>
                  <a:lnTo>
                    <a:pt x="3023301" y="359275"/>
                  </a:lnTo>
                  <a:lnTo>
                    <a:pt x="3029560" y="359283"/>
                  </a:lnTo>
                  <a:lnTo>
                    <a:pt x="3035820" y="359288"/>
                  </a:lnTo>
                  <a:lnTo>
                    <a:pt x="3042079" y="359290"/>
                  </a:lnTo>
                  <a:lnTo>
                    <a:pt x="3048339" y="359291"/>
                  </a:lnTo>
                  <a:lnTo>
                    <a:pt x="3054598" y="359291"/>
                  </a:lnTo>
                  <a:lnTo>
                    <a:pt x="3060858" y="359291"/>
                  </a:lnTo>
                  <a:lnTo>
                    <a:pt x="3067117" y="359291"/>
                  </a:lnTo>
                  <a:lnTo>
                    <a:pt x="3073376" y="359291"/>
                  </a:lnTo>
                  <a:lnTo>
                    <a:pt x="3079636" y="359291"/>
                  </a:lnTo>
                  <a:lnTo>
                    <a:pt x="3085895" y="359291"/>
                  </a:lnTo>
                  <a:lnTo>
                    <a:pt x="3092155" y="359291"/>
                  </a:lnTo>
                  <a:lnTo>
                    <a:pt x="3098414" y="359291"/>
                  </a:lnTo>
                  <a:lnTo>
                    <a:pt x="3104674" y="359291"/>
                  </a:lnTo>
                  <a:lnTo>
                    <a:pt x="3110933" y="359291"/>
                  </a:lnTo>
                  <a:lnTo>
                    <a:pt x="3117192" y="359291"/>
                  </a:lnTo>
                  <a:lnTo>
                    <a:pt x="3123452" y="359291"/>
                  </a:lnTo>
                  <a:lnTo>
                    <a:pt x="3129711" y="359291"/>
                  </a:lnTo>
                  <a:lnTo>
                    <a:pt x="3135971" y="359291"/>
                  </a:lnTo>
                  <a:lnTo>
                    <a:pt x="3142230" y="359291"/>
                  </a:lnTo>
                  <a:lnTo>
                    <a:pt x="3148489" y="359291"/>
                  </a:lnTo>
                  <a:lnTo>
                    <a:pt x="3154749" y="359291"/>
                  </a:lnTo>
                  <a:lnTo>
                    <a:pt x="3161008" y="359291"/>
                  </a:lnTo>
                  <a:lnTo>
                    <a:pt x="3167268" y="359291"/>
                  </a:lnTo>
                  <a:lnTo>
                    <a:pt x="3173527" y="359291"/>
                  </a:lnTo>
                  <a:lnTo>
                    <a:pt x="3179787" y="359291"/>
                  </a:lnTo>
                  <a:lnTo>
                    <a:pt x="3186046" y="359291"/>
                  </a:lnTo>
                  <a:lnTo>
                    <a:pt x="3192305" y="359291"/>
                  </a:lnTo>
                  <a:lnTo>
                    <a:pt x="3198565" y="359291"/>
                  </a:lnTo>
                </a:path>
              </a:pathLst>
            </a:custGeom>
            <a:ln w="27101" cap="flat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3749798" y="4248237"/>
              <a:ext cx="3198565" cy="207722"/>
            </a:xfrm>
            <a:custGeom>
              <a:avLst/>
              <a:pathLst>
                <a:path w="3198565" h="207722">
                  <a:moveTo>
                    <a:pt x="0" y="207722"/>
                  </a:moveTo>
                  <a:lnTo>
                    <a:pt x="6259" y="207722"/>
                  </a:lnTo>
                  <a:lnTo>
                    <a:pt x="12518" y="207722"/>
                  </a:lnTo>
                  <a:lnTo>
                    <a:pt x="18778" y="207722"/>
                  </a:lnTo>
                  <a:lnTo>
                    <a:pt x="25037" y="207722"/>
                  </a:lnTo>
                  <a:lnTo>
                    <a:pt x="31297" y="207722"/>
                  </a:lnTo>
                  <a:lnTo>
                    <a:pt x="37556" y="207722"/>
                  </a:lnTo>
                  <a:lnTo>
                    <a:pt x="43815" y="207722"/>
                  </a:lnTo>
                  <a:lnTo>
                    <a:pt x="50075" y="207722"/>
                  </a:lnTo>
                  <a:lnTo>
                    <a:pt x="56334" y="207721"/>
                  </a:lnTo>
                  <a:lnTo>
                    <a:pt x="62594" y="207721"/>
                  </a:lnTo>
                  <a:lnTo>
                    <a:pt x="68853" y="207720"/>
                  </a:lnTo>
                  <a:lnTo>
                    <a:pt x="75113" y="207718"/>
                  </a:lnTo>
                  <a:lnTo>
                    <a:pt x="81372" y="207714"/>
                  </a:lnTo>
                  <a:lnTo>
                    <a:pt x="87631" y="207707"/>
                  </a:lnTo>
                  <a:lnTo>
                    <a:pt x="93891" y="207695"/>
                  </a:lnTo>
                  <a:lnTo>
                    <a:pt x="100150" y="207675"/>
                  </a:lnTo>
                  <a:lnTo>
                    <a:pt x="106410" y="207640"/>
                  </a:lnTo>
                  <a:lnTo>
                    <a:pt x="112669" y="207582"/>
                  </a:lnTo>
                  <a:lnTo>
                    <a:pt x="118929" y="207492"/>
                  </a:lnTo>
                  <a:lnTo>
                    <a:pt x="125188" y="207356"/>
                  </a:lnTo>
                  <a:lnTo>
                    <a:pt x="131447" y="207158"/>
                  </a:lnTo>
                  <a:lnTo>
                    <a:pt x="137707" y="206879"/>
                  </a:lnTo>
                  <a:lnTo>
                    <a:pt x="143966" y="206498"/>
                  </a:lnTo>
                  <a:lnTo>
                    <a:pt x="150226" y="205996"/>
                  </a:lnTo>
                  <a:lnTo>
                    <a:pt x="156485" y="205356"/>
                  </a:lnTo>
                  <a:lnTo>
                    <a:pt x="162745" y="204566"/>
                  </a:lnTo>
                  <a:lnTo>
                    <a:pt x="169004" y="203623"/>
                  </a:lnTo>
                  <a:lnTo>
                    <a:pt x="175263" y="202533"/>
                  </a:lnTo>
                  <a:lnTo>
                    <a:pt x="181523" y="201317"/>
                  </a:lnTo>
                  <a:lnTo>
                    <a:pt x="187782" y="200007"/>
                  </a:lnTo>
                  <a:lnTo>
                    <a:pt x="194042" y="198662"/>
                  </a:lnTo>
                  <a:lnTo>
                    <a:pt x="200301" y="197339"/>
                  </a:lnTo>
                  <a:lnTo>
                    <a:pt x="206560" y="196098"/>
                  </a:lnTo>
                  <a:lnTo>
                    <a:pt x="212820" y="194994"/>
                  </a:lnTo>
                  <a:lnTo>
                    <a:pt x="219079" y="194078"/>
                  </a:lnTo>
                  <a:lnTo>
                    <a:pt x="225339" y="193385"/>
                  </a:lnTo>
                  <a:lnTo>
                    <a:pt x="231598" y="192935"/>
                  </a:lnTo>
                  <a:lnTo>
                    <a:pt x="237858" y="192733"/>
                  </a:lnTo>
                  <a:lnTo>
                    <a:pt x="244117" y="192763"/>
                  </a:lnTo>
                  <a:lnTo>
                    <a:pt x="250376" y="192998"/>
                  </a:lnTo>
                  <a:lnTo>
                    <a:pt x="256636" y="193397"/>
                  </a:lnTo>
                  <a:lnTo>
                    <a:pt x="262895" y="193915"/>
                  </a:lnTo>
                  <a:lnTo>
                    <a:pt x="269155" y="194494"/>
                  </a:lnTo>
                  <a:lnTo>
                    <a:pt x="275414" y="195081"/>
                  </a:lnTo>
                  <a:lnTo>
                    <a:pt x="281674" y="195636"/>
                  </a:lnTo>
                  <a:lnTo>
                    <a:pt x="287933" y="196125"/>
                  </a:lnTo>
                  <a:lnTo>
                    <a:pt x="294192" y="196525"/>
                  </a:lnTo>
                  <a:lnTo>
                    <a:pt x="300452" y="196821"/>
                  </a:lnTo>
                  <a:lnTo>
                    <a:pt x="306711" y="197009"/>
                  </a:lnTo>
                  <a:lnTo>
                    <a:pt x="312971" y="197092"/>
                  </a:lnTo>
                  <a:lnTo>
                    <a:pt x="319230" y="197082"/>
                  </a:lnTo>
                  <a:lnTo>
                    <a:pt x="325490" y="196994"/>
                  </a:lnTo>
                  <a:lnTo>
                    <a:pt x="331749" y="196851"/>
                  </a:lnTo>
                  <a:lnTo>
                    <a:pt x="338008" y="196676"/>
                  </a:lnTo>
                  <a:lnTo>
                    <a:pt x="344268" y="196496"/>
                  </a:lnTo>
                  <a:lnTo>
                    <a:pt x="350527" y="196339"/>
                  </a:lnTo>
                  <a:lnTo>
                    <a:pt x="356787" y="196223"/>
                  </a:lnTo>
                  <a:lnTo>
                    <a:pt x="363046" y="196163"/>
                  </a:lnTo>
                  <a:lnTo>
                    <a:pt x="369305" y="196166"/>
                  </a:lnTo>
                  <a:lnTo>
                    <a:pt x="375565" y="196235"/>
                  </a:lnTo>
                  <a:lnTo>
                    <a:pt x="381824" y="196363"/>
                  </a:lnTo>
                  <a:lnTo>
                    <a:pt x="388084" y="196538"/>
                  </a:lnTo>
                  <a:lnTo>
                    <a:pt x="394343" y="196742"/>
                  </a:lnTo>
                  <a:lnTo>
                    <a:pt x="400603" y="196956"/>
                  </a:lnTo>
                  <a:lnTo>
                    <a:pt x="406862" y="197158"/>
                  </a:lnTo>
                  <a:lnTo>
                    <a:pt x="413121" y="197328"/>
                  </a:lnTo>
                  <a:lnTo>
                    <a:pt x="419381" y="197443"/>
                  </a:lnTo>
                  <a:lnTo>
                    <a:pt x="425640" y="197484"/>
                  </a:lnTo>
                  <a:lnTo>
                    <a:pt x="431900" y="197443"/>
                  </a:lnTo>
                  <a:lnTo>
                    <a:pt x="438159" y="197312"/>
                  </a:lnTo>
                  <a:lnTo>
                    <a:pt x="444419" y="197084"/>
                  </a:lnTo>
                  <a:lnTo>
                    <a:pt x="450678" y="196757"/>
                  </a:lnTo>
                  <a:lnTo>
                    <a:pt x="456937" y="196331"/>
                  </a:lnTo>
                  <a:lnTo>
                    <a:pt x="463197" y="195807"/>
                  </a:lnTo>
                  <a:lnTo>
                    <a:pt x="469456" y="195189"/>
                  </a:lnTo>
                  <a:lnTo>
                    <a:pt x="475716" y="194483"/>
                  </a:lnTo>
                  <a:lnTo>
                    <a:pt x="481975" y="193697"/>
                  </a:lnTo>
                  <a:lnTo>
                    <a:pt x="488235" y="192840"/>
                  </a:lnTo>
                  <a:lnTo>
                    <a:pt x="494494" y="191925"/>
                  </a:lnTo>
                  <a:lnTo>
                    <a:pt x="500753" y="190964"/>
                  </a:lnTo>
                  <a:lnTo>
                    <a:pt x="507013" y="189981"/>
                  </a:lnTo>
                  <a:lnTo>
                    <a:pt x="513272" y="189001"/>
                  </a:lnTo>
                  <a:lnTo>
                    <a:pt x="519532" y="188047"/>
                  </a:lnTo>
                  <a:lnTo>
                    <a:pt x="525791" y="187146"/>
                  </a:lnTo>
                  <a:lnTo>
                    <a:pt x="532050" y="186322"/>
                  </a:lnTo>
                  <a:lnTo>
                    <a:pt x="538310" y="185589"/>
                  </a:lnTo>
                  <a:lnTo>
                    <a:pt x="544569" y="184955"/>
                  </a:lnTo>
                  <a:lnTo>
                    <a:pt x="550829" y="184412"/>
                  </a:lnTo>
                  <a:lnTo>
                    <a:pt x="557088" y="183934"/>
                  </a:lnTo>
                  <a:lnTo>
                    <a:pt x="563348" y="183483"/>
                  </a:lnTo>
                  <a:lnTo>
                    <a:pt x="569607" y="183004"/>
                  </a:lnTo>
                  <a:lnTo>
                    <a:pt x="575866" y="182434"/>
                  </a:lnTo>
                  <a:lnTo>
                    <a:pt x="582126" y="181694"/>
                  </a:lnTo>
                  <a:lnTo>
                    <a:pt x="588385" y="180741"/>
                  </a:lnTo>
                  <a:lnTo>
                    <a:pt x="594645" y="179543"/>
                  </a:lnTo>
                  <a:lnTo>
                    <a:pt x="600904" y="178084"/>
                  </a:lnTo>
                  <a:lnTo>
                    <a:pt x="607164" y="176367"/>
                  </a:lnTo>
                  <a:lnTo>
                    <a:pt x="613423" y="174409"/>
                  </a:lnTo>
                  <a:lnTo>
                    <a:pt x="619682" y="172227"/>
                  </a:lnTo>
                  <a:lnTo>
                    <a:pt x="625942" y="169835"/>
                  </a:lnTo>
                  <a:lnTo>
                    <a:pt x="632201" y="167231"/>
                  </a:lnTo>
                  <a:lnTo>
                    <a:pt x="638461" y="164388"/>
                  </a:lnTo>
                  <a:lnTo>
                    <a:pt x="644720" y="161249"/>
                  </a:lnTo>
                  <a:lnTo>
                    <a:pt x="650980" y="157726"/>
                  </a:lnTo>
                  <a:lnTo>
                    <a:pt x="657239" y="153669"/>
                  </a:lnTo>
                  <a:lnTo>
                    <a:pt x="663498" y="148921"/>
                  </a:lnTo>
                  <a:lnTo>
                    <a:pt x="669758" y="143357"/>
                  </a:lnTo>
                  <a:lnTo>
                    <a:pt x="676017" y="136838"/>
                  </a:lnTo>
                  <a:lnTo>
                    <a:pt x="682277" y="129250"/>
                  </a:lnTo>
                  <a:lnTo>
                    <a:pt x="688536" y="120519"/>
                  </a:lnTo>
                  <a:lnTo>
                    <a:pt x="694796" y="110624"/>
                  </a:lnTo>
                  <a:lnTo>
                    <a:pt x="701055" y="99611"/>
                  </a:lnTo>
                  <a:lnTo>
                    <a:pt x="707314" y="87608"/>
                  </a:lnTo>
                  <a:lnTo>
                    <a:pt x="713574" y="74831"/>
                  </a:lnTo>
                  <a:lnTo>
                    <a:pt x="719833" y="61591"/>
                  </a:lnTo>
                  <a:lnTo>
                    <a:pt x="726093" y="48298"/>
                  </a:lnTo>
                  <a:lnTo>
                    <a:pt x="732352" y="35446"/>
                  </a:lnTo>
                  <a:lnTo>
                    <a:pt x="738611" y="23764"/>
                  </a:lnTo>
                  <a:lnTo>
                    <a:pt x="744871" y="13828"/>
                  </a:lnTo>
                  <a:lnTo>
                    <a:pt x="751130" y="6229"/>
                  </a:lnTo>
                  <a:lnTo>
                    <a:pt x="757390" y="1486"/>
                  </a:lnTo>
                  <a:lnTo>
                    <a:pt x="763649" y="0"/>
                  </a:lnTo>
                  <a:lnTo>
                    <a:pt x="769909" y="2003"/>
                  </a:lnTo>
                  <a:lnTo>
                    <a:pt x="776168" y="7532"/>
                  </a:lnTo>
                  <a:lnTo>
                    <a:pt x="782427" y="16407"/>
                  </a:lnTo>
                  <a:lnTo>
                    <a:pt x="788687" y="28242"/>
                  </a:lnTo>
                  <a:lnTo>
                    <a:pt x="794946" y="42471"/>
                  </a:lnTo>
                  <a:lnTo>
                    <a:pt x="801206" y="58387"/>
                  </a:lnTo>
                  <a:lnTo>
                    <a:pt x="807465" y="75210"/>
                  </a:lnTo>
                  <a:lnTo>
                    <a:pt x="813725" y="92115"/>
                  </a:lnTo>
                  <a:lnTo>
                    <a:pt x="819984" y="108259"/>
                  </a:lnTo>
                  <a:lnTo>
                    <a:pt x="826243" y="123049"/>
                  </a:lnTo>
                  <a:lnTo>
                    <a:pt x="832503" y="136058"/>
                  </a:lnTo>
                  <a:lnTo>
                    <a:pt x="838762" y="147021"/>
                  </a:lnTo>
                  <a:lnTo>
                    <a:pt x="845022" y="155836"/>
                  </a:lnTo>
                  <a:lnTo>
                    <a:pt x="851281" y="162542"/>
                  </a:lnTo>
                  <a:lnTo>
                    <a:pt x="857541" y="167293"/>
                  </a:lnTo>
                  <a:lnTo>
                    <a:pt x="863800" y="170326"/>
                  </a:lnTo>
                  <a:lnTo>
                    <a:pt x="870059" y="171923"/>
                  </a:lnTo>
                  <a:lnTo>
                    <a:pt x="876319" y="172392"/>
                  </a:lnTo>
                  <a:lnTo>
                    <a:pt x="882578" y="172035"/>
                  </a:lnTo>
                  <a:lnTo>
                    <a:pt x="888838" y="171132"/>
                  </a:lnTo>
                  <a:lnTo>
                    <a:pt x="895097" y="169933"/>
                  </a:lnTo>
                  <a:lnTo>
                    <a:pt x="901356" y="168694"/>
                  </a:lnTo>
                  <a:lnTo>
                    <a:pt x="907616" y="167599"/>
                  </a:lnTo>
                  <a:lnTo>
                    <a:pt x="913875" y="166798"/>
                  </a:lnTo>
                  <a:lnTo>
                    <a:pt x="920135" y="166416"/>
                  </a:lnTo>
                  <a:lnTo>
                    <a:pt x="926394" y="166547"/>
                  </a:lnTo>
                  <a:lnTo>
                    <a:pt x="932654" y="167256"/>
                  </a:lnTo>
                  <a:lnTo>
                    <a:pt x="938913" y="168572"/>
                  </a:lnTo>
                  <a:lnTo>
                    <a:pt x="945172" y="170484"/>
                  </a:lnTo>
                  <a:lnTo>
                    <a:pt x="951432" y="172943"/>
                  </a:lnTo>
                  <a:lnTo>
                    <a:pt x="957691" y="175859"/>
                  </a:lnTo>
                  <a:lnTo>
                    <a:pt x="963951" y="179115"/>
                  </a:lnTo>
                  <a:lnTo>
                    <a:pt x="970210" y="182569"/>
                  </a:lnTo>
                  <a:lnTo>
                    <a:pt x="976470" y="186058"/>
                  </a:lnTo>
                  <a:lnTo>
                    <a:pt x="982729" y="189431"/>
                  </a:lnTo>
                  <a:lnTo>
                    <a:pt x="988988" y="192575"/>
                  </a:lnTo>
                  <a:lnTo>
                    <a:pt x="995248" y="195407"/>
                  </a:lnTo>
                  <a:lnTo>
                    <a:pt x="1001507" y="197876"/>
                  </a:lnTo>
                  <a:lnTo>
                    <a:pt x="1007767" y="199961"/>
                  </a:lnTo>
                  <a:lnTo>
                    <a:pt x="1014026" y="201669"/>
                  </a:lnTo>
                  <a:lnTo>
                    <a:pt x="1020286" y="203025"/>
                  </a:lnTo>
                  <a:lnTo>
                    <a:pt x="1026545" y="204069"/>
                  </a:lnTo>
                  <a:lnTo>
                    <a:pt x="1032804" y="204846"/>
                  </a:lnTo>
                  <a:lnTo>
                    <a:pt x="1039064" y="205403"/>
                  </a:lnTo>
                  <a:lnTo>
                    <a:pt x="1045323" y="205782"/>
                  </a:lnTo>
                  <a:lnTo>
                    <a:pt x="1051583" y="206017"/>
                  </a:lnTo>
                  <a:lnTo>
                    <a:pt x="1057842" y="206149"/>
                  </a:lnTo>
                  <a:lnTo>
                    <a:pt x="1064101" y="206210"/>
                  </a:lnTo>
                  <a:lnTo>
                    <a:pt x="1070361" y="206222"/>
                  </a:lnTo>
                  <a:lnTo>
                    <a:pt x="1076620" y="206206"/>
                  </a:lnTo>
                  <a:lnTo>
                    <a:pt x="1082880" y="206180"/>
                  </a:lnTo>
                  <a:lnTo>
                    <a:pt x="1089139" y="206157"/>
                  </a:lnTo>
                  <a:lnTo>
                    <a:pt x="1095399" y="206149"/>
                  </a:lnTo>
                  <a:lnTo>
                    <a:pt x="1101658" y="206164"/>
                  </a:lnTo>
                  <a:lnTo>
                    <a:pt x="1107917" y="206205"/>
                  </a:lnTo>
                  <a:lnTo>
                    <a:pt x="1114177" y="206275"/>
                  </a:lnTo>
                  <a:lnTo>
                    <a:pt x="1120436" y="206369"/>
                  </a:lnTo>
                  <a:lnTo>
                    <a:pt x="1126696" y="206484"/>
                  </a:lnTo>
                  <a:lnTo>
                    <a:pt x="1132955" y="206613"/>
                  </a:lnTo>
                  <a:lnTo>
                    <a:pt x="1139215" y="206744"/>
                  </a:lnTo>
                  <a:lnTo>
                    <a:pt x="1145474" y="206870"/>
                  </a:lnTo>
                  <a:lnTo>
                    <a:pt x="1151733" y="206984"/>
                  </a:lnTo>
                  <a:lnTo>
                    <a:pt x="1157993" y="207078"/>
                  </a:lnTo>
                  <a:lnTo>
                    <a:pt x="1164252" y="207150"/>
                  </a:lnTo>
                  <a:lnTo>
                    <a:pt x="1170512" y="207197"/>
                  </a:lnTo>
                  <a:lnTo>
                    <a:pt x="1176771" y="207220"/>
                  </a:lnTo>
                  <a:lnTo>
                    <a:pt x="1183031" y="207221"/>
                  </a:lnTo>
                  <a:lnTo>
                    <a:pt x="1189290" y="207203"/>
                  </a:lnTo>
                  <a:lnTo>
                    <a:pt x="1195549" y="207172"/>
                  </a:lnTo>
                  <a:lnTo>
                    <a:pt x="1201809" y="207132"/>
                  </a:lnTo>
                  <a:lnTo>
                    <a:pt x="1208068" y="207088"/>
                  </a:lnTo>
                  <a:lnTo>
                    <a:pt x="1214328" y="207043"/>
                  </a:lnTo>
                  <a:lnTo>
                    <a:pt x="1220587" y="206999"/>
                  </a:lnTo>
                  <a:lnTo>
                    <a:pt x="1226846" y="206954"/>
                  </a:lnTo>
                  <a:lnTo>
                    <a:pt x="1233106" y="206907"/>
                  </a:lnTo>
                  <a:lnTo>
                    <a:pt x="1239365" y="206856"/>
                  </a:lnTo>
                  <a:lnTo>
                    <a:pt x="1245625" y="206798"/>
                  </a:lnTo>
                  <a:lnTo>
                    <a:pt x="1251884" y="206732"/>
                  </a:lnTo>
                  <a:lnTo>
                    <a:pt x="1258144" y="206660"/>
                  </a:lnTo>
                  <a:lnTo>
                    <a:pt x="1264403" y="206584"/>
                  </a:lnTo>
                  <a:lnTo>
                    <a:pt x="1270662" y="206507"/>
                  </a:lnTo>
                  <a:lnTo>
                    <a:pt x="1276922" y="206435"/>
                  </a:lnTo>
                  <a:lnTo>
                    <a:pt x="1283181" y="206372"/>
                  </a:lnTo>
                  <a:lnTo>
                    <a:pt x="1289441" y="206323"/>
                  </a:lnTo>
                  <a:lnTo>
                    <a:pt x="1295700" y="206287"/>
                  </a:lnTo>
                  <a:lnTo>
                    <a:pt x="1301960" y="206264"/>
                  </a:lnTo>
                  <a:lnTo>
                    <a:pt x="1308219" y="206249"/>
                  </a:lnTo>
                  <a:lnTo>
                    <a:pt x="1314478" y="206240"/>
                  </a:lnTo>
                  <a:lnTo>
                    <a:pt x="1320738" y="206231"/>
                  </a:lnTo>
                  <a:lnTo>
                    <a:pt x="1326997" y="206220"/>
                  </a:lnTo>
                  <a:lnTo>
                    <a:pt x="1333257" y="206204"/>
                  </a:lnTo>
                  <a:lnTo>
                    <a:pt x="1339516" y="206186"/>
                  </a:lnTo>
                  <a:lnTo>
                    <a:pt x="1345776" y="206166"/>
                  </a:lnTo>
                  <a:lnTo>
                    <a:pt x="1352035" y="206150"/>
                  </a:lnTo>
                  <a:lnTo>
                    <a:pt x="1358294" y="206142"/>
                  </a:lnTo>
                  <a:lnTo>
                    <a:pt x="1364554" y="206148"/>
                  </a:lnTo>
                  <a:lnTo>
                    <a:pt x="1370813" y="206172"/>
                  </a:lnTo>
                  <a:lnTo>
                    <a:pt x="1377073" y="206214"/>
                  </a:lnTo>
                  <a:lnTo>
                    <a:pt x="1383332" y="206273"/>
                  </a:lnTo>
                  <a:lnTo>
                    <a:pt x="1389592" y="206344"/>
                  </a:lnTo>
                  <a:lnTo>
                    <a:pt x="1395851" y="206422"/>
                  </a:lnTo>
                  <a:lnTo>
                    <a:pt x="1402110" y="206498"/>
                  </a:lnTo>
                  <a:lnTo>
                    <a:pt x="1408370" y="206567"/>
                  </a:lnTo>
                  <a:lnTo>
                    <a:pt x="1414629" y="206620"/>
                  </a:lnTo>
                  <a:lnTo>
                    <a:pt x="1420889" y="206653"/>
                  </a:lnTo>
                  <a:lnTo>
                    <a:pt x="1427148" y="206665"/>
                  </a:lnTo>
                  <a:lnTo>
                    <a:pt x="1433407" y="206656"/>
                  </a:lnTo>
                  <a:lnTo>
                    <a:pt x="1439667" y="206632"/>
                  </a:lnTo>
                  <a:lnTo>
                    <a:pt x="1445926" y="206598"/>
                  </a:lnTo>
                  <a:lnTo>
                    <a:pt x="1452186" y="206567"/>
                  </a:lnTo>
                  <a:lnTo>
                    <a:pt x="1458445" y="206546"/>
                  </a:lnTo>
                  <a:lnTo>
                    <a:pt x="1464705" y="206542"/>
                  </a:lnTo>
                  <a:lnTo>
                    <a:pt x="1470964" y="206560"/>
                  </a:lnTo>
                  <a:lnTo>
                    <a:pt x="1477223" y="206599"/>
                  </a:lnTo>
                  <a:lnTo>
                    <a:pt x="1483483" y="206656"/>
                  </a:lnTo>
                  <a:lnTo>
                    <a:pt x="1489742" y="206725"/>
                  </a:lnTo>
                  <a:lnTo>
                    <a:pt x="1496002" y="206798"/>
                  </a:lnTo>
                  <a:lnTo>
                    <a:pt x="1502261" y="206864"/>
                  </a:lnTo>
                  <a:lnTo>
                    <a:pt x="1508521" y="206914"/>
                  </a:lnTo>
                  <a:lnTo>
                    <a:pt x="1514780" y="206941"/>
                  </a:lnTo>
                  <a:lnTo>
                    <a:pt x="1521039" y="206938"/>
                  </a:lnTo>
                  <a:lnTo>
                    <a:pt x="1527299" y="206903"/>
                  </a:lnTo>
                  <a:lnTo>
                    <a:pt x="1533558" y="206841"/>
                  </a:lnTo>
                  <a:lnTo>
                    <a:pt x="1539818" y="206758"/>
                  </a:lnTo>
                  <a:lnTo>
                    <a:pt x="1546077" y="206663"/>
                  </a:lnTo>
                  <a:lnTo>
                    <a:pt x="1552337" y="206563"/>
                  </a:lnTo>
                  <a:lnTo>
                    <a:pt x="1558596" y="206469"/>
                  </a:lnTo>
                  <a:lnTo>
                    <a:pt x="1564855" y="206386"/>
                  </a:lnTo>
                  <a:lnTo>
                    <a:pt x="1571115" y="206321"/>
                  </a:lnTo>
                  <a:lnTo>
                    <a:pt x="1577374" y="206276"/>
                  </a:lnTo>
                  <a:lnTo>
                    <a:pt x="1583634" y="206251"/>
                  </a:lnTo>
                  <a:lnTo>
                    <a:pt x="1589893" y="206243"/>
                  </a:lnTo>
                  <a:lnTo>
                    <a:pt x="1596152" y="206249"/>
                  </a:lnTo>
                  <a:lnTo>
                    <a:pt x="1602412" y="206266"/>
                  </a:lnTo>
                  <a:lnTo>
                    <a:pt x="1608671" y="206290"/>
                  </a:lnTo>
                  <a:lnTo>
                    <a:pt x="1614931" y="206319"/>
                  </a:lnTo>
                  <a:lnTo>
                    <a:pt x="1621190" y="206351"/>
                  </a:lnTo>
                  <a:lnTo>
                    <a:pt x="1627450" y="206387"/>
                  </a:lnTo>
                  <a:lnTo>
                    <a:pt x="1633709" y="206427"/>
                  </a:lnTo>
                  <a:lnTo>
                    <a:pt x="1639968" y="206470"/>
                  </a:lnTo>
                  <a:lnTo>
                    <a:pt x="1646228" y="206517"/>
                  </a:lnTo>
                  <a:lnTo>
                    <a:pt x="1652487" y="206566"/>
                  </a:lnTo>
                  <a:lnTo>
                    <a:pt x="1658747" y="206617"/>
                  </a:lnTo>
                  <a:lnTo>
                    <a:pt x="1665006" y="206666"/>
                  </a:lnTo>
                  <a:lnTo>
                    <a:pt x="1671266" y="206713"/>
                  </a:lnTo>
                  <a:lnTo>
                    <a:pt x="1677525" y="206758"/>
                  </a:lnTo>
                  <a:lnTo>
                    <a:pt x="1683784" y="206798"/>
                  </a:lnTo>
                  <a:lnTo>
                    <a:pt x="1690044" y="206835"/>
                  </a:lnTo>
                  <a:lnTo>
                    <a:pt x="1696303" y="206869"/>
                  </a:lnTo>
                  <a:lnTo>
                    <a:pt x="1702563" y="206899"/>
                  </a:lnTo>
                  <a:lnTo>
                    <a:pt x="1708822" y="206926"/>
                  </a:lnTo>
                  <a:lnTo>
                    <a:pt x="1715082" y="206947"/>
                  </a:lnTo>
                  <a:lnTo>
                    <a:pt x="1721341" y="206960"/>
                  </a:lnTo>
                  <a:lnTo>
                    <a:pt x="1727600" y="206962"/>
                  </a:lnTo>
                  <a:lnTo>
                    <a:pt x="1733860" y="206952"/>
                  </a:lnTo>
                  <a:lnTo>
                    <a:pt x="1740119" y="206928"/>
                  </a:lnTo>
                  <a:lnTo>
                    <a:pt x="1746379" y="206891"/>
                  </a:lnTo>
                  <a:lnTo>
                    <a:pt x="1752638" y="206842"/>
                  </a:lnTo>
                  <a:lnTo>
                    <a:pt x="1758897" y="206787"/>
                  </a:lnTo>
                  <a:lnTo>
                    <a:pt x="1765157" y="206732"/>
                  </a:lnTo>
                  <a:lnTo>
                    <a:pt x="1771416" y="206684"/>
                  </a:lnTo>
                  <a:lnTo>
                    <a:pt x="1777676" y="206650"/>
                  </a:lnTo>
                  <a:lnTo>
                    <a:pt x="1783935" y="206635"/>
                  </a:lnTo>
                  <a:lnTo>
                    <a:pt x="1790195" y="206643"/>
                  </a:lnTo>
                  <a:lnTo>
                    <a:pt x="1796454" y="206674"/>
                  </a:lnTo>
                  <a:lnTo>
                    <a:pt x="1802713" y="206725"/>
                  </a:lnTo>
                  <a:lnTo>
                    <a:pt x="1808973" y="206794"/>
                  </a:lnTo>
                  <a:lnTo>
                    <a:pt x="1815232" y="206873"/>
                  </a:lnTo>
                  <a:lnTo>
                    <a:pt x="1821492" y="206956"/>
                  </a:lnTo>
                  <a:lnTo>
                    <a:pt x="1827751" y="207035"/>
                  </a:lnTo>
                  <a:lnTo>
                    <a:pt x="1834011" y="207103"/>
                  </a:lnTo>
                  <a:lnTo>
                    <a:pt x="1840270" y="207154"/>
                  </a:lnTo>
                  <a:lnTo>
                    <a:pt x="1846529" y="207187"/>
                  </a:lnTo>
                  <a:lnTo>
                    <a:pt x="1852789" y="207201"/>
                  </a:lnTo>
                  <a:lnTo>
                    <a:pt x="1859048" y="207200"/>
                  </a:lnTo>
                  <a:lnTo>
                    <a:pt x="1865308" y="207188"/>
                  </a:lnTo>
                  <a:lnTo>
                    <a:pt x="1871567" y="207170"/>
                  </a:lnTo>
                  <a:lnTo>
                    <a:pt x="1877827" y="207152"/>
                  </a:lnTo>
                  <a:lnTo>
                    <a:pt x="1884086" y="207139"/>
                  </a:lnTo>
                  <a:lnTo>
                    <a:pt x="1890345" y="207136"/>
                  </a:lnTo>
                  <a:lnTo>
                    <a:pt x="1896605" y="207143"/>
                  </a:lnTo>
                  <a:lnTo>
                    <a:pt x="1902864" y="207161"/>
                  </a:lnTo>
                  <a:lnTo>
                    <a:pt x="1909124" y="207188"/>
                  </a:lnTo>
                  <a:lnTo>
                    <a:pt x="1915383" y="207218"/>
                  </a:lnTo>
                  <a:lnTo>
                    <a:pt x="1921642" y="207246"/>
                  </a:lnTo>
                  <a:lnTo>
                    <a:pt x="1927902" y="207264"/>
                  </a:lnTo>
                  <a:lnTo>
                    <a:pt x="1934161" y="207267"/>
                  </a:lnTo>
                  <a:lnTo>
                    <a:pt x="1940421" y="207251"/>
                  </a:lnTo>
                  <a:lnTo>
                    <a:pt x="1946680" y="207212"/>
                  </a:lnTo>
                  <a:lnTo>
                    <a:pt x="1952940" y="207152"/>
                  </a:lnTo>
                  <a:lnTo>
                    <a:pt x="1959199" y="207072"/>
                  </a:lnTo>
                  <a:lnTo>
                    <a:pt x="1965458" y="206978"/>
                  </a:lnTo>
                  <a:lnTo>
                    <a:pt x="1971718" y="206876"/>
                  </a:lnTo>
                  <a:lnTo>
                    <a:pt x="1977977" y="206774"/>
                  </a:lnTo>
                  <a:lnTo>
                    <a:pt x="1984237" y="206681"/>
                  </a:lnTo>
                  <a:lnTo>
                    <a:pt x="1990496" y="206604"/>
                  </a:lnTo>
                  <a:lnTo>
                    <a:pt x="1996756" y="206549"/>
                  </a:lnTo>
                  <a:lnTo>
                    <a:pt x="2003015" y="206521"/>
                  </a:lnTo>
                  <a:lnTo>
                    <a:pt x="2009274" y="206517"/>
                  </a:lnTo>
                  <a:lnTo>
                    <a:pt x="2015534" y="206535"/>
                  </a:lnTo>
                  <a:lnTo>
                    <a:pt x="2021793" y="206571"/>
                  </a:lnTo>
                  <a:lnTo>
                    <a:pt x="2028053" y="206619"/>
                  </a:lnTo>
                  <a:lnTo>
                    <a:pt x="2034312" y="206673"/>
                  </a:lnTo>
                  <a:lnTo>
                    <a:pt x="2040572" y="206731"/>
                  </a:lnTo>
                  <a:lnTo>
                    <a:pt x="2046831" y="206790"/>
                  </a:lnTo>
                  <a:lnTo>
                    <a:pt x="2053090" y="206848"/>
                  </a:lnTo>
                  <a:lnTo>
                    <a:pt x="2059350" y="206906"/>
                  </a:lnTo>
                  <a:lnTo>
                    <a:pt x="2065609" y="206966"/>
                  </a:lnTo>
                  <a:lnTo>
                    <a:pt x="2071869" y="207029"/>
                  </a:lnTo>
                  <a:lnTo>
                    <a:pt x="2078128" y="207097"/>
                  </a:lnTo>
                  <a:lnTo>
                    <a:pt x="2084388" y="207167"/>
                  </a:lnTo>
                  <a:lnTo>
                    <a:pt x="2090647" y="207240"/>
                  </a:lnTo>
                  <a:lnTo>
                    <a:pt x="2096906" y="207313"/>
                  </a:lnTo>
                  <a:lnTo>
                    <a:pt x="2103166" y="207384"/>
                  </a:lnTo>
                  <a:lnTo>
                    <a:pt x="2109425" y="207450"/>
                  </a:lnTo>
                  <a:lnTo>
                    <a:pt x="2115685" y="207509"/>
                  </a:lnTo>
                  <a:lnTo>
                    <a:pt x="2121944" y="207561"/>
                  </a:lnTo>
                  <a:lnTo>
                    <a:pt x="2128203" y="207603"/>
                  </a:lnTo>
                  <a:lnTo>
                    <a:pt x="2134463" y="207637"/>
                  </a:lnTo>
                  <a:lnTo>
                    <a:pt x="2140722" y="207664"/>
                  </a:lnTo>
                  <a:lnTo>
                    <a:pt x="2146982" y="207683"/>
                  </a:lnTo>
                  <a:lnTo>
                    <a:pt x="2153241" y="207696"/>
                  </a:lnTo>
                  <a:lnTo>
                    <a:pt x="2159501" y="207705"/>
                  </a:lnTo>
                  <a:lnTo>
                    <a:pt x="2165760" y="207709"/>
                  </a:lnTo>
                  <a:lnTo>
                    <a:pt x="2172019" y="207711"/>
                  </a:lnTo>
                  <a:lnTo>
                    <a:pt x="2178279" y="207709"/>
                  </a:lnTo>
                  <a:lnTo>
                    <a:pt x="2184538" y="207703"/>
                  </a:lnTo>
                  <a:lnTo>
                    <a:pt x="2190798" y="207692"/>
                  </a:lnTo>
                  <a:lnTo>
                    <a:pt x="2197057" y="207675"/>
                  </a:lnTo>
                  <a:lnTo>
                    <a:pt x="2203317" y="207649"/>
                  </a:lnTo>
                  <a:lnTo>
                    <a:pt x="2209576" y="207612"/>
                  </a:lnTo>
                  <a:lnTo>
                    <a:pt x="2215835" y="207560"/>
                  </a:lnTo>
                  <a:lnTo>
                    <a:pt x="2222095" y="207491"/>
                  </a:lnTo>
                  <a:lnTo>
                    <a:pt x="2228354" y="207402"/>
                  </a:lnTo>
                  <a:lnTo>
                    <a:pt x="2234614" y="207290"/>
                  </a:lnTo>
                  <a:lnTo>
                    <a:pt x="2240873" y="207156"/>
                  </a:lnTo>
                  <a:lnTo>
                    <a:pt x="2247133" y="207003"/>
                  </a:lnTo>
                  <a:lnTo>
                    <a:pt x="2253392" y="206838"/>
                  </a:lnTo>
                  <a:lnTo>
                    <a:pt x="2259651" y="206667"/>
                  </a:lnTo>
                  <a:lnTo>
                    <a:pt x="2265911" y="206501"/>
                  </a:lnTo>
                  <a:lnTo>
                    <a:pt x="2272170" y="206352"/>
                  </a:lnTo>
                  <a:lnTo>
                    <a:pt x="2278430" y="206229"/>
                  </a:lnTo>
                  <a:lnTo>
                    <a:pt x="2284689" y="206144"/>
                  </a:lnTo>
                  <a:lnTo>
                    <a:pt x="2290948" y="206103"/>
                  </a:lnTo>
                  <a:lnTo>
                    <a:pt x="2297208" y="206110"/>
                  </a:lnTo>
                  <a:lnTo>
                    <a:pt x="2303467" y="206165"/>
                  </a:lnTo>
                  <a:lnTo>
                    <a:pt x="2309727" y="206265"/>
                  </a:lnTo>
                  <a:lnTo>
                    <a:pt x="2315986" y="206401"/>
                  </a:lnTo>
                  <a:lnTo>
                    <a:pt x="2322246" y="206560"/>
                  </a:lnTo>
                  <a:lnTo>
                    <a:pt x="2328505" y="206730"/>
                  </a:lnTo>
                  <a:lnTo>
                    <a:pt x="2334764" y="206900"/>
                  </a:lnTo>
                  <a:lnTo>
                    <a:pt x="2341024" y="207062"/>
                  </a:lnTo>
                  <a:lnTo>
                    <a:pt x="2347283" y="207208"/>
                  </a:lnTo>
                  <a:lnTo>
                    <a:pt x="2353543" y="207333"/>
                  </a:lnTo>
                  <a:lnTo>
                    <a:pt x="2359802" y="207438"/>
                  </a:lnTo>
                  <a:lnTo>
                    <a:pt x="2366062" y="207520"/>
                  </a:lnTo>
                  <a:lnTo>
                    <a:pt x="2372321" y="207583"/>
                  </a:lnTo>
                  <a:lnTo>
                    <a:pt x="2378580" y="207630"/>
                  </a:lnTo>
                  <a:lnTo>
                    <a:pt x="2384840" y="207662"/>
                  </a:lnTo>
                  <a:lnTo>
                    <a:pt x="2391099" y="207683"/>
                  </a:lnTo>
                  <a:lnTo>
                    <a:pt x="2397359" y="207696"/>
                  </a:lnTo>
                  <a:lnTo>
                    <a:pt x="2403618" y="207702"/>
                  </a:lnTo>
                  <a:lnTo>
                    <a:pt x="2409878" y="207703"/>
                  </a:lnTo>
                  <a:lnTo>
                    <a:pt x="2416137" y="207700"/>
                  </a:lnTo>
                  <a:lnTo>
                    <a:pt x="2422396" y="207691"/>
                  </a:lnTo>
                  <a:lnTo>
                    <a:pt x="2428656" y="207678"/>
                  </a:lnTo>
                  <a:lnTo>
                    <a:pt x="2434915" y="207657"/>
                  </a:lnTo>
                  <a:lnTo>
                    <a:pt x="2441175" y="207630"/>
                  </a:lnTo>
                  <a:lnTo>
                    <a:pt x="2447434" y="207595"/>
                  </a:lnTo>
                  <a:lnTo>
                    <a:pt x="2453693" y="207552"/>
                  </a:lnTo>
                  <a:lnTo>
                    <a:pt x="2459953" y="207501"/>
                  </a:lnTo>
                  <a:lnTo>
                    <a:pt x="2466212" y="207443"/>
                  </a:lnTo>
                  <a:lnTo>
                    <a:pt x="2472472" y="207381"/>
                  </a:lnTo>
                  <a:lnTo>
                    <a:pt x="2478731" y="207318"/>
                  </a:lnTo>
                  <a:lnTo>
                    <a:pt x="2484991" y="207257"/>
                  </a:lnTo>
                  <a:lnTo>
                    <a:pt x="2491250" y="207203"/>
                  </a:lnTo>
                  <a:lnTo>
                    <a:pt x="2497509" y="207158"/>
                  </a:lnTo>
                  <a:lnTo>
                    <a:pt x="2503769" y="207122"/>
                  </a:lnTo>
                  <a:lnTo>
                    <a:pt x="2510028" y="207094"/>
                  </a:lnTo>
                  <a:lnTo>
                    <a:pt x="2516288" y="207071"/>
                  </a:lnTo>
                  <a:lnTo>
                    <a:pt x="2522547" y="207046"/>
                  </a:lnTo>
                  <a:lnTo>
                    <a:pt x="2528807" y="207014"/>
                  </a:lnTo>
                  <a:lnTo>
                    <a:pt x="2535066" y="206964"/>
                  </a:lnTo>
                  <a:lnTo>
                    <a:pt x="2541325" y="206890"/>
                  </a:lnTo>
                  <a:lnTo>
                    <a:pt x="2547585" y="206784"/>
                  </a:lnTo>
                  <a:lnTo>
                    <a:pt x="2553844" y="206642"/>
                  </a:lnTo>
                  <a:lnTo>
                    <a:pt x="2560104" y="206469"/>
                  </a:lnTo>
                  <a:lnTo>
                    <a:pt x="2566363" y="206272"/>
                  </a:lnTo>
                  <a:lnTo>
                    <a:pt x="2572623" y="206061"/>
                  </a:lnTo>
                  <a:lnTo>
                    <a:pt x="2578882" y="205852"/>
                  </a:lnTo>
                  <a:lnTo>
                    <a:pt x="2585141" y="205659"/>
                  </a:lnTo>
                  <a:lnTo>
                    <a:pt x="2591401" y="205499"/>
                  </a:lnTo>
                  <a:lnTo>
                    <a:pt x="2597660" y="205383"/>
                  </a:lnTo>
                  <a:lnTo>
                    <a:pt x="2603920" y="205322"/>
                  </a:lnTo>
                  <a:lnTo>
                    <a:pt x="2610179" y="205319"/>
                  </a:lnTo>
                  <a:lnTo>
                    <a:pt x="2616438" y="205373"/>
                  </a:lnTo>
                  <a:lnTo>
                    <a:pt x="2622698" y="205478"/>
                  </a:lnTo>
                  <a:lnTo>
                    <a:pt x="2628957" y="205627"/>
                  </a:lnTo>
                  <a:lnTo>
                    <a:pt x="2635217" y="205804"/>
                  </a:lnTo>
                  <a:lnTo>
                    <a:pt x="2641476" y="205999"/>
                  </a:lnTo>
                  <a:lnTo>
                    <a:pt x="2647736" y="206200"/>
                  </a:lnTo>
                  <a:lnTo>
                    <a:pt x="2653995" y="206399"/>
                  </a:lnTo>
                  <a:lnTo>
                    <a:pt x="2660254" y="206590"/>
                  </a:lnTo>
                  <a:lnTo>
                    <a:pt x="2666514" y="206768"/>
                  </a:lnTo>
                  <a:lnTo>
                    <a:pt x="2672773" y="206931"/>
                  </a:lnTo>
                  <a:lnTo>
                    <a:pt x="2679033" y="207077"/>
                  </a:lnTo>
                  <a:lnTo>
                    <a:pt x="2685292" y="207205"/>
                  </a:lnTo>
                  <a:lnTo>
                    <a:pt x="2691552" y="207315"/>
                  </a:lnTo>
                  <a:lnTo>
                    <a:pt x="2697811" y="207407"/>
                  </a:lnTo>
                  <a:lnTo>
                    <a:pt x="2704070" y="207481"/>
                  </a:lnTo>
                  <a:lnTo>
                    <a:pt x="2710330" y="207537"/>
                  </a:lnTo>
                  <a:lnTo>
                    <a:pt x="2716589" y="207576"/>
                  </a:lnTo>
                  <a:lnTo>
                    <a:pt x="2722849" y="207600"/>
                  </a:lnTo>
                  <a:lnTo>
                    <a:pt x="2729108" y="207608"/>
                  </a:lnTo>
                  <a:lnTo>
                    <a:pt x="2735368" y="207601"/>
                  </a:lnTo>
                  <a:lnTo>
                    <a:pt x="2741627" y="207580"/>
                  </a:lnTo>
                  <a:lnTo>
                    <a:pt x="2747886" y="207545"/>
                  </a:lnTo>
                  <a:lnTo>
                    <a:pt x="2754146" y="207496"/>
                  </a:lnTo>
                  <a:lnTo>
                    <a:pt x="2760405" y="207435"/>
                  </a:lnTo>
                  <a:lnTo>
                    <a:pt x="2766665" y="207362"/>
                  </a:lnTo>
                  <a:lnTo>
                    <a:pt x="2772924" y="207280"/>
                  </a:lnTo>
                  <a:lnTo>
                    <a:pt x="2779184" y="207193"/>
                  </a:lnTo>
                  <a:lnTo>
                    <a:pt x="2785443" y="207104"/>
                  </a:lnTo>
                  <a:lnTo>
                    <a:pt x="2791702" y="207017"/>
                  </a:lnTo>
                  <a:lnTo>
                    <a:pt x="2797962" y="206939"/>
                  </a:lnTo>
                  <a:lnTo>
                    <a:pt x="2804221" y="206872"/>
                  </a:lnTo>
                  <a:lnTo>
                    <a:pt x="2810481" y="206820"/>
                  </a:lnTo>
                  <a:lnTo>
                    <a:pt x="2816740" y="206787"/>
                  </a:lnTo>
                  <a:lnTo>
                    <a:pt x="2822999" y="206773"/>
                  </a:lnTo>
                  <a:lnTo>
                    <a:pt x="2829259" y="206780"/>
                  </a:lnTo>
                  <a:lnTo>
                    <a:pt x="2835518" y="206807"/>
                  </a:lnTo>
                  <a:lnTo>
                    <a:pt x="2841778" y="206853"/>
                  </a:lnTo>
                  <a:lnTo>
                    <a:pt x="2848037" y="206915"/>
                  </a:lnTo>
                  <a:lnTo>
                    <a:pt x="2854297" y="206990"/>
                  </a:lnTo>
                  <a:lnTo>
                    <a:pt x="2860556" y="207074"/>
                  </a:lnTo>
                  <a:lnTo>
                    <a:pt x="2866815" y="207163"/>
                  </a:lnTo>
                  <a:lnTo>
                    <a:pt x="2873075" y="207252"/>
                  </a:lnTo>
                  <a:lnTo>
                    <a:pt x="2879334" y="207337"/>
                  </a:lnTo>
                  <a:lnTo>
                    <a:pt x="2885594" y="207415"/>
                  </a:lnTo>
                  <a:lnTo>
                    <a:pt x="2891853" y="207483"/>
                  </a:lnTo>
                  <a:lnTo>
                    <a:pt x="2898113" y="207542"/>
                  </a:lnTo>
                  <a:lnTo>
                    <a:pt x="2904372" y="207589"/>
                  </a:lnTo>
                  <a:lnTo>
                    <a:pt x="2910631" y="207627"/>
                  </a:lnTo>
                  <a:lnTo>
                    <a:pt x="2916891" y="207654"/>
                  </a:lnTo>
                  <a:lnTo>
                    <a:pt x="2923150" y="207672"/>
                  </a:lnTo>
                  <a:lnTo>
                    <a:pt x="2929410" y="207682"/>
                  </a:lnTo>
                  <a:lnTo>
                    <a:pt x="2935669" y="207685"/>
                  </a:lnTo>
                  <a:lnTo>
                    <a:pt x="2941929" y="207679"/>
                  </a:lnTo>
                  <a:lnTo>
                    <a:pt x="2948188" y="207663"/>
                  </a:lnTo>
                  <a:lnTo>
                    <a:pt x="2954447" y="207637"/>
                  </a:lnTo>
                  <a:lnTo>
                    <a:pt x="2960707" y="207599"/>
                  </a:lnTo>
                  <a:lnTo>
                    <a:pt x="2966966" y="207547"/>
                  </a:lnTo>
                  <a:lnTo>
                    <a:pt x="2973226" y="207479"/>
                  </a:lnTo>
                  <a:lnTo>
                    <a:pt x="2979485" y="207396"/>
                  </a:lnTo>
                  <a:lnTo>
                    <a:pt x="2985744" y="207297"/>
                  </a:lnTo>
                  <a:lnTo>
                    <a:pt x="2992004" y="207185"/>
                  </a:lnTo>
                  <a:lnTo>
                    <a:pt x="2998263" y="207066"/>
                  </a:lnTo>
                  <a:lnTo>
                    <a:pt x="3004523" y="206945"/>
                  </a:lnTo>
                  <a:lnTo>
                    <a:pt x="3010782" y="206830"/>
                  </a:lnTo>
                  <a:lnTo>
                    <a:pt x="3017042" y="206731"/>
                  </a:lnTo>
                  <a:lnTo>
                    <a:pt x="3023301" y="206657"/>
                  </a:lnTo>
                  <a:lnTo>
                    <a:pt x="3029560" y="206615"/>
                  </a:lnTo>
                  <a:lnTo>
                    <a:pt x="3035820" y="206607"/>
                  </a:lnTo>
                  <a:lnTo>
                    <a:pt x="3042079" y="206634"/>
                  </a:lnTo>
                  <a:lnTo>
                    <a:pt x="3048339" y="206692"/>
                  </a:lnTo>
                  <a:lnTo>
                    <a:pt x="3054598" y="206776"/>
                  </a:lnTo>
                  <a:lnTo>
                    <a:pt x="3060858" y="206877"/>
                  </a:lnTo>
                  <a:lnTo>
                    <a:pt x="3067117" y="206985"/>
                  </a:lnTo>
                  <a:lnTo>
                    <a:pt x="3073376" y="207092"/>
                  </a:lnTo>
                  <a:lnTo>
                    <a:pt x="3079636" y="207189"/>
                  </a:lnTo>
                  <a:lnTo>
                    <a:pt x="3085895" y="207268"/>
                  </a:lnTo>
                  <a:lnTo>
                    <a:pt x="3092155" y="207326"/>
                  </a:lnTo>
                  <a:lnTo>
                    <a:pt x="3098414" y="207359"/>
                  </a:lnTo>
                  <a:lnTo>
                    <a:pt x="3104674" y="207368"/>
                  </a:lnTo>
                  <a:lnTo>
                    <a:pt x="3110933" y="207356"/>
                  </a:lnTo>
                  <a:lnTo>
                    <a:pt x="3117192" y="207328"/>
                  </a:lnTo>
                  <a:lnTo>
                    <a:pt x="3123452" y="207290"/>
                  </a:lnTo>
                  <a:lnTo>
                    <a:pt x="3129711" y="207248"/>
                  </a:lnTo>
                  <a:lnTo>
                    <a:pt x="3135971" y="207210"/>
                  </a:lnTo>
                  <a:lnTo>
                    <a:pt x="3142230" y="207179"/>
                  </a:lnTo>
                  <a:lnTo>
                    <a:pt x="3148489" y="207162"/>
                  </a:lnTo>
                  <a:lnTo>
                    <a:pt x="3154749" y="207160"/>
                  </a:lnTo>
                  <a:lnTo>
                    <a:pt x="3161008" y="207176"/>
                  </a:lnTo>
                  <a:lnTo>
                    <a:pt x="3167268" y="207207"/>
                  </a:lnTo>
                  <a:lnTo>
                    <a:pt x="3173527" y="207252"/>
                  </a:lnTo>
                  <a:lnTo>
                    <a:pt x="3179787" y="207308"/>
                  </a:lnTo>
                  <a:lnTo>
                    <a:pt x="3186046" y="207368"/>
                  </a:lnTo>
                  <a:lnTo>
                    <a:pt x="3192305" y="207430"/>
                  </a:lnTo>
                  <a:lnTo>
                    <a:pt x="3198565" y="207488"/>
                  </a:lnTo>
                  <a:lnTo>
                    <a:pt x="3198565" y="207722"/>
                  </a:lnTo>
                  <a:lnTo>
                    <a:pt x="3192305" y="207722"/>
                  </a:lnTo>
                  <a:lnTo>
                    <a:pt x="3186046" y="207722"/>
                  </a:lnTo>
                  <a:lnTo>
                    <a:pt x="3179787" y="207722"/>
                  </a:lnTo>
                  <a:lnTo>
                    <a:pt x="3173527" y="207722"/>
                  </a:lnTo>
                  <a:lnTo>
                    <a:pt x="3167268" y="207722"/>
                  </a:lnTo>
                  <a:lnTo>
                    <a:pt x="3161008" y="207722"/>
                  </a:lnTo>
                  <a:lnTo>
                    <a:pt x="3154749" y="207722"/>
                  </a:lnTo>
                  <a:lnTo>
                    <a:pt x="3148489" y="207722"/>
                  </a:lnTo>
                  <a:lnTo>
                    <a:pt x="3142230" y="207722"/>
                  </a:lnTo>
                  <a:lnTo>
                    <a:pt x="3135971" y="207722"/>
                  </a:lnTo>
                  <a:lnTo>
                    <a:pt x="3129711" y="207722"/>
                  </a:lnTo>
                  <a:lnTo>
                    <a:pt x="3123452" y="207722"/>
                  </a:lnTo>
                  <a:lnTo>
                    <a:pt x="3117192" y="207722"/>
                  </a:lnTo>
                  <a:lnTo>
                    <a:pt x="3110933" y="207722"/>
                  </a:lnTo>
                  <a:lnTo>
                    <a:pt x="3104674" y="207722"/>
                  </a:lnTo>
                  <a:lnTo>
                    <a:pt x="3098414" y="207722"/>
                  </a:lnTo>
                  <a:lnTo>
                    <a:pt x="3092155" y="207722"/>
                  </a:lnTo>
                  <a:lnTo>
                    <a:pt x="3085895" y="207722"/>
                  </a:lnTo>
                  <a:lnTo>
                    <a:pt x="3079636" y="207722"/>
                  </a:lnTo>
                  <a:lnTo>
                    <a:pt x="3073376" y="207722"/>
                  </a:lnTo>
                  <a:lnTo>
                    <a:pt x="3067117" y="207722"/>
                  </a:lnTo>
                  <a:lnTo>
                    <a:pt x="3060858" y="207722"/>
                  </a:lnTo>
                  <a:lnTo>
                    <a:pt x="3054598" y="207722"/>
                  </a:lnTo>
                  <a:lnTo>
                    <a:pt x="3048339" y="207722"/>
                  </a:lnTo>
                  <a:lnTo>
                    <a:pt x="3042079" y="207722"/>
                  </a:lnTo>
                  <a:lnTo>
                    <a:pt x="3035820" y="207722"/>
                  </a:lnTo>
                  <a:lnTo>
                    <a:pt x="3029560" y="207722"/>
                  </a:lnTo>
                  <a:lnTo>
                    <a:pt x="3023301" y="207722"/>
                  </a:lnTo>
                  <a:lnTo>
                    <a:pt x="3017042" y="207722"/>
                  </a:lnTo>
                  <a:lnTo>
                    <a:pt x="3010782" y="207722"/>
                  </a:lnTo>
                  <a:lnTo>
                    <a:pt x="3004523" y="207722"/>
                  </a:lnTo>
                  <a:lnTo>
                    <a:pt x="2998263" y="207722"/>
                  </a:lnTo>
                  <a:lnTo>
                    <a:pt x="2992004" y="207722"/>
                  </a:lnTo>
                  <a:lnTo>
                    <a:pt x="2985744" y="207722"/>
                  </a:lnTo>
                  <a:lnTo>
                    <a:pt x="2979485" y="207722"/>
                  </a:lnTo>
                  <a:lnTo>
                    <a:pt x="2973226" y="207722"/>
                  </a:lnTo>
                  <a:lnTo>
                    <a:pt x="2966966" y="207722"/>
                  </a:lnTo>
                  <a:lnTo>
                    <a:pt x="2960707" y="207722"/>
                  </a:lnTo>
                  <a:lnTo>
                    <a:pt x="2954447" y="207722"/>
                  </a:lnTo>
                  <a:lnTo>
                    <a:pt x="2948188" y="207722"/>
                  </a:lnTo>
                  <a:lnTo>
                    <a:pt x="2941929" y="207722"/>
                  </a:lnTo>
                  <a:lnTo>
                    <a:pt x="2935669" y="207722"/>
                  </a:lnTo>
                  <a:lnTo>
                    <a:pt x="2929410" y="207722"/>
                  </a:lnTo>
                  <a:lnTo>
                    <a:pt x="2923150" y="207722"/>
                  </a:lnTo>
                  <a:lnTo>
                    <a:pt x="2916891" y="207722"/>
                  </a:lnTo>
                  <a:lnTo>
                    <a:pt x="2910631" y="207722"/>
                  </a:lnTo>
                  <a:lnTo>
                    <a:pt x="2904372" y="207722"/>
                  </a:lnTo>
                  <a:lnTo>
                    <a:pt x="2898113" y="207722"/>
                  </a:lnTo>
                  <a:lnTo>
                    <a:pt x="2891853" y="207722"/>
                  </a:lnTo>
                  <a:lnTo>
                    <a:pt x="2885594" y="207722"/>
                  </a:lnTo>
                  <a:lnTo>
                    <a:pt x="2879334" y="207722"/>
                  </a:lnTo>
                  <a:lnTo>
                    <a:pt x="2873075" y="207722"/>
                  </a:lnTo>
                  <a:lnTo>
                    <a:pt x="2866815" y="207722"/>
                  </a:lnTo>
                  <a:lnTo>
                    <a:pt x="2860556" y="207722"/>
                  </a:lnTo>
                  <a:lnTo>
                    <a:pt x="2854297" y="207722"/>
                  </a:lnTo>
                  <a:lnTo>
                    <a:pt x="2848037" y="207722"/>
                  </a:lnTo>
                  <a:lnTo>
                    <a:pt x="2841778" y="207722"/>
                  </a:lnTo>
                  <a:lnTo>
                    <a:pt x="2835518" y="207722"/>
                  </a:lnTo>
                  <a:lnTo>
                    <a:pt x="2829259" y="207722"/>
                  </a:lnTo>
                  <a:lnTo>
                    <a:pt x="2822999" y="207722"/>
                  </a:lnTo>
                  <a:lnTo>
                    <a:pt x="2816740" y="207722"/>
                  </a:lnTo>
                  <a:lnTo>
                    <a:pt x="2810481" y="207722"/>
                  </a:lnTo>
                  <a:lnTo>
                    <a:pt x="2804221" y="207722"/>
                  </a:lnTo>
                  <a:lnTo>
                    <a:pt x="2797962" y="207722"/>
                  </a:lnTo>
                  <a:lnTo>
                    <a:pt x="2791702" y="207722"/>
                  </a:lnTo>
                  <a:lnTo>
                    <a:pt x="2785443" y="207722"/>
                  </a:lnTo>
                  <a:lnTo>
                    <a:pt x="2779184" y="207722"/>
                  </a:lnTo>
                  <a:lnTo>
                    <a:pt x="2772924" y="207722"/>
                  </a:lnTo>
                  <a:lnTo>
                    <a:pt x="2766665" y="207722"/>
                  </a:lnTo>
                  <a:lnTo>
                    <a:pt x="2760405" y="207722"/>
                  </a:lnTo>
                  <a:lnTo>
                    <a:pt x="2754146" y="207722"/>
                  </a:lnTo>
                  <a:lnTo>
                    <a:pt x="2747886" y="207722"/>
                  </a:lnTo>
                  <a:lnTo>
                    <a:pt x="2741627" y="207722"/>
                  </a:lnTo>
                  <a:lnTo>
                    <a:pt x="2735368" y="207722"/>
                  </a:lnTo>
                  <a:lnTo>
                    <a:pt x="2729108" y="207722"/>
                  </a:lnTo>
                  <a:lnTo>
                    <a:pt x="2722849" y="207722"/>
                  </a:lnTo>
                  <a:lnTo>
                    <a:pt x="2716589" y="207722"/>
                  </a:lnTo>
                  <a:lnTo>
                    <a:pt x="2710330" y="207722"/>
                  </a:lnTo>
                  <a:lnTo>
                    <a:pt x="2704070" y="207722"/>
                  </a:lnTo>
                  <a:lnTo>
                    <a:pt x="2697811" y="207722"/>
                  </a:lnTo>
                  <a:lnTo>
                    <a:pt x="2691552" y="207722"/>
                  </a:lnTo>
                  <a:lnTo>
                    <a:pt x="2685292" y="207722"/>
                  </a:lnTo>
                  <a:lnTo>
                    <a:pt x="2679033" y="207722"/>
                  </a:lnTo>
                  <a:lnTo>
                    <a:pt x="2672773" y="207722"/>
                  </a:lnTo>
                  <a:lnTo>
                    <a:pt x="2666514" y="207722"/>
                  </a:lnTo>
                  <a:lnTo>
                    <a:pt x="2660254" y="207722"/>
                  </a:lnTo>
                  <a:lnTo>
                    <a:pt x="2653995" y="207722"/>
                  </a:lnTo>
                  <a:lnTo>
                    <a:pt x="2647736" y="207722"/>
                  </a:lnTo>
                  <a:lnTo>
                    <a:pt x="2641476" y="207722"/>
                  </a:lnTo>
                  <a:lnTo>
                    <a:pt x="2635217" y="207722"/>
                  </a:lnTo>
                  <a:lnTo>
                    <a:pt x="2628957" y="207722"/>
                  </a:lnTo>
                  <a:lnTo>
                    <a:pt x="2622698" y="207722"/>
                  </a:lnTo>
                  <a:lnTo>
                    <a:pt x="2616438" y="207722"/>
                  </a:lnTo>
                  <a:lnTo>
                    <a:pt x="2610179" y="207722"/>
                  </a:lnTo>
                  <a:lnTo>
                    <a:pt x="2603920" y="207722"/>
                  </a:lnTo>
                  <a:lnTo>
                    <a:pt x="2597660" y="207722"/>
                  </a:lnTo>
                  <a:lnTo>
                    <a:pt x="2591401" y="207722"/>
                  </a:lnTo>
                  <a:lnTo>
                    <a:pt x="2585141" y="207722"/>
                  </a:lnTo>
                  <a:lnTo>
                    <a:pt x="2578882" y="207722"/>
                  </a:lnTo>
                  <a:lnTo>
                    <a:pt x="2572623" y="207722"/>
                  </a:lnTo>
                  <a:lnTo>
                    <a:pt x="2566363" y="207722"/>
                  </a:lnTo>
                  <a:lnTo>
                    <a:pt x="2560104" y="207722"/>
                  </a:lnTo>
                  <a:lnTo>
                    <a:pt x="2553844" y="207722"/>
                  </a:lnTo>
                  <a:lnTo>
                    <a:pt x="2547585" y="207722"/>
                  </a:lnTo>
                  <a:lnTo>
                    <a:pt x="2541325" y="207722"/>
                  </a:lnTo>
                  <a:lnTo>
                    <a:pt x="2535066" y="207722"/>
                  </a:lnTo>
                  <a:lnTo>
                    <a:pt x="2528807" y="207722"/>
                  </a:lnTo>
                  <a:lnTo>
                    <a:pt x="2522547" y="207722"/>
                  </a:lnTo>
                  <a:lnTo>
                    <a:pt x="2516288" y="207722"/>
                  </a:lnTo>
                  <a:lnTo>
                    <a:pt x="2510028" y="207722"/>
                  </a:lnTo>
                  <a:lnTo>
                    <a:pt x="2503769" y="207722"/>
                  </a:lnTo>
                  <a:lnTo>
                    <a:pt x="2497509" y="207722"/>
                  </a:lnTo>
                  <a:lnTo>
                    <a:pt x="2491250" y="207722"/>
                  </a:lnTo>
                  <a:lnTo>
                    <a:pt x="2484991" y="207722"/>
                  </a:lnTo>
                  <a:lnTo>
                    <a:pt x="2478731" y="207722"/>
                  </a:lnTo>
                  <a:lnTo>
                    <a:pt x="2472472" y="207722"/>
                  </a:lnTo>
                  <a:lnTo>
                    <a:pt x="2466212" y="207722"/>
                  </a:lnTo>
                  <a:lnTo>
                    <a:pt x="2459953" y="207722"/>
                  </a:lnTo>
                  <a:lnTo>
                    <a:pt x="2453693" y="207722"/>
                  </a:lnTo>
                  <a:lnTo>
                    <a:pt x="2447434" y="207722"/>
                  </a:lnTo>
                  <a:lnTo>
                    <a:pt x="2441175" y="207722"/>
                  </a:lnTo>
                  <a:lnTo>
                    <a:pt x="2434915" y="207722"/>
                  </a:lnTo>
                  <a:lnTo>
                    <a:pt x="2428656" y="207722"/>
                  </a:lnTo>
                  <a:lnTo>
                    <a:pt x="2422396" y="207722"/>
                  </a:lnTo>
                  <a:lnTo>
                    <a:pt x="2416137" y="207722"/>
                  </a:lnTo>
                  <a:lnTo>
                    <a:pt x="2409878" y="207722"/>
                  </a:lnTo>
                  <a:lnTo>
                    <a:pt x="2403618" y="207722"/>
                  </a:lnTo>
                  <a:lnTo>
                    <a:pt x="2397359" y="207722"/>
                  </a:lnTo>
                  <a:lnTo>
                    <a:pt x="2391099" y="207722"/>
                  </a:lnTo>
                  <a:lnTo>
                    <a:pt x="2384840" y="207722"/>
                  </a:lnTo>
                  <a:lnTo>
                    <a:pt x="2378580" y="207722"/>
                  </a:lnTo>
                  <a:lnTo>
                    <a:pt x="2372321" y="207722"/>
                  </a:lnTo>
                  <a:lnTo>
                    <a:pt x="2366062" y="207722"/>
                  </a:lnTo>
                  <a:lnTo>
                    <a:pt x="2359802" y="207722"/>
                  </a:lnTo>
                  <a:lnTo>
                    <a:pt x="2353543" y="207722"/>
                  </a:lnTo>
                  <a:lnTo>
                    <a:pt x="2347283" y="207722"/>
                  </a:lnTo>
                  <a:lnTo>
                    <a:pt x="2341024" y="207722"/>
                  </a:lnTo>
                  <a:lnTo>
                    <a:pt x="2334764" y="207722"/>
                  </a:lnTo>
                  <a:lnTo>
                    <a:pt x="2328505" y="207722"/>
                  </a:lnTo>
                  <a:lnTo>
                    <a:pt x="2322246" y="207722"/>
                  </a:lnTo>
                  <a:lnTo>
                    <a:pt x="2315986" y="207722"/>
                  </a:lnTo>
                  <a:lnTo>
                    <a:pt x="2309727" y="207722"/>
                  </a:lnTo>
                  <a:lnTo>
                    <a:pt x="2303467" y="207722"/>
                  </a:lnTo>
                  <a:lnTo>
                    <a:pt x="2297208" y="207722"/>
                  </a:lnTo>
                  <a:lnTo>
                    <a:pt x="2290948" y="207722"/>
                  </a:lnTo>
                  <a:lnTo>
                    <a:pt x="2284689" y="207722"/>
                  </a:lnTo>
                  <a:lnTo>
                    <a:pt x="2278430" y="207722"/>
                  </a:lnTo>
                  <a:lnTo>
                    <a:pt x="2272170" y="207722"/>
                  </a:lnTo>
                  <a:lnTo>
                    <a:pt x="2265911" y="207722"/>
                  </a:lnTo>
                  <a:lnTo>
                    <a:pt x="2259651" y="207722"/>
                  </a:lnTo>
                  <a:lnTo>
                    <a:pt x="2253392" y="207722"/>
                  </a:lnTo>
                  <a:lnTo>
                    <a:pt x="2247133" y="207722"/>
                  </a:lnTo>
                  <a:lnTo>
                    <a:pt x="2240873" y="207722"/>
                  </a:lnTo>
                  <a:lnTo>
                    <a:pt x="2234614" y="207722"/>
                  </a:lnTo>
                  <a:lnTo>
                    <a:pt x="2228354" y="207722"/>
                  </a:lnTo>
                  <a:lnTo>
                    <a:pt x="2222095" y="207722"/>
                  </a:lnTo>
                  <a:lnTo>
                    <a:pt x="2215835" y="207722"/>
                  </a:lnTo>
                  <a:lnTo>
                    <a:pt x="2209576" y="207722"/>
                  </a:lnTo>
                  <a:lnTo>
                    <a:pt x="2203317" y="207722"/>
                  </a:lnTo>
                  <a:lnTo>
                    <a:pt x="2197057" y="207722"/>
                  </a:lnTo>
                  <a:lnTo>
                    <a:pt x="2190798" y="207722"/>
                  </a:lnTo>
                  <a:lnTo>
                    <a:pt x="2184538" y="207722"/>
                  </a:lnTo>
                  <a:lnTo>
                    <a:pt x="2178279" y="207722"/>
                  </a:lnTo>
                  <a:lnTo>
                    <a:pt x="2172019" y="207722"/>
                  </a:lnTo>
                  <a:lnTo>
                    <a:pt x="2165760" y="207722"/>
                  </a:lnTo>
                  <a:lnTo>
                    <a:pt x="2159501" y="207722"/>
                  </a:lnTo>
                  <a:lnTo>
                    <a:pt x="2153241" y="207722"/>
                  </a:lnTo>
                  <a:lnTo>
                    <a:pt x="2146982" y="207722"/>
                  </a:lnTo>
                  <a:lnTo>
                    <a:pt x="2140722" y="207722"/>
                  </a:lnTo>
                  <a:lnTo>
                    <a:pt x="2134463" y="207722"/>
                  </a:lnTo>
                  <a:lnTo>
                    <a:pt x="2128203" y="207722"/>
                  </a:lnTo>
                  <a:lnTo>
                    <a:pt x="2121944" y="207722"/>
                  </a:lnTo>
                  <a:lnTo>
                    <a:pt x="2115685" y="207722"/>
                  </a:lnTo>
                  <a:lnTo>
                    <a:pt x="2109425" y="207722"/>
                  </a:lnTo>
                  <a:lnTo>
                    <a:pt x="2103166" y="207722"/>
                  </a:lnTo>
                  <a:lnTo>
                    <a:pt x="2096906" y="207722"/>
                  </a:lnTo>
                  <a:lnTo>
                    <a:pt x="2090647" y="207722"/>
                  </a:lnTo>
                  <a:lnTo>
                    <a:pt x="2084388" y="207722"/>
                  </a:lnTo>
                  <a:lnTo>
                    <a:pt x="2078128" y="207722"/>
                  </a:lnTo>
                  <a:lnTo>
                    <a:pt x="2071869" y="207722"/>
                  </a:lnTo>
                  <a:lnTo>
                    <a:pt x="2065609" y="207722"/>
                  </a:lnTo>
                  <a:lnTo>
                    <a:pt x="2059350" y="207722"/>
                  </a:lnTo>
                  <a:lnTo>
                    <a:pt x="2053090" y="207722"/>
                  </a:lnTo>
                  <a:lnTo>
                    <a:pt x="2046831" y="207722"/>
                  </a:lnTo>
                  <a:lnTo>
                    <a:pt x="2040572" y="207722"/>
                  </a:lnTo>
                  <a:lnTo>
                    <a:pt x="2034312" y="207722"/>
                  </a:lnTo>
                  <a:lnTo>
                    <a:pt x="2028053" y="207722"/>
                  </a:lnTo>
                  <a:lnTo>
                    <a:pt x="2021793" y="207722"/>
                  </a:lnTo>
                  <a:lnTo>
                    <a:pt x="2015534" y="207722"/>
                  </a:lnTo>
                  <a:lnTo>
                    <a:pt x="2009274" y="207722"/>
                  </a:lnTo>
                  <a:lnTo>
                    <a:pt x="2003015" y="207722"/>
                  </a:lnTo>
                  <a:lnTo>
                    <a:pt x="1996756" y="207722"/>
                  </a:lnTo>
                  <a:lnTo>
                    <a:pt x="1990496" y="207722"/>
                  </a:lnTo>
                  <a:lnTo>
                    <a:pt x="1984237" y="207722"/>
                  </a:lnTo>
                  <a:lnTo>
                    <a:pt x="1977977" y="207722"/>
                  </a:lnTo>
                  <a:lnTo>
                    <a:pt x="1971718" y="207722"/>
                  </a:lnTo>
                  <a:lnTo>
                    <a:pt x="1965458" y="207722"/>
                  </a:lnTo>
                  <a:lnTo>
                    <a:pt x="1959199" y="207722"/>
                  </a:lnTo>
                  <a:lnTo>
                    <a:pt x="1952940" y="207722"/>
                  </a:lnTo>
                  <a:lnTo>
                    <a:pt x="1946680" y="207722"/>
                  </a:lnTo>
                  <a:lnTo>
                    <a:pt x="1940421" y="207722"/>
                  </a:lnTo>
                  <a:lnTo>
                    <a:pt x="1934161" y="207722"/>
                  </a:lnTo>
                  <a:lnTo>
                    <a:pt x="1927902" y="207722"/>
                  </a:lnTo>
                  <a:lnTo>
                    <a:pt x="1921642" y="207722"/>
                  </a:lnTo>
                  <a:lnTo>
                    <a:pt x="1915383" y="207722"/>
                  </a:lnTo>
                  <a:lnTo>
                    <a:pt x="1909124" y="207722"/>
                  </a:lnTo>
                  <a:lnTo>
                    <a:pt x="1902864" y="207722"/>
                  </a:lnTo>
                  <a:lnTo>
                    <a:pt x="1896605" y="207722"/>
                  </a:lnTo>
                  <a:lnTo>
                    <a:pt x="1890345" y="207722"/>
                  </a:lnTo>
                  <a:lnTo>
                    <a:pt x="1884086" y="207722"/>
                  </a:lnTo>
                  <a:lnTo>
                    <a:pt x="1877827" y="207722"/>
                  </a:lnTo>
                  <a:lnTo>
                    <a:pt x="1871567" y="207722"/>
                  </a:lnTo>
                  <a:lnTo>
                    <a:pt x="1865308" y="207722"/>
                  </a:lnTo>
                  <a:lnTo>
                    <a:pt x="1859048" y="207722"/>
                  </a:lnTo>
                  <a:lnTo>
                    <a:pt x="1852789" y="207722"/>
                  </a:lnTo>
                  <a:lnTo>
                    <a:pt x="1846529" y="207722"/>
                  </a:lnTo>
                  <a:lnTo>
                    <a:pt x="1840270" y="207722"/>
                  </a:lnTo>
                  <a:lnTo>
                    <a:pt x="1834011" y="207722"/>
                  </a:lnTo>
                  <a:lnTo>
                    <a:pt x="1827751" y="207722"/>
                  </a:lnTo>
                  <a:lnTo>
                    <a:pt x="1821492" y="207722"/>
                  </a:lnTo>
                  <a:lnTo>
                    <a:pt x="1815232" y="207722"/>
                  </a:lnTo>
                  <a:lnTo>
                    <a:pt x="1808973" y="207722"/>
                  </a:lnTo>
                  <a:lnTo>
                    <a:pt x="1802713" y="207722"/>
                  </a:lnTo>
                  <a:lnTo>
                    <a:pt x="1796454" y="207722"/>
                  </a:lnTo>
                  <a:lnTo>
                    <a:pt x="1790195" y="207722"/>
                  </a:lnTo>
                  <a:lnTo>
                    <a:pt x="1783935" y="207722"/>
                  </a:lnTo>
                  <a:lnTo>
                    <a:pt x="1777676" y="207722"/>
                  </a:lnTo>
                  <a:lnTo>
                    <a:pt x="1771416" y="207722"/>
                  </a:lnTo>
                  <a:lnTo>
                    <a:pt x="1765157" y="207722"/>
                  </a:lnTo>
                  <a:lnTo>
                    <a:pt x="1758897" y="207722"/>
                  </a:lnTo>
                  <a:lnTo>
                    <a:pt x="1752638" y="207722"/>
                  </a:lnTo>
                  <a:lnTo>
                    <a:pt x="1746379" y="207722"/>
                  </a:lnTo>
                  <a:lnTo>
                    <a:pt x="1740119" y="207722"/>
                  </a:lnTo>
                  <a:lnTo>
                    <a:pt x="1733860" y="207722"/>
                  </a:lnTo>
                  <a:lnTo>
                    <a:pt x="1727600" y="207722"/>
                  </a:lnTo>
                  <a:lnTo>
                    <a:pt x="1721341" y="207722"/>
                  </a:lnTo>
                  <a:lnTo>
                    <a:pt x="1715082" y="207722"/>
                  </a:lnTo>
                  <a:lnTo>
                    <a:pt x="1708822" y="207722"/>
                  </a:lnTo>
                  <a:lnTo>
                    <a:pt x="1702563" y="207722"/>
                  </a:lnTo>
                  <a:lnTo>
                    <a:pt x="1696303" y="207722"/>
                  </a:lnTo>
                  <a:lnTo>
                    <a:pt x="1690044" y="207722"/>
                  </a:lnTo>
                  <a:lnTo>
                    <a:pt x="1683784" y="207722"/>
                  </a:lnTo>
                  <a:lnTo>
                    <a:pt x="1677525" y="207722"/>
                  </a:lnTo>
                  <a:lnTo>
                    <a:pt x="1671266" y="207722"/>
                  </a:lnTo>
                  <a:lnTo>
                    <a:pt x="1665006" y="207722"/>
                  </a:lnTo>
                  <a:lnTo>
                    <a:pt x="1658747" y="207722"/>
                  </a:lnTo>
                  <a:lnTo>
                    <a:pt x="1652487" y="207722"/>
                  </a:lnTo>
                  <a:lnTo>
                    <a:pt x="1646228" y="207722"/>
                  </a:lnTo>
                  <a:lnTo>
                    <a:pt x="1639968" y="207722"/>
                  </a:lnTo>
                  <a:lnTo>
                    <a:pt x="1633709" y="207722"/>
                  </a:lnTo>
                  <a:lnTo>
                    <a:pt x="1627450" y="207722"/>
                  </a:lnTo>
                  <a:lnTo>
                    <a:pt x="1621190" y="207722"/>
                  </a:lnTo>
                  <a:lnTo>
                    <a:pt x="1614931" y="207722"/>
                  </a:lnTo>
                  <a:lnTo>
                    <a:pt x="1608671" y="207722"/>
                  </a:lnTo>
                  <a:lnTo>
                    <a:pt x="1602412" y="207722"/>
                  </a:lnTo>
                  <a:lnTo>
                    <a:pt x="1596152" y="207722"/>
                  </a:lnTo>
                  <a:lnTo>
                    <a:pt x="1589893" y="207722"/>
                  </a:lnTo>
                  <a:lnTo>
                    <a:pt x="1583634" y="207722"/>
                  </a:lnTo>
                  <a:lnTo>
                    <a:pt x="1577374" y="207722"/>
                  </a:lnTo>
                  <a:lnTo>
                    <a:pt x="1571115" y="207722"/>
                  </a:lnTo>
                  <a:lnTo>
                    <a:pt x="1564855" y="207722"/>
                  </a:lnTo>
                  <a:lnTo>
                    <a:pt x="1558596" y="207722"/>
                  </a:lnTo>
                  <a:lnTo>
                    <a:pt x="1552337" y="207722"/>
                  </a:lnTo>
                  <a:lnTo>
                    <a:pt x="1546077" y="207722"/>
                  </a:lnTo>
                  <a:lnTo>
                    <a:pt x="1539818" y="207722"/>
                  </a:lnTo>
                  <a:lnTo>
                    <a:pt x="1533558" y="207722"/>
                  </a:lnTo>
                  <a:lnTo>
                    <a:pt x="1527299" y="207722"/>
                  </a:lnTo>
                  <a:lnTo>
                    <a:pt x="1521039" y="207722"/>
                  </a:lnTo>
                  <a:lnTo>
                    <a:pt x="1514780" y="207722"/>
                  </a:lnTo>
                  <a:lnTo>
                    <a:pt x="1508521" y="207722"/>
                  </a:lnTo>
                  <a:lnTo>
                    <a:pt x="1502261" y="207722"/>
                  </a:lnTo>
                  <a:lnTo>
                    <a:pt x="1496002" y="207722"/>
                  </a:lnTo>
                  <a:lnTo>
                    <a:pt x="1489742" y="207722"/>
                  </a:lnTo>
                  <a:lnTo>
                    <a:pt x="1483483" y="207722"/>
                  </a:lnTo>
                  <a:lnTo>
                    <a:pt x="1477223" y="207722"/>
                  </a:lnTo>
                  <a:lnTo>
                    <a:pt x="1470964" y="207722"/>
                  </a:lnTo>
                  <a:lnTo>
                    <a:pt x="1464705" y="207722"/>
                  </a:lnTo>
                  <a:lnTo>
                    <a:pt x="1458445" y="207722"/>
                  </a:lnTo>
                  <a:lnTo>
                    <a:pt x="1452186" y="207722"/>
                  </a:lnTo>
                  <a:lnTo>
                    <a:pt x="1445926" y="207722"/>
                  </a:lnTo>
                  <a:lnTo>
                    <a:pt x="1439667" y="207722"/>
                  </a:lnTo>
                  <a:lnTo>
                    <a:pt x="1433407" y="207722"/>
                  </a:lnTo>
                  <a:lnTo>
                    <a:pt x="1427148" y="207722"/>
                  </a:lnTo>
                  <a:lnTo>
                    <a:pt x="1420889" y="207722"/>
                  </a:lnTo>
                  <a:lnTo>
                    <a:pt x="1414629" y="207722"/>
                  </a:lnTo>
                  <a:lnTo>
                    <a:pt x="1408370" y="207722"/>
                  </a:lnTo>
                  <a:lnTo>
                    <a:pt x="1402110" y="207722"/>
                  </a:lnTo>
                  <a:lnTo>
                    <a:pt x="1395851" y="207722"/>
                  </a:lnTo>
                  <a:lnTo>
                    <a:pt x="1389592" y="207722"/>
                  </a:lnTo>
                  <a:lnTo>
                    <a:pt x="1383332" y="207722"/>
                  </a:lnTo>
                  <a:lnTo>
                    <a:pt x="1377073" y="207722"/>
                  </a:lnTo>
                  <a:lnTo>
                    <a:pt x="1370813" y="207722"/>
                  </a:lnTo>
                  <a:lnTo>
                    <a:pt x="1364554" y="207722"/>
                  </a:lnTo>
                  <a:lnTo>
                    <a:pt x="1358294" y="207722"/>
                  </a:lnTo>
                  <a:lnTo>
                    <a:pt x="1352035" y="207722"/>
                  </a:lnTo>
                  <a:lnTo>
                    <a:pt x="1345776" y="207722"/>
                  </a:lnTo>
                  <a:lnTo>
                    <a:pt x="1339516" y="207722"/>
                  </a:lnTo>
                  <a:lnTo>
                    <a:pt x="1333257" y="207722"/>
                  </a:lnTo>
                  <a:lnTo>
                    <a:pt x="1326997" y="207722"/>
                  </a:lnTo>
                  <a:lnTo>
                    <a:pt x="1320738" y="207722"/>
                  </a:lnTo>
                  <a:lnTo>
                    <a:pt x="1314478" y="207722"/>
                  </a:lnTo>
                  <a:lnTo>
                    <a:pt x="1308219" y="207722"/>
                  </a:lnTo>
                  <a:lnTo>
                    <a:pt x="1301960" y="207722"/>
                  </a:lnTo>
                  <a:lnTo>
                    <a:pt x="1295700" y="207722"/>
                  </a:lnTo>
                  <a:lnTo>
                    <a:pt x="1289441" y="207722"/>
                  </a:lnTo>
                  <a:lnTo>
                    <a:pt x="1283181" y="207722"/>
                  </a:lnTo>
                  <a:lnTo>
                    <a:pt x="1276922" y="207722"/>
                  </a:lnTo>
                  <a:lnTo>
                    <a:pt x="1270662" y="207722"/>
                  </a:lnTo>
                  <a:lnTo>
                    <a:pt x="1264403" y="207722"/>
                  </a:lnTo>
                  <a:lnTo>
                    <a:pt x="1258144" y="207722"/>
                  </a:lnTo>
                  <a:lnTo>
                    <a:pt x="1251884" y="207722"/>
                  </a:lnTo>
                  <a:lnTo>
                    <a:pt x="1245625" y="207722"/>
                  </a:lnTo>
                  <a:lnTo>
                    <a:pt x="1239365" y="207722"/>
                  </a:lnTo>
                  <a:lnTo>
                    <a:pt x="1233106" y="207722"/>
                  </a:lnTo>
                  <a:lnTo>
                    <a:pt x="1226846" y="207722"/>
                  </a:lnTo>
                  <a:lnTo>
                    <a:pt x="1220587" y="207722"/>
                  </a:lnTo>
                  <a:lnTo>
                    <a:pt x="1214328" y="207722"/>
                  </a:lnTo>
                  <a:lnTo>
                    <a:pt x="1208068" y="207722"/>
                  </a:lnTo>
                  <a:lnTo>
                    <a:pt x="1201809" y="207722"/>
                  </a:lnTo>
                  <a:lnTo>
                    <a:pt x="1195549" y="207722"/>
                  </a:lnTo>
                  <a:lnTo>
                    <a:pt x="1189290" y="207722"/>
                  </a:lnTo>
                  <a:lnTo>
                    <a:pt x="1183031" y="207722"/>
                  </a:lnTo>
                  <a:lnTo>
                    <a:pt x="1176771" y="207722"/>
                  </a:lnTo>
                  <a:lnTo>
                    <a:pt x="1170512" y="207722"/>
                  </a:lnTo>
                  <a:lnTo>
                    <a:pt x="1164252" y="207722"/>
                  </a:lnTo>
                  <a:lnTo>
                    <a:pt x="1157993" y="207722"/>
                  </a:lnTo>
                  <a:lnTo>
                    <a:pt x="1151733" y="207722"/>
                  </a:lnTo>
                  <a:lnTo>
                    <a:pt x="1145474" y="207722"/>
                  </a:lnTo>
                  <a:lnTo>
                    <a:pt x="1139215" y="207722"/>
                  </a:lnTo>
                  <a:lnTo>
                    <a:pt x="1132955" y="207722"/>
                  </a:lnTo>
                  <a:lnTo>
                    <a:pt x="1126696" y="207722"/>
                  </a:lnTo>
                  <a:lnTo>
                    <a:pt x="1120436" y="207722"/>
                  </a:lnTo>
                  <a:lnTo>
                    <a:pt x="1114177" y="207722"/>
                  </a:lnTo>
                  <a:lnTo>
                    <a:pt x="1107917" y="207722"/>
                  </a:lnTo>
                  <a:lnTo>
                    <a:pt x="1101658" y="207722"/>
                  </a:lnTo>
                  <a:lnTo>
                    <a:pt x="1095399" y="207722"/>
                  </a:lnTo>
                  <a:lnTo>
                    <a:pt x="1089139" y="207722"/>
                  </a:lnTo>
                  <a:lnTo>
                    <a:pt x="1082880" y="207722"/>
                  </a:lnTo>
                  <a:lnTo>
                    <a:pt x="1076620" y="207722"/>
                  </a:lnTo>
                  <a:lnTo>
                    <a:pt x="1070361" y="207722"/>
                  </a:lnTo>
                  <a:lnTo>
                    <a:pt x="1064101" y="207722"/>
                  </a:lnTo>
                  <a:lnTo>
                    <a:pt x="1057842" y="207722"/>
                  </a:lnTo>
                  <a:lnTo>
                    <a:pt x="1051583" y="207722"/>
                  </a:lnTo>
                  <a:lnTo>
                    <a:pt x="1045323" y="207722"/>
                  </a:lnTo>
                  <a:lnTo>
                    <a:pt x="1039064" y="207722"/>
                  </a:lnTo>
                  <a:lnTo>
                    <a:pt x="1032804" y="207722"/>
                  </a:lnTo>
                  <a:lnTo>
                    <a:pt x="1026545" y="207722"/>
                  </a:lnTo>
                  <a:lnTo>
                    <a:pt x="1020286" y="207722"/>
                  </a:lnTo>
                  <a:lnTo>
                    <a:pt x="1014026" y="207722"/>
                  </a:lnTo>
                  <a:lnTo>
                    <a:pt x="1007767" y="207722"/>
                  </a:lnTo>
                  <a:lnTo>
                    <a:pt x="1001507" y="207722"/>
                  </a:lnTo>
                  <a:lnTo>
                    <a:pt x="995248" y="207722"/>
                  </a:lnTo>
                  <a:lnTo>
                    <a:pt x="988988" y="207722"/>
                  </a:lnTo>
                  <a:lnTo>
                    <a:pt x="982729" y="207722"/>
                  </a:lnTo>
                  <a:lnTo>
                    <a:pt x="976470" y="207722"/>
                  </a:lnTo>
                  <a:lnTo>
                    <a:pt x="970210" y="207722"/>
                  </a:lnTo>
                  <a:lnTo>
                    <a:pt x="963951" y="207722"/>
                  </a:lnTo>
                  <a:lnTo>
                    <a:pt x="957691" y="207722"/>
                  </a:lnTo>
                  <a:lnTo>
                    <a:pt x="951432" y="207722"/>
                  </a:lnTo>
                  <a:lnTo>
                    <a:pt x="945172" y="207722"/>
                  </a:lnTo>
                  <a:lnTo>
                    <a:pt x="938913" y="207722"/>
                  </a:lnTo>
                  <a:lnTo>
                    <a:pt x="932654" y="207722"/>
                  </a:lnTo>
                  <a:lnTo>
                    <a:pt x="926394" y="207722"/>
                  </a:lnTo>
                  <a:lnTo>
                    <a:pt x="920135" y="207722"/>
                  </a:lnTo>
                  <a:lnTo>
                    <a:pt x="913875" y="207722"/>
                  </a:lnTo>
                  <a:lnTo>
                    <a:pt x="907616" y="207722"/>
                  </a:lnTo>
                  <a:lnTo>
                    <a:pt x="901356" y="207722"/>
                  </a:lnTo>
                  <a:lnTo>
                    <a:pt x="895097" y="207722"/>
                  </a:lnTo>
                  <a:lnTo>
                    <a:pt x="888838" y="207722"/>
                  </a:lnTo>
                  <a:lnTo>
                    <a:pt x="882578" y="207722"/>
                  </a:lnTo>
                  <a:lnTo>
                    <a:pt x="876319" y="207722"/>
                  </a:lnTo>
                  <a:lnTo>
                    <a:pt x="870059" y="207722"/>
                  </a:lnTo>
                  <a:lnTo>
                    <a:pt x="863800" y="207722"/>
                  </a:lnTo>
                  <a:lnTo>
                    <a:pt x="857541" y="207722"/>
                  </a:lnTo>
                  <a:lnTo>
                    <a:pt x="851281" y="207722"/>
                  </a:lnTo>
                  <a:lnTo>
                    <a:pt x="845022" y="207722"/>
                  </a:lnTo>
                  <a:lnTo>
                    <a:pt x="838762" y="207722"/>
                  </a:lnTo>
                  <a:lnTo>
                    <a:pt x="832503" y="207722"/>
                  </a:lnTo>
                  <a:lnTo>
                    <a:pt x="826243" y="207722"/>
                  </a:lnTo>
                  <a:lnTo>
                    <a:pt x="819984" y="207722"/>
                  </a:lnTo>
                  <a:lnTo>
                    <a:pt x="813725" y="207722"/>
                  </a:lnTo>
                  <a:lnTo>
                    <a:pt x="807465" y="207722"/>
                  </a:lnTo>
                  <a:lnTo>
                    <a:pt x="801206" y="207722"/>
                  </a:lnTo>
                  <a:lnTo>
                    <a:pt x="794946" y="207722"/>
                  </a:lnTo>
                  <a:lnTo>
                    <a:pt x="788687" y="207722"/>
                  </a:lnTo>
                  <a:lnTo>
                    <a:pt x="782427" y="207722"/>
                  </a:lnTo>
                  <a:lnTo>
                    <a:pt x="776168" y="207722"/>
                  </a:lnTo>
                  <a:lnTo>
                    <a:pt x="769909" y="207722"/>
                  </a:lnTo>
                  <a:lnTo>
                    <a:pt x="763649" y="207722"/>
                  </a:lnTo>
                  <a:lnTo>
                    <a:pt x="757390" y="207722"/>
                  </a:lnTo>
                  <a:lnTo>
                    <a:pt x="751130" y="207722"/>
                  </a:lnTo>
                  <a:lnTo>
                    <a:pt x="744871" y="207722"/>
                  </a:lnTo>
                  <a:lnTo>
                    <a:pt x="738611" y="207722"/>
                  </a:lnTo>
                  <a:lnTo>
                    <a:pt x="732352" y="207722"/>
                  </a:lnTo>
                  <a:lnTo>
                    <a:pt x="726093" y="207722"/>
                  </a:lnTo>
                  <a:lnTo>
                    <a:pt x="719833" y="207722"/>
                  </a:lnTo>
                  <a:lnTo>
                    <a:pt x="713574" y="207722"/>
                  </a:lnTo>
                  <a:lnTo>
                    <a:pt x="707314" y="207722"/>
                  </a:lnTo>
                  <a:lnTo>
                    <a:pt x="701055" y="207722"/>
                  </a:lnTo>
                  <a:lnTo>
                    <a:pt x="694796" y="207722"/>
                  </a:lnTo>
                  <a:lnTo>
                    <a:pt x="688536" y="207722"/>
                  </a:lnTo>
                  <a:lnTo>
                    <a:pt x="682277" y="207722"/>
                  </a:lnTo>
                  <a:lnTo>
                    <a:pt x="676017" y="207722"/>
                  </a:lnTo>
                  <a:lnTo>
                    <a:pt x="669758" y="207722"/>
                  </a:lnTo>
                  <a:lnTo>
                    <a:pt x="663498" y="207722"/>
                  </a:lnTo>
                  <a:lnTo>
                    <a:pt x="657239" y="207722"/>
                  </a:lnTo>
                  <a:lnTo>
                    <a:pt x="650980" y="207722"/>
                  </a:lnTo>
                  <a:lnTo>
                    <a:pt x="644720" y="207722"/>
                  </a:lnTo>
                  <a:lnTo>
                    <a:pt x="638461" y="207722"/>
                  </a:lnTo>
                  <a:lnTo>
                    <a:pt x="632201" y="207722"/>
                  </a:lnTo>
                  <a:lnTo>
                    <a:pt x="625942" y="207722"/>
                  </a:lnTo>
                  <a:lnTo>
                    <a:pt x="619682" y="207722"/>
                  </a:lnTo>
                  <a:lnTo>
                    <a:pt x="613423" y="207722"/>
                  </a:lnTo>
                  <a:lnTo>
                    <a:pt x="607164" y="207722"/>
                  </a:lnTo>
                  <a:lnTo>
                    <a:pt x="600904" y="207722"/>
                  </a:lnTo>
                  <a:lnTo>
                    <a:pt x="594645" y="207722"/>
                  </a:lnTo>
                  <a:lnTo>
                    <a:pt x="588385" y="207722"/>
                  </a:lnTo>
                  <a:lnTo>
                    <a:pt x="582126" y="207722"/>
                  </a:lnTo>
                  <a:lnTo>
                    <a:pt x="575866" y="207722"/>
                  </a:lnTo>
                  <a:lnTo>
                    <a:pt x="569607" y="207722"/>
                  </a:lnTo>
                  <a:lnTo>
                    <a:pt x="563348" y="207722"/>
                  </a:lnTo>
                  <a:lnTo>
                    <a:pt x="557088" y="207722"/>
                  </a:lnTo>
                  <a:lnTo>
                    <a:pt x="550829" y="207722"/>
                  </a:lnTo>
                  <a:lnTo>
                    <a:pt x="544569" y="207722"/>
                  </a:lnTo>
                  <a:lnTo>
                    <a:pt x="538310" y="207722"/>
                  </a:lnTo>
                  <a:lnTo>
                    <a:pt x="532050" y="207722"/>
                  </a:lnTo>
                  <a:lnTo>
                    <a:pt x="525791" y="207722"/>
                  </a:lnTo>
                  <a:lnTo>
                    <a:pt x="519532" y="207722"/>
                  </a:lnTo>
                  <a:lnTo>
                    <a:pt x="513272" y="207722"/>
                  </a:lnTo>
                  <a:lnTo>
                    <a:pt x="507013" y="207722"/>
                  </a:lnTo>
                  <a:lnTo>
                    <a:pt x="500753" y="207722"/>
                  </a:lnTo>
                  <a:lnTo>
                    <a:pt x="494494" y="207722"/>
                  </a:lnTo>
                  <a:lnTo>
                    <a:pt x="488235" y="207722"/>
                  </a:lnTo>
                  <a:lnTo>
                    <a:pt x="481975" y="207722"/>
                  </a:lnTo>
                  <a:lnTo>
                    <a:pt x="475716" y="207722"/>
                  </a:lnTo>
                  <a:lnTo>
                    <a:pt x="469456" y="207722"/>
                  </a:lnTo>
                  <a:lnTo>
                    <a:pt x="463197" y="207722"/>
                  </a:lnTo>
                  <a:lnTo>
                    <a:pt x="456937" y="207722"/>
                  </a:lnTo>
                  <a:lnTo>
                    <a:pt x="450678" y="207722"/>
                  </a:lnTo>
                  <a:lnTo>
                    <a:pt x="444419" y="207722"/>
                  </a:lnTo>
                  <a:lnTo>
                    <a:pt x="438159" y="207722"/>
                  </a:lnTo>
                  <a:lnTo>
                    <a:pt x="431900" y="207722"/>
                  </a:lnTo>
                  <a:lnTo>
                    <a:pt x="425640" y="207722"/>
                  </a:lnTo>
                  <a:lnTo>
                    <a:pt x="419381" y="207722"/>
                  </a:lnTo>
                  <a:lnTo>
                    <a:pt x="413121" y="207722"/>
                  </a:lnTo>
                  <a:lnTo>
                    <a:pt x="406862" y="207722"/>
                  </a:lnTo>
                  <a:lnTo>
                    <a:pt x="400603" y="207722"/>
                  </a:lnTo>
                  <a:lnTo>
                    <a:pt x="394343" y="207722"/>
                  </a:lnTo>
                  <a:lnTo>
                    <a:pt x="388084" y="207722"/>
                  </a:lnTo>
                  <a:lnTo>
                    <a:pt x="381824" y="207722"/>
                  </a:lnTo>
                  <a:lnTo>
                    <a:pt x="375565" y="207722"/>
                  </a:lnTo>
                  <a:lnTo>
                    <a:pt x="369305" y="207722"/>
                  </a:lnTo>
                  <a:lnTo>
                    <a:pt x="363046" y="207722"/>
                  </a:lnTo>
                  <a:lnTo>
                    <a:pt x="356787" y="207722"/>
                  </a:lnTo>
                  <a:lnTo>
                    <a:pt x="350527" y="207722"/>
                  </a:lnTo>
                  <a:lnTo>
                    <a:pt x="344268" y="207722"/>
                  </a:lnTo>
                  <a:lnTo>
                    <a:pt x="338008" y="207722"/>
                  </a:lnTo>
                  <a:lnTo>
                    <a:pt x="331749" y="207722"/>
                  </a:lnTo>
                  <a:lnTo>
                    <a:pt x="325490" y="207722"/>
                  </a:lnTo>
                  <a:lnTo>
                    <a:pt x="319230" y="207722"/>
                  </a:lnTo>
                  <a:lnTo>
                    <a:pt x="312971" y="207722"/>
                  </a:lnTo>
                  <a:lnTo>
                    <a:pt x="306711" y="207722"/>
                  </a:lnTo>
                  <a:lnTo>
                    <a:pt x="300452" y="207722"/>
                  </a:lnTo>
                  <a:lnTo>
                    <a:pt x="294192" y="207722"/>
                  </a:lnTo>
                  <a:lnTo>
                    <a:pt x="287933" y="207722"/>
                  </a:lnTo>
                  <a:lnTo>
                    <a:pt x="281674" y="207722"/>
                  </a:lnTo>
                  <a:lnTo>
                    <a:pt x="275414" y="207722"/>
                  </a:lnTo>
                  <a:lnTo>
                    <a:pt x="269155" y="207722"/>
                  </a:lnTo>
                  <a:lnTo>
                    <a:pt x="262895" y="207722"/>
                  </a:lnTo>
                  <a:lnTo>
                    <a:pt x="256636" y="207722"/>
                  </a:lnTo>
                  <a:lnTo>
                    <a:pt x="250376" y="207722"/>
                  </a:lnTo>
                  <a:lnTo>
                    <a:pt x="244117" y="207722"/>
                  </a:lnTo>
                  <a:lnTo>
                    <a:pt x="237858" y="207722"/>
                  </a:lnTo>
                  <a:lnTo>
                    <a:pt x="231598" y="207722"/>
                  </a:lnTo>
                  <a:lnTo>
                    <a:pt x="225339" y="207722"/>
                  </a:lnTo>
                  <a:lnTo>
                    <a:pt x="219079" y="207722"/>
                  </a:lnTo>
                  <a:lnTo>
                    <a:pt x="212820" y="207722"/>
                  </a:lnTo>
                  <a:lnTo>
                    <a:pt x="206560" y="207722"/>
                  </a:lnTo>
                  <a:lnTo>
                    <a:pt x="200301" y="207722"/>
                  </a:lnTo>
                  <a:lnTo>
                    <a:pt x="194042" y="207722"/>
                  </a:lnTo>
                  <a:lnTo>
                    <a:pt x="187782" y="207722"/>
                  </a:lnTo>
                  <a:lnTo>
                    <a:pt x="181523" y="207722"/>
                  </a:lnTo>
                  <a:lnTo>
                    <a:pt x="175263" y="207722"/>
                  </a:lnTo>
                  <a:lnTo>
                    <a:pt x="169004" y="207722"/>
                  </a:lnTo>
                  <a:lnTo>
                    <a:pt x="162745" y="207722"/>
                  </a:lnTo>
                  <a:lnTo>
                    <a:pt x="156485" y="207722"/>
                  </a:lnTo>
                  <a:lnTo>
                    <a:pt x="150226" y="207722"/>
                  </a:lnTo>
                  <a:lnTo>
                    <a:pt x="143966" y="207722"/>
                  </a:lnTo>
                  <a:lnTo>
                    <a:pt x="137707" y="207722"/>
                  </a:lnTo>
                  <a:lnTo>
                    <a:pt x="131447" y="207722"/>
                  </a:lnTo>
                  <a:lnTo>
                    <a:pt x="125188" y="207722"/>
                  </a:lnTo>
                  <a:lnTo>
                    <a:pt x="118929" y="207722"/>
                  </a:lnTo>
                  <a:lnTo>
                    <a:pt x="112669" y="207722"/>
                  </a:lnTo>
                  <a:lnTo>
                    <a:pt x="106410" y="207722"/>
                  </a:lnTo>
                  <a:lnTo>
                    <a:pt x="100150" y="207722"/>
                  </a:lnTo>
                  <a:lnTo>
                    <a:pt x="93891" y="207722"/>
                  </a:lnTo>
                  <a:lnTo>
                    <a:pt x="87631" y="207722"/>
                  </a:lnTo>
                  <a:lnTo>
                    <a:pt x="81372" y="207722"/>
                  </a:lnTo>
                  <a:lnTo>
                    <a:pt x="75113" y="207722"/>
                  </a:lnTo>
                  <a:lnTo>
                    <a:pt x="68853" y="207722"/>
                  </a:lnTo>
                  <a:lnTo>
                    <a:pt x="62594" y="207722"/>
                  </a:lnTo>
                  <a:lnTo>
                    <a:pt x="56334" y="207722"/>
                  </a:lnTo>
                  <a:lnTo>
                    <a:pt x="50075" y="207722"/>
                  </a:lnTo>
                  <a:lnTo>
                    <a:pt x="43815" y="207722"/>
                  </a:lnTo>
                  <a:lnTo>
                    <a:pt x="37556" y="207722"/>
                  </a:lnTo>
                  <a:lnTo>
                    <a:pt x="31297" y="207722"/>
                  </a:lnTo>
                  <a:lnTo>
                    <a:pt x="25037" y="207722"/>
                  </a:lnTo>
                  <a:lnTo>
                    <a:pt x="18778" y="207722"/>
                  </a:lnTo>
                  <a:lnTo>
                    <a:pt x="12518" y="207722"/>
                  </a:lnTo>
                  <a:lnTo>
                    <a:pt x="6259" y="20772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749798" y="4248237"/>
              <a:ext cx="3198565" cy="207722"/>
            </a:xfrm>
            <a:custGeom>
              <a:avLst/>
              <a:pathLst>
                <a:path w="3198565" h="207722">
                  <a:moveTo>
                    <a:pt x="0" y="207722"/>
                  </a:moveTo>
                  <a:lnTo>
                    <a:pt x="6259" y="207722"/>
                  </a:lnTo>
                  <a:lnTo>
                    <a:pt x="12518" y="207722"/>
                  </a:lnTo>
                  <a:lnTo>
                    <a:pt x="18778" y="207722"/>
                  </a:lnTo>
                  <a:lnTo>
                    <a:pt x="25037" y="207722"/>
                  </a:lnTo>
                  <a:lnTo>
                    <a:pt x="31297" y="207722"/>
                  </a:lnTo>
                  <a:lnTo>
                    <a:pt x="37556" y="207722"/>
                  </a:lnTo>
                  <a:lnTo>
                    <a:pt x="43815" y="207722"/>
                  </a:lnTo>
                  <a:lnTo>
                    <a:pt x="50075" y="207722"/>
                  </a:lnTo>
                  <a:lnTo>
                    <a:pt x="56334" y="207721"/>
                  </a:lnTo>
                  <a:lnTo>
                    <a:pt x="62594" y="207721"/>
                  </a:lnTo>
                  <a:lnTo>
                    <a:pt x="68853" y="207720"/>
                  </a:lnTo>
                  <a:lnTo>
                    <a:pt x="75113" y="207718"/>
                  </a:lnTo>
                  <a:lnTo>
                    <a:pt x="81372" y="207714"/>
                  </a:lnTo>
                  <a:lnTo>
                    <a:pt x="87631" y="207707"/>
                  </a:lnTo>
                  <a:lnTo>
                    <a:pt x="93891" y="207695"/>
                  </a:lnTo>
                  <a:lnTo>
                    <a:pt x="100150" y="207675"/>
                  </a:lnTo>
                  <a:lnTo>
                    <a:pt x="106410" y="207640"/>
                  </a:lnTo>
                  <a:lnTo>
                    <a:pt x="112669" y="207582"/>
                  </a:lnTo>
                  <a:lnTo>
                    <a:pt x="118929" y="207492"/>
                  </a:lnTo>
                  <a:lnTo>
                    <a:pt x="125188" y="207356"/>
                  </a:lnTo>
                  <a:lnTo>
                    <a:pt x="131447" y="207158"/>
                  </a:lnTo>
                  <a:lnTo>
                    <a:pt x="137707" y="206879"/>
                  </a:lnTo>
                  <a:lnTo>
                    <a:pt x="143966" y="206498"/>
                  </a:lnTo>
                  <a:lnTo>
                    <a:pt x="150226" y="205996"/>
                  </a:lnTo>
                  <a:lnTo>
                    <a:pt x="156485" y="205356"/>
                  </a:lnTo>
                  <a:lnTo>
                    <a:pt x="162745" y="204566"/>
                  </a:lnTo>
                  <a:lnTo>
                    <a:pt x="169004" y="203623"/>
                  </a:lnTo>
                  <a:lnTo>
                    <a:pt x="175263" y="202533"/>
                  </a:lnTo>
                  <a:lnTo>
                    <a:pt x="181523" y="201317"/>
                  </a:lnTo>
                  <a:lnTo>
                    <a:pt x="187782" y="200007"/>
                  </a:lnTo>
                  <a:lnTo>
                    <a:pt x="194042" y="198662"/>
                  </a:lnTo>
                  <a:lnTo>
                    <a:pt x="200301" y="197339"/>
                  </a:lnTo>
                  <a:lnTo>
                    <a:pt x="206560" y="196098"/>
                  </a:lnTo>
                  <a:lnTo>
                    <a:pt x="212820" y="194994"/>
                  </a:lnTo>
                  <a:lnTo>
                    <a:pt x="219079" y="194078"/>
                  </a:lnTo>
                  <a:lnTo>
                    <a:pt x="225339" y="193385"/>
                  </a:lnTo>
                  <a:lnTo>
                    <a:pt x="231598" y="192935"/>
                  </a:lnTo>
                  <a:lnTo>
                    <a:pt x="237858" y="192733"/>
                  </a:lnTo>
                  <a:lnTo>
                    <a:pt x="244117" y="192763"/>
                  </a:lnTo>
                  <a:lnTo>
                    <a:pt x="250376" y="192998"/>
                  </a:lnTo>
                  <a:lnTo>
                    <a:pt x="256636" y="193397"/>
                  </a:lnTo>
                  <a:lnTo>
                    <a:pt x="262895" y="193915"/>
                  </a:lnTo>
                  <a:lnTo>
                    <a:pt x="269155" y="194494"/>
                  </a:lnTo>
                  <a:lnTo>
                    <a:pt x="275414" y="195081"/>
                  </a:lnTo>
                  <a:lnTo>
                    <a:pt x="281674" y="195636"/>
                  </a:lnTo>
                  <a:lnTo>
                    <a:pt x="287933" y="196125"/>
                  </a:lnTo>
                  <a:lnTo>
                    <a:pt x="294192" y="196525"/>
                  </a:lnTo>
                  <a:lnTo>
                    <a:pt x="300452" y="196821"/>
                  </a:lnTo>
                  <a:lnTo>
                    <a:pt x="306711" y="197009"/>
                  </a:lnTo>
                  <a:lnTo>
                    <a:pt x="312971" y="197092"/>
                  </a:lnTo>
                  <a:lnTo>
                    <a:pt x="319230" y="197082"/>
                  </a:lnTo>
                  <a:lnTo>
                    <a:pt x="325490" y="196994"/>
                  </a:lnTo>
                  <a:lnTo>
                    <a:pt x="331749" y="196851"/>
                  </a:lnTo>
                  <a:lnTo>
                    <a:pt x="338008" y="196676"/>
                  </a:lnTo>
                  <a:lnTo>
                    <a:pt x="344268" y="196496"/>
                  </a:lnTo>
                  <a:lnTo>
                    <a:pt x="350527" y="196339"/>
                  </a:lnTo>
                  <a:lnTo>
                    <a:pt x="356787" y="196223"/>
                  </a:lnTo>
                  <a:lnTo>
                    <a:pt x="363046" y="196163"/>
                  </a:lnTo>
                  <a:lnTo>
                    <a:pt x="369305" y="196166"/>
                  </a:lnTo>
                  <a:lnTo>
                    <a:pt x="375565" y="196235"/>
                  </a:lnTo>
                  <a:lnTo>
                    <a:pt x="381824" y="196363"/>
                  </a:lnTo>
                  <a:lnTo>
                    <a:pt x="388084" y="196538"/>
                  </a:lnTo>
                  <a:lnTo>
                    <a:pt x="394343" y="196742"/>
                  </a:lnTo>
                  <a:lnTo>
                    <a:pt x="400603" y="196956"/>
                  </a:lnTo>
                  <a:lnTo>
                    <a:pt x="406862" y="197158"/>
                  </a:lnTo>
                  <a:lnTo>
                    <a:pt x="413121" y="197328"/>
                  </a:lnTo>
                  <a:lnTo>
                    <a:pt x="419381" y="197443"/>
                  </a:lnTo>
                  <a:lnTo>
                    <a:pt x="425640" y="197484"/>
                  </a:lnTo>
                  <a:lnTo>
                    <a:pt x="431900" y="197443"/>
                  </a:lnTo>
                  <a:lnTo>
                    <a:pt x="438159" y="197312"/>
                  </a:lnTo>
                  <a:lnTo>
                    <a:pt x="444419" y="197084"/>
                  </a:lnTo>
                  <a:lnTo>
                    <a:pt x="450678" y="196757"/>
                  </a:lnTo>
                  <a:lnTo>
                    <a:pt x="456937" y="196331"/>
                  </a:lnTo>
                  <a:lnTo>
                    <a:pt x="463197" y="195807"/>
                  </a:lnTo>
                  <a:lnTo>
                    <a:pt x="469456" y="195189"/>
                  </a:lnTo>
                  <a:lnTo>
                    <a:pt x="475716" y="194483"/>
                  </a:lnTo>
                  <a:lnTo>
                    <a:pt x="481975" y="193697"/>
                  </a:lnTo>
                  <a:lnTo>
                    <a:pt x="488235" y="192840"/>
                  </a:lnTo>
                  <a:lnTo>
                    <a:pt x="494494" y="191925"/>
                  </a:lnTo>
                  <a:lnTo>
                    <a:pt x="500753" y="190964"/>
                  </a:lnTo>
                  <a:lnTo>
                    <a:pt x="507013" y="189981"/>
                  </a:lnTo>
                  <a:lnTo>
                    <a:pt x="513272" y="189001"/>
                  </a:lnTo>
                  <a:lnTo>
                    <a:pt x="519532" y="188047"/>
                  </a:lnTo>
                  <a:lnTo>
                    <a:pt x="525791" y="187146"/>
                  </a:lnTo>
                  <a:lnTo>
                    <a:pt x="532050" y="186322"/>
                  </a:lnTo>
                  <a:lnTo>
                    <a:pt x="538310" y="185589"/>
                  </a:lnTo>
                  <a:lnTo>
                    <a:pt x="544569" y="184955"/>
                  </a:lnTo>
                  <a:lnTo>
                    <a:pt x="550829" y="184412"/>
                  </a:lnTo>
                  <a:lnTo>
                    <a:pt x="557088" y="183934"/>
                  </a:lnTo>
                  <a:lnTo>
                    <a:pt x="563348" y="183483"/>
                  </a:lnTo>
                  <a:lnTo>
                    <a:pt x="569607" y="183004"/>
                  </a:lnTo>
                  <a:lnTo>
                    <a:pt x="575866" y="182434"/>
                  </a:lnTo>
                  <a:lnTo>
                    <a:pt x="582126" y="181694"/>
                  </a:lnTo>
                  <a:lnTo>
                    <a:pt x="588385" y="180741"/>
                  </a:lnTo>
                  <a:lnTo>
                    <a:pt x="594645" y="179543"/>
                  </a:lnTo>
                  <a:lnTo>
                    <a:pt x="600904" y="178084"/>
                  </a:lnTo>
                  <a:lnTo>
                    <a:pt x="607164" y="176367"/>
                  </a:lnTo>
                  <a:lnTo>
                    <a:pt x="613423" y="174409"/>
                  </a:lnTo>
                  <a:lnTo>
                    <a:pt x="619682" y="172227"/>
                  </a:lnTo>
                  <a:lnTo>
                    <a:pt x="625942" y="169835"/>
                  </a:lnTo>
                  <a:lnTo>
                    <a:pt x="632201" y="167231"/>
                  </a:lnTo>
                  <a:lnTo>
                    <a:pt x="638461" y="164388"/>
                  </a:lnTo>
                  <a:lnTo>
                    <a:pt x="644720" y="161249"/>
                  </a:lnTo>
                  <a:lnTo>
                    <a:pt x="650980" y="157726"/>
                  </a:lnTo>
                  <a:lnTo>
                    <a:pt x="657239" y="153669"/>
                  </a:lnTo>
                  <a:lnTo>
                    <a:pt x="663498" y="148921"/>
                  </a:lnTo>
                  <a:lnTo>
                    <a:pt x="669758" y="143357"/>
                  </a:lnTo>
                  <a:lnTo>
                    <a:pt x="676017" y="136838"/>
                  </a:lnTo>
                  <a:lnTo>
                    <a:pt x="682277" y="129250"/>
                  </a:lnTo>
                  <a:lnTo>
                    <a:pt x="688536" y="120519"/>
                  </a:lnTo>
                  <a:lnTo>
                    <a:pt x="694796" y="110624"/>
                  </a:lnTo>
                  <a:lnTo>
                    <a:pt x="701055" y="99611"/>
                  </a:lnTo>
                  <a:lnTo>
                    <a:pt x="707314" y="87608"/>
                  </a:lnTo>
                  <a:lnTo>
                    <a:pt x="713574" y="74831"/>
                  </a:lnTo>
                  <a:lnTo>
                    <a:pt x="719833" y="61591"/>
                  </a:lnTo>
                  <a:lnTo>
                    <a:pt x="726093" y="48298"/>
                  </a:lnTo>
                  <a:lnTo>
                    <a:pt x="732352" y="35446"/>
                  </a:lnTo>
                  <a:lnTo>
                    <a:pt x="738611" y="23764"/>
                  </a:lnTo>
                  <a:lnTo>
                    <a:pt x="744871" y="13828"/>
                  </a:lnTo>
                  <a:lnTo>
                    <a:pt x="751130" y="6229"/>
                  </a:lnTo>
                  <a:lnTo>
                    <a:pt x="757390" y="1486"/>
                  </a:lnTo>
                  <a:lnTo>
                    <a:pt x="763649" y="0"/>
                  </a:lnTo>
                  <a:lnTo>
                    <a:pt x="769909" y="2003"/>
                  </a:lnTo>
                  <a:lnTo>
                    <a:pt x="776168" y="7532"/>
                  </a:lnTo>
                  <a:lnTo>
                    <a:pt x="782427" y="16407"/>
                  </a:lnTo>
                  <a:lnTo>
                    <a:pt x="788687" y="28242"/>
                  </a:lnTo>
                  <a:lnTo>
                    <a:pt x="794946" y="42471"/>
                  </a:lnTo>
                  <a:lnTo>
                    <a:pt x="801206" y="58387"/>
                  </a:lnTo>
                  <a:lnTo>
                    <a:pt x="807465" y="75210"/>
                  </a:lnTo>
                  <a:lnTo>
                    <a:pt x="813725" y="92115"/>
                  </a:lnTo>
                  <a:lnTo>
                    <a:pt x="819984" y="108259"/>
                  </a:lnTo>
                  <a:lnTo>
                    <a:pt x="826243" y="123049"/>
                  </a:lnTo>
                  <a:lnTo>
                    <a:pt x="832503" y="136058"/>
                  </a:lnTo>
                  <a:lnTo>
                    <a:pt x="838762" y="147021"/>
                  </a:lnTo>
                  <a:lnTo>
                    <a:pt x="845022" y="155836"/>
                  </a:lnTo>
                  <a:lnTo>
                    <a:pt x="851281" y="162542"/>
                  </a:lnTo>
                  <a:lnTo>
                    <a:pt x="857541" y="167293"/>
                  </a:lnTo>
                  <a:lnTo>
                    <a:pt x="863800" y="170326"/>
                  </a:lnTo>
                  <a:lnTo>
                    <a:pt x="870059" y="171923"/>
                  </a:lnTo>
                  <a:lnTo>
                    <a:pt x="876319" y="172392"/>
                  </a:lnTo>
                  <a:lnTo>
                    <a:pt x="882578" y="172035"/>
                  </a:lnTo>
                  <a:lnTo>
                    <a:pt x="888838" y="171132"/>
                  </a:lnTo>
                  <a:lnTo>
                    <a:pt x="895097" y="169933"/>
                  </a:lnTo>
                  <a:lnTo>
                    <a:pt x="901356" y="168694"/>
                  </a:lnTo>
                  <a:lnTo>
                    <a:pt x="907616" y="167599"/>
                  </a:lnTo>
                  <a:lnTo>
                    <a:pt x="913875" y="166798"/>
                  </a:lnTo>
                  <a:lnTo>
                    <a:pt x="920135" y="166416"/>
                  </a:lnTo>
                  <a:lnTo>
                    <a:pt x="926394" y="166547"/>
                  </a:lnTo>
                  <a:lnTo>
                    <a:pt x="932654" y="167256"/>
                  </a:lnTo>
                  <a:lnTo>
                    <a:pt x="938913" y="168572"/>
                  </a:lnTo>
                  <a:lnTo>
                    <a:pt x="945172" y="170484"/>
                  </a:lnTo>
                  <a:lnTo>
                    <a:pt x="951432" y="172943"/>
                  </a:lnTo>
                  <a:lnTo>
                    <a:pt x="957691" y="175859"/>
                  </a:lnTo>
                  <a:lnTo>
                    <a:pt x="963951" y="179115"/>
                  </a:lnTo>
                  <a:lnTo>
                    <a:pt x="970210" y="182569"/>
                  </a:lnTo>
                  <a:lnTo>
                    <a:pt x="976470" y="186058"/>
                  </a:lnTo>
                  <a:lnTo>
                    <a:pt x="982729" y="189431"/>
                  </a:lnTo>
                  <a:lnTo>
                    <a:pt x="988988" y="192575"/>
                  </a:lnTo>
                  <a:lnTo>
                    <a:pt x="995248" y="195407"/>
                  </a:lnTo>
                  <a:lnTo>
                    <a:pt x="1001507" y="197876"/>
                  </a:lnTo>
                  <a:lnTo>
                    <a:pt x="1007767" y="199961"/>
                  </a:lnTo>
                  <a:lnTo>
                    <a:pt x="1014026" y="201669"/>
                  </a:lnTo>
                  <a:lnTo>
                    <a:pt x="1020286" y="203025"/>
                  </a:lnTo>
                  <a:lnTo>
                    <a:pt x="1026545" y="204069"/>
                  </a:lnTo>
                  <a:lnTo>
                    <a:pt x="1032804" y="204846"/>
                  </a:lnTo>
                  <a:lnTo>
                    <a:pt x="1039064" y="205403"/>
                  </a:lnTo>
                  <a:lnTo>
                    <a:pt x="1045323" y="205782"/>
                  </a:lnTo>
                  <a:lnTo>
                    <a:pt x="1051583" y="206017"/>
                  </a:lnTo>
                  <a:lnTo>
                    <a:pt x="1057842" y="206149"/>
                  </a:lnTo>
                  <a:lnTo>
                    <a:pt x="1064101" y="206210"/>
                  </a:lnTo>
                  <a:lnTo>
                    <a:pt x="1070361" y="206222"/>
                  </a:lnTo>
                  <a:lnTo>
                    <a:pt x="1076620" y="206206"/>
                  </a:lnTo>
                  <a:lnTo>
                    <a:pt x="1082880" y="206180"/>
                  </a:lnTo>
                  <a:lnTo>
                    <a:pt x="1089139" y="206157"/>
                  </a:lnTo>
                  <a:lnTo>
                    <a:pt x="1095399" y="206149"/>
                  </a:lnTo>
                  <a:lnTo>
                    <a:pt x="1101658" y="206164"/>
                  </a:lnTo>
                  <a:lnTo>
                    <a:pt x="1107917" y="206205"/>
                  </a:lnTo>
                  <a:lnTo>
                    <a:pt x="1114177" y="206275"/>
                  </a:lnTo>
                  <a:lnTo>
                    <a:pt x="1120436" y="206369"/>
                  </a:lnTo>
                  <a:lnTo>
                    <a:pt x="1126696" y="206484"/>
                  </a:lnTo>
                  <a:lnTo>
                    <a:pt x="1132955" y="206613"/>
                  </a:lnTo>
                  <a:lnTo>
                    <a:pt x="1139215" y="206744"/>
                  </a:lnTo>
                  <a:lnTo>
                    <a:pt x="1145474" y="206870"/>
                  </a:lnTo>
                  <a:lnTo>
                    <a:pt x="1151733" y="206984"/>
                  </a:lnTo>
                  <a:lnTo>
                    <a:pt x="1157993" y="207078"/>
                  </a:lnTo>
                  <a:lnTo>
                    <a:pt x="1164252" y="207150"/>
                  </a:lnTo>
                  <a:lnTo>
                    <a:pt x="1170512" y="207197"/>
                  </a:lnTo>
                  <a:lnTo>
                    <a:pt x="1176771" y="207220"/>
                  </a:lnTo>
                  <a:lnTo>
                    <a:pt x="1183031" y="207221"/>
                  </a:lnTo>
                  <a:lnTo>
                    <a:pt x="1189290" y="207203"/>
                  </a:lnTo>
                  <a:lnTo>
                    <a:pt x="1195549" y="207172"/>
                  </a:lnTo>
                  <a:lnTo>
                    <a:pt x="1201809" y="207132"/>
                  </a:lnTo>
                  <a:lnTo>
                    <a:pt x="1208068" y="207088"/>
                  </a:lnTo>
                  <a:lnTo>
                    <a:pt x="1214328" y="207043"/>
                  </a:lnTo>
                  <a:lnTo>
                    <a:pt x="1220587" y="206999"/>
                  </a:lnTo>
                  <a:lnTo>
                    <a:pt x="1226846" y="206954"/>
                  </a:lnTo>
                  <a:lnTo>
                    <a:pt x="1233106" y="206907"/>
                  </a:lnTo>
                  <a:lnTo>
                    <a:pt x="1239365" y="206856"/>
                  </a:lnTo>
                  <a:lnTo>
                    <a:pt x="1245625" y="206798"/>
                  </a:lnTo>
                  <a:lnTo>
                    <a:pt x="1251884" y="206732"/>
                  </a:lnTo>
                  <a:lnTo>
                    <a:pt x="1258144" y="206660"/>
                  </a:lnTo>
                  <a:lnTo>
                    <a:pt x="1264403" y="206584"/>
                  </a:lnTo>
                  <a:lnTo>
                    <a:pt x="1270662" y="206507"/>
                  </a:lnTo>
                  <a:lnTo>
                    <a:pt x="1276922" y="206435"/>
                  </a:lnTo>
                  <a:lnTo>
                    <a:pt x="1283181" y="206372"/>
                  </a:lnTo>
                  <a:lnTo>
                    <a:pt x="1289441" y="206323"/>
                  </a:lnTo>
                  <a:lnTo>
                    <a:pt x="1295700" y="206287"/>
                  </a:lnTo>
                  <a:lnTo>
                    <a:pt x="1301960" y="206264"/>
                  </a:lnTo>
                  <a:lnTo>
                    <a:pt x="1308219" y="206249"/>
                  </a:lnTo>
                  <a:lnTo>
                    <a:pt x="1314478" y="206240"/>
                  </a:lnTo>
                  <a:lnTo>
                    <a:pt x="1320738" y="206231"/>
                  </a:lnTo>
                  <a:lnTo>
                    <a:pt x="1326997" y="206220"/>
                  </a:lnTo>
                  <a:lnTo>
                    <a:pt x="1333257" y="206204"/>
                  </a:lnTo>
                  <a:lnTo>
                    <a:pt x="1339516" y="206186"/>
                  </a:lnTo>
                  <a:lnTo>
                    <a:pt x="1345776" y="206166"/>
                  </a:lnTo>
                  <a:lnTo>
                    <a:pt x="1352035" y="206150"/>
                  </a:lnTo>
                  <a:lnTo>
                    <a:pt x="1358294" y="206142"/>
                  </a:lnTo>
                  <a:lnTo>
                    <a:pt x="1364554" y="206148"/>
                  </a:lnTo>
                  <a:lnTo>
                    <a:pt x="1370813" y="206172"/>
                  </a:lnTo>
                  <a:lnTo>
                    <a:pt x="1377073" y="206214"/>
                  </a:lnTo>
                  <a:lnTo>
                    <a:pt x="1383332" y="206273"/>
                  </a:lnTo>
                  <a:lnTo>
                    <a:pt x="1389592" y="206344"/>
                  </a:lnTo>
                  <a:lnTo>
                    <a:pt x="1395851" y="206422"/>
                  </a:lnTo>
                  <a:lnTo>
                    <a:pt x="1402110" y="206498"/>
                  </a:lnTo>
                  <a:lnTo>
                    <a:pt x="1408370" y="206567"/>
                  </a:lnTo>
                  <a:lnTo>
                    <a:pt x="1414629" y="206620"/>
                  </a:lnTo>
                  <a:lnTo>
                    <a:pt x="1420889" y="206653"/>
                  </a:lnTo>
                  <a:lnTo>
                    <a:pt x="1427148" y="206665"/>
                  </a:lnTo>
                  <a:lnTo>
                    <a:pt x="1433407" y="206656"/>
                  </a:lnTo>
                  <a:lnTo>
                    <a:pt x="1439667" y="206632"/>
                  </a:lnTo>
                  <a:lnTo>
                    <a:pt x="1445926" y="206598"/>
                  </a:lnTo>
                  <a:lnTo>
                    <a:pt x="1452186" y="206567"/>
                  </a:lnTo>
                  <a:lnTo>
                    <a:pt x="1458445" y="206546"/>
                  </a:lnTo>
                  <a:lnTo>
                    <a:pt x="1464705" y="206542"/>
                  </a:lnTo>
                  <a:lnTo>
                    <a:pt x="1470964" y="206560"/>
                  </a:lnTo>
                  <a:lnTo>
                    <a:pt x="1477223" y="206599"/>
                  </a:lnTo>
                  <a:lnTo>
                    <a:pt x="1483483" y="206656"/>
                  </a:lnTo>
                  <a:lnTo>
                    <a:pt x="1489742" y="206725"/>
                  </a:lnTo>
                  <a:lnTo>
                    <a:pt x="1496002" y="206798"/>
                  </a:lnTo>
                  <a:lnTo>
                    <a:pt x="1502261" y="206864"/>
                  </a:lnTo>
                  <a:lnTo>
                    <a:pt x="1508521" y="206914"/>
                  </a:lnTo>
                  <a:lnTo>
                    <a:pt x="1514780" y="206941"/>
                  </a:lnTo>
                  <a:lnTo>
                    <a:pt x="1521039" y="206938"/>
                  </a:lnTo>
                  <a:lnTo>
                    <a:pt x="1527299" y="206903"/>
                  </a:lnTo>
                  <a:lnTo>
                    <a:pt x="1533558" y="206841"/>
                  </a:lnTo>
                  <a:lnTo>
                    <a:pt x="1539818" y="206758"/>
                  </a:lnTo>
                  <a:lnTo>
                    <a:pt x="1546077" y="206663"/>
                  </a:lnTo>
                  <a:lnTo>
                    <a:pt x="1552337" y="206563"/>
                  </a:lnTo>
                  <a:lnTo>
                    <a:pt x="1558596" y="206469"/>
                  </a:lnTo>
                  <a:lnTo>
                    <a:pt x="1564855" y="206386"/>
                  </a:lnTo>
                  <a:lnTo>
                    <a:pt x="1571115" y="206321"/>
                  </a:lnTo>
                  <a:lnTo>
                    <a:pt x="1577374" y="206276"/>
                  </a:lnTo>
                  <a:lnTo>
                    <a:pt x="1583634" y="206251"/>
                  </a:lnTo>
                  <a:lnTo>
                    <a:pt x="1589893" y="206243"/>
                  </a:lnTo>
                  <a:lnTo>
                    <a:pt x="1596152" y="206249"/>
                  </a:lnTo>
                  <a:lnTo>
                    <a:pt x="1602412" y="206266"/>
                  </a:lnTo>
                  <a:lnTo>
                    <a:pt x="1608671" y="206290"/>
                  </a:lnTo>
                  <a:lnTo>
                    <a:pt x="1614931" y="206319"/>
                  </a:lnTo>
                  <a:lnTo>
                    <a:pt x="1621190" y="206351"/>
                  </a:lnTo>
                  <a:lnTo>
                    <a:pt x="1627450" y="206387"/>
                  </a:lnTo>
                  <a:lnTo>
                    <a:pt x="1633709" y="206427"/>
                  </a:lnTo>
                  <a:lnTo>
                    <a:pt x="1639968" y="206470"/>
                  </a:lnTo>
                  <a:lnTo>
                    <a:pt x="1646228" y="206517"/>
                  </a:lnTo>
                  <a:lnTo>
                    <a:pt x="1652487" y="206566"/>
                  </a:lnTo>
                  <a:lnTo>
                    <a:pt x="1658747" y="206617"/>
                  </a:lnTo>
                  <a:lnTo>
                    <a:pt x="1665006" y="206666"/>
                  </a:lnTo>
                  <a:lnTo>
                    <a:pt x="1671266" y="206713"/>
                  </a:lnTo>
                  <a:lnTo>
                    <a:pt x="1677525" y="206758"/>
                  </a:lnTo>
                  <a:lnTo>
                    <a:pt x="1683784" y="206798"/>
                  </a:lnTo>
                  <a:lnTo>
                    <a:pt x="1690044" y="206835"/>
                  </a:lnTo>
                  <a:lnTo>
                    <a:pt x="1696303" y="206869"/>
                  </a:lnTo>
                  <a:lnTo>
                    <a:pt x="1702563" y="206899"/>
                  </a:lnTo>
                  <a:lnTo>
                    <a:pt x="1708822" y="206926"/>
                  </a:lnTo>
                  <a:lnTo>
                    <a:pt x="1715082" y="206947"/>
                  </a:lnTo>
                  <a:lnTo>
                    <a:pt x="1721341" y="206960"/>
                  </a:lnTo>
                  <a:lnTo>
                    <a:pt x="1727600" y="206962"/>
                  </a:lnTo>
                  <a:lnTo>
                    <a:pt x="1733860" y="206952"/>
                  </a:lnTo>
                  <a:lnTo>
                    <a:pt x="1740119" y="206928"/>
                  </a:lnTo>
                  <a:lnTo>
                    <a:pt x="1746379" y="206891"/>
                  </a:lnTo>
                  <a:lnTo>
                    <a:pt x="1752638" y="206842"/>
                  </a:lnTo>
                  <a:lnTo>
                    <a:pt x="1758897" y="206787"/>
                  </a:lnTo>
                  <a:lnTo>
                    <a:pt x="1765157" y="206732"/>
                  </a:lnTo>
                  <a:lnTo>
                    <a:pt x="1771416" y="206684"/>
                  </a:lnTo>
                  <a:lnTo>
                    <a:pt x="1777676" y="206650"/>
                  </a:lnTo>
                  <a:lnTo>
                    <a:pt x="1783935" y="206635"/>
                  </a:lnTo>
                  <a:lnTo>
                    <a:pt x="1790195" y="206643"/>
                  </a:lnTo>
                  <a:lnTo>
                    <a:pt x="1796454" y="206674"/>
                  </a:lnTo>
                  <a:lnTo>
                    <a:pt x="1802713" y="206725"/>
                  </a:lnTo>
                  <a:lnTo>
                    <a:pt x="1808973" y="206794"/>
                  </a:lnTo>
                  <a:lnTo>
                    <a:pt x="1815232" y="206873"/>
                  </a:lnTo>
                  <a:lnTo>
                    <a:pt x="1821492" y="206956"/>
                  </a:lnTo>
                  <a:lnTo>
                    <a:pt x="1827751" y="207035"/>
                  </a:lnTo>
                  <a:lnTo>
                    <a:pt x="1834011" y="207103"/>
                  </a:lnTo>
                  <a:lnTo>
                    <a:pt x="1840270" y="207154"/>
                  </a:lnTo>
                  <a:lnTo>
                    <a:pt x="1846529" y="207187"/>
                  </a:lnTo>
                  <a:lnTo>
                    <a:pt x="1852789" y="207201"/>
                  </a:lnTo>
                  <a:lnTo>
                    <a:pt x="1859048" y="207200"/>
                  </a:lnTo>
                  <a:lnTo>
                    <a:pt x="1865308" y="207188"/>
                  </a:lnTo>
                  <a:lnTo>
                    <a:pt x="1871567" y="207170"/>
                  </a:lnTo>
                  <a:lnTo>
                    <a:pt x="1877827" y="207152"/>
                  </a:lnTo>
                  <a:lnTo>
                    <a:pt x="1884086" y="207139"/>
                  </a:lnTo>
                  <a:lnTo>
                    <a:pt x="1890345" y="207136"/>
                  </a:lnTo>
                  <a:lnTo>
                    <a:pt x="1896605" y="207143"/>
                  </a:lnTo>
                  <a:lnTo>
                    <a:pt x="1902864" y="207161"/>
                  </a:lnTo>
                  <a:lnTo>
                    <a:pt x="1909124" y="207188"/>
                  </a:lnTo>
                  <a:lnTo>
                    <a:pt x="1915383" y="207218"/>
                  </a:lnTo>
                  <a:lnTo>
                    <a:pt x="1921642" y="207246"/>
                  </a:lnTo>
                  <a:lnTo>
                    <a:pt x="1927902" y="207264"/>
                  </a:lnTo>
                  <a:lnTo>
                    <a:pt x="1934161" y="207267"/>
                  </a:lnTo>
                  <a:lnTo>
                    <a:pt x="1940421" y="207251"/>
                  </a:lnTo>
                  <a:lnTo>
                    <a:pt x="1946680" y="207212"/>
                  </a:lnTo>
                  <a:lnTo>
                    <a:pt x="1952940" y="207152"/>
                  </a:lnTo>
                  <a:lnTo>
                    <a:pt x="1959199" y="207072"/>
                  </a:lnTo>
                  <a:lnTo>
                    <a:pt x="1965458" y="206978"/>
                  </a:lnTo>
                  <a:lnTo>
                    <a:pt x="1971718" y="206876"/>
                  </a:lnTo>
                  <a:lnTo>
                    <a:pt x="1977977" y="206774"/>
                  </a:lnTo>
                  <a:lnTo>
                    <a:pt x="1984237" y="206681"/>
                  </a:lnTo>
                  <a:lnTo>
                    <a:pt x="1990496" y="206604"/>
                  </a:lnTo>
                  <a:lnTo>
                    <a:pt x="1996756" y="206549"/>
                  </a:lnTo>
                  <a:lnTo>
                    <a:pt x="2003015" y="206521"/>
                  </a:lnTo>
                  <a:lnTo>
                    <a:pt x="2009274" y="206517"/>
                  </a:lnTo>
                  <a:lnTo>
                    <a:pt x="2015534" y="206535"/>
                  </a:lnTo>
                  <a:lnTo>
                    <a:pt x="2021793" y="206571"/>
                  </a:lnTo>
                  <a:lnTo>
                    <a:pt x="2028053" y="206619"/>
                  </a:lnTo>
                  <a:lnTo>
                    <a:pt x="2034312" y="206673"/>
                  </a:lnTo>
                  <a:lnTo>
                    <a:pt x="2040572" y="206731"/>
                  </a:lnTo>
                  <a:lnTo>
                    <a:pt x="2046831" y="206790"/>
                  </a:lnTo>
                  <a:lnTo>
                    <a:pt x="2053090" y="206848"/>
                  </a:lnTo>
                  <a:lnTo>
                    <a:pt x="2059350" y="206906"/>
                  </a:lnTo>
                  <a:lnTo>
                    <a:pt x="2065609" y="206966"/>
                  </a:lnTo>
                  <a:lnTo>
                    <a:pt x="2071869" y="207029"/>
                  </a:lnTo>
                  <a:lnTo>
                    <a:pt x="2078128" y="207097"/>
                  </a:lnTo>
                  <a:lnTo>
                    <a:pt x="2084388" y="207167"/>
                  </a:lnTo>
                  <a:lnTo>
                    <a:pt x="2090647" y="207240"/>
                  </a:lnTo>
                  <a:lnTo>
                    <a:pt x="2096906" y="207313"/>
                  </a:lnTo>
                  <a:lnTo>
                    <a:pt x="2103166" y="207384"/>
                  </a:lnTo>
                  <a:lnTo>
                    <a:pt x="2109425" y="207450"/>
                  </a:lnTo>
                  <a:lnTo>
                    <a:pt x="2115685" y="207509"/>
                  </a:lnTo>
                  <a:lnTo>
                    <a:pt x="2121944" y="207561"/>
                  </a:lnTo>
                  <a:lnTo>
                    <a:pt x="2128203" y="207603"/>
                  </a:lnTo>
                  <a:lnTo>
                    <a:pt x="2134463" y="207637"/>
                  </a:lnTo>
                  <a:lnTo>
                    <a:pt x="2140722" y="207664"/>
                  </a:lnTo>
                  <a:lnTo>
                    <a:pt x="2146982" y="207683"/>
                  </a:lnTo>
                  <a:lnTo>
                    <a:pt x="2153241" y="207696"/>
                  </a:lnTo>
                  <a:lnTo>
                    <a:pt x="2159501" y="207705"/>
                  </a:lnTo>
                  <a:lnTo>
                    <a:pt x="2165760" y="207709"/>
                  </a:lnTo>
                  <a:lnTo>
                    <a:pt x="2172019" y="207711"/>
                  </a:lnTo>
                  <a:lnTo>
                    <a:pt x="2178279" y="207709"/>
                  </a:lnTo>
                  <a:lnTo>
                    <a:pt x="2184538" y="207703"/>
                  </a:lnTo>
                  <a:lnTo>
                    <a:pt x="2190798" y="207692"/>
                  </a:lnTo>
                  <a:lnTo>
                    <a:pt x="2197057" y="207675"/>
                  </a:lnTo>
                  <a:lnTo>
                    <a:pt x="2203317" y="207649"/>
                  </a:lnTo>
                  <a:lnTo>
                    <a:pt x="2209576" y="207612"/>
                  </a:lnTo>
                  <a:lnTo>
                    <a:pt x="2215835" y="207560"/>
                  </a:lnTo>
                  <a:lnTo>
                    <a:pt x="2222095" y="207491"/>
                  </a:lnTo>
                  <a:lnTo>
                    <a:pt x="2228354" y="207402"/>
                  </a:lnTo>
                  <a:lnTo>
                    <a:pt x="2234614" y="207290"/>
                  </a:lnTo>
                  <a:lnTo>
                    <a:pt x="2240873" y="207156"/>
                  </a:lnTo>
                  <a:lnTo>
                    <a:pt x="2247133" y="207003"/>
                  </a:lnTo>
                  <a:lnTo>
                    <a:pt x="2253392" y="206838"/>
                  </a:lnTo>
                  <a:lnTo>
                    <a:pt x="2259651" y="206667"/>
                  </a:lnTo>
                  <a:lnTo>
                    <a:pt x="2265911" y="206501"/>
                  </a:lnTo>
                  <a:lnTo>
                    <a:pt x="2272170" y="206352"/>
                  </a:lnTo>
                  <a:lnTo>
                    <a:pt x="2278430" y="206229"/>
                  </a:lnTo>
                  <a:lnTo>
                    <a:pt x="2284689" y="206144"/>
                  </a:lnTo>
                  <a:lnTo>
                    <a:pt x="2290948" y="206103"/>
                  </a:lnTo>
                  <a:lnTo>
                    <a:pt x="2297208" y="206110"/>
                  </a:lnTo>
                  <a:lnTo>
                    <a:pt x="2303467" y="206165"/>
                  </a:lnTo>
                  <a:lnTo>
                    <a:pt x="2309727" y="206265"/>
                  </a:lnTo>
                  <a:lnTo>
                    <a:pt x="2315986" y="206401"/>
                  </a:lnTo>
                  <a:lnTo>
                    <a:pt x="2322246" y="206560"/>
                  </a:lnTo>
                  <a:lnTo>
                    <a:pt x="2328505" y="206730"/>
                  </a:lnTo>
                  <a:lnTo>
                    <a:pt x="2334764" y="206900"/>
                  </a:lnTo>
                  <a:lnTo>
                    <a:pt x="2341024" y="207062"/>
                  </a:lnTo>
                  <a:lnTo>
                    <a:pt x="2347283" y="207208"/>
                  </a:lnTo>
                  <a:lnTo>
                    <a:pt x="2353543" y="207333"/>
                  </a:lnTo>
                  <a:lnTo>
                    <a:pt x="2359802" y="207438"/>
                  </a:lnTo>
                  <a:lnTo>
                    <a:pt x="2366062" y="207520"/>
                  </a:lnTo>
                  <a:lnTo>
                    <a:pt x="2372321" y="207583"/>
                  </a:lnTo>
                  <a:lnTo>
                    <a:pt x="2378580" y="207630"/>
                  </a:lnTo>
                  <a:lnTo>
                    <a:pt x="2384840" y="207662"/>
                  </a:lnTo>
                  <a:lnTo>
                    <a:pt x="2391099" y="207683"/>
                  </a:lnTo>
                  <a:lnTo>
                    <a:pt x="2397359" y="207696"/>
                  </a:lnTo>
                  <a:lnTo>
                    <a:pt x="2403618" y="207702"/>
                  </a:lnTo>
                  <a:lnTo>
                    <a:pt x="2409878" y="207703"/>
                  </a:lnTo>
                  <a:lnTo>
                    <a:pt x="2416137" y="207700"/>
                  </a:lnTo>
                  <a:lnTo>
                    <a:pt x="2422396" y="207691"/>
                  </a:lnTo>
                  <a:lnTo>
                    <a:pt x="2428656" y="207678"/>
                  </a:lnTo>
                  <a:lnTo>
                    <a:pt x="2434915" y="207657"/>
                  </a:lnTo>
                  <a:lnTo>
                    <a:pt x="2441175" y="207630"/>
                  </a:lnTo>
                  <a:lnTo>
                    <a:pt x="2447434" y="207595"/>
                  </a:lnTo>
                  <a:lnTo>
                    <a:pt x="2453693" y="207552"/>
                  </a:lnTo>
                  <a:lnTo>
                    <a:pt x="2459953" y="207501"/>
                  </a:lnTo>
                  <a:lnTo>
                    <a:pt x="2466212" y="207443"/>
                  </a:lnTo>
                  <a:lnTo>
                    <a:pt x="2472472" y="207381"/>
                  </a:lnTo>
                  <a:lnTo>
                    <a:pt x="2478731" y="207318"/>
                  </a:lnTo>
                  <a:lnTo>
                    <a:pt x="2484991" y="207257"/>
                  </a:lnTo>
                  <a:lnTo>
                    <a:pt x="2491250" y="207203"/>
                  </a:lnTo>
                  <a:lnTo>
                    <a:pt x="2497509" y="207158"/>
                  </a:lnTo>
                  <a:lnTo>
                    <a:pt x="2503769" y="207122"/>
                  </a:lnTo>
                  <a:lnTo>
                    <a:pt x="2510028" y="207094"/>
                  </a:lnTo>
                  <a:lnTo>
                    <a:pt x="2516288" y="207071"/>
                  </a:lnTo>
                  <a:lnTo>
                    <a:pt x="2522547" y="207046"/>
                  </a:lnTo>
                  <a:lnTo>
                    <a:pt x="2528807" y="207014"/>
                  </a:lnTo>
                  <a:lnTo>
                    <a:pt x="2535066" y="206964"/>
                  </a:lnTo>
                  <a:lnTo>
                    <a:pt x="2541325" y="206890"/>
                  </a:lnTo>
                  <a:lnTo>
                    <a:pt x="2547585" y="206784"/>
                  </a:lnTo>
                  <a:lnTo>
                    <a:pt x="2553844" y="206642"/>
                  </a:lnTo>
                  <a:lnTo>
                    <a:pt x="2560104" y="206469"/>
                  </a:lnTo>
                  <a:lnTo>
                    <a:pt x="2566363" y="206272"/>
                  </a:lnTo>
                  <a:lnTo>
                    <a:pt x="2572623" y="206061"/>
                  </a:lnTo>
                  <a:lnTo>
                    <a:pt x="2578882" y="205852"/>
                  </a:lnTo>
                  <a:lnTo>
                    <a:pt x="2585141" y="205659"/>
                  </a:lnTo>
                  <a:lnTo>
                    <a:pt x="2591401" y="205499"/>
                  </a:lnTo>
                  <a:lnTo>
                    <a:pt x="2597660" y="205383"/>
                  </a:lnTo>
                  <a:lnTo>
                    <a:pt x="2603920" y="205322"/>
                  </a:lnTo>
                  <a:lnTo>
                    <a:pt x="2610179" y="205319"/>
                  </a:lnTo>
                  <a:lnTo>
                    <a:pt x="2616438" y="205373"/>
                  </a:lnTo>
                  <a:lnTo>
                    <a:pt x="2622698" y="205478"/>
                  </a:lnTo>
                  <a:lnTo>
                    <a:pt x="2628957" y="205627"/>
                  </a:lnTo>
                  <a:lnTo>
                    <a:pt x="2635217" y="205804"/>
                  </a:lnTo>
                  <a:lnTo>
                    <a:pt x="2641476" y="205999"/>
                  </a:lnTo>
                  <a:lnTo>
                    <a:pt x="2647736" y="206200"/>
                  </a:lnTo>
                  <a:lnTo>
                    <a:pt x="2653995" y="206399"/>
                  </a:lnTo>
                  <a:lnTo>
                    <a:pt x="2660254" y="206590"/>
                  </a:lnTo>
                  <a:lnTo>
                    <a:pt x="2666514" y="206768"/>
                  </a:lnTo>
                  <a:lnTo>
                    <a:pt x="2672773" y="206931"/>
                  </a:lnTo>
                  <a:lnTo>
                    <a:pt x="2679033" y="207077"/>
                  </a:lnTo>
                  <a:lnTo>
                    <a:pt x="2685292" y="207205"/>
                  </a:lnTo>
                  <a:lnTo>
                    <a:pt x="2691552" y="207315"/>
                  </a:lnTo>
                  <a:lnTo>
                    <a:pt x="2697811" y="207407"/>
                  </a:lnTo>
                  <a:lnTo>
                    <a:pt x="2704070" y="207481"/>
                  </a:lnTo>
                  <a:lnTo>
                    <a:pt x="2710330" y="207537"/>
                  </a:lnTo>
                  <a:lnTo>
                    <a:pt x="2716589" y="207576"/>
                  </a:lnTo>
                  <a:lnTo>
                    <a:pt x="2722849" y="207600"/>
                  </a:lnTo>
                  <a:lnTo>
                    <a:pt x="2729108" y="207608"/>
                  </a:lnTo>
                  <a:lnTo>
                    <a:pt x="2735368" y="207601"/>
                  </a:lnTo>
                  <a:lnTo>
                    <a:pt x="2741627" y="207580"/>
                  </a:lnTo>
                  <a:lnTo>
                    <a:pt x="2747886" y="207545"/>
                  </a:lnTo>
                  <a:lnTo>
                    <a:pt x="2754146" y="207496"/>
                  </a:lnTo>
                  <a:lnTo>
                    <a:pt x="2760405" y="207435"/>
                  </a:lnTo>
                  <a:lnTo>
                    <a:pt x="2766665" y="207362"/>
                  </a:lnTo>
                  <a:lnTo>
                    <a:pt x="2772924" y="207280"/>
                  </a:lnTo>
                  <a:lnTo>
                    <a:pt x="2779184" y="207193"/>
                  </a:lnTo>
                  <a:lnTo>
                    <a:pt x="2785443" y="207104"/>
                  </a:lnTo>
                  <a:lnTo>
                    <a:pt x="2791702" y="207017"/>
                  </a:lnTo>
                  <a:lnTo>
                    <a:pt x="2797962" y="206939"/>
                  </a:lnTo>
                  <a:lnTo>
                    <a:pt x="2804221" y="206872"/>
                  </a:lnTo>
                  <a:lnTo>
                    <a:pt x="2810481" y="206820"/>
                  </a:lnTo>
                  <a:lnTo>
                    <a:pt x="2816740" y="206787"/>
                  </a:lnTo>
                  <a:lnTo>
                    <a:pt x="2822999" y="206773"/>
                  </a:lnTo>
                  <a:lnTo>
                    <a:pt x="2829259" y="206780"/>
                  </a:lnTo>
                  <a:lnTo>
                    <a:pt x="2835518" y="206807"/>
                  </a:lnTo>
                  <a:lnTo>
                    <a:pt x="2841778" y="206853"/>
                  </a:lnTo>
                  <a:lnTo>
                    <a:pt x="2848037" y="206915"/>
                  </a:lnTo>
                  <a:lnTo>
                    <a:pt x="2854297" y="206990"/>
                  </a:lnTo>
                  <a:lnTo>
                    <a:pt x="2860556" y="207074"/>
                  </a:lnTo>
                  <a:lnTo>
                    <a:pt x="2866815" y="207163"/>
                  </a:lnTo>
                  <a:lnTo>
                    <a:pt x="2873075" y="207252"/>
                  </a:lnTo>
                  <a:lnTo>
                    <a:pt x="2879334" y="207337"/>
                  </a:lnTo>
                  <a:lnTo>
                    <a:pt x="2885594" y="207415"/>
                  </a:lnTo>
                  <a:lnTo>
                    <a:pt x="2891853" y="207483"/>
                  </a:lnTo>
                  <a:lnTo>
                    <a:pt x="2898113" y="207542"/>
                  </a:lnTo>
                  <a:lnTo>
                    <a:pt x="2904372" y="207589"/>
                  </a:lnTo>
                  <a:lnTo>
                    <a:pt x="2910631" y="207627"/>
                  </a:lnTo>
                  <a:lnTo>
                    <a:pt x="2916891" y="207654"/>
                  </a:lnTo>
                  <a:lnTo>
                    <a:pt x="2923150" y="207672"/>
                  </a:lnTo>
                  <a:lnTo>
                    <a:pt x="2929410" y="207682"/>
                  </a:lnTo>
                  <a:lnTo>
                    <a:pt x="2935669" y="207685"/>
                  </a:lnTo>
                  <a:lnTo>
                    <a:pt x="2941929" y="207679"/>
                  </a:lnTo>
                  <a:lnTo>
                    <a:pt x="2948188" y="207663"/>
                  </a:lnTo>
                  <a:lnTo>
                    <a:pt x="2954447" y="207637"/>
                  </a:lnTo>
                  <a:lnTo>
                    <a:pt x="2960707" y="207599"/>
                  </a:lnTo>
                  <a:lnTo>
                    <a:pt x="2966966" y="207547"/>
                  </a:lnTo>
                  <a:lnTo>
                    <a:pt x="2973226" y="207479"/>
                  </a:lnTo>
                  <a:lnTo>
                    <a:pt x="2979485" y="207396"/>
                  </a:lnTo>
                  <a:lnTo>
                    <a:pt x="2985744" y="207297"/>
                  </a:lnTo>
                  <a:lnTo>
                    <a:pt x="2992004" y="207185"/>
                  </a:lnTo>
                  <a:lnTo>
                    <a:pt x="2998263" y="207066"/>
                  </a:lnTo>
                  <a:lnTo>
                    <a:pt x="3004523" y="206945"/>
                  </a:lnTo>
                  <a:lnTo>
                    <a:pt x="3010782" y="206830"/>
                  </a:lnTo>
                  <a:lnTo>
                    <a:pt x="3017042" y="206731"/>
                  </a:lnTo>
                  <a:lnTo>
                    <a:pt x="3023301" y="206657"/>
                  </a:lnTo>
                  <a:lnTo>
                    <a:pt x="3029560" y="206615"/>
                  </a:lnTo>
                  <a:lnTo>
                    <a:pt x="3035820" y="206607"/>
                  </a:lnTo>
                  <a:lnTo>
                    <a:pt x="3042079" y="206634"/>
                  </a:lnTo>
                  <a:lnTo>
                    <a:pt x="3048339" y="206692"/>
                  </a:lnTo>
                  <a:lnTo>
                    <a:pt x="3054598" y="206776"/>
                  </a:lnTo>
                  <a:lnTo>
                    <a:pt x="3060858" y="206877"/>
                  </a:lnTo>
                  <a:lnTo>
                    <a:pt x="3067117" y="206985"/>
                  </a:lnTo>
                  <a:lnTo>
                    <a:pt x="3073376" y="207092"/>
                  </a:lnTo>
                  <a:lnTo>
                    <a:pt x="3079636" y="207189"/>
                  </a:lnTo>
                  <a:lnTo>
                    <a:pt x="3085895" y="207268"/>
                  </a:lnTo>
                  <a:lnTo>
                    <a:pt x="3092155" y="207326"/>
                  </a:lnTo>
                  <a:lnTo>
                    <a:pt x="3098414" y="207359"/>
                  </a:lnTo>
                  <a:lnTo>
                    <a:pt x="3104674" y="207368"/>
                  </a:lnTo>
                  <a:lnTo>
                    <a:pt x="3110933" y="207356"/>
                  </a:lnTo>
                  <a:lnTo>
                    <a:pt x="3117192" y="207328"/>
                  </a:lnTo>
                  <a:lnTo>
                    <a:pt x="3123452" y="207290"/>
                  </a:lnTo>
                  <a:lnTo>
                    <a:pt x="3129711" y="207248"/>
                  </a:lnTo>
                  <a:lnTo>
                    <a:pt x="3135971" y="207210"/>
                  </a:lnTo>
                  <a:lnTo>
                    <a:pt x="3142230" y="207179"/>
                  </a:lnTo>
                  <a:lnTo>
                    <a:pt x="3148489" y="207162"/>
                  </a:lnTo>
                  <a:lnTo>
                    <a:pt x="3154749" y="207160"/>
                  </a:lnTo>
                  <a:lnTo>
                    <a:pt x="3161008" y="207176"/>
                  </a:lnTo>
                  <a:lnTo>
                    <a:pt x="3167268" y="207207"/>
                  </a:lnTo>
                  <a:lnTo>
                    <a:pt x="3173527" y="207252"/>
                  </a:lnTo>
                  <a:lnTo>
                    <a:pt x="3179787" y="207308"/>
                  </a:lnTo>
                  <a:lnTo>
                    <a:pt x="3186046" y="207368"/>
                  </a:lnTo>
                  <a:lnTo>
                    <a:pt x="3192305" y="207430"/>
                  </a:lnTo>
                  <a:lnTo>
                    <a:pt x="3198565" y="207488"/>
                  </a:lnTo>
                </a:path>
              </a:pathLst>
            </a:custGeom>
            <a:ln w="27101" cap="flat">
              <a:solidFill>
                <a:srgbClr val="33C9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3749798" y="4312293"/>
              <a:ext cx="3198565" cy="143665"/>
            </a:xfrm>
            <a:custGeom>
              <a:avLst/>
              <a:pathLst>
                <a:path w="3198565" h="143665">
                  <a:moveTo>
                    <a:pt x="0" y="143665"/>
                  </a:moveTo>
                  <a:lnTo>
                    <a:pt x="6259" y="143665"/>
                  </a:lnTo>
                  <a:lnTo>
                    <a:pt x="12518" y="143664"/>
                  </a:lnTo>
                  <a:lnTo>
                    <a:pt x="18778" y="143663"/>
                  </a:lnTo>
                  <a:lnTo>
                    <a:pt x="25037" y="143662"/>
                  </a:lnTo>
                  <a:lnTo>
                    <a:pt x="31297" y="143660"/>
                  </a:lnTo>
                  <a:lnTo>
                    <a:pt x="37556" y="143657"/>
                  </a:lnTo>
                  <a:lnTo>
                    <a:pt x="43815" y="143652"/>
                  </a:lnTo>
                  <a:lnTo>
                    <a:pt x="50075" y="143645"/>
                  </a:lnTo>
                  <a:lnTo>
                    <a:pt x="56334" y="143634"/>
                  </a:lnTo>
                  <a:lnTo>
                    <a:pt x="62594" y="143619"/>
                  </a:lnTo>
                  <a:lnTo>
                    <a:pt x="68853" y="143598"/>
                  </a:lnTo>
                  <a:lnTo>
                    <a:pt x="75113" y="143568"/>
                  </a:lnTo>
                  <a:lnTo>
                    <a:pt x="81372" y="143527"/>
                  </a:lnTo>
                  <a:lnTo>
                    <a:pt x="87631" y="143473"/>
                  </a:lnTo>
                  <a:lnTo>
                    <a:pt x="93891" y="143400"/>
                  </a:lnTo>
                  <a:lnTo>
                    <a:pt x="100150" y="143303"/>
                  </a:lnTo>
                  <a:lnTo>
                    <a:pt x="106410" y="143178"/>
                  </a:lnTo>
                  <a:lnTo>
                    <a:pt x="112669" y="143021"/>
                  </a:lnTo>
                  <a:lnTo>
                    <a:pt x="118929" y="142826"/>
                  </a:lnTo>
                  <a:lnTo>
                    <a:pt x="125188" y="142588"/>
                  </a:lnTo>
                  <a:lnTo>
                    <a:pt x="131447" y="142305"/>
                  </a:lnTo>
                  <a:lnTo>
                    <a:pt x="137707" y="141970"/>
                  </a:lnTo>
                  <a:lnTo>
                    <a:pt x="143966" y="141583"/>
                  </a:lnTo>
                  <a:lnTo>
                    <a:pt x="150226" y="141143"/>
                  </a:lnTo>
                  <a:lnTo>
                    <a:pt x="156485" y="140643"/>
                  </a:lnTo>
                  <a:lnTo>
                    <a:pt x="162745" y="140094"/>
                  </a:lnTo>
                  <a:lnTo>
                    <a:pt x="169004" y="139504"/>
                  </a:lnTo>
                  <a:lnTo>
                    <a:pt x="175263" y="138881"/>
                  </a:lnTo>
                  <a:lnTo>
                    <a:pt x="181523" y="138236"/>
                  </a:lnTo>
                  <a:lnTo>
                    <a:pt x="187782" y="137583"/>
                  </a:lnTo>
                  <a:lnTo>
                    <a:pt x="194042" y="136935"/>
                  </a:lnTo>
                  <a:lnTo>
                    <a:pt x="200301" y="136310"/>
                  </a:lnTo>
                  <a:lnTo>
                    <a:pt x="206560" y="135722"/>
                  </a:lnTo>
                  <a:lnTo>
                    <a:pt x="212820" y="135197"/>
                  </a:lnTo>
                  <a:lnTo>
                    <a:pt x="219079" y="134748"/>
                  </a:lnTo>
                  <a:lnTo>
                    <a:pt x="225339" y="134387"/>
                  </a:lnTo>
                  <a:lnTo>
                    <a:pt x="231598" y="134124"/>
                  </a:lnTo>
                  <a:lnTo>
                    <a:pt x="237858" y="133965"/>
                  </a:lnTo>
                  <a:lnTo>
                    <a:pt x="244117" y="133915"/>
                  </a:lnTo>
                  <a:lnTo>
                    <a:pt x="250376" y="133972"/>
                  </a:lnTo>
                  <a:lnTo>
                    <a:pt x="256636" y="134134"/>
                  </a:lnTo>
                  <a:lnTo>
                    <a:pt x="262895" y="134392"/>
                  </a:lnTo>
                  <a:lnTo>
                    <a:pt x="269155" y="134740"/>
                  </a:lnTo>
                  <a:lnTo>
                    <a:pt x="275414" y="135163"/>
                  </a:lnTo>
                  <a:lnTo>
                    <a:pt x="281674" y="135637"/>
                  </a:lnTo>
                  <a:lnTo>
                    <a:pt x="287933" y="136147"/>
                  </a:lnTo>
                  <a:lnTo>
                    <a:pt x="294192" y="136675"/>
                  </a:lnTo>
                  <a:lnTo>
                    <a:pt x="300452" y="137206"/>
                  </a:lnTo>
                  <a:lnTo>
                    <a:pt x="306711" y="137725"/>
                  </a:lnTo>
                  <a:lnTo>
                    <a:pt x="312971" y="138220"/>
                  </a:lnTo>
                  <a:lnTo>
                    <a:pt x="319230" y="138682"/>
                  </a:lnTo>
                  <a:lnTo>
                    <a:pt x="325490" y="139102"/>
                  </a:lnTo>
                  <a:lnTo>
                    <a:pt x="331749" y="139470"/>
                  </a:lnTo>
                  <a:lnTo>
                    <a:pt x="338008" y="139791"/>
                  </a:lnTo>
                  <a:lnTo>
                    <a:pt x="344268" y="140066"/>
                  </a:lnTo>
                  <a:lnTo>
                    <a:pt x="350527" y="140297"/>
                  </a:lnTo>
                  <a:lnTo>
                    <a:pt x="356787" y="140488"/>
                  </a:lnTo>
                  <a:lnTo>
                    <a:pt x="363046" y="140642"/>
                  </a:lnTo>
                  <a:lnTo>
                    <a:pt x="369305" y="140763"/>
                  </a:lnTo>
                  <a:lnTo>
                    <a:pt x="375565" y="140855"/>
                  </a:lnTo>
                  <a:lnTo>
                    <a:pt x="381824" y="140919"/>
                  </a:lnTo>
                  <a:lnTo>
                    <a:pt x="388084" y="140955"/>
                  </a:lnTo>
                  <a:lnTo>
                    <a:pt x="394343" y="140966"/>
                  </a:lnTo>
                  <a:lnTo>
                    <a:pt x="400603" y="140951"/>
                  </a:lnTo>
                  <a:lnTo>
                    <a:pt x="406862" y="140907"/>
                  </a:lnTo>
                  <a:lnTo>
                    <a:pt x="413121" y="140834"/>
                  </a:lnTo>
                  <a:lnTo>
                    <a:pt x="419381" y="140728"/>
                  </a:lnTo>
                  <a:lnTo>
                    <a:pt x="425640" y="140589"/>
                  </a:lnTo>
                  <a:lnTo>
                    <a:pt x="431900" y="140413"/>
                  </a:lnTo>
                  <a:lnTo>
                    <a:pt x="438159" y="140202"/>
                  </a:lnTo>
                  <a:lnTo>
                    <a:pt x="444419" y="139953"/>
                  </a:lnTo>
                  <a:lnTo>
                    <a:pt x="450678" y="139670"/>
                  </a:lnTo>
                  <a:lnTo>
                    <a:pt x="456937" y="139360"/>
                  </a:lnTo>
                  <a:lnTo>
                    <a:pt x="463197" y="139028"/>
                  </a:lnTo>
                  <a:lnTo>
                    <a:pt x="469456" y="138680"/>
                  </a:lnTo>
                  <a:lnTo>
                    <a:pt x="475716" y="138323"/>
                  </a:lnTo>
                  <a:lnTo>
                    <a:pt x="481975" y="137964"/>
                  </a:lnTo>
                  <a:lnTo>
                    <a:pt x="488235" y="137609"/>
                  </a:lnTo>
                  <a:lnTo>
                    <a:pt x="494494" y="137264"/>
                  </a:lnTo>
                  <a:lnTo>
                    <a:pt x="500753" y="136937"/>
                  </a:lnTo>
                  <a:lnTo>
                    <a:pt x="507013" y="136631"/>
                  </a:lnTo>
                  <a:lnTo>
                    <a:pt x="513272" y="136348"/>
                  </a:lnTo>
                  <a:lnTo>
                    <a:pt x="519532" y="136089"/>
                  </a:lnTo>
                  <a:lnTo>
                    <a:pt x="525791" y="135855"/>
                  </a:lnTo>
                  <a:lnTo>
                    <a:pt x="532050" y="135645"/>
                  </a:lnTo>
                  <a:lnTo>
                    <a:pt x="538310" y="135459"/>
                  </a:lnTo>
                  <a:lnTo>
                    <a:pt x="544569" y="135296"/>
                  </a:lnTo>
                  <a:lnTo>
                    <a:pt x="550829" y="135154"/>
                  </a:lnTo>
                  <a:lnTo>
                    <a:pt x="557088" y="135034"/>
                  </a:lnTo>
                  <a:lnTo>
                    <a:pt x="563348" y="134935"/>
                  </a:lnTo>
                  <a:lnTo>
                    <a:pt x="569607" y="134854"/>
                  </a:lnTo>
                  <a:lnTo>
                    <a:pt x="575866" y="134789"/>
                  </a:lnTo>
                  <a:lnTo>
                    <a:pt x="582126" y="134737"/>
                  </a:lnTo>
                  <a:lnTo>
                    <a:pt x="588385" y="134692"/>
                  </a:lnTo>
                  <a:lnTo>
                    <a:pt x="594645" y="134652"/>
                  </a:lnTo>
                  <a:lnTo>
                    <a:pt x="600904" y="134609"/>
                  </a:lnTo>
                  <a:lnTo>
                    <a:pt x="607164" y="134556"/>
                  </a:lnTo>
                  <a:lnTo>
                    <a:pt x="613423" y="134487"/>
                  </a:lnTo>
                  <a:lnTo>
                    <a:pt x="619682" y="134388"/>
                  </a:lnTo>
                  <a:lnTo>
                    <a:pt x="625942" y="134253"/>
                  </a:lnTo>
                  <a:lnTo>
                    <a:pt x="632201" y="134077"/>
                  </a:lnTo>
                  <a:lnTo>
                    <a:pt x="638461" y="133854"/>
                  </a:lnTo>
                  <a:lnTo>
                    <a:pt x="644720" y="133584"/>
                  </a:lnTo>
                  <a:lnTo>
                    <a:pt x="650980" y="133264"/>
                  </a:lnTo>
                  <a:lnTo>
                    <a:pt x="657239" y="132896"/>
                  </a:lnTo>
                  <a:lnTo>
                    <a:pt x="663498" y="132486"/>
                  </a:lnTo>
                  <a:lnTo>
                    <a:pt x="669758" y="132037"/>
                  </a:lnTo>
                  <a:lnTo>
                    <a:pt x="676017" y="131556"/>
                  </a:lnTo>
                  <a:lnTo>
                    <a:pt x="682277" y="131053"/>
                  </a:lnTo>
                  <a:lnTo>
                    <a:pt x="688536" y="130537"/>
                  </a:lnTo>
                  <a:lnTo>
                    <a:pt x="694796" y="130016"/>
                  </a:lnTo>
                  <a:lnTo>
                    <a:pt x="701055" y="129495"/>
                  </a:lnTo>
                  <a:lnTo>
                    <a:pt x="707314" y="128978"/>
                  </a:lnTo>
                  <a:lnTo>
                    <a:pt x="713574" y="128470"/>
                  </a:lnTo>
                  <a:lnTo>
                    <a:pt x="719833" y="127970"/>
                  </a:lnTo>
                  <a:lnTo>
                    <a:pt x="726093" y="127481"/>
                  </a:lnTo>
                  <a:lnTo>
                    <a:pt x="732352" y="127002"/>
                  </a:lnTo>
                  <a:lnTo>
                    <a:pt x="738611" y="126532"/>
                  </a:lnTo>
                  <a:lnTo>
                    <a:pt x="744871" y="126069"/>
                  </a:lnTo>
                  <a:lnTo>
                    <a:pt x="751130" y="125611"/>
                  </a:lnTo>
                  <a:lnTo>
                    <a:pt x="757390" y="125157"/>
                  </a:lnTo>
                  <a:lnTo>
                    <a:pt x="763649" y="124705"/>
                  </a:lnTo>
                  <a:lnTo>
                    <a:pt x="769909" y="124251"/>
                  </a:lnTo>
                  <a:lnTo>
                    <a:pt x="776168" y="123792"/>
                  </a:lnTo>
                  <a:lnTo>
                    <a:pt x="782427" y="123324"/>
                  </a:lnTo>
                  <a:lnTo>
                    <a:pt x="788687" y="122839"/>
                  </a:lnTo>
                  <a:lnTo>
                    <a:pt x="794946" y="122325"/>
                  </a:lnTo>
                  <a:lnTo>
                    <a:pt x="801206" y="121774"/>
                  </a:lnTo>
                  <a:lnTo>
                    <a:pt x="807465" y="121177"/>
                  </a:lnTo>
                  <a:lnTo>
                    <a:pt x="813725" y="120522"/>
                  </a:lnTo>
                  <a:lnTo>
                    <a:pt x="819984" y="119798"/>
                  </a:lnTo>
                  <a:lnTo>
                    <a:pt x="826243" y="118994"/>
                  </a:lnTo>
                  <a:lnTo>
                    <a:pt x="832503" y="118101"/>
                  </a:lnTo>
                  <a:lnTo>
                    <a:pt x="838762" y="117108"/>
                  </a:lnTo>
                  <a:lnTo>
                    <a:pt x="845022" y="116007"/>
                  </a:lnTo>
                  <a:lnTo>
                    <a:pt x="851281" y="114775"/>
                  </a:lnTo>
                  <a:lnTo>
                    <a:pt x="857541" y="113412"/>
                  </a:lnTo>
                  <a:lnTo>
                    <a:pt x="863800" y="111910"/>
                  </a:lnTo>
                  <a:lnTo>
                    <a:pt x="870059" y="110255"/>
                  </a:lnTo>
                  <a:lnTo>
                    <a:pt x="876319" y="108432"/>
                  </a:lnTo>
                  <a:lnTo>
                    <a:pt x="882578" y="106421"/>
                  </a:lnTo>
                  <a:lnTo>
                    <a:pt x="888838" y="104201"/>
                  </a:lnTo>
                  <a:lnTo>
                    <a:pt x="895097" y="101744"/>
                  </a:lnTo>
                  <a:lnTo>
                    <a:pt x="901356" y="99023"/>
                  </a:lnTo>
                  <a:lnTo>
                    <a:pt x="907616" y="95981"/>
                  </a:lnTo>
                  <a:lnTo>
                    <a:pt x="913875" y="92588"/>
                  </a:lnTo>
                  <a:lnTo>
                    <a:pt x="920135" y="88836"/>
                  </a:lnTo>
                  <a:lnTo>
                    <a:pt x="926394" y="84704"/>
                  </a:lnTo>
                  <a:lnTo>
                    <a:pt x="932654" y="80181"/>
                  </a:lnTo>
                  <a:lnTo>
                    <a:pt x="938913" y="75265"/>
                  </a:lnTo>
                  <a:lnTo>
                    <a:pt x="945172" y="69967"/>
                  </a:lnTo>
                  <a:lnTo>
                    <a:pt x="951432" y="64311"/>
                  </a:lnTo>
                  <a:lnTo>
                    <a:pt x="957691" y="58339"/>
                  </a:lnTo>
                  <a:lnTo>
                    <a:pt x="963951" y="52100"/>
                  </a:lnTo>
                  <a:lnTo>
                    <a:pt x="970210" y="45683"/>
                  </a:lnTo>
                  <a:lnTo>
                    <a:pt x="976470" y="39210"/>
                  </a:lnTo>
                  <a:lnTo>
                    <a:pt x="982729" y="32797"/>
                  </a:lnTo>
                  <a:lnTo>
                    <a:pt x="988988" y="26570"/>
                  </a:lnTo>
                  <a:lnTo>
                    <a:pt x="995248" y="20665"/>
                  </a:lnTo>
                  <a:lnTo>
                    <a:pt x="1001507" y="15222"/>
                  </a:lnTo>
                  <a:lnTo>
                    <a:pt x="1007767" y="10382"/>
                  </a:lnTo>
                  <a:lnTo>
                    <a:pt x="1014026" y="6284"/>
                  </a:lnTo>
                  <a:lnTo>
                    <a:pt x="1020286" y="3066"/>
                  </a:lnTo>
                  <a:lnTo>
                    <a:pt x="1026545" y="981"/>
                  </a:lnTo>
                  <a:lnTo>
                    <a:pt x="1032804" y="0"/>
                  </a:lnTo>
                  <a:lnTo>
                    <a:pt x="1039064" y="180"/>
                  </a:lnTo>
                  <a:lnTo>
                    <a:pt x="1045323" y="1551"/>
                  </a:lnTo>
                  <a:lnTo>
                    <a:pt x="1051583" y="4111"/>
                  </a:lnTo>
                  <a:lnTo>
                    <a:pt x="1057842" y="7825"/>
                  </a:lnTo>
                  <a:lnTo>
                    <a:pt x="1064101" y="12628"/>
                  </a:lnTo>
                  <a:lnTo>
                    <a:pt x="1070361" y="18427"/>
                  </a:lnTo>
                  <a:lnTo>
                    <a:pt x="1076620" y="25101"/>
                  </a:lnTo>
                  <a:lnTo>
                    <a:pt x="1082880" y="32564"/>
                  </a:lnTo>
                  <a:lnTo>
                    <a:pt x="1089139" y="40563"/>
                  </a:lnTo>
                  <a:lnTo>
                    <a:pt x="1095399" y="48909"/>
                  </a:lnTo>
                  <a:lnTo>
                    <a:pt x="1101658" y="57429"/>
                  </a:lnTo>
                  <a:lnTo>
                    <a:pt x="1107917" y="65960"/>
                  </a:lnTo>
                  <a:lnTo>
                    <a:pt x="1114177" y="74347"/>
                  </a:lnTo>
                  <a:lnTo>
                    <a:pt x="1120436" y="82454"/>
                  </a:lnTo>
                  <a:lnTo>
                    <a:pt x="1126696" y="90160"/>
                  </a:lnTo>
                  <a:lnTo>
                    <a:pt x="1132955" y="97369"/>
                  </a:lnTo>
                  <a:lnTo>
                    <a:pt x="1139215" y="103960"/>
                  </a:lnTo>
                  <a:lnTo>
                    <a:pt x="1145474" y="109887"/>
                  </a:lnTo>
                  <a:lnTo>
                    <a:pt x="1151733" y="115168"/>
                  </a:lnTo>
                  <a:lnTo>
                    <a:pt x="1157993" y="119806"/>
                  </a:lnTo>
                  <a:lnTo>
                    <a:pt x="1164252" y="123819"/>
                  </a:lnTo>
                  <a:lnTo>
                    <a:pt x="1170512" y="127241"/>
                  </a:lnTo>
                  <a:lnTo>
                    <a:pt x="1176771" y="130111"/>
                  </a:lnTo>
                  <a:lnTo>
                    <a:pt x="1183031" y="132478"/>
                  </a:lnTo>
                  <a:lnTo>
                    <a:pt x="1189290" y="134396"/>
                  </a:lnTo>
                  <a:lnTo>
                    <a:pt x="1195549" y="135905"/>
                  </a:lnTo>
                  <a:lnTo>
                    <a:pt x="1201809" y="137049"/>
                  </a:lnTo>
                  <a:lnTo>
                    <a:pt x="1208068" y="137915"/>
                  </a:lnTo>
                  <a:lnTo>
                    <a:pt x="1214328" y="138545"/>
                  </a:lnTo>
                  <a:lnTo>
                    <a:pt x="1220587" y="138978"/>
                  </a:lnTo>
                  <a:lnTo>
                    <a:pt x="1226846" y="139246"/>
                  </a:lnTo>
                  <a:lnTo>
                    <a:pt x="1233106" y="139378"/>
                  </a:lnTo>
                  <a:lnTo>
                    <a:pt x="1239365" y="139396"/>
                  </a:lnTo>
                  <a:lnTo>
                    <a:pt x="1245625" y="139318"/>
                  </a:lnTo>
                  <a:lnTo>
                    <a:pt x="1251884" y="139160"/>
                  </a:lnTo>
                  <a:lnTo>
                    <a:pt x="1258144" y="138926"/>
                  </a:lnTo>
                  <a:lnTo>
                    <a:pt x="1264403" y="138635"/>
                  </a:lnTo>
                  <a:lnTo>
                    <a:pt x="1270662" y="138294"/>
                  </a:lnTo>
                  <a:lnTo>
                    <a:pt x="1276922" y="137910"/>
                  </a:lnTo>
                  <a:lnTo>
                    <a:pt x="1283181" y="137489"/>
                  </a:lnTo>
                  <a:lnTo>
                    <a:pt x="1289441" y="137036"/>
                  </a:lnTo>
                  <a:lnTo>
                    <a:pt x="1295700" y="136559"/>
                  </a:lnTo>
                  <a:lnTo>
                    <a:pt x="1301960" y="136061"/>
                  </a:lnTo>
                  <a:lnTo>
                    <a:pt x="1308219" y="135549"/>
                  </a:lnTo>
                  <a:lnTo>
                    <a:pt x="1314478" y="135028"/>
                  </a:lnTo>
                  <a:lnTo>
                    <a:pt x="1320738" y="134504"/>
                  </a:lnTo>
                  <a:lnTo>
                    <a:pt x="1326997" y="133980"/>
                  </a:lnTo>
                  <a:lnTo>
                    <a:pt x="1333257" y="133458"/>
                  </a:lnTo>
                  <a:lnTo>
                    <a:pt x="1339516" y="132938"/>
                  </a:lnTo>
                  <a:lnTo>
                    <a:pt x="1345776" y="132419"/>
                  </a:lnTo>
                  <a:lnTo>
                    <a:pt x="1352035" y="131896"/>
                  </a:lnTo>
                  <a:lnTo>
                    <a:pt x="1358294" y="131364"/>
                  </a:lnTo>
                  <a:lnTo>
                    <a:pt x="1364554" y="130816"/>
                  </a:lnTo>
                  <a:lnTo>
                    <a:pt x="1370813" y="130240"/>
                  </a:lnTo>
                  <a:lnTo>
                    <a:pt x="1377073" y="129627"/>
                  </a:lnTo>
                  <a:lnTo>
                    <a:pt x="1383332" y="128967"/>
                  </a:lnTo>
                  <a:lnTo>
                    <a:pt x="1389592" y="128255"/>
                  </a:lnTo>
                  <a:lnTo>
                    <a:pt x="1395851" y="127483"/>
                  </a:lnTo>
                  <a:lnTo>
                    <a:pt x="1402110" y="126649"/>
                  </a:lnTo>
                  <a:lnTo>
                    <a:pt x="1408370" y="125752"/>
                  </a:lnTo>
                  <a:lnTo>
                    <a:pt x="1414629" y="124794"/>
                  </a:lnTo>
                  <a:lnTo>
                    <a:pt x="1420889" y="123781"/>
                  </a:lnTo>
                  <a:lnTo>
                    <a:pt x="1427148" y="122721"/>
                  </a:lnTo>
                  <a:lnTo>
                    <a:pt x="1433407" y="121631"/>
                  </a:lnTo>
                  <a:lnTo>
                    <a:pt x="1439667" y="120532"/>
                  </a:lnTo>
                  <a:lnTo>
                    <a:pt x="1445926" y="119445"/>
                  </a:lnTo>
                  <a:lnTo>
                    <a:pt x="1452186" y="118395"/>
                  </a:lnTo>
                  <a:lnTo>
                    <a:pt x="1458445" y="117406"/>
                  </a:lnTo>
                  <a:lnTo>
                    <a:pt x="1464705" y="116503"/>
                  </a:lnTo>
                  <a:lnTo>
                    <a:pt x="1470964" y="115713"/>
                  </a:lnTo>
                  <a:lnTo>
                    <a:pt x="1477223" y="115060"/>
                  </a:lnTo>
                  <a:lnTo>
                    <a:pt x="1483483" y="114566"/>
                  </a:lnTo>
                  <a:lnTo>
                    <a:pt x="1489742" y="114280"/>
                  </a:lnTo>
                  <a:lnTo>
                    <a:pt x="1496002" y="114192"/>
                  </a:lnTo>
                  <a:lnTo>
                    <a:pt x="1502261" y="114311"/>
                  </a:lnTo>
                  <a:lnTo>
                    <a:pt x="1508521" y="114640"/>
                  </a:lnTo>
                  <a:lnTo>
                    <a:pt x="1514780" y="115176"/>
                  </a:lnTo>
                  <a:lnTo>
                    <a:pt x="1521039" y="115911"/>
                  </a:lnTo>
                  <a:lnTo>
                    <a:pt x="1527299" y="116833"/>
                  </a:lnTo>
                  <a:lnTo>
                    <a:pt x="1533558" y="117924"/>
                  </a:lnTo>
                  <a:lnTo>
                    <a:pt x="1539818" y="119162"/>
                  </a:lnTo>
                  <a:lnTo>
                    <a:pt x="1546077" y="120532"/>
                  </a:lnTo>
                  <a:lnTo>
                    <a:pt x="1552337" y="121994"/>
                  </a:lnTo>
                  <a:lnTo>
                    <a:pt x="1558596" y="123516"/>
                  </a:lnTo>
                  <a:lnTo>
                    <a:pt x="1564855" y="125072"/>
                  </a:lnTo>
                  <a:lnTo>
                    <a:pt x="1571115" y="126636"/>
                  </a:lnTo>
                  <a:lnTo>
                    <a:pt x="1577374" y="128186"/>
                  </a:lnTo>
                  <a:lnTo>
                    <a:pt x="1583634" y="129700"/>
                  </a:lnTo>
                  <a:lnTo>
                    <a:pt x="1589893" y="131160"/>
                  </a:lnTo>
                  <a:lnTo>
                    <a:pt x="1596152" y="132552"/>
                  </a:lnTo>
                  <a:lnTo>
                    <a:pt x="1602412" y="133856"/>
                  </a:lnTo>
                  <a:lnTo>
                    <a:pt x="1608671" y="135063"/>
                  </a:lnTo>
                  <a:lnTo>
                    <a:pt x="1614931" y="136174"/>
                  </a:lnTo>
                  <a:lnTo>
                    <a:pt x="1621190" y="137185"/>
                  </a:lnTo>
                  <a:lnTo>
                    <a:pt x="1627450" y="138098"/>
                  </a:lnTo>
                  <a:lnTo>
                    <a:pt x="1633709" y="138914"/>
                  </a:lnTo>
                  <a:lnTo>
                    <a:pt x="1639968" y="139636"/>
                  </a:lnTo>
                  <a:lnTo>
                    <a:pt x="1646228" y="140271"/>
                  </a:lnTo>
                  <a:lnTo>
                    <a:pt x="1652487" y="140823"/>
                  </a:lnTo>
                  <a:lnTo>
                    <a:pt x="1658747" y="141297"/>
                  </a:lnTo>
                  <a:lnTo>
                    <a:pt x="1665006" y="141697"/>
                  </a:lnTo>
                  <a:lnTo>
                    <a:pt x="1671266" y="142038"/>
                  </a:lnTo>
                  <a:lnTo>
                    <a:pt x="1677525" y="142326"/>
                  </a:lnTo>
                  <a:lnTo>
                    <a:pt x="1683784" y="142569"/>
                  </a:lnTo>
                  <a:lnTo>
                    <a:pt x="1690044" y="142772"/>
                  </a:lnTo>
                  <a:lnTo>
                    <a:pt x="1696303" y="142940"/>
                  </a:lnTo>
                  <a:lnTo>
                    <a:pt x="1702563" y="143079"/>
                  </a:lnTo>
                  <a:lnTo>
                    <a:pt x="1708822" y="143192"/>
                  </a:lnTo>
                  <a:lnTo>
                    <a:pt x="1715082" y="143283"/>
                  </a:lnTo>
                  <a:lnTo>
                    <a:pt x="1721341" y="143353"/>
                  </a:lnTo>
                  <a:lnTo>
                    <a:pt x="1727600" y="143407"/>
                  </a:lnTo>
                  <a:lnTo>
                    <a:pt x="1733860" y="143447"/>
                  </a:lnTo>
                  <a:lnTo>
                    <a:pt x="1740119" y="143475"/>
                  </a:lnTo>
                  <a:lnTo>
                    <a:pt x="1746379" y="143491"/>
                  </a:lnTo>
                  <a:lnTo>
                    <a:pt x="1752638" y="143498"/>
                  </a:lnTo>
                  <a:lnTo>
                    <a:pt x="1758897" y="143496"/>
                  </a:lnTo>
                  <a:lnTo>
                    <a:pt x="1765157" y="143487"/>
                  </a:lnTo>
                  <a:lnTo>
                    <a:pt x="1771416" y="143471"/>
                  </a:lnTo>
                  <a:lnTo>
                    <a:pt x="1777676" y="143450"/>
                  </a:lnTo>
                  <a:lnTo>
                    <a:pt x="1783935" y="143425"/>
                  </a:lnTo>
                  <a:lnTo>
                    <a:pt x="1790195" y="143397"/>
                  </a:lnTo>
                  <a:lnTo>
                    <a:pt x="1796454" y="143369"/>
                  </a:lnTo>
                  <a:lnTo>
                    <a:pt x="1802713" y="143341"/>
                  </a:lnTo>
                  <a:lnTo>
                    <a:pt x="1808973" y="143315"/>
                  </a:lnTo>
                  <a:lnTo>
                    <a:pt x="1815232" y="143292"/>
                  </a:lnTo>
                  <a:lnTo>
                    <a:pt x="1821492" y="143273"/>
                  </a:lnTo>
                  <a:lnTo>
                    <a:pt x="1827751" y="143259"/>
                  </a:lnTo>
                  <a:lnTo>
                    <a:pt x="1834011" y="143251"/>
                  </a:lnTo>
                  <a:lnTo>
                    <a:pt x="1840270" y="143250"/>
                  </a:lnTo>
                  <a:lnTo>
                    <a:pt x="1846529" y="143255"/>
                  </a:lnTo>
                  <a:lnTo>
                    <a:pt x="1852789" y="143266"/>
                  </a:lnTo>
                  <a:lnTo>
                    <a:pt x="1859048" y="143281"/>
                  </a:lnTo>
                  <a:lnTo>
                    <a:pt x="1865308" y="143300"/>
                  </a:lnTo>
                  <a:lnTo>
                    <a:pt x="1871567" y="143320"/>
                  </a:lnTo>
                  <a:lnTo>
                    <a:pt x="1877827" y="143342"/>
                  </a:lnTo>
                  <a:lnTo>
                    <a:pt x="1884086" y="143363"/>
                  </a:lnTo>
                  <a:lnTo>
                    <a:pt x="1890345" y="143382"/>
                  </a:lnTo>
                  <a:lnTo>
                    <a:pt x="1896605" y="143397"/>
                  </a:lnTo>
                  <a:lnTo>
                    <a:pt x="1902864" y="143408"/>
                  </a:lnTo>
                  <a:lnTo>
                    <a:pt x="1909124" y="143413"/>
                  </a:lnTo>
                  <a:lnTo>
                    <a:pt x="1915383" y="143412"/>
                  </a:lnTo>
                  <a:lnTo>
                    <a:pt x="1921642" y="143406"/>
                  </a:lnTo>
                  <a:lnTo>
                    <a:pt x="1927902" y="143394"/>
                  </a:lnTo>
                  <a:lnTo>
                    <a:pt x="1934161" y="143378"/>
                  </a:lnTo>
                  <a:lnTo>
                    <a:pt x="1940421" y="143357"/>
                  </a:lnTo>
                  <a:lnTo>
                    <a:pt x="1946680" y="143334"/>
                  </a:lnTo>
                  <a:lnTo>
                    <a:pt x="1952940" y="143309"/>
                  </a:lnTo>
                  <a:lnTo>
                    <a:pt x="1959199" y="143284"/>
                  </a:lnTo>
                  <a:lnTo>
                    <a:pt x="1965458" y="143260"/>
                  </a:lnTo>
                  <a:lnTo>
                    <a:pt x="1971718" y="143238"/>
                  </a:lnTo>
                  <a:lnTo>
                    <a:pt x="1977977" y="143218"/>
                  </a:lnTo>
                  <a:lnTo>
                    <a:pt x="1984237" y="143202"/>
                  </a:lnTo>
                  <a:lnTo>
                    <a:pt x="1990496" y="143189"/>
                  </a:lnTo>
                  <a:lnTo>
                    <a:pt x="1996756" y="143180"/>
                  </a:lnTo>
                  <a:lnTo>
                    <a:pt x="2003015" y="143174"/>
                  </a:lnTo>
                  <a:lnTo>
                    <a:pt x="2009274" y="143171"/>
                  </a:lnTo>
                  <a:lnTo>
                    <a:pt x="2015534" y="143169"/>
                  </a:lnTo>
                  <a:lnTo>
                    <a:pt x="2021793" y="143169"/>
                  </a:lnTo>
                  <a:lnTo>
                    <a:pt x="2028053" y="143169"/>
                  </a:lnTo>
                  <a:lnTo>
                    <a:pt x="2034312" y="143169"/>
                  </a:lnTo>
                  <a:lnTo>
                    <a:pt x="2040572" y="143169"/>
                  </a:lnTo>
                  <a:lnTo>
                    <a:pt x="2046831" y="143169"/>
                  </a:lnTo>
                  <a:lnTo>
                    <a:pt x="2053090" y="143169"/>
                  </a:lnTo>
                  <a:lnTo>
                    <a:pt x="2059350" y="143170"/>
                  </a:lnTo>
                  <a:lnTo>
                    <a:pt x="2065609" y="143173"/>
                  </a:lnTo>
                  <a:lnTo>
                    <a:pt x="2071869" y="143178"/>
                  </a:lnTo>
                  <a:lnTo>
                    <a:pt x="2078128" y="143186"/>
                  </a:lnTo>
                  <a:lnTo>
                    <a:pt x="2084388" y="143198"/>
                  </a:lnTo>
                  <a:lnTo>
                    <a:pt x="2090647" y="143213"/>
                  </a:lnTo>
                  <a:lnTo>
                    <a:pt x="2096906" y="143231"/>
                  </a:lnTo>
                  <a:lnTo>
                    <a:pt x="2103166" y="143254"/>
                  </a:lnTo>
                  <a:lnTo>
                    <a:pt x="2109425" y="143279"/>
                  </a:lnTo>
                  <a:lnTo>
                    <a:pt x="2115685" y="143306"/>
                  </a:lnTo>
                  <a:lnTo>
                    <a:pt x="2121944" y="143334"/>
                  </a:lnTo>
                  <a:lnTo>
                    <a:pt x="2128203" y="143361"/>
                  </a:lnTo>
                  <a:lnTo>
                    <a:pt x="2134463" y="143387"/>
                  </a:lnTo>
                  <a:lnTo>
                    <a:pt x="2140722" y="143410"/>
                  </a:lnTo>
                  <a:lnTo>
                    <a:pt x="2146982" y="143429"/>
                  </a:lnTo>
                  <a:lnTo>
                    <a:pt x="2153241" y="143443"/>
                  </a:lnTo>
                  <a:lnTo>
                    <a:pt x="2159501" y="143452"/>
                  </a:lnTo>
                  <a:lnTo>
                    <a:pt x="2165760" y="143455"/>
                  </a:lnTo>
                  <a:lnTo>
                    <a:pt x="2172019" y="143451"/>
                  </a:lnTo>
                  <a:lnTo>
                    <a:pt x="2178279" y="143442"/>
                  </a:lnTo>
                  <a:lnTo>
                    <a:pt x="2184538" y="143427"/>
                  </a:lnTo>
                  <a:lnTo>
                    <a:pt x="2190798" y="143408"/>
                  </a:lnTo>
                  <a:lnTo>
                    <a:pt x="2197057" y="143385"/>
                  </a:lnTo>
                  <a:lnTo>
                    <a:pt x="2203317" y="143361"/>
                  </a:lnTo>
                  <a:lnTo>
                    <a:pt x="2209576" y="143336"/>
                  </a:lnTo>
                  <a:lnTo>
                    <a:pt x="2215835" y="143313"/>
                  </a:lnTo>
                  <a:lnTo>
                    <a:pt x="2222095" y="143291"/>
                  </a:lnTo>
                  <a:lnTo>
                    <a:pt x="2228354" y="143273"/>
                  </a:lnTo>
                  <a:lnTo>
                    <a:pt x="2234614" y="143260"/>
                  </a:lnTo>
                  <a:lnTo>
                    <a:pt x="2240873" y="143253"/>
                  </a:lnTo>
                  <a:lnTo>
                    <a:pt x="2247133" y="143253"/>
                  </a:lnTo>
                  <a:lnTo>
                    <a:pt x="2253392" y="143259"/>
                  </a:lnTo>
                  <a:lnTo>
                    <a:pt x="2259651" y="143272"/>
                  </a:lnTo>
                  <a:lnTo>
                    <a:pt x="2265911" y="143290"/>
                  </a:lnTo>
                  <a:lnTo>
                    <a:pt x="2272170" y="143313"/>
                  </a:lnTo>
                  <a:lnTo>
                    <a:pt x="2278430" y="143339"/>
                  </a:lnTo>
                  <a:lnTo>
                    <a:pt x="2284689" y="143369"/>
                  </a:lnTo>
                  <a:lnTo>
                    <a:pt x="2290948" y="143401"/>
                  </a:lnTo>
                  <a:lnTo>
                    <a:pt x="2297208" y="143433"/>
                  </a:lnTo>
                  <a:lnTo>
                    <a:pt x="2303467" y="143464"/>
                  </a:lnTo>
                  <a:lnTo>
                    <a:pt x="2309727" y="143494"/>
                  </a:lnTo>
                  <a:lnTo>
                    <a:pt x="2315986" y="143522"/>
                  </a:lnTo>
                  <a:lnTo>
                    <a:pt x="2322246" y="143547"/>
                  </a:lnTo>
                  <a:lnTo>
                    <a:pt x="2328505" y="143569"/>
                  </a:lnTo>
                  <a:lnTo>
                    <a:pt x="2334764" y="143588"/>
                  </a:lnTo>
                  <a:lnTo>
                    <a:pt x="2341024" y="143603"/>
                  </a:lnTo>
                  <a:lnTo>
                    <a:pt x="2347283" y="143615"/>
                  </a:lnTo>
                  <a:lnTo>
                    <a:pt x="2353543" y="143625"/>
                  </a:lnTo>
                  <a:lnTo>
                    <a:pt x="2359802" y="143630"/>
                  </a:lnTo>
                  <a:lnTo>
                    <a:pt x="2366062" y="143633"/>
                  </a:lnTo>
                  <a:lnTo>
                    <a:pt x="2372321" y="143632"/>
                  </a:lnTo>
                  <a:lnTo>
                    <a:pt x="2378580" y="143629"/>
                  </a:lnTo>
                  <a:lnTo>
                    <a:pt x="2384840" y="143622"/>
                  </a:lnTo>
                  <a:lnTo>
                    <a:pt x="2391099" y="143611"/>
                  </a:lnTo>
                  <a:lnTo>
                    <a:pt x="2397359" y="143597"/>
                  </a:lnTo>
                  <a:lnTo>
                    <a:pt x="2403618" y="143578"/>
                  </a:lnTo>
                  <a:lnTo>
                    <a:pt x="2409878" y="143555"/>
                  </a:lnTo>
                  <a:lnTo>
                    <a:pt x="2416137" y="143526"/>
                  </a:lnTo>
                  <a:lnTo>
                    <a:pt x="2422396" y="143492"/>
                  </a:lnTo>
                  <a:lnTo>
                    <a:pt x="2428656" y="143453"/>
                  </a:lnTo>
                  <a:lnTo>
                    <a:pt x="2434915" y="143409"/>
                  </a:lnTo>
                  <a:lnTo>
                    <a:pt x="2441175" y="143360"/>
                  </a:lnTo>
                  <a:lnTo>
                    <a:pt x="2447434" y="143308"/>
                  </a:lnTo>
                  <a:lnTo>
                    <a:pt x="2453693" y="143252"/>
                  </a:lnTo>
                  <a:lnTo>
                    <a:pt x="2459953" y="143195"/>
                  </a:lnTo>
                  <a:lnTo>
                    <a:pt x="2466212" y="143137"/>
                  </a:lnTo>
                  <a:lnTo>
                    <a:pt x="2472472" y="143081"/>
                  </a:lnTo>
                  <a:lnTo>
                    <a:pt x="2478731" y="143028"/>
                  </a:lnTo>
                  <a:lnTo>
                    <a:pt x="2484991" y="142980"/>
                  </a:lnTo>
                  <a:lnTo>
                    <a:pt x="2491250" y="142938"/>
                  </a:lnTo>
                  <a:lnTo>
                    <a:pt x="2497509" y="142903"/>
                  </a:lnTo>
                  <a:lnTo>
                    <a:pt x="2503769" y="142877"/>
                  </a:lnTo>
                  <a:lnTo>
                    <a:pt x="2510028" y="142859"/>
                  </a:lnTo>
                  <a:lnTo>
                    <a:pt x="2516288" y="142851"/>
                  </a:lnTo>
                  <a:lnTo>
                    <a:pt x="2522547" y="142851"/>
                  </a:lnTo>
                  <a:lnTo>
                    <a:pt x="2528807" y="142859"/>
                  </a:lnTo>
                  <a:lnTo>
                    <a:pt x="2535066" y="142874"/>
                  </a:lnTo>
                  <a:lnTo>
                    <a:pt x="2541325" y="142894"/>
                  </a:lnTo>
                  <a:lnTo>
                    <a:pt x="2547585" y="142917"/>
                  </a:lnTo>
                  <a:lnTo>
                    <a:pt x="2553844" y="142943"/>
                  </a:lnTo>
                  <a:lnTo>
                    <a:pt x="2560104" y="142968"/>
                  </a:lnTo>
                  <a:lnTo>
                    <a:pt x="2566363" y="142993"/>
                  </a:lnTo>
                  <a:lnTo>
                    <a:pt x="2572623" y="143017"/>
                  </a:lnTo>
                  <a:lnTo>
                    <a:pt x="2578882" y="143039"/>
                  </a:lnTo>
                  <a:lnTo>
                    <a:pt x="2585141" y="143058"/>
                  </a:lnTo>
                  <a:lnTo>
                    <a:pt x="2591401" y="143075"/>
                  </a:lnTo>
                  <a:lnTo>
                    <a:pt x="2597660" y="143090"/>
                  </a:lnTo>
                  <a:lnTo>
                    <a:pt x="2603920" y="143105"/>
                  </a:lnTo>
                  <a:lnTo>
                    <a:pt x="2610179" y="143118"/>
                  </a:lnTo>
                  <a:lnTo>
                    <a:pt x="2616438" y="143132"/>
                  </a:lnTo>
                  <a:lnTo>
                    <a:pt x="2622698" y="143146"/>
                  </a:lnTo>
                  <a:lnTo>
                    <a:pt x="2628957" y="143161"/>
                  </a:lnTo>
                  <a:lnTo>
                    <a:pt x="2635217" y="143176"/>
                  </a:lnTo>
                  <a:lnTo>
                    <a:pt x="2641476" y="143191"/>
                  </a:lnTo>
                  <a:lnTo>
                    <a:pt x="2647736" y="143205"/>
                  </a:lnTo>
                  <a:lnTo>
                    <a:pt x="2653995" y="143217"/>
                  </a:lnTo>
                  <a:lnTo>
                    <a:pt x="2660254" y="143227"/>
                  </a:lnTo>
                  <a:lnTo>
                    <a:pt x="2666514" y="143235"/>
                  </a:lnTo>
                  <a:lnTo>
                    <a:pt x="2672773" y="143239"/>
                  </a:lnTo>
                  <a:lnTo>
                    <a:pt x="2679033" y="143240"/>
                  </a:lnTo>
                  <a:lnTo>
                    <a:pt x="2685292" y="143238"/>
                  </a:lnTo>
                  <a:lnTo>
                    <a:pt x="2691552" y="143234"/>
                  </a:lnTo>
                  <a:lnTo>
                    <a:pt x="2697811" y="143227"/>
                  </a:lnTo>
                  <a:lnTo>
                    <a:pt x="2704070" y="143218"/>
                  </a:lnTo>
                  <a:lnTo>
                    <a:pt x="2710330" y="143209"/>
                  </a:lnTo>
                  <a:lnTo>
                    <a:pt x="2716589" y="143201"/>
                  </a:lnTo>
                  <a:lnTo>
                    <a:pt x="2722849" y="143194"/>
                  </a:lnTo>
                  <a:lnTo>
                    <a:pt x="2729108" y="143189"/>
                  </a:lnTo>
                  <a:lnTo>
                    <a:pt x="2735368" y="143187"/>
                  </a:lnTo>
                  <a:lnTo>
                    <a:pt x="2741627" y="143186"/>
                  </a:lnTo>
                  <a:lnTo>
                    <a:pt x="2747886" y="143188"/>
                  </a:lnTo>
                  <a:lnTo>
                    <a:pt x="2754146" y="143192"/>
                  </a:lnTo>
                  <a:lnTo>
                    <a:pt x="2760405" y="143196"/>
                  </a:lnTo>
                  <a:lnTo>
                    <a:pt x="2766665" y="143200"/>
                  </a:lnTo>
                  <a:lnTo>
                    <a:pt x="2772924" y="143203"/>
                  </a:lnTo>
                  <a:lnTo>
                    <a:pt x="2779184" y="143205"/>
                  </a:lnTo>
                  <a:lnTo>
                    <a:pt x="2785443" y="143204"/>
                  </a:lnTo>
                  <a:lnTo>
                    <a:pt x="2791702" y="143201"/>
                  </a:lnTo>
                  <a:lnTo>
                    <a:pt x="2797962" y="143196"/>
                  </a:lnTo>
                  <a:lnTo>
                    <a:pt x="2804221" y="143188"/>
                  </a:lnTo>
                  <a:lnTo>
                    <a:pt x="2810481" y="143178"/>
                  </a:lnTo>
                  <a:lnTo>
                    <a:pt x="2816740" y="143167"/>
                  </a:lnTo>
                  <a:lnTo>
                    <a:pt x="2822999" y="143154"/>
                  </a:lnTo>
                  <a:lnTo>
                    <a:pt x="2829259" y="143140"/>
                  </a:lnTo>
                  <a:lnTo>
                    <a:pt x="2835518" y="143125"/>
                  </a:lnTo>
                  <a:lnTo>
                    <a:pt x="2841778" y="143110"/>
                  </a:lnTo>
                  <a:lnTo>
                    <a:pt x="2848037" y="143092"/>
                  </a:lnTo>
                  <a:lnTo>
                    <a:pt x="2854297" y="143073"/>
                  </a:lnTo>
                  <a:lnTo>
                    <a:pt x="2860556" y="143050"/>
                  </a:lnTo>
                  <a:lnTo>
                    <a:pt x="2866815" y="143024"/>
                  </a:lnTo>
                  <a:lnTo>
                    <a:pt x="2873075" y="142993"/>
                  </a:lnTo>
                  <a:lnTo>
                    <a:pt x="2879334" y="142958"/>
                  </a:lnTo>
                  <a:lnTo>
                    <a:pt x="2885594" y="142917"/>
                  </a:lnTo>
                  <a:lnTo>
                    <a:pt x="2891853" y="142871"/>
                  </a:lnTo>
                  <a:lnTo>
                    <a:pt x="2898113" y="142822"/>
                  </a:lnTo>
                  <a:lnTo>
                    <a:pt x="2904372" y="142770"/>
                  </a:lnTo>
                  <a:lnTo>
                    <a:pt x="2910631" y="142718"/>
                  </a:lnTo>
                  <a:lnTo>
                    <a:pt x="2916891" y="142668"/>
                  </a:lnTo>
                  <a:lnTo>
                    <a:pt x="2923150" y="142621"/>
                  </a:lnTo>
                  <a:lnTo>
                    <a:pt x="2929410" y="142580"/>
                  </a:lnTo>
                  <a:lnTo>
                    <a:pt x="2935669" y="142547"/>
                  </a:lnTo>
                  <a:lnTo>
                    <a:pt x="2941929" y="142526"/>
                  </a:lnTo>
                  <a:lnTo>
                    <a:pt x="2948188" y="142517"/>
                  </a:lnTo>
                  <a:lnTo>
                    <a:pt x="2954447" y="142520"/>
                  </a:lnTo>
                  <a:lnTo>
                    <a:pt x="2960707" y="142537"/>
                  </a:lnTo>
                  <a:lnTo>
                    <a:pt x="2966966" y="142566"/>
                  </a:lnTo>
                  <a:lnTo>
                    <a:pt x="2973226" y="142606"/>
                  </a:lnTo>
                  <a:lnTo>
                    <a:pt x="2979485" y="142658"/>
                  </a:lnTo>
                  <a:lnTo>
                    <a:pt x="2985744" y="142717"/>
                  </a:lnTo>
                  <a:lnTo>
                    <a:pt x="2992004" y="142784"/>
                  </a:lnTo>
                  <a:lnTo>
                    <a:pt x="2998263" y="142855"/>
                  </a:lnTo>
                  <a:lnTo>
                    <a:pt x="3004523" y="142927"/>
                  </a:lnTo>
                  <a:lnTo>
                    <a:pt x="3010782" y="142998"/>
                  </a:lnTo>
                  <a:lnTo>
                    <a:pt x="3017042" y="143064"/>
                  </a:lnTo>
                  <a:lnTo>
                    <a:pt x="3023301" y="143125"/>
                  </a:lnTo>
                  <a:lnTo>
                    <a:pt x="3029560" y="143177"/>
                  </a:lnTo>
                  <a:lnTo>
                    <a:pt x="3035820" y="143219"/>
                  </a:lnTo>
                  <a:lnTo>
                    <a:pt x="3042079" y="143249"/>
                  </a:lnTo>
                  <a:lnTo>
                    <a:pt x="3048339" y="143265"/>
                  </a:lnTo>
                  <a:lnTo>
                    <a:pt x="3054598" y="143264"/>
                  </a:lnTo>
                  <a:lnTo>
                    <a:pt x="3060858" y="143248"/>
                  </a:lnTo>
                  <a:lnTo>
                    <a:pt x="3067117" y="143215"/>
                  </a:lnTo>
                  <a:lnTo>
                    <a:pt x="3073376" y="143167"/>
                  </a:lnTo>
                  <a:lnTo>
                    <a:pt x="3079636" y="143104"/>
                  </a:lnTo>
                  <a:lnTo>
                    <a:pt x="3085895" y="143027"/>
                  </a:lnTo>
                  <a:lnTo>
                    <a:pt x="3092155" y="142937"/>
                  </a:lnTo>
                  <a:lnTo>
                    <a:pt x="3098414" y="142838"/>
                  </a:lnTo>
                  <a:lnTo>
                    <a:pt x="3104674" y="142732"/>
                  </a:lnTo>
                  <a:lnTo>
                    <a:pt x="3110933" y="142622"/>
                  </a:lnTo>
                  <a:lnTo>
                    <a:pt x="3117192" y="142513"/>
                  </a:lnTo>
                  <a:lnTo>
                    <a:pt x="3123452" y="142410"/>
                  </a:lnTo>
                  <a:lnTo>
                    <a:pt x="3129711" y="142316"/>
                  </a:lnTo>
                  <a:lnTo>
                    <a:pt x="3135971" y="142236"/>
                  </a:lnTo>
                  <a:lnTo>
                    <a:pt x="3142230" y="142172"/>
                  </a:lnTo>
                  <a:lnTo>
                    <a:pt x="3148489" y="142127"/>
                  </a:lnTo>
                  <a:lnTo>
                    <a:pt x="3154749" y="142104"/>
                  </a:lnTo>
                  <a:lnTo>
                    <a:pt x="3161008" y="142103"/>
                  </a:lnTo>
                  <a:lnTo>
                    <a:pt x="3167268" y="142126"/>
                  </a:lnTo>
                  <a:lnTo>
                    <a:pt x="3173527" y="142173"/>
                  </a:lnTo>
                  <a:lnTo>
                    <a:pt x="3179787" y="142239"/>
                  </a:lnTo>
                  <a:lnTo>
                    <a:pt x="3186046" y="142322"/>
                  </a:lnTo>
                  <a:lnTo>
                    <a:pt x="3192305" y="142419"/>
                  </a:lnTo>
                  <a:lnTo>
                    <a:pt x="3198565" y="142525"/>
                  </a:lnTo>
                  <a:lnTo>
                    <a:pt x="3198565" y="143665"/>
                  </a:lnTo>
                  <a:lnTo>
                    <a:pt x="3192305" y="143665"/>
                  </a:lnTo>
                  <a:lnTo>
                    <a:pt x="3186046" y="143665"/>
                  </a:lnTo>
                  <a:lnTo>
                    <a:pt x="3179787" y="143665"/>
                  </a:lnTo>
                  <a:lnTo>
                    <a:pt x="3173527" y="143665"/>
                  </a:lnTo>
                  <a:lnTo>
                    <a:pt x="3167268" y="143665"/>
                  </a:lnTo>
                  <a:lnTo>
                    <a:pt x="3161008" y="143665"/>
                  </a:lnTo>
                  <a:lnTo>
                    <a:pt x="3154749" y="143665"/>
                  </a:lnTo>
                  <a:lnTo>
                    <a:pt x="3148489" y="143665"/>
                  </a:lnTo>
                  <a:lnTo>
                    <a:pt x="3142230" y="143665"/>
                  </a:lnTo>
                  <a:lnTo>
                    <a:pt x="3135971" y="143665"/>
                  </a:lnTo>
                  <a:lnTo>
                    <a:pt x="3129711" y="143665"/>
                  </a:lnTo>
                  <a:lnTo>
                    <a:pt x="3123452" y="143665"/>
                  </a:lnTo>
                  <a:lnTo>
                    <a:pt x="3117192" y="143665"/>
                  </a:lnTo>
                  <a:lnTo>
                    <a:pt x="3110933" y="143665"/>
                  </a:lnTo>
                  <a:lnTo>
                    <a:pt x="3104674" y="143665"/>
                  </a:lnTo>
                  <a:lnTo>
                    <a:pt x="3098414" y="143665"/>
                  </a:lnTo>
                  <a:lnTo>
                    <a:pt x="3092155" y="143665"/>
                  </a:lnTo>
                  <a:lnTo>
                    <a:pt x="3085895" y="143665"/>
                  </a:lnTo>
                  <a:lnTo>
                    <a:pt x="3079636" y="143665"/>
                  </a:lnTo>
                  <a:lnTo>
                    <a:pt x="3073376" y="143665"/>
                  </a:lnTo>
                  <a:lnTo>
                    <a:pt x="3067117" y="143665"/>
                  </a:lnTo>
                  <a:lnTo>
                    <a:pt x="3060858" y="143665"/>
                  </a:lnTo>
                  <a:lnTo>
                    <a:pt x="3054598" y="143665"/>
                  </a:lnTo>
                  <a:lnTo>
                    <a:pt x="3048339" y="143665"/>
                  </a:lnTo>
                  <a:lnTo>
                    <a:pt x="3042079" y="143665"/>
                  </a:lnTo>
                  <a:lnTo>
                    <a:pt x="3035820" y="143665"/>
                  </a:lnTo>
                  <a:lnTo>
                    <a:pt x="3029560" y="143665"/>
                  </a:lnTo>
                  <a:lnTo>
                    <a:pt x="3023301" y="143665"/>
                  </a:lnTo>
                  <a:lnTo>
                    <a:pt x="3017042" y="143665"/>
                  </a:lnTo>
                  <a:lnTo>
                    <a:pt x="3010782" y="143665"/>
                  </a:lnTo>
                  <a:lnTo>
                    <a:pt x="3004523" y="143665"/>
                  </a:lnTo>
                  <a:lnTo>
                    <a:pt x="2998263" y="143665"/>
                  </a:lnTo>
                  <a:lnTo>
                    <a:pt x="2992004" y="143665"/>
                  </a:lnTo>
                  <a:lnTo>
                    <a:pt x="2985744" y="143665"/>
                  </a:lnTo>
                  <a:lnTo>
                    <a:pt x="2979485" y="143665"/>
                  </a:lnTo>
                  <a:lnTo>
                    <a:pt x="2973226" y="143665"/>
                  </a:lnTo>
                  <a:lnTo>
                    <a:pt x="2966966" y="143665"/>
                  </a:lnTo>
                  <a:lnTo>
                    <a:pt x="2960707" y="143665"/>
                  </a:lnTo>
                  <a:lnTo>
                    <a:pt x="2954447" y="143665"/>
                  </a:lnTo>
                  <a:lnTo>
                    <a:pt x="2948188" y="143665"/>
                  </a:lnTo>
                  <a:lnTo>
                    <a:pt x="2941929" y="143665"/>
                  </a:lnTo>
                  <a:lnTo>
                    <a:pt x="2935669" y="143665"/>
                  </a:lnTo>
                  <a:lnTo>
                    <a:pt x="2929410" y="143665"/>
                  </a:lnTo>
                  <a:lnTo>
                    <a:pt x="2923150" y="143665"/>
                  </a:lnTo>
                  <a:lnTo>
                    <a:pt x="2916891" y="143665"/>
                  </a:lnTo>
                  <a:lnTo>
                    <a:pt x="2910631" y="143665"/>
                  </a:lnTo>
                  <a:lnTo>
                    <a:pt x="2904372" y="143665"/>
                  </a:lnTo>
                  <a:lnTo>
                    <a:pt x="2898113" y="143665"/>
                  </a:lnTo>
                  <a:lnTo>
                    <a:pt x="2891853" y="143665"/>
                  </a:lnTo>
                  <a:lnTo>
                    <a:pt x="2885594" y="143665"/>
                  </a:lnTo>
                  <a:lnTo>
                    <a:pt x="2879334" y="143665"/>
                  </a:lnTo>
                  <a:lnTo>
                    <a:pt x="2873075" y="143665"/>
                  </a:lnTo>
                  <a:lnTo>
                    <a:pt x="2866815" y="143665"/>
                  </a:lnTo>
                  <a:lnTo>
                    <a:pt x="2860556" y="143665"/>
                  </a:lnTo>
                  <a:lnTo>
                    <a:pt x="2854297" y="143665"/>
                  </a:lnTo>
                  <a:lnTo>
                    <a:pt x="2848037" y="143665"/>
                  </a:lnTo>
                  <a:lnTo>
                    <a:pt x="2841778" y="143665"/>
                  </a:lnTo>
                  <a:lnTo>
                    <a:pt x="2835518" y="143665"/>
                  </a:lnTo>
                  <a:lnTo>
                    <a:pt x="2829259" y="143665"/>
                  </a:lnTo>
                  <a:lnTo>
                    <a:pt x="2822999" y="143665"/>
                  </a:lnTo>
                  <a:lnTo>
                    <a:pt x="2816740" y="143665"/>
                  </a:lnTo>
                  <a:lnTo>
                    <a:pt x="2810481" y="143665"/>
                  </a:lnTo>
                  <a:lnTo>
                    <a:pt x="2804221" y="143665"/>
                  </a:lnTo>
                  <a:lnTo>
                    <a:pt x="2797962" y="143665"/>
                  </a:lnTo>
                  <a:lnTo>
                    <a:pt x="2791702" y="143665"/>
                  </a:lnTo>
                  <a:lnTo>
                    <a:pt x="2785443" y="143665"/>
                  </a:lnTo>
                  <a:lnTo>
                    <a:pt x="2779184" y="143665"/>
                  </a:lnTo>
                  <a:lnTo>
                    <a:pt x="2772924" y="143665"/>
                  </a:lnTo>
                  <a:lnTo>
                    <a:pt x="2766665" y="143665"/>
                  </a:lnTo>
                  <a:lnTo>
                    <a:pt x="2760405" y="143665"/>
                  </a:lnTo>
                  <a:lnTo>
                    <a:pt x="2754146" y="143665"/>
                  </a:lnTo>
                  <a:lnTo>
                    <a:pt x="2747886" y="143665"/>
                  </a:lnTo>
                  <a:lnTo>
                    <a:pt x="2741627" y="143665"/>
                  </a:lnTo>
                  <a:lnTo>
                    <a:pt x="2735368" y="143665"/>
                  </a:lnTo>
                  <a:lnTo>
                    <a:pt x="2729108" y="143665"/>
                  </a:lnTo>
                  <a:lnTo>
                    <a:pt x="2722849" y="143665"/>
                  </a:lnTo>
                  <a:lnTo>
                    <a:pt x="2716589" y="143665"/>
                  </a:lnTo>
                  <a:lnTo>
                    <a:pt x="2710330" y="143665"/>
                  </a:lnTo>
                  <a:lnTo>
                    <a:pt x="2704070" y="143665"/>
                  </a:lnTo>
                  <a:lnTo>
                    <a:pt x="2697811" y="143665"/>
                  </a:lnTo>
                  <a:lnTo>
                    <a:pt x="2691552" y="143665"/>
                  </a:lnTo>
                  <a:lnTo>
                    <a:pt x="2685292" y="143665"/>
                  </a:lnTo>
                  <a:lnTo>
                    <a:pt x="2679033" y="143665"/>
                  </a:lnTo>
                  <a:lnTo>
                    <a:pt x="2672773" y="143665"/>
                  </a:lnTo>
                  <a:lnTo>
                    <a:pt x="2666514" y="143665"/>
                  </a:lnTo>
                  <a:lnTo>
                    <a:pt x="2660254" y="143665"/>
                  </a:lnTo>
                  <a:lnTo>
                    <a:pt x="2653995" y="143665"/>
                  </a:lnTo>
                  <a:lnTo>
                    <a:pt x="2647736" y="143665"/>
                  </a:lnTo>
                  <a:lnTo>
                    <a:pt x="2641476" y="143665"/>
                  </a:lnTo>
                  <a:lnTo>
                    <a:pt x="2635217" y="143665"/>
                  </a:lnTo>
                  <a:lnTo>
                    <a:pt x="2628957" y="143665"/>
                  </a:lnTo>
                  <a:lnTo>
                    <a:pt x="2622698" y="143665"/>
                  </a:lnTo>
                  <a:lnTo>
                    <a:pt x="2616438" y="143665"/>
                  </a:lnTo>
                  <a:lnTo>
                    <a:pt x="2610179" y="143665"/>
                  </a:lnTo>
                  <a:lnTo>
                    <a:pt x="2603920" y="143665"/>
                  </a:lnTo>
                  <a:lnTo>
                    <a:pt x="2597660" y="143665"/>
                  </a:lnTo>
                  <a:lnTo>
                    <a:pt x="2591401" y="143665"/>
                  </a:lnTo>
                  <a:lnTo>
                    <a:pt x="2585141" y="143665"/>
                  </a:lnTo>
                  <a:lnTo>
                    <a:pt x="2578882" y="143665"/>
                  </a:lnTo>
                  <a:lnTo>
                    <a:pt x="2572623" y="143665"/>
                  </a:lnTo>
                  <a:lnTo>
                    <a:pt x="2566363" y="143665"/>
                  </a:lnTo>
                  <a:lnTo>
                    <a:pt x="2560104" y="143665"/>
                  </a:lnTo>
                  <a:lnTo>
                    <a:pt x="2553844" y="143665"/>
                  </a:lnTo>
                  <a:lnTo>
                    <a:pt x="2547585" y="143665"/>
                  </a:lnTo>
                  <a:lnTo>
                    <a:pt x="2541325" y="143665"/>
                  </a:lnTo>
                  <a:lnTo>
                    <a:pt x="2535066" y="143665"/>
                  </a:lnTo>
                  <a:lnTo>
                    <a:pt x="2528807" y="143665"/>
                  </a:lnTo>
                  <a:lnTo>
                    <a:pt x="2522547" y="143665"/>
                  </a:lnTo>
                  <a:lnTo>
                    <a:pt x="2516288" y="143665"/>
                  </a:lnTo>
                  <a:lnTo>
                    <a:pt x="2510028" y="143665"/>
                  </a:lnTo>
                  <a:lnTo>
                    <a:pt x="2503769" y="143665"/>
                  </a:lnTo>
                  <a:lnTo>
                    <a:pt x="2497509" y="143665"/>
                  </a:lnTo>
                  <a:lnTo>
                    <a:pt x="2491250" y="143665"/>
                  </a:lnTo>
                  <a:lnTo>
                    <a:pt x="2484991" y="143665"/>
                  </a:lnTo>
                  <a:lnTo>
                    <a:pt x="2478731" y="143665"/>
                  </a:lnTo>
                  <a:lnTo>
                    <a:pt x="2472472" y="143665"/>
                  </a:lnTo>
                  <a:lnTo>
                    <a:pt x="2466212" y="143665"/>
                  </a:lnTo>
                  <a:lnTo>
                    <a:pt x="2459953" y="143665"/>
                  </a:lnTo>
                  <a:lnTo>
                    <a:pt x="2453693" y="143665"/>
                  </a:lnTo>
                  <a:lnTo>
                    <a:pt x="2447434" y="143665"/>
                  </a:lnTo>
                  <a:lnTo>
                    <a:pt x="2441175" y="143665"/>
                  </a:lnTo>
                  <a:lnTo>
                    <a:pt x="2434915" y="143665"/>
                  </a:lnTo>
                  <a:lnTo>
                    <a:pt x="2428656" y="143665"/>
                  </a:lnTo>
                  <a:lnTo>
                    <a:pt x="2422396" y="143665"/>
                  </a:lnTo>
                  <a:lnTo>
                    <a:pt x="2416137" y="143665"/>
                  </a:lnTo>
                  <a:lnTo>
                    <a:pt x="2409878" y="143665"/>
                  </a:lnTo>
                  <a:lnTo>
                    <a:pt x="2403618" y="143665"/>
                  </a:lnTo>
                  <a:lnTo>
                    <a:pt x="2397359" y="143665"/>
                  </a:lnTo>
                  <a:lnTo>
                    <a:pt x="2391099" y="143665"/>
                  </a:lnTo>
                  <a:lnTo>
                    <a:pt x="2384840" y="143665"/>
                  </a:lnTo>
                  <a:lnTo>
                    <a:pt x="2378580" y="143665"/>
                  </a:lnTo>
                  <a:lnTo>
                    <a:pt x="2372321" y="143665"/>
                  </a:lnTo>
                  <a:lnTo>
                    <a:pt x="2366062" y="143665"/>
                  </a:lnTo>
                  <a:lnTo>
                    <a:pt x="2359802" y="143665"/>
                  </a:lnTo>
                  <a:lnTo>
                    <a:pt x="2353543" y="143665"/>
                  </a:lnTo>
                  <a:lnTo>
                    <a:pt x="2347283" y="143665"/>
                  </a:lnTo>
                  <a:lnTo>
                    <a:pt x="2341024" y="143665"/>
                  </a:lnTo>
                  <a:lnTo>
                    <a:pt x="2334764" y="143665"/>
                  </a:lnTo>
                  <a:lnTo>
                    <a:pt x="2328505" y="143665"/>
                  </a:lnTo>
                  <a:lnTo>
                    <a:pt x="2322246" y="143665"/>
                  </a:lnTo>
                  <a:lnTo>
                    <a:pt x="2315986" y="143665"/>
                  </a:lnTo>
                  <a:lnTo>
                    <a:pt x="2309727" y="143665"/>
                  </a:lnTo>
                  <a:lnTo>
                    <a:pt x="2303467" y="143665"/>
                  </a:lnTo>
                  <a:lnTo>
                    <a:pt x="2297208" y="143665"/>
                  </a:lnTo>
                  <a:lnTo>
                    <a:pt x="2290948" y="143665"/>
                  </a:lnTo>
                  <a:lnTo>
                    <a:pt x="2284689" y="143665"/>
                  </a:lnTo>
                  <a:lnTo>
                    <a:pt x="2278430" y="143665"/>
                  </a:lnTo>
                  <a:lnTo>
                    <a:pt x="2272170" y="143665"/>
                  </a:lnTo>
                  <a:lnTo>
                    <a:pt x="2265911" y="143665"/>
                  </a:lnTo>
                  <a:lnTo>
                    <a:pt x="2259651" y="143665"/>
                  </a:lnTo>
                  <a:lnTo>
                    <a:pt x="2253392" y="143665"/>
                  </a:lnTo>
                  <a:lnTo>
                    <a:pt x="2247133" y="143665"/>
                  </a:lnTo>
                  <a:lnTo>
                    <a:pt x="2240873" y="143665"/>
                  </a:lnTo>
                  <a:lnTo>
                    <a:pt x="2234614" y="143665"/>
                  </a:lnTo>
                  <a:lnTo>
                    <a:pt x="2228354" y="143665"/>
                  </a:lnTo>
                  <a:lnTo>
                    <a:pt x="2222095" y="143665"/>
                  </a:lnTo>
                  <a:lnTo>
                    <a:pt x="2215835" y="143665"/>
                  </a:lnTo>
                  <a:lnTo>
                    <a:pt x="2209576" y="143665"/>
                  </a:lnTo>
                  <a:lnTo>
                    <a:pt x="2203317" y="143665"/>
                  </a:lnTo>
                  <a:lnTo>
                    <a:pt x="2197057" y="143665"/>
                  </a:lnTo>
                  <a:lnTo>
                    <a:pt x="2190798" y="143665"/>
                  </a:lnTo>
                  <a:lnTo>
                    <a:pt x="2184538" y="143665"/>
                  </a:lnTo>
                  <a:lnTo>
                    <a:pt x="2178279" y="143665"/>
                  </a:lnTo>
                  <a:lnTo>
                    <a:pt x="2172019" y="143665"/>
                  </a:lnTo>
                  <a:lnTo>
                    <a:pt x="2165760" y="143665"/>
                  </a:lnTo>
                  <a:lnTo>
                    <a:pt x="2159501" y="143665"/>
                  </a:lnTo>
                  <a:lnTo>
                    <a:pt x="2153241" y="143665"/>
                  </a:lnTo>
                  <a:lnTo>
                    <a:pt x="2146982" y="143665"/>
                  </a:lnTo>
                  <a:lnTo>
                    <a:pt x="2140722" y="143665"/>
                  </a:lnTo>
                  <a:lnTo>
                    <a:pt x="2134463" y="143665"/>
                  </a:lnTo>
                  <a:lnTo>
                    <a:pt x="2128203" y="143665"/>
                  </a:lnTo>
                  <a:lnTo>
                    <a:pt x="2121944" y="143665"/>
                  </a:lnTo>
                  <a:lnTo>
                    <a:pt x="2115685" y="143665"/>
                  </a:lnTo>
                  <a:lnTo>
                    <a:pt x="2109425" y="143665"/>
                  </a:lnTo>
                  <a:lnTo>
                    <a:pt x="2103166" y="143665"/>
                  </a:lnTo>
                  <a:lnTo>
                    <a:pt x="2096906" y="143665"/>
                  </a:lnTo>
                  <a:lnTo>
                    <a:pt x="2090647" y="143665"/>
                  </a:lnTo>
                  <a:lnTo>
                    <a:pt x="2084388" y="143665"/>
                  </a:lnTo>
                  <a:lnTo>
                    <a:pt x="2078128" y="143665"/>
                  </a:lnTo>
                  <a:lnTo>
                    <a:pt x="2071869" y="143665"/>
                  </a:lnTo>
                  <a:lnTo>
                    <a:pt x="2065609" y="143665"/>
                  </a:lnTo>
                  <a:lnTo>
                    <a:pt x="2059350" y="143665"/>
                  </a:lnTo>
                  <a:lnTo>
                    <a:pt x="2053090" y="143665"/>
                  </a:lnTo>
                  <a:lnTo>
                    <a:pt x="2046831" y="143665"/>
                  </a:lnTo>
                  <a:lnTo>
                    <a:pt x="2040572" y="143665"/>
                  </a:lnTo>
                  <a:lnTo>
                    <a:pt x="2034312" y="143665"/>
                  </a:lnTo>
                  <a:lnTo>
                    <a:pt x="2028053" y="143665"/>
                  </a:lnTo>
                  <a:lnTo>
                    <a:pt x="2021793" y="143665"/>
                  </a:lnTo>
                  <a:lnTo>
                    <a:pt x="2015534" y="143665"/>
                  </a:lnTo>
                  <a:lnTo>
                    <a:pt x="2009274" y="143665"/>
                  </a:lnTo>
                  <a:lnTo>
                    <a:pt x="2003015" y="143665"/>
                  </a:lnTo>
                  <a:lnTo>
                    <a:pt x="1996756" y="143665"/>
                  </a:lnTo>
                  <a:lnTo>
                    <a:pt x="1990496" y="143665"/>
                  </a:lnTo>
                  <a:lnTo>
                    <a:pt x="1984237" y="143665"/>
                  </a:lnTo>
                  <a:lnTo>
                    <a:pt x="1977977" y="143665"/>
                  </a:lnTo>
                  <a:lnTo>
                    <a:pt x="1971718" y="143665"/>
                  </a:lnTo>
                  <a:lnTo>
                    <a:pt x="1965458" y="143665"/>
                  </a:lnTo>
                  <a:lnTo>
                    <a:pt x="1959199" y="143665"/>
                  </a:lnTo>
                  <a:lnTo>
                    <a:pt x="1952940" y="143665"/>
                  </a:lnTo>
                  <a:lnTo>
                    <a:pt x="1946680" y="143665"/>
                  </a:lnTo>
                  <a:lnTo>
                    <a:pt x="1940421" y="143665"/>
                  </a:lnTo>
                  <a:lnTo>
                    <a:pt x="1934161" y="143665"/>
                  </a:lnTo>
                  <a:lnTo>
                    <a:pt x="1927902" y="143665"/>
                  </a:lnTo>
                  <a:lnTo>
                    <a:pt x="1921642" y="143665"/>
                  </a:lnTo>
                  <a:lnTo>
                    <a:pt x="1915383" y="143665"/>
                  </a:lnTo>
                  <a:lnTo>
                    <a:pt x="1909124" y="143665"/>
                  </a:lnTo>
                  <a:lnTo>
                    <a:pt x="1902864" y="143665"/>
                  </a:lnTo>
                  <a:lnTo>
                    <a:pt x="1896605" y="143665"/>
                  </a:lnTo>
                  <a:lnTo>
                    <a:pt x="1890345" y="143665"/>
                  </a:lnTo>
                  <a:lnTo>
                    <a:pt x="1884086" y="143665"/>
                  </a:lnTo>
                  <a:lnTo>
                    <a:pt x="1877827" y="143665"/>
                  </a:lnTo>
                  <a:lnTo>
                    <a:pt x="1871567" y="143665"/>
                  </a:lnTo>
                  <a:lnTo>
                    <a:pt x="1865308" y="143665"/>
                  </a:lnTo>
                  <a:lnTo>
                    <a:pt x="1859048" y="143665"/>
                  </a:lnTo>
                  <a:lnTo>
                    <a:pt x="1852789" y="143665"/>
                  </a:lnTo>
                  <a:lnTo>
                    <a:pt x="1846529" y="143665"/>
                  </a:lnTo>
                  <a:lnTo>
                    <a:pt x="1840270" y="143665"/>
                  </a:lnTo>
                  <a:lnTo>
                    <a:pt x="1834011" y="143665"/>
                  </a:lnTo>
                  <a:lnTo>
                    <a:pt x="1827751" y="143665"/>
                  </a:lnTo>
                  <a:lnTo>
                    <a:pt x="1821492" y="143665"/>
                  </a:lnTo>
                  <a:lnTo>
                    <a:pt x="1815232" y="143665"/>
                  </a:lnTo>
                  <a:lnTo>
                    <a:pt x="1808973" y="143665"/>
                  </a:lnTo>
                  <a:lnTo>
                    <a:pt x="1802713" y="143665"/>
                  </a:lnTo>
                  <a:lnTo>
                    <a:pt x="1796454" y="143665"/>
                  </a:lnTo>
                  <a:lnTo>
                    <a:pt x="1790195" y="143665"/>
                  </a:lnTo>
                  <a:lnTo>
                    <a:pt x="1783935" y="143665"/>
                  </a:lnTo>
                  <a:lnTo>
                    <a:pt x="1777676" y="143665"/>
                  </a:lnTo>
                  <a:lnTo>
                    <a:pt x="1771416" y="143665"/>
                  </a:lnTo>
                  <a:lnTo>
                    <a:pt x="1765157" y="143665"/>
                  </a:lnTo>
                  <a:lnTo>
                    <a:pt x="1758897" y="143665"/>
                  </a:lnTo>
                  <a:lnTo>
                    <a:pt x="1752638" y="143665"/>
                  </a:lnTo>
                  <a:lnTo>
                    <a:pt x="1746379" y="143665"/>
                  </a:lnTo>
                  <a:lnTo>
                    <a:pt x="1740119" y="143665"/>
                  </a:lnTo>
                  <a:lnTo>
                    <a:pt x="1733860" y="143665"/>
                  </a:lnTo>
                  <a:lnTo>
                    <a:pt x="1727600" y="143665"/>
                  </a:lnTo>
                  <a:lnTo>
                    <a:pt x="1721341" y="143665"/>
                  </a:lnTo>
                  <a:lnTo>
                    <a:pt x="1715082" y="143665"/>
                  </a:lnTo>
                  <a:lnTo>
                    <a:pt x="1708822" y="143665"/>
                  </a:lnTo>
                  <a:lnTo>
                    <a:pt x="1702563" y="143665"/>
                  </a:lnTo>
                  <a:lnTo>
                    <a:pt x="1696303" y="143665"/>
                  </a:lnTo>
                  <a:lnTo>
                    <a:pt x="1690044" y="143665"/>
                  </a:lnTo>
                  <a:lnTo>
                    <a:pt x="1683784" y="143665"/>
                  </a:lnTo>
                  <a:lnTo>
                    <a:pt x="1677525" y="143665"/>
                  </a:lnTo>
                  <a:lnTo>
                    <a:pt x="1671266" y="143665"/>
                  </a:lnTo>
                  <a:lnTo>
                    <a:pt x="1665006" y="143665"/>
                  </a:lnTo>
                  <a:lnTo>
                    <a:pt x="1658747" y="143665"/>
                  </a:lnTo>
                  <a:lnTo>
                    <a:pt x="1652487" y="143665"/>
                  </a:lnTo>
                  <a:lnTo>
                    <a:pt x="1646228" y="143665"/>
                  </a:lnTo>
                  <a:lnTo>
                    <a:pt x="1639968" y="143665"/>
                  </a:lnTo>
                  <a:lnTo>
                    <a:pt x="1633709" y="143665"/>
                  </a:lnTo>
                  <a:lnTo>
                    <a:pt x="1627450" y="143665"/>
                  </a:lnTo>
                  <a:lnTo>
                    <a:pt x="1621190" y="143665"/>
                  </a:lnTo>
                  <a:lnTo>
                    <a:pt x="1614931" y="143665"/>
                  </a:lnTo>
                  <a:lnTo>
                    <a:pt x="1608671" y="143665"/>
                  </a:lnTo>
                  <a:lnTo>
                    <a:pt x="1602412" y="143665"/>
                  </a:lnTo>
                  <a:lnTo>
                    <a:pt x="1596152" y="143665"/>
                  </a:lnTo>
                  <a:lnTo>
                    <a:pt x="1589893" y="143665"/>
                  </a:lnTo>
                  <a:lnTo>
                    <a:pt x="1583634" y="143665"/>
                  </a:lnTo>
                  <a:lnTo>
                    <a:pt x="1577374" y="143665"/>
                  </a:lnTo>
                  <a:lnTo>
                    <a:pt x="1571115" y="143665"/>
                  </a:lnTo>
                  <a:lnTo>
                    <a:pt x="1564855" y="143665"/>
                  </a:lnTo>
                  <a:lnTo>
                    <a:pt x="1558596" y="143665"/>
                  </a:lnTo>
                  <a:lnTo>
                    <a:pt x="1552337" y="143665"/>
                  </a:lnTo>
                  <a:lnTo>
                    <a:pt x="1546077" y="143665"/>
                  </a:lnTo>
                  <a:lnTo>
                    <a:pt x="1539818" y="143665"/>
                  </a:lnTo>
                  <a:lnTo>
                    <a:pt x="1533558" y="143665"/>
                  </a:lnTo>
                  <a:lnTo>
                    <a:pt x="1527299" y="143665"/>
                  </a:lnTo>
                  <a:lnTo>
                    <a:pt x="1521039" y="143665"/>
                  </a:lnTo>
                  <a:lnTo>
                    <a:pt x="1514780" y="143665"/>
                  </a:lnTo>
                  <a:lnTo>
                    <a:pt x="1508521" y="143665"/>
                  </a:lnTo>
                  <a:lnTo>
                    <a:pt x="1502261" y="143665"/>
                  </a:lnTo>
                  <a:lnTo>
                    <a:pt x="1496002" y="143665"/>
                  </a:lnTo>
                  <a:lnTo>
                    <a:pt x="1489742" y="143665"/>
                  </a:lnTo>
                  <a:lnTo>
                    <a:pt x="1483483" y="143665"/>
                  </a:lnTo>
                  <a:lnTo>
                    <a:pt x="1477223" y="143665"/>
                  </a:lnTo>
                  <a:lnTo>
                    <a:pt x="1470964" y="143665"/>
                  </a:lnTo>
                  <a:lnTo>
                    <a:pt x="1464705" y="143665"/>
                  </a:lnTo>
                  <a:lnTo>
                    <a:pt x="1458445" y="143665"/>
                  </a:lnTo>
                  <a:lnTo>
                    <a:pt x="1452186" y="143665"/>
                  </a:lnTo>
                  <a:lnTo>
                    <a:pt x="1445926" y="143665"/>
                  </a:lnTo>
                  <a:lnTo>
                    <a:pt x="1439667" y="143665"/>
                  </a:lnTo>
                  <a:lnTo>
                    <a:pt x="1433407" y="143665"/>
                  </a:lnTo>
                  <a:lnTo>
                    <a:pt x="1427148" y="143665"/>
                  </a:lnTo>
                  <a:lnTo>
                    <a:pt x="1420889" y="143665"/>
                  </a:lnTo>
                  <a:lnTo>
                    <a:pt x="1414629" y="143665"/>
                  </a:lnTo>
                  <a:lnTo>
                    <a:pt x="1408370" y="143665"/>
                  </a:lnTo>
                  <a:lnTo>
                    <a:pt x="1402110" y="143665"/>
                  </a:lnTo>
                  <a:lnTo>
                    <a:pt x="1395851" y="143665"/>
                  </a:lnTo>
                  <a:lnTo>
                    <a:pt x="1389592" y="143665"/>
                  </a:lnTo>
                  <a:lnTo>
                    <a:pt x="1383332" y="143665"/>
                  </a:lnTo>
                  <a:lnTo>
                    <a:pt x="1377073" y="143665"/>
                  </a:lnTo>
                  <a:lnTo>
                    <a:pt x="1370813" y="143665"/>
                  </a:lnTo>
                  <a:lnTo>
                    <a:pt x="1364554" y="143665"/>
                  </a:lnTo>
                  <a:lnTo>
                    <a:pt x="1358294" y="143665"/>
                  </a:lnTo>
                  <a:lnTo>
                    <a:pt x="1352035" y="143665"/>
                  </a:lnTo>
                  <a:lnTo>
                    <a:pt x="1345776" y="143665"/>
                  </a:lnTo>
                  <a:lnTo>
                    <a:pt x="1339516" y="143665"/>
                  </a:lnTo>
                  <a:lnTo>
                    <a:pt x="1333257" y="143665"/>
                  </a:lnTo>
                  <a:lnTo>
                    <a:pt x="1326997" y="143665"/>
                  </a:lnTo>
                  <a:lnTo>
                    <a:pt x="1320738" y="143665"/>
                  </a:lnTo>
                  <a:lnTo>
                    <a:pt x="1314478" y="143665"/>
                  </a:lnTo>
                  <a:lnTo>
                    <a:pt x="1308219" y="143665"/>
                  </a:lnTo>
                  <a:lnTo>
                    <a:pt x="1301960" y="143665"/>
                  </a:lnTo>
                  <a:lnTo>
                    <a:pt x="1295700" y="143665"/>
                  </a:lnTo>
                  <a:lnTo>
                    <a:pt x="1289441" y="143665"/>
                  </a:lnTo>
                  <a:lnTo>
                    <a:pt x="1283181" y="143665"/>
                  </a:lnTo>
                  <a:lnTo>
                    <a:pt x="1276922" y="143665"/>
                  </a:lnTo>
                  <a:lnTo>
                    <a:pt x="1270662" y="143665"/>
                  </a:lnTo>
                  <a:lnTo>
                    <a:pt x="1264403" y="143665"/>
                  </a:lnTo>
                  <a:lnTo>
                    <a:pt x="1258144" y="143665"/>
                  </a:lnTo>
                  <a:lnTo>
                    <a:pt x="1251884" y="143665"/>
                  </a:lnTo>
                  <a:lnTo>
                    <a:pt x="1245625" y="143665"/>
                  </a:lnTo>
                  <a:lnTo>
                    <a:pt x="1239365" y="143665"/>
                  </a:lnTo>
                  <a:lnTo>
                    <a:pt x="1233106" y="143665"/>
                  </a:lnTo>
                  <a:lnTo>
                    <a:pt x="1226846" y="143665"/>
                  </a:lnTo>
                  <a:lnTo>
                    <a:pt x="1220587" y="143665"/>
                  </a:lnTo>
                  <a:lnTo>
                    <a:pt x="1214328" y="143665"/>
                  </a:lnTo>
                  <a:lnTo>
                    <a:pt x="1208068" y="143665"/>
                  </a:lnTo>
                  <a:lnTo>
                    <a:pt x="1201809" y="143665"/>
                  </a:lnTo>
                  <a:lnTo>
                    <a:pt x="1195549" y="143665"/>
                  </a:lnTo>
                  <a:lnTo>
                    <a:pt x="1189290" y="143665"/>
                  </a:lnTo>
                  <a:lnTo>
                    <a:pt x="1183031" y="143665"/>
                  </a:lnTo>
                  <a:lnTo>
                    <a:pt x="1176771" y="143665"/>
                  </a:lnTo>
                  <a:lnTo>
                    <a:pt x="1170512" y="143665"/>
                  </a:lnTo>
                  <a:lnTo>
                    <a:pt x="1164252" y="143665"/>
                  </a:lnTo>
                  <a:lnTo>
                    <a:pt x="1157993" y="143665"/>
                  </a:lnTo>
                  <a:lnTo>
                    <a:pt x="1151733" y="143665"/>
                  </a:lnTo>
                  <a:lnTo>
                    <a:pt x="1145474" y="143665"/>
                  </a:lnTo>
                  <a:lnTo>
                    <a:pt x="1139215" y="143665"/>
                  </a:lnTo>
                  <a:lnTo>
                    <a:pt x="1132955" y="143665"/>
                  </a:lnTo>
                  <a:lnTo>
                    <a:pt x="1126696" y="143665"/>
                  </a:lnTo>
                  <a:lnTo>
                    <a:pt x="1120436" y="143665"/>
                  </a:lnTo>
                  <a:lnTo>
                    <a:pt x="1114177" y="143665"/>
                  </a:lnTo>
                  <a:lnTo>
                    <a:pt x="1107917" y="143665"/>
                  </a:lnTo>
                  <a:lnTo>
                    <a:pt x="1101658" y="143665"/>
                  </a:lnTo>
                  <a:lnTo>
                    <a:pt x="1095399" y="143665"/>
                  </a:lnTo>
                  <a:lnTo>
                    <a:pt x="1089139" y="143665"/>
                  </a:lnTo>
                  <a:lnTo>
                    <a:pt x="1082880" y="143665"/>
                  </a:lnTo>
                  <a:lnTo>
                    <a:pt x="1076620" y="143665"/>
                  </a:lnTo>
                  <a:lnTo>
                    <a:pt x="1070361" y="143665"/>
                  </a:lnTo>
                  <a:lnTo>
                    <a:pt x="1064101" y="143665"/>
                  </a:lnTo>
                  <a:lnTo>
                    <a:pt x="1057842" y="143665"/>
                  </a:lnTo>
                  <a:lnTo>
                    <a:pt x="1051583" y="143665"/>
                  </a:lnTo>
                  <a:lnTo>
                    <a:pt x="1045323" y="143665"/>
                  </a:lnTo>
                  <a:lnTo>
                    <a:pt x="1039064" y="143665"/>
                  </a:lnTo>
                  <a:lnTo>
                    <a:pt x="1032804" y="143665"/>
                  </a:lnTo>
                  <a:lnTo>
                    <a:pt x="1026545" y="143665"/>
                  </a:lnTo>
                  <a:lnTo>
                    <a:pt x="1020286" y="143665"/>
                  </a:lnTo>
                  <a:lnTo>
                    <a:pt x="1014026" y="143665"/>
                  </a:lnTo>
                  <a:lnTo>
                    <a:pt x="1007767" y="143665"/>
                  </a:lnTo>
                  <a:lnTo>
                    <a:pt x="1001507" y="143665"/>
                  </a:lnTo>
                  <a:lnTo>
                    <a:pt x="995248" y="143665"/>
                  </a:lnTo>
                  <a:lnTo>
                    <a:pt x="988988" y="143665"/>
                  </a:lnTo>
                  <a:lnTo>
                    <a:pt x="982729" y="143665"/>
                  </a:lnTo>
                  <a:lnTo>
                    <a:pt x="976470" y="143665"/>
                  </a:lnTo>
                  <a:lnTo>
                    <a:pt x="970210" y="143665"/>
                  </a:lnTo>
                  <a:lnTo>
                    <a:pt x="963951" y="143665"/>
                  </a:lnTo>
                  <a:lnTo>
                    <a:pt x="957691" y="143665"/>
                  </a:lnTo>
                  <a:lnTo>
                    <a:pt x="951432" y="143665"/>
                  </a:lnTo>
                  <a:lnTo>
                    <a:pt x="945172" y="143665"/>
                  </a:lnTo>
                  <a:lnTo>
                    <a:pt x="938913" y="143665"/>
                  </a:lnTo>
                  <a:lnTo>
                    <a:pt x="932654" y="143665"/>
                  </a:lnTo>
                  <a:lnTo>
                    <a:pt x="926394" y="143665"/>
                  </a:lnTo>
                  <a:lnTo>
                    <a:pt x="920135" y="143665"/>
                  </a:lnTo>
                  <a:lnTo>
                    <a:pt x="913875" y="143665"/>
                  </a:lnTo>
                  <a:lnTo>
                    <a:pt x="907616" y="143665"/>
                  </a:lnTo>
                  <a:lnTo>
                    <a:pt x="901356" y="143665"/>
                  </a:lnTo>
                  <a:lnTo>
                    <a:pt x="895097" y="143665"/>
                  </a:lnTo>
                  <a:lnTo>
                    <a:pt x="888838" y="143665"/>
                  </a:lnTo>
                  <a:lnTo>
                    <a:pt x="882578" y="143665"/>
                  </a:lnTo>
                  <a:lnTo>
                    <a:pt x="876319" y="143665"/>
                  </a:lnTo>
                  <a:lnTo>
                    <a:pt x="870059" y="143665"/>
                  </a:lnTo>
                  <a:lnTo>
                    <a:pt x="863800" y="143665"/>
                  </a:lnTo>
                  <a:lnTo>
                    <a:pt x="857541" y="143665"/>
                  </a:lnTo>
                  <a:lnTo>
                    <a:pt x="851281" y="143665"/>
                  </a:lnTo>
                  <a:lnTo>
                    <a:pt x="845022" y="143665"/>
                  </a:lnTo>
                  <a:lnTo>
                    <a:pt x="838762" y="143665"/>
                  </a:lnTo>
                  <a:lnTo>
                    <a:pt x="832503" y="143665"/>
                  </a:lnTo>
                  <a:lnTo>
                    <a:pt x="826243" y="143665"/>
                  </a:lnTo>
                  <a:lnTo>
                    <a:pt x="819984" y="143665"/>
                  </a:lnTo>
                  <a:lnTo>
                    <a:pt x="813725" y="143665"/>
                  </a:lnTo>
                  <a:lnTo>
                    <a:pt x="807465" y="143665"/>
                  </a:lnTo>
                  <a:lnTo>
                    <a:pt x="801206" y="143665"/>
                  </a:lnTo>
                  <a:lnTo>
                    <a:pt x="794946" y="143665"/>
                  </a:lnTo>
                  <a:lnTo>
                    <a:pt x="788687" y="143665"/>
                  </a:lnTo>
                  <a:lnTo>
                    <a:pt x="782427" y="143665"/>
                  </a:lnTo>
                  <a:lnTo>
                    <a:pt x="776168" y="143665"/>
                  </a:lnTo>
                  <a:lnTo>
                    <a:pt x="769909" y="143665"/>
                  </a:lnTo>
                  <a:lnTo>
                    <a:pt x="763649" y="143665"/>
                  </a:lnTo>
                  <a:lnTo>
                    <a:pt x="757390" y="143665"/>
                  </a:lnTo>
                  <a:lnTo>
                    <a:pt x="751130" y="143665"/>
                  </a:lnTo>
                  <a:lnTo>
                    <a:pt x="744871" y="143665"/>
                  </a:lnTo>
                  <a:lnTo>
                    <a:pt x="738611" y="143665"/>
                  </a:lnTo>
                  <a:lnTo>
                    <a:pt x="732352" y="143665"/>
                  </a:lnTo>
                  <a:lnTo>
                    <a:pt x="726093" y="143665"/>
                  </a:lnTo>
                  <a:lnTo>
                    <a:pt x="719833" y="143665"/>
                  </a:lnTo>
                  <a:lnTo>
                    <a:pt x="713574" y="143665"/>
                  </a:lnTo>
                  <a:lnTo>
                    <a:pt x="707314" y="143665"/>
                  </a:lnTo>
                  <a:lnTo>
                    <a:pt x="701055" y="143665"/>
                  </a:lnTo>
                  <a:lnTo>
                    <a:pt x="694796" y="143665"/>
                  </a:lnTo>
                  <a:lnTo>
                    <a:pt x="688536" y="143665"/>
                  </a:lnTo>
                  <a:lnTo>
                    <a:pt x="682277" y="143665"/>
                  </a:lnTo>
                  <a:lnTo>
                    <a:pt x="676017" y="143665"/>
                  </a:lnTo>
                  <a:lnTo>
                    <a:pt x="669758" y="143665"/>
                  </a:lnTo>
                  <a:lnTo>
                    <a:pt x="663498" y="143665"/>
                  </a:lnTo>
                  <a:lnTo>
                    <a:pt x="657239" y="143665"/>
                  </a:lnTo>
                  <a:lnTo>
                    <a:pt x="650980" y="143665"/>
                  </a:lnTo>
                  <a:lnTo>
                    <a:pt x="644720" y="143665"/>
                  </a:lnTo>
                  <a:lnTo>
                    <a:pt x="638461" y="143665"/>
                  </a:lnTo>
                  <a:lnTo>
                    <a:pt x="632201" y="143665"/>
                  </a:lnTo>
                  <a:lnTo>
                    <a:pt x="625942" y="143665"/>
                  </a:lnTo>
                  <a:lnTo>
                    <a:pt x="619682" y="143665"/>
                  </a:lnTo>
                  <a:lnTo>
                    <a:pt x="613423" y="143665"/>
                  </a:lnTo>
                  <a:lnTo>
                    <a:pt x="607164" y="143665"/>
                  </a:lnTo>
                  <a:lnTo>
                    <a:pt x="600904" y="143665"/>
                  </a:lnTo>
                  <a:lnTo>
                    <a:pt x="594645" y="143665"/>
                  </a:lnTo>
                  <a:lnTo>
                    <a:pt x="588385" y="143665"/>
                  </a:lnTo>
                  <a:lnTo>
                    <a:pt x="582126" y="143665"/>
                  </a:lnTo>
                  <a:lnTo>
                    <a:pt x="575866" y="143665"/>
                  </a:lnTo>
                  <a:lnTo>
                    <a:pt x="569607" y="143665"/>
                  </a:lnTo>
                  <a:lnTo>
                    <a:pt x="563348" y="143665"/>
                  </a:lnTo>
                  <a:lnTo>
                    <a:pt x="557088" y="143665"/>
                  </a:lnTo>
                  <a:lnTo>
                    <a:pt x="550829" y="143665"/>
                  </a:lnTo>
                  <a:lnTo>
                    <a:pt x="544569" y="143665"/>
                  </a:lnTo>
                  <a:lnTo>
                    <a:pt x="538310" y="143665"/>
                  </a:lnTo>
                  <a:lnTo>
                    <a:pt x="532050" y="143665"/>
                  </a:lnTo>
                  <a:lnTo>
                    <a:pt x="525791" y="143665"/>
                  </a:lnTo>
                  <a:lnTo>
                    <a:pt x="519532" y="143665"/>
                  </a:lnTo>
                  <a:lnTo>
                    <a:pt x="513272" y="143665"/>
                  </a:lnTo>
                  <a:lnTo>
                    <a:pt x="507013" y="143665"/>
                  </a:lnTo>
                  <a:lnTo>
                    <a:pt x="500753" y="143665"/>
                  </a:lnTo>
                  <a:lnTo>
                    <a:pt x="494494" y="143665"/>
                  </a:lnTo>
                  <a:lnTo>
                    <a:pt x="488235" y="143665"/>
                  </a:lnTo>
                  <a:lnTo>
                    <a:pt x="481975" y="143665"/>
                  </a:lnTo>
                  <a:lnTo>
                    <a:pt x="475716" y="143665"/>
                  </a:lnTo>
                  <a:lnTo>
                    <a:pt x="469456" y="143665"/>
                  </a:lnTo>
                  <a:lnTo>
                    <a:pt x="463197" y="143665"/>
                  </a:lnTo>
                  <a:lnTo>
                    <a:pt x="456937" y="143665"/>
                  </a:lnTo>
                  <a:lnTo>
                    <a:pt x="450678" y="143665"/>
                  </a:lnTo>
                  <a:lnTo>
                    <a:pt x="444419" y="143665"/>
                  </a:lnTo>
                  <a:lnTo>
                    <a:pt x="438159" y="143665"/>
                  </a:lnTo>
                  <a:lnTo>
                    <a:pt x="431900" y="143665"/>
                  </a:lnTo>
                  <a:lnTo>
                    <a:pt x="425640" y="143665"/>
                  </a:lnTo>
                  <a:lnTo>
                    <a:pt x="419381" y="143665"/>
                  </a:lnTo>
                  <a:lnTo>
                    <a:pt x="413121" y="143665"/>
                  </a:lnTo>
                  <a:lnTo>
                    <a:pt x="406862" y="143665"/>
                  </a:lnTo>
                  <a:lnTo>
                    <a:pt x="400603" y="143665"/>
                  </a:lnTo>
                  <a:lnTo>
                    <a:pt x="394343" y="143665"/>
                  </a:lnTo>
                  <a:lnTo>
                    <a:pt x="388084" y="143665"/>
                  </a:lnTo>
                  <a:lnTo>
                    <a:pt x="381824" y="143665"/>
                  </a:lnTo>
                  <a:lnTo>
                    <a:pt x="375565" y="143665"/>
                  </a:lnTo>
                  <a:lnTo>
                    <a:pt x="369305" y="143665"/>
                  </a:lnTo>
                  <a:lnTo>
                    <a:pt x="363046" y="143665"/>
                  </a:lnTo>
                  <a:lnTo>
                    <a:pt x="356787" y="143665"/>
                  </a:lnTo>
                  <a:lnTo>
                    <a:pt x="350527" y="143665"/>
                  </a:lnTo>
                  <a:lnTo>
                    <a:pt x="344268" y="143665"/>
                  </a:lnTo>
                  <a:lnTo>
                    <a:pt x="338008" y="143665"/>
                  </a:lnTo>
                  <a:lnTo>
                    <a:pt x="331749" y="143665"/>
                  </a:lnTo>
                  <a:lnTo>
                    <a:pt x="325490" y="143665"/>
                  </a:lnTo>
                  <a:lnTo>
                    <a:pt x="319230" y="143665"/>
                  </a:lnTo>
                  <a:lnTo>
                    <a:pt x="312971" y="143665"/>
                  </a:lnTo>
                  <a:lnTo>
                    <a:pt x="306711" y="143665"/>
                  </a:lnTo>
                  <a:lnTo>
                    <a:pt x="300452" y="143665"/>
                  </a:lnTo>
                  <a:lnTo>
                    <a:pt x="294192" y="143665"/>
                  </a:lnTo>
                  <a:lnTo>
                    <a:pt x="287933" y="143665"/>
                  </a:lnTo>
                  <a:lnTo>
                    <a:pt x="281674" y="143665"/>
                  </a:lnTo>
                  <a:lnTo>
                    <a:pt x="275414" y="143665"/>
                  </a:lnTo>
                  <a:lnTo>
                    <a:pt x="269155" y="143665"/>
                  </a:lnTo>
                  <a:lnTo>
                    <a:pt x="262895" y="143665"/>
                  </a:lnTo>
                  <a:lnTo>
                    <a:pt x="256636" y="143665"/>
                  </a:lnTo>
                  <a:lnTo>
                    <a:pt x="250376" y="143665"/>
                  </a:lnTo>
                  <a:lnTo>
                    <a:pt x="244117" y="143665"/>
                  </a:lnTo>
                  <a:lnTo>
                    <a:pt x="237858" y="143665"/>
                  </a:lnTo>
                  <a:lnTo>
                    <a:pt x="231598" y="143665"/>
                  </a:lnTo>
                  <a:lnTo>
                    <a:pt x="225339" y="143665"/>
                  </a:lnTo>
                  <a:lnTo>
                    <a:pt x="219079" y="143665"/>
                  </a:lnTo>
                  <a:lnTo>
                    <a:pt x="212820" y="143665"/>
                  </a:lnTo>
                  <a:lnTo>
                    <a:pt x="206560" y="143665"/>
                  </a:lnTo>
                  <a:lnTo>
                    <a:pt x="200301" y="143665"/>
                  </a:lnTo>
                  <a:lnTo>
                    <a:pt x="194042" y="143665"/>
                  </a:lnTo>
                  <a:lnTo>
                    <a:pt x="187782" y="143665"/>
                  </a:lnTo>
                  <a:lnTo>
                    <a:pt x="181523" y="143665"/>
                  </a:lnTo>
                  <a:lnTo>
                    <a:pt x="175263" y="143665"/>
                  </a:lnTo>
                  <a:lnTo>
                    <a:pt x="169004" y="143665"/>
                  </a:lnTo>
                  <a:lnTo>
                    <a:pt x="162745" y="143665"/>
                  </a:lnTo>
                  <a:lnTo>
                    <a:pt x="156485" y="143665"/>
                  </a:lnTo>
                  <a:lnTo>
                    <a:pt x="150226" y="143665"/>
                  </a:lnTo>
                  <a:lnTo>
                    <a:pt x="143966" y="143665"/>
                  </a:lnTo>
                  <a:lnTo>
                    <a:pt x="137707" y="143665"/>
                  </a:lnTo>
                  <a:lnTo>
                    <a:pt x="131447" y="143665"/>
                  </a:lnTo>
                  <a:lnTo>
                    <a:pt x="125188" y="143665"/>
                  </a:lnTo>
                  <a:lnTo>
                    <a:pt x="118929" y="143665"/>
                  </a:lnTo>
                  <a:lnTo>
                    <a:pt x="112669" y="143665"/>
                  </a:lnTo>
                  <a:lnTo>
                    <a:pt x="106410" y="143665"/>
                  </a:lnTo>
                  <a:lnTo>
                    <a:pt x="100150" y="143665"/>
                  </a:lnTo>
                  <a:lnTo>
                    <a:pt x="93891" y="143665"/>
                  </a:lnTo>
                  <a:lnTo>
                    <a:pt x="87631" y="143665"/>
                  </a:lnTo>
                  <a:lnTo>
                    <a:pt x="81372" y="143665"/>
                  </a:lnTo>
                  <a:lnTo>
                    <a:pt x="75113" y="143665"/>
                  </a:lnTo>
                  <a:lnTo>
                    <a:pt x="68853" y="143665"/>
                  </a:lnTo>
                  <a:lnTo>
                    <a:pt x="62594" y="143665"/>
                  </a:lnTo>
                  <a:lnTo>
                    <a:pt x="56334" y="143665"/>
                  </a:lnTo>
                  <a:lnTo>
                    <a:pt x="50075" y="143665"/>
                  </a:lnTo>
                  <a:lnTo>
                    <a:pt x="43815" y="143665"/>
                  </a:lnTo>
                  <a:lnTo>
                    <a:pt x="37556" y="143665"/>
                  </a:lnTo>
                  <a:lnTo>
                    <a:pt x="31297" y="143665"/>
                  </a:lnTo>
                  <a:lnTo>
                    <a:pt x="25037" y="143665"/>
                  </a:lnTo>
                  <a:lnTo>
                    <a:pt x="18778" y="143665"/>
                  </a:lnTo>
                  <a:lnTo>
                    <a:pt x="12518" y="143665"/>
                  </a:lnTo>
                  <a:lnTo>
                    <a:pt x="6259" y="14366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749798" y="4312293"/>
              <a:ext cx="3198565" cy="143665"/>
            </a:xfrm>
            <a:custGeom>
              <a:avLst/>
              <a:pathLst>
                <a:path w="3198565" h="143665">
                  <a:moveTo>
                    <a:pt x="0" y="143665"/>
                  </a:moveTo>
                  <a:lnTo>
                    <a:pt x="6259" y="143665"/>
                  </a:lnTo>
                  <a:lnTo>
                    <a:pt x="12518" y="143664"/>
                  </a:lnTo>
                  <a:lnTo>
                    <a:pt x="18778" y="143663"/>
                  </a:lnTo>
                  <a:lnTo>
                    <a:pt x="25037" y="143662"/>
                  </a:lnTo>
                  <a:lnTo>
                    <a:pt x="31297" y="143660"/>
                  </a:lnTo>
                  <a:lnTo>
                    <a:pt x="37556" y="143657"/>
                  </a:lnTo>
                  <a:lnTo>
                    <a:pt x="43815" y="143652"/>
                  </a:lnTo>
                  <a:lnTo>
                    <a:pt x="50075" y="143645"/>
                  </a:lnTo>
                  <a:lnTo>
                    <a:pt x="56334" y="143634"/>
                  </a:lnTo>
                  <a:lnTo>
                    <a:pt x="62594" y="143619"/>
                  </a:lnTo>
                  <a:lnTo>
                    <a:pt x="68853" y="143598"/>
                  </a:lnTo>
                  <a:lnTo>
                    <a:pt x="75113" y="143568"/>
                  </a:lnTo>
                  <a:lnTo>
                    <a:pt x="81372" y="143527"/>
                  </a:lnTo>
                  <a:lnTo>
                    <a:pt x="87631" y="143473"/>
                  </a:lnTo>
                  <a:lnTo>
                    <a:pt x="93891" y="143400"/>
                  </a:lnTo>
                  <a:lnTo>
                    <a:pt x="100150" y="143303"/>
                  </a:lnTo>
                  <a:lnTo>
                    <a:pt x="106410" y="143178"/>
                  </a:lnTo>
                  <a:lnTo>
                    <a:pt x="112669" y="143021"/>
                  </a:lnTo>
                  <a:lnTo>
                    <a:pt x="118929" y="142826"/>
                  </a:lnTo>
                  <a:lnTo>
                    <a:pt x="125188" y="142588"/>
                  </a:lnTo>
                  <a:lnTo>
                    <a:pt x="131447" y="142305"/>
                  </a:lnTo>
                  <a:lnTo>
                    <a:pt x="137707" y="141970"/>
                  </a:lnTo>
                  <a:lnTo>
                    <a:pt x="143966" y="141583"/>
                  </a:lnTo>
                  <a:lnTo>
                    <a:pt x="150226" y="141143"/>
                  </a:lnTo>
                  <a:lnTo>
                    <a:pt x="156485" y="140643"/>
                  </a:lnTo>
                  <a:lnTo>
                    <a:pt x="162745" y="140094"/>
                  </a:lnTo>
                  <a:lnTo>
                    <a:pt x="169004" y="139504"/>
                  </a:lnTo>
                  <a:lnTo>
                    <a:pt x="175263" y="138881"/>
                  </a:lnTo>
                  <a:lnTo>
                    <a:pt x="181523" y="138236"/>
                  </a:lnTo>
                  <a:lnTo>
                    <a:pt x="187782" y="137583"/>
                  </a:lnTo>
                  <a:lnTo>
                    <a:pt x="194042" y="136935"/>
                  </a:lnTo>
                  <a:lnTo>
                    <a:pt x="200301" y="136310"/>
                  </a:lnTo>
                  <a:lnTo>
                    <a:pt x="206560" y="135722"/>
                  </a:lnTo>
                  <a:lnTo>
                    <a:pt x="212820" y="135197"/>
                  </a:lnTo>
                  <a:lnTo>
                    <a:pt x="219079" y="134748"/>
                  </a:lnTo>
                  <a:lnTo>
                    <a:pt x="225339" y="134387"/>
                  </a:lnTo>
                  <a:lnTo>
                    <a:pt x="231598" y="134124"/>
                  </a:lnTo>
                  <a:lnTo>
                    <a:pt x="237858" y="133965"/>
                  </a:lnTo>
                  <a:lnTo>
                    <a:pt x="244117" y="133915"/>
                  </a:lnTo>
                  <a:lnTo>
                    <a:pt x="250376" y="133972"/>
                  </a:lnTo>
                  <a:lnTo>
                    <a:pt x="256636" y="134134"/>
                  </a:lnTo>
                  <a:lnTo>
                    <a:pt x="262895" y="134392"/>
                  </a:lnTo>
                  <a:lnTo>
                    <a:pt x="269155" y="134740"/>
                  </a:lnTo>
                  <a:lnTo>
                    <a:pt x="275414" y="135163"/>
                  </a:lnTo>
                  <a:lnTo>
                    <a:pt x="281674" y="135637"/>
                  </a:lnTo>
                  <a:lnTo>
                    <a:pt x="287933" y="136147"/>
                  </a:lnTo>
                  <a:lnTo>
                    <a:pt x="294192" y="136675"/>
                  </a:lnTo>
                  <a:lnTo>
                    <a:pt x="300452" y="137206"/>
                  </a:lnTo>
                  <a:lnTo>
                    <a:pt x="306711" y="137725"/>
                  </a:lnTo>
                  <a:lnTo>
                    <a:pt x="312971" y="138220"/>
                  </a:lnTo>
                  <a:lnTo>
                    <a:pt x="319230" y="138682"/>
                  </a:lnTo>
                  <a:lnTo>
                    <a:pt x="325490" y="139102"/>
                  </a:lnTo>
                  <a:lnTo>
                    <a:pt x="331749" y="139470"/>
                  </a:lnTo>
                  <a:lnTo>
                    <a:pt x="338008" y="139791"/>
                  </a:lnTo>
                  <a:lnTo>
                    <a:pt x="344268" y="140066"/>
                  </a:lnTo>
                  <a:lnTo>
                    <a:pt x="350527" y="140297"/>
                  </a:lnTo>
                  <a:lnTo>
                    <a:pt x="356787" y="140488"/>
                  </a:lnTo>
                  <a:lnTo>
                    <a:pt x="363046" y="140642"/>
                  </a:lnTo>
                  <a:lnTo>
                    <a:pt x="369305" y="140763"/>
                  </a:lnTo>
                  <a:lnTo>
                    <a:pt x="375565" y="140855"/>
                  </a:lnTo>
                  <a:lnTo>
                    <a:pt x="381824" y="140919"/>
                  </a:lnTo>
                  <a:lnTo>
                    <a:pt x="388084" y="140955"/>
                  </a:lnTo>
                  <a:lnTo>
                    <a:pt x="394343" y="140966"/>
                  </a:lnTo>
                  <a:lnTo>
                    <a:pt x="400603" y="140951"/>
                  </a:lnTo>
                  <a:lnTo>
                    <a:pt x="406862" y="140907"/>
                  </a:lnTo>
                  <a:lnTo>
                    <a:pt x="413121" y="140834"/>
                  </a:lnTo>
                  <a:lnTo>
                    <a:pt x="419381" y="140728"/>
                  </a:lnTo>
                  <a:lnTo>
                    <a:pt x="425640" y="140589"/>
                  </a:lnTo>
                  <a:lnTo>
                    <a:pt x="431900" y="140413"/>
                  </a:lnTo>
                  <a:lnTo>
                    <a:pt x="438159" y="140202"/>
                  </a:lnTo>
                  <a:lnTo>
                    <a:pt x="444419" y="139953"/>
                  </a:lnTo>
                  <a:lnTo>
                    <a:pt x="450678" y="139670"/>
                  </a:lnTo>
                  <a:lnTo>
                    <a:pt x="456937" y="139360"/>
                  </a:lnTo>
                  <a:lnTo>
                    <a:pt x="463197" y="139028"/>
                  </a:lnTo>
                  <a:lnTo>
                    <a:pt x="469456" y="138680"/>
                  </a:lnTo>
                  <a:lnTo>
                    <a:pt x="475716" y="138323"/>
                  </a:lnTo>
                  <a:lnTo>
                    <a:pt x="481975" y="137964"/>
                  </a:lnTo>
                  <a:lnTo>
                    <a:pt x="488235" y="137609"/>
                  </a:lnTo>
                  <a:lnTo>
                    <a:pt x="494494" y="137264"/>
                  </a:lnTo>
                  <a:lnTo>
                    <a:pt x="500753" y="136937"/>
                  </a:lnTo>
                  <a:lnTo>
                    <a:pt x="507013" y="136631"/>
                  </a:lnTo>
                  <a:lnTo>
                    <a:pt x="513272" y="136348"/>
                  </a:lnTo>
                  <a:lnTo>
                    <a:pt x="519532" y="136089"/>
                  </a:lnTo>
                  <a:lnTo>
                    <a:pt x="525791" y="135855"/>
                  </a:lnTo>
                  <a:lnTo>
                    <a:pt x="532050" y="135645"/>
                  </a:lnTo>
                  <a:lnTo>
                    <a:pt x="538310" y="135459"/>
                  </a:lnTo>
                  <a:lnTo>
                    <a:pt x="544569" y="135296"/>
                  </a:lnTo>
                  <a:lnTo>
                    <a:pt x="550829" y="135154"/>
                  </a:lnTo>
                  <a:lnTo>
                    <a:pt x="557088" y="135034"/>
                  </a:lnTo>
                  <a:lnTo>
                    <a:pt x="563348" y="134935"/>
                  </a:lnTo>
                  <a:lnTo>
                    <a:pt x="569607" y="134854"/>
                  </a:lnTo>
                  <a:lnTo>
                    <a:pt x="575866" y="134789"/>
                  </a:lnTo>
                  <a:lnTo>
                    <a:pt x="582126" y="134737"/>
                  </a:lnTo>
                  <a:lnTo>
                    <a:pt x="588385" y="134692"/>
                  </a:lnTo>
                  <a:lnTo>
                    <a:pt x="594645" y="134652"/>
                  </a:lnTo>
                  <a:lnTo>
                    <a:pt x="600904" y="134609"/>
                  </a:lnTo>
                  <a:lnTo>
                    <a:pt x="607164" y="134556"/>
                  </a:lnTo>
                  <a:lnTo>
                    <a:pt x="613423" y="134487"/>
                  </a:lnTo>
                  <a:lnTo>
                    <a:pt x="619682" y="134388"/>
                  </a:lnTo>
                  <a:lnTo>
                    <a:pt x="625942" y="134253"/>
                  </a:lnTo>
                  <a:lnTo>
                    <a:pt x="632201" y="134077"/>
                  </a:lnTo>
                  <a:lnTo>
                    <a:pt x="638461" y="133854"/>
                  </a:lnTo>
                  <a:lnTo>
                    <a:pt x="644720" y="133584"/>
                  </a:lnTo>
                  <a:lnTo>
                    <a:pt x="650980" y="133264"/>
                  </a:lnTo>
                  <a:lnTo>
                    <a:pt x="657239" y="132896"/>
                  </a:lnTo>
                  <a:lnTo>
                    <a:pt x="663498" y="132486"/>
                  </a:lnTo>
                  <a:lnTo>
                    <a:pt x="669758" y="132037"/>
                  </a:lnTo>
                  <a:lnTo>
                    <a:pt x="676017" y="131556"/>
                  </a:lnTo>
                  <a:lnTo>
                    <a:pt x="682277" y="131053"/>
                  </a:lnTo>
                  <a:lnTo>
                    <a:pt x="688536" y="130537"/>
                  </a:lnTo>
                  <a:lnTo>
                    <a:pt x="694796" y="130016"/>
                  </a:lnTo>
                  <a:lnTo>
                    <a:pt x="701055" y="129495"/>
                  </a:lnTo>
                  <a:lnTo>
                    <a:pt x="707314" y="128978"/>
                  </a:lnTo>
                  <a:lnTo>
                    <a:pt x="713574" y="128470"/>
                  </a:lnTo>
                  <a:lnTo>
                    <a:pt x="719833" y="127970"/>
                  </a:lnTo>
                  <a:lnTo>
                    <a:pt x="726093" y="127481"/>
                  </a:lnTo>
                  <a:lnTo>
                    <a:pt x="732352" y="127002"/>
                  </a:lnTo>
                  <a:lnTo>
                    <a:pt x="738611" y="126532"/>
                  </a:lnTo>
                  <a:lnTo>
                    <a:pt x="744871" y="126069"/>
                  </a:lnTo>
                  <a:lnTo>
                    <a:pt x="751130" y="125611"/>
                  </a:lnTo>
                  <a:lnTo>
                    <a:pt x="757390" y="125157"/>
                  </a:lnTo>
                  <a:lnTo>
                    <a:pt x="763649" y="124705"/>
                  </a:lnTo>
                  <a:lnTo>
                    <a:pt x="769909" y="124251"/>
                  </a:lnTo>
                  <a:lnTo>
                    <a:pt x="776168" y="123792"/>
                  </a:lnTo>
                  <a:lnTo>
                    <a:pt x="782427" y="123324"/>
                  </a:lnTo>
                  <a:lnTo>
                    <a:pt x="788687" y="122839"/>
                  </a:lnTo>
                  <a:lnTo>
                    <a:pt x="794946" y="122325"/>
                  </a:lnTo>
                  <a:lnTo>
                    <a:pt x="801206" y="121774"/>
                  </a:lnTo>
                  <a:lnTo>
                    <a:pt x="807465" y="121177"/>
                  </a:lnTo>
                  <a:lnTo>
                    <a:pt x="813725" y="120522"/>
                  </a:lnTo>
                  <a:lnTo>
                    <a:pt x="819984" y="119798"/>
                  </a:lnTo>
                  <a:lnTo>
                    <a:pt x="826243" y="118994"/>
                  </a:lnTo>
                  <a:lnTo>
                    <a:pt x="832503" y="118101"/>
                  </a:lnTo>
                  <a:lnTo>
                    <a:pt x="838762" y="117108"/>
                  </a:lnTo>
                  <a:lnTo>
                    <a:pt x="845022" y="116007"/>
                  </a:lnTo>
                  <a:lnTo>
                    <a:pt x="851281" y="114775"/>
                  </a:lnTo>
                  <a:lnTo>
                    <a:pt x="857541" y="113412"/>
                  </a:lnTo>
                  <a:lnTo>
                    <a:pt x="863800" y="111910"/>
                  </a:lnTo>
                  <a:lnTo>
                    <a:pt x="870059" y="110255"/>
                  </a:lnTo>
                  <a:lnTo>
                    <a:pt x="876319" y="108432"/>
                  </a:lnTo>
                  <a:lnTo>
                    <a:pt x="882578" y="106421"/>
                  </a:lnTo>
                  <a:lnTo>
                    <a:pt x="888838" y="104201"/>
                  </a:lnTo>
                  <a:lnTo>
                    <a:pt x="895097" y="101744"/>
                  </a:lnTo>
                  <a:lnTo>
                    <a:pt x="901356" y="99023"/>
                  </a:lnTo>
                  <a:lnTo>
                    <a:pt x="907616" y="95981"/>
                  </a:lnTo>
                  <a:lnTo>
                    <a:pt x="913875" y="92588"/>
                  </a:lnTo>
                  <a:lnTo>
                    <a:pt x="920135" y="88836"/>
                  </a:lnTo>
                  <a:lnTo>
                    <a:pt x="926394" y="84704"/>
                  </a:lnTo>
                  <a:lnTo>
                    <a:pt x="932654" y="80181"/>
                  </a:lnTo>
                  <a:lnTo>
                    <a:pt x="938913" y="75265"/>
                  </a:lnTo>
                  <a:lnTo>
                    <a:pt x="945172" y="69967"/>
                  </a:lnTo>
                  <a:lnTo>
                    <a:pt x="951432" y="64311"/>
                  </a:lnTo>
                  <a:lnTo>
                    <a:pt x="957691" y="58339"/>
                  </a:lnTo>
                  <a:lnTo>
                    <a:pt x="963951" y="52100"/>
                  </a:lnTo>
                  <a:lnTo>
                    <a:pt x="970210" y="45683"/>
                  </a:lnTo>
                  <a:lnTo>
                    <a:pt x="976470" y="39210"/>
                  </a:lnTo>
                  <a:lnTo>
                    <a:pt x="982729" y="32797"/>
                  </a:lnTo>
                  <a:lnTo>
                    <a:pt x="988988" y="26570"/>
                  </a:lnTo>
                  <a:lnTo>
                    <a:pt x="995248" y="20665"/>
                  </a:lnTo>
                  <a:lnTo>
                    <a:pt x="1001507" y="15222"/>
                  </a:lnTo>
                  <a:lnTo>
                    <a:pt x="1007767" y="10382"/>
                  </a:lnTo>
                  <a:lnTo>
                    <a:pt x="1014026" y="6284"/>
                  </a:lnTo>
                  <a:lnTo>
                    <a:pt x="1020286" y="3066"/>
                  </a:lnTo>
                  <a:lnTo>
                    <a:pt x="1026545" y="981"/>
                  </a:lnTo>
                  <a:lnTo>
                    <a:pt x="1032804" y="0"/>
                  </a:lnTo>
                  <a:lnTo>
                    <a:pt x="1039064" y="180"/>
                  </a:lnTo>
                  <a:lnTo>
                    <a:pt x="1045323" y="1551"/>
                  </a:lnTo>
                  <a:lnTo>
                    <a:pt x="1051583" y="4111"/>
                  </a:lnTo>
                  <a:lnTo>
                    <a:pt x="1057842" y="7825"/>
                  </a:lnTo>
                  <a:lnTo>
                    <a:pt x="1064101" y="12628"/>
                  </a:lnTo>
                  <a:lnTo>
                    <a:pt x="1070361" y="18427"/>
                  </a:lnTo>
                  <a:lnTo>
                    <a:pt x="1076620" y="25101"/>
                  </a:lnTo>
                  <a:lnTo>
                    <a:pt x="1082880" y="32564"/>
                  </a:lnTo>
                  <a:lnTo>
                    <a:pt x="1089139" y="40563"/>
                  </a:lnTo>
                  <a:lnTo>
                    <a:pt x="1095399" y="48909"/>
                  </a:lnTo>
                  <a:lnTo>
                    <a:pt x="1101658" y="57429"/>
                  </a:lnTo>
                  <a:lnTo>
                    <a:pt x="1107917" y="65960"/>
                  </a:lnTo>
                  <a:lnTo>
                    <a:pt x="1114177" y="74347"/>
                  </a:lnTo>
                  <a:lnTo>
                    <a:pt x="1120436" y="82454"/>
                  </a:lnTo>
                  <a:lnTo>
                    <a:pt x="1126696" y="90160"/>
                  </a:lnTo>
                  <a:lnTo>
                    <a:pt x="1132955" y="97369"/>
                  </a:lnTo>
                  <a:lnTo>
                    <a:pt x="1139215" y="103960"/>
                  </a:lnTo>
                  <a:lnTo>
                    <a:pt x="1145474" y="109887"/>
                  </a:lnTo>
                  <a:lnTo>
                    <a:pt x="1151733" y="115168"/>
                  </a:lnTo>
                  <a:lnTo>
                    <a:pt x="1157993" y="119806"/>
                  </a:lnTo>
                  <a:lnTo>
                    <a:pt x="1164252" y="123819"/>
                  </a:lnTo>
                  <a:lnTo>
                    <a:pt x="1170512" y="127241"/>
                  </a:lnTo>
                  <a:lnTo>
                    <a:pt x="1176771" y="130111"/>
                  </a:lnTo>
                  <a:lnTo>
                    <a:pt x="1183031" y="132478"/>
                  </a:lnTo>
                  <a:lnTo>
                    <a:pt x="1189290" y="134396"/>
                  </a:lnTo>
                  <a:lnTo>
                    <a:pt x="1195549" y="135905"/>
                  </a:lnTo>
                  <a:lnTo>
                    <a:pt x="1201809" y="137049"/>
                  </a:lnTo>
                  <a:lnTo>
                    <a:pt x="1208068" y="137915"/>
                  </a:lnTo>
                  <a:lnTo>
                    <a:pt x="1214328" y="138545"/>
                  </a:lnTo>
                  <a:lnTo>
                    <a:pt x="1220587" y="138978"/>
                  </a:lnTo>
                  <a:lnTo>
                    <a:pt x="1226846" y="139246"/>
                  </a:lnTo>
                  <a:lnTo>
                    <a:pt x="1233106" y="139378"/>
                  </a:lnTo>
                  <a:lnTo>
                    <a:pt x="1239365" y="139396"/>
                  </a:lnTo>
                  <a:lnTo>
                    <a:pt x="1245625" y="139318"/>
                  </a:lnTo>
                  <a:lnTo>
                    <a:pt x="1251884" y="139160"/>
                  </a:lnTo>
                  <a:lnTo>
                    <a:pt x="1258144" y="138926"/>
                  </a:lnTo>
                  <a:lnTo>
                    <a:pt x="1264403" y="138635"/>
                  </a:lnTo>
                  <a:lnTo>
                    <a:pt x="1270662" y="138294"/>
                  </a:lnTo>
                  <a:lnTo>
                    <a:pt x="1276922" y="137910"/>
                  </a:lnTo>
                  <a:lnTo>
                    <a:pt x="1283181" y="137489"/>
                  </a:lnTo>
                  <a:lnTo>
                    <a:pt x="1289441" y="137036"/>
                  </a:lnTo>
                  <a:lnTo>
                    <a:pt x="1295700" y="136559"/>
                  </a:lnTo>
                  <a:lnTo>
                    <a:pt x="1301960" y="136061"/>
                  </a:lnTo>
                  <a:lnTo>
                    <a:pt x="1308219" y="135549"/>
                  </a:lnTo>
                  <a:lnTo>
                    <a:pt x="1314478" y="135028"/>
                  </a:lnTo>
                  <a:lnTo>
                    <a:pt x="1320738" y="134504"/>
                  </a:lnTo>
                  <a:lnTo>
                    <a:pt x="1326997" y="133980"/>
                  </a:lnTo>
                  <a:lnTo>
                    <a:pt x="1333257" y="133458"/>
                  </a:lnTo>
                  <a:lnTo>
                    <a:pt x="1339516" y="132938"/>
                  </a:lnTo>
                  <a:lnTo>
                    <a:pt x="1345776" y="132419"/>
                  </a:lnTo>
                  <a:lnTo>
                    <a:pt x="1352035" y="131896"/>
                  </a:lnTo>
                  <a:lnTo>
                    <a:pt x="1358294" y="131364"/>
                  </a:lnTo>
                  <a:lnTo>
                    <a:pt x="1364554" y="130816"/>
                  </a:lnTo>
                  <a:lnTo>
                    <a:pt x="1370813" y="130240"/>
                  </a:lnTo>
                  <a:lnTo>
                    <a:pt x="1377073" y="129627"/>
                  </a:lnTo>
                  <a:lnTo>
                    <a:pt x="1383332" y="128967"/>
                  </a:lnTo>
                  <a:lnTo>
                    <a:pt x="1389592" y="128255"/>
                  </a:lnTo>
                  <a:lnTo>
                    <a:pt x="1395851" y="127483"/>
                  </a:lnTo>
                  <a:lnTo>
                    <a:pt x="1402110" y="126649"/>
                  </a:lnTo>
                  <a:lnTo>
                    <a:pt x="1408370" y="125752"/>
                  </a:lnTo>
                  <a:lnTo>
                    <a:pt x="1414629" y="124794"/>
                  </a:lnTo>
                  <a:lnTo>
                    <a:pt x="1420889" y="123781"/>
                  </a:lnTo>
                  <a:lnTo>
                    <a:pt x="1427148" y="122721"/>
                  </a:lnTo>
                  <a:lnTo>
                    <a:pt x="1433407" y="121631"/>
                  </a:lnTo>
                  <a:lnTo>
                    <a:pt x="1439667" y="120532"/>
                  </a:lnTo>
                  <a:lnTo>
                    <a:pt x="1445926" y="119445"/>
                  </a:lnTo>
                  <a:lnTo>
                    <a:pt x="1452186" y="118395"/>
                  </a:lnTo>
                  <a:lnTo>
                    <a:pt x="1458445" y="117406"/>
                  </a:lnTo>
                  <a:lnTo>
                    <a:pt x="1464705" y="116503"/>
                  </a:lnTo>
                  <a:lnTo>
                    <a:pt x="1470964" y="115713"/>
                  </a:lnTo>
                  <a:lnTo>
                    <a:pt x="1477223" y="115060"/>
                  </a:lnTo>
                  <a:lnTo>
                    <a:pt x="1483483" y="114566"/>
                  </a:lnTo>
                  <a:lnTo>
                    <a:pt x="1489742" y="114280"/>
                  </a:lnTo>
                  <a:lnTo>
                    <a:pt x="1496002" y="114192"/>
                  </a:lnTo>
                  <a:lnTo>
                    <a:pt x="1502261" y="114311"/>
                  </a:lnTo>
                  <a:lnTo>
                    <a:pt x="1508521" y="114640"/>
                  </a:lnTo>
                  <a:lnTo>
                    <a:pt x="1514780" y="115176"/>
                  </a:lnTo>
                  <a:lnTo>
                    <a:pt x="1521039" y="115911"/>
                  </a:lnTo>
                  <a:lnTo>
                    <a:pt x="1527299" y="116833"/>
                  </a:lnTo>
                  <a:lnTo>
                    <a:pt x="1533558" y="117924"/>
                  </a:lnTo>
                  <a:lnTo>
                    <a:pt x="1539818" y="119162"/>
                  </a:lnTo>
                  <a:lnTo>
                    <a:pt x="1546077" y="120532"/>
                  </a:lnTo>
                  <a:lnTo>
                    <a:pt x="1552337" y="121994"/>
                  </a:lnTo>
                  <a:lnTo>
                    <a:pt x="1558596" y="123516"/>
                  </a:lnTo>
                  <a:lnTo>
                    <a:pt x="1564855" y="125072"/>
                  </a:lnTo>
                  <a:lnTo>
                    <a:pt x="1571115" y="126636"/>
                  </a:lnTo>
                  <a:lnTo>
                    <a:pt x="1577374" y="128186"/>
                  </a:lnTo>
                  <a:lnTo>
                    <a:pt x="1583634" y="129700"/>
                  </a:lnTo>
                  <a:lnTo>
                    <a:pt x="1589893" y="131160"/>
                  </a:lnTo>
                  <a:lnTo>
                    <a:pt x="1596152" y="132552"/>
                  </a:lnTo>
                  <a:lnTo>
                    <a:pt x="1602412" y="133856"/>
                  </a:lnTo>
                  <a:lnTo>
                    <a:pt x="1608671" y="135063"/>
                  </a:lnTo>
                  <a:lnTo>
                    <a:pt x="1614931" y="136174"/>
                  </a:lnTo>
                  <a:lnTo>
                    <a:pt x="1621190" y="137185"/>
                  </a:lnTo>
                  <a:lnTo>
                    <a:pt x="1627450" y="138098"/>
                  </a:lnTo>
                  <a:lnTo>
                    <a:pt x="1633709" y="138914"/>
                  </a:lnTo>
                  <a:lnTo>
                    <a:pt x="1639968" y="139636"/>
                  </a:lnTo>
                  <a:lnTo>
                    <a:pt x="1646228" y="140271"/>
                  </a:lnTo>
                  <a:lnTo>
                    <a:pt x="1652487" y="140823"/>
                  </a:lnTo>
                  <a:lnTo>
                    <a:pt x="1658747" y="141297"/>
                  </a:lnTo>
                  <a:lnTo>
                    <a:pt x="1665006" y="141697"/>
                  </a:lnTo>
                  <a:lnTo>
                    <a:pt x="1671266" y="142038"/>
                  </a:lnTo>
                  <a:lnTo>
                    <a:pt x="1677525" y="142326"/>
                  </a:lnTo>
                  <a:lnTo>
                    <a:pt x="1683784" y="142569"/>
                  </a:lnTo>
                  <a:lnTo>
                    <a:pt x="1690044" y="142772"/>
                  </a:lnTo>
                  <a:lnTo>
                    <a:pt x="1696303" y="142940"/>
                  </a:lnTo>
                  <a:lnTo>
                    <a:pt x="1702563" y="143079"/>
                  </a:lnTo>
                  <a:lnTo>
                    <a:pt x="1708822" y="143192"/>
                  </a:lnTo>
                  <a:lnTo>
                    <a:pt x="1715082" y="143283"/>
                  </a:lnTo>
                  <a:lnTo>
                    <a:pt x="1721341" y="143353"/>
                  </a:lnTo>
                  <a:lnTo>
                    <a:pt x="1727600" y="143407"/>
                  </a:lnTo>
                  <a:lnTo>
                    <a:pt x="1733860" y="143447"/>
                  </a:lnTo>
                  <a:lnTo>
                    <a:pt x="1740119" y="143475"/>
                  </a:lnTo>
                  <a:lnTo>
                    <a:pt x="1746379" y="143491"/>
                  </a:lnTo>
                  <a:lnTo>
                    <a:pt x="1752638" y="143498"/>
                  </a:lnTo>
                  <a:lnTo>
                    <a:pt x="1758897" y="143496"/>
                  </a:lnTo>
                  <a:lnTo>
                    <a:pt x="1765157" y="143487"/>
                  </a:lnTo>
                  <a:lnTo>
                    <a:pt x="1771416" y="143471"/>
                  </a:lnTo>
                  <a:lnTo>
                    <a:pt x="1777676" y="143450"/>
                  </a:lnTo>
                  <a:lnTo>
                    <a:pt x="1783935" y="143425"/>
                  </a:lnTo>
                  <a:lnTo>
                    <a:pt x="1790195" y="143397"/>
                  </a:lnTo>
                  <a:lnTo>
                    <a:pt x="1796454" y="143369"/>
                  </a:lnTo>
                  <a:lnTo>
                    <a:pt x="1802713" y="143341"/>
                  </a:lnTo>
                  <a:lnTo>
                    <a:pt x="1808973" y="143315"/>
                  </a:lnTo>
                  <a:lnTo>
                    <a:pt x="1815232" y="143292"/>
                  </a:lnTo>
                  <a:lnTo>
                    <a:pt x="1821492" y="143273"/>
                  </a:lnTo>
                  <a:lnTo>
                    <a:pt x="1827751" y="143259"/>
                  </a:lnTo>
                  <a:lnTo>
                    <a:pt x="1834011" y="143251"/>
                  </a:lnTo>
                  <a:lnTo>
                    <a:pt x="1840270" y="143250"/>
                  </a:lnTo>
                  <a:lnTo>
                    <a:pt x="1846529" y="143255"/>
                  </a:lnTo>
                  <a:lnTo>
                    <a:pt x="1852789" y="143266"/>
                  </a:lnTo>
                  <a:lnTo>
                    <a:pt x="1859048" y="143281"/>
                  </a:lnTo>
                  <a:lnTo>
                    <a:pt x="1865308" y="143300"/>
                  </a:lnTo>
                  <a:lnTo>
                    <a:pt x="1871567" y="143320"/>
                  </a:lnTo>
                  <a:lnTo>
                    <a:pt x="1877827" y="143342"/>
                  </a:lnTo>
                  <a:lnTo>
                    <a:pt x="1884086" y="143363"/>
                  </a:lnTo>
                  <a:lnTo>
                    <a:pt x="1890345" y="143382"/>
                  </a:lnTo>
                  <a:lnTo>
                    <a:pt x="1896605" y="143397"/>
                  </a:lnTo>
                  <a:lnTo>
                    <a:pt x="1902864" y="143408"/>
                  </a:lnTo>
                  <a:lnTo>
                    <a:pt x="1909124" y="143413"/>
                  </a:lnTo>
                  <a:lnTo>
                    <a:pt x="1915383" y="143412"/>
                  </a:lnTo>
                  <a:lnTo>
                    <a:pt x="1921642" y="143406"/>
                  </a:lnTo>
                  <a:lnTo>
                    <a:pt x="1927902" y="143394"/>
                  </a:lnTo>
                  <a:lnTo>
                    <a:pt x="1934161" y="143378"/>
                  </a:lnTo>
                  <a:lnTo>
                    <a:pt x="1940421" y="143357"/>
                  </a:lnTo>
                  <a:lnTo>
                    <a:pt x="1946680" y="143334"/>
                  </a:lnTo>
                  <a:lnTo>
                    <a:pt x="1952940" y="143309"/>
                  </a:lnTo>
                  <a:lnTo>
                    <a:pt x="1959199" y="143284"/>
                  </a:lnTo>
                  <a:lnTo>
                    <a:pt x="1965458" y="143260"/>
                  </a:lnTo>
                  <a:lnTo>
                    <a:pt x="1971718" y="143238"/>
                  </a:lnTo>
                  <a:lnTo>
                    <a:pt x="1977977" y="143218"/>
                  </a:lnTo>
                  <a:lnTo>
                    <a:pt x="1984237" y="143202"/>
                  </a:lnTo>
                  <a:lnTo>
                    <a:pt x="1990496" y="143189"/>
                  </a:lnTo>
                  <a:lnTo>
                    <a:pt x="1996756" y="143180"/>
                  </a:lnTo>
                  <a:lnTo>
                    <a:pt x="2003015" y="143174"/>
                  </a:lnTo>
                  <a:lnTo>
                    <a:pt x="2009274" y="143171"/>
                  </a:lnTo>
                  <a:lnTo>
                    <a:pt x="2015534" y="143169"/>
                  </a:lnTo>
                  <a:lnTo>
                    <a:pt x="2021793" y="143169"/>
                  </a:lnTo>
                  <a:lnTo>
                    <a:pt x="2028053" y="143169"/>
                  </a:lnTo>
                  <a:lnTo>
                    <a:pt x="2034312" y="143169"/>
                  </a:lnTo>
                  <a:lnTo>
                    <a:pt x="2040572" y="143169"/>
                  </a:lnTo>
                  <a:lnTo>
                    <a:pt x="2046831" y="143169"/>
                  </a:lnTo>
                  <a:lnTo>
                    <a:pt x="2053090" y="143169"/>
                  </a:lnTo>
                  <a:lnTo>
                    <a:pt x="2059350" y="143170"/>
                  </a:lnTo>
                  <a:lnTo>
                    <a:pt x="2065609" y="143173"/>
                  </a:lnTo>
                  <a:lnTo>
                    <a:pt x="2071869" y="143178"/>
                  </a:lnTo>
                  <a:lnTo>
                    <a:pt x="2078128" y="143186"/>
                  </a:lnTo>
                  <a:lnTo>
                    <a:pt x="2084388" y="143198"/>
                  </a:lnTo>
                  <a:lnTo>
                    <a:pt x="2090647" y="143213"/>
                  </a:lnTo>
                  <a:lnTo>
                    <a:pt x="2096906" y="143231"/>
                  </a:lnTo>
                  <a:lnTo>
                    <a:pt x="2103166" y="143254"/>
                  </a:lnTo>
                  <a:lnTo>
                    <a:pt x="2109425" y="143279"/>
                  </a:lnTo>
                  <a:lnTo>
                    <a:pt x="2115685" y="143306"/>
                  </a:lnTo>
                  <a:lnTo>
                    <a:pt x="2121944" y="143334"/>
                  </a:lnTo>
                  <a:lnTo>
                    <a:pt x="2128203" y="143361"/>
                  </a:lnTo>
                  <a:lnTo>
                    <a:pt x="2134463" y="143387"/>
                  </a:lnTo>
                  <a:lnTo>
                    <a:pt x="2140722" y="143410"/>
                  </a:lnTo>
                  <a:lnTo>
                    <a:pt x="2146982" y="143429"/>
                  </a:lnTo>
                  <a:lnTo>
                    <a:pt x="2153241" y="143443"/>
                  </a:lnTo>
                  <a:lnTo>
                    <a:pt x="2159501" y="143452"/>
                  </a:lnTo>
                  <a:lnTo>
                    <a:pt x="2165760" y="143455"/>
                  </a:lnTo>
                  <a:lnTo>
                    <a:pt x="2172019" y="143451"/>
                  </a:lnTo>
                  <a:lnTo>
                    <a:pt x="2178279" y="143442"/>
                  </a:lnTo>
                  <a:lnTo>
                    <a:pt x="2184538" y="143427"/>
                  </a:lnTo>
                  <a:lnTo>
                    <a:pt x="2190798" y="143408"/>
                  </a:lnTo>
                  <a:lnTo>
                    <a:pt x="2197057" y="143385"/>
                  </a:lnTo>
                  <a:lnTo>
                    <a:pt x="2203317" y="143361"/>
                  </a:lnTo>
                  <a:lnTo>
                    <a:pt x="2209576" y="143336"/>
                  </a:lnTo>
                  <a:lnTo>
                    <a:pt x="2215835" y="143313"/>
                  </a:lnTo>
                  <a:lnTo>
                    <a:pt x="2222095" y="143291"/>
                  </a:lnTo>
                  <a:lnTo>
                    <a:pt x="2228354" y="143273"/>
                  </a:lnTo>
                  <a:lnTo>
                    <a:pt x="2234614" y="143260"/>
                  </a:lnTo>
                  <a:lnTo>
                    <a:pt x="2240873" y="143253"/>
                  </a:lnTo>
                  <a:lnTo>
                    <a:pt x="2247133" y="143253"/>
                  </a:lnTo>
                  <a:lnTo>
                    <a:pt x="2253392" y="143259"/>
                  </a:lnTo>
                  <a:lnTo>
                    <a:pt x="2259651" y="143272"/>
                  </a:lnTo>
                  <a:lnTo>
                    <a:pt x="2265911" y="143290"/>
                  </a:lnTo>
                  <a:lnTo>
                    <a:pt x="2272170" y="143313"/>
                  </a:lnTo>
                  <a:lnTo>
                    <a:pt x="2278430" y="143339"/>
                  </a:lnTo>
                  <a:lnTo>
                    <a:pt x="2284689" y="143369"/>
                  </a:lnTo>
                  <a:lnTo>
                    <a:pt x="2290948" y="143401"/>
                  </a:lnTo>
                  <a:lnTo>
                    <a:pt x="2297208" y="143433"/>
                  </a:lnTo>
                  <a:lnTo>
                    <a:pt x="2303467" y="143464"/>
                  </a:lnTo>
                  <a:lnTo>
                    <a:pt x="2309727" y="143494"/>
                  </a:lnTo>
                  <a:lnTo>
                    <a:pt x="2315986" y="143522"/>
                  </a:lnTo>
                  <a:lnTo>
                    <a:pt x="2322246" y="143547"/>
                  </a:lnTo>
                  <a:lnTo>
                    <a:pt x="2328505" y="143569"/>
                  </a:lnTo>
                  <a:lnTo>
                    <a:pt x="2334764" y="143588"/>
                  </a:lnTo>
                  <a:lnTo>
                    <a:pt x="2341024" y="143603"/>
                  </a:lnTo>
                  <a:lnTo>
                    <a:pt x="2347283" y="143615"/>
                  </a:lnTo>
                  <a:lnTo>
                    <a:pt x="2353543" y="143625"/>
                  </a:lnTo>
                  <a:lnTo>
                    <a:pt x="2359802" y="143630"/>
                  </a:lnTo>
                  <a:lnTo>
                    <a:pt x="2366062" y="143633"/>
                  </a:lnTo>
                  <a:lnTo>
                    <a:pt x="2372321" y="143632"/>
                  </a:lnTo>
                  <a:lnTo>
                    <a:pt x="2378580" y="143629"/>
                  </a:lnTo>
                  <a:lnTo>
                    <a:pt x="2384840" y="143622"/>
                  </a:lnTo>
                  <a:lnTo>
                    <a:pt x="2391099" y="143611"/>
                  </a:lnTo>
                  <a:lnTo>
                    <a:pt x="2397359" y="143597"/>
                  </a:lnTo>
                  <a:lnTo>
                    <a:pt x="2403618" y="143578"/>
                  </a:lnTo>
                  <a:lnTo>
                    <a:pt x="2409878" y="143555"/>
                  </a:lnTo>
                  <a:lnTo>
                    <a:pt x="2416137" y="143526"/>
                  </a:lnTo>
                  <a:lnTo>
                    <a:pt x="2422396" y="143492"/>
                  </a:lnTo>
                  <a:lnTo>
                    <a:pt x="2428656" y="143453"/>
                  </a:lnTo>
                  <a:lnTo>
                    <a:pt x="2434915" y="143409"/>
                  </a:lnTo>
                  <a:lnTo>
                    <a:pt x="2441175" y="143360"/>
                  </a:lnTo>
                  <a:lnTo>
                    <a:pt x="2447434" y="143308"/>
                  </a:lnTo>
                  <a:lnTo>
                    <a:pt x="2453693" y="143252"/>
                  </a:lnTo>
                  <a:lnTo>
                    <a:pt x="2459953" y="143195"/>
                  </a:lnTo>
                  <a:lnTo>
                    <a:pt x="2466212" y="143137"/>
                  </a:lnTo>
                  <a:lnTo>
                    <a:pt x="2472472" y="143081"/>
                  </a:lnTo>
                  <a:lnTo>
                    <a:pt x="2478731" y="143028"/>
                  </a:lnTo>
                  <a:lnTo>
                    <a:pt x="2484991" y="142980"/>
                  </a:lnTo>
                  <a:lnTo>
                    <a:pt x="2491250" y="142938"/>
                  </a:lnTo>
                  <a:lnTo>
                    <a:pt x="2497509" y="142903"/>
                  </a:lnTo>
                  <a:lnTo>
                    <a:pt x="2503769" y="142877"/>
                  </a:lnTo>
                  <a:lnTo>
                    <a:pt x="2510028" y="142859"/>
                  </a:lnTo>
                  <a:lnTo>
                    <a:pt x="2516288" y="142851"/>
                  </a:lnTo>
                  <a:lnTo>
                    <a:pt x="2522547" y="142851"/>
                  </a:lnTo>
                  <a:lnTo>
                    <a:pt x="2528807" y="142859"/>
                  </a:lnTo>
                  <a:lnTo>
                    <a:pt x="2535066" y="142874"/>
                  </a:lnTo>
                  <a:lnTo>
                    <a:pt x="2541325" y="142894"/>
                  </a:lnTo>
                  <a:lnTo>
                    <a:pt x="2547585" y="142917"/>
                  </a:lnTo>
                  <a:lnTo>
                    <a:pt x="2553844" y="142943"/>
                  </a:lnTo>
                  <a:lnTo>
                    <a:pt x="2560104" y="142968"/>
                  </a:lnTo>
                  <a:lnTo>
                    <a:pt x="2566363" y="142993"/>
                  </a:lnTo>
                  <a:lnTo>
                    <a:pt x="2572623" y="143017"/>
                  </a:lnTo>
                  <a:lnTo>
                    <a:pt x="2578882" y="143039"/>
                  </a:lnTo>
                  <a:lnTo>
                    <a:pt x="2585141" y="143058"/>
                  </a:lnTo>
                  <a:lnTo>
                    <a:pt x="2591401" y="143075"/>
                  </a:lnTo>
                  <a:lnTo>
                    <a:pt x="2597660" y="143090"/>
                  </a:lnTo>
                  <a:lnTo>
                    <a:pt x="2603920" y="143105"/>
                  </a:lnTo>
                  <a:lnTo>
                    <a:pt x="2610179" y="143118"/>
                  </a:lnTo>
                  <a:lnTo>
                    <a:pt x="2616438" y="143132"/>
                  </a:lnTo>
                  <a:lnTo>
                    <a:pt x="2622698" y="143146"/>
                  </a:lnTo>
                  <a:lnTo>
                    <a:pt x="2628957" y="143161"/>
                  </a:lnTo>
                  <a:lnTo>
                    <a:pt x="2635217" y="143176"/>
                  </a:lnTo>
                  <a:lnTo>
                    <a:pt x="2641476" y="143191"/>
                  </a:lnTo>
                  <a:lnTo>
                    <a:pt x="2647736" y="143205"/>
                  </a:lnTo>
                  <a:lnTo>
                    <a:pt x="2653995" y="143217"/>
                  </a:lnTo>
                  <a:lnTo>
                    <a:pt x="2660254" y="143227"/>
                  </a:lnTo>
                  <a:lnTo>
                    <a:pt x="2666514" y="143235"/>
                  </a:lnTo>
                  <a:lnTo>
                    <a:pt x="2672773" y="143239"/>
                  </a:lnTo>
                  <a:lnTo>
                    <a:pt x="2679033" y="143240"/>
                  </a:lnTo>
                  <a:lnTo>
                    <a:pt x="2685292" y="143238"/>
                  </a:lnTo>
                  <a:lnTo>
                    <a:pt x="2691552" y="143234"/>
                  </a:lnTo>
                  <a:lnTo>
                    <a:pt x="2697811" y="143227"/>
                  </a:lnTo>
                  <a:lnTo>
                    <a:pt x="2704070" y="143218"/>
                  </a:lnTo>
                  <a:lnTo>
                    <a:pt x="2710330" y="143209"/>
                  </a:lnTo>
                  <a:lnTo>
                    <a:pt x="2716589" y="143201"/>
                  </a:lnTo>
                  <a:lnTo>
                    <a:pt x="2722849" y="143194"/>
                  </a:lnTo>
                  <a:lnTo>
                    <a:pt x="2729108" y="143189"/>
                  </a:lnTo>
                  <a:lnTo>
                    <a:pt x="2735368" y="143187"/>
                  </a:lnTo>
                  <a:lnTo>
                    <a:pt x="2741627" y="143186"/>
                  </a:lnTo>
                  <a:lnTo>
                    <a:pt x="2747886" y="143188"/>
                  </a:lnTo>
                  <a:lnTo>
                    <a:pt x="2754146" y="143192"/>
                  </a:lnTo>
                  <a:lnTo>
                    <a:pt x="2760405" y="143196"/>
                  </a:lnTo>
                  <a:lnTo>
                    <a:pt x="2766665" y="143200"/>
                  </a:lnTo>
                  <a:lnTo>
                    <a:pt x="2772924" y="143203"/>
                  </a:lnTo>
                  <a:lnTo>
                    <a:pt x="2779184" y="143205"/>
                  </a:lnTo>
                  <a:lnTo>
                    <a:pt x="2785443" y="143204"/>
                  </a:lnTo>
                  <a:lnTo>
                    <a:pt x="2791702" y="143201"/>
                  </a:lnTo>
                  <a:lnTo>
                    <a:pt x="2797962" y="143196"/>
                  </a:lnTo>
                  <a:lnTo>
                    <a:pt x="2804221" y="143188"/>
                  </a:lnTo>
                  <a:lnTo>
                    <a:pt x="2810481" y="143178"/>
                  </a:lnTo>
                  <a:lnTo>
                    <a:pt x="2816740" y="143167"/>
                  </a:lnTo>
                  <a:lnTo>
                    <a:pt x="2822999" y="143154"/>
                  </a:lnTo>
                  <a:lnTo>
                    <a:pt x="2829259" y="143140"/>
                  </a:lnTo>
                  <a:lnTo>
                    <a:pt x="2835518" y="143125"/>
                  </a:lnTo>
                  <a:lnTo>
                    <a:pt x="2841778" y="143110"/>
                  </a:lnTo>
                  <a:lnTo>
                    <a:pt x="2848037" y="143092"/>
                  </a:lnTo>
                  <a:lnTo>
                    <a:pt x="2854297" y="143073"/>
                  </a:lnTo>
                  <a:lnTo>
                    <a:pt x="2860556" y="143050"/>
                  </a:lnTo>
                  <a:lnTo>
                    <a:pt x="2866815" y="143024"/>
                  </a:lnTo>
                  <a:lnTo>
                    <a:pt x="2873075" y="142993"/>
                  </a:lnTo>
                  <a:lnTo>
                    <a:pt x="2879334" y="142958"/>
                  </a:lnTo>
                  <a:lnTo>
                    <a:pt x="2885594" y="142917"/>
                  </a:lnTo>
                  <a:lnTo>
                    <a:pt x="2891853" y="142871"/>
                  </a:lnTo>
                  <a:lnTo>
                    <a:pt x="2898113" y="142822"/>
                  </a:lnTo>
                  <a:lnTo>
                    <a:pt x="2904372" y="142770"/>
                  </a:lnTo>
                  <a:lnTo>
                    <a:pt x="2910631" y="142718"/>
                  </a:lnTo>
                  <a:lnTo>
                    <a:pt x="2916891" y="142668"/>
                  </a:lnTo>
                  <a:lnTo>
                    <a:pt x="2923150" y="142621"/>
                  </a:lnTo>
                  <a:lnTo>
                    <a:pt x="2929410" y="142580"/>
                  </a:lnTo>
                  <a:lnTo>
                    <a:pt x="2935669" y="142547"/>
                  </a:lnTo>
                  <a:lnTo>
                    <a:pt x="2941929" y="142526"/>
                  </a:lnTo>
                  <a:lnTo>
                    <a:pt x="2948188" y="142517"/>
                  </a:lnTo>
                  <a:lnTo>
                    <a:pt x="2954447" y="142520"/>
                  </a:lnTo>
                  <a:lnTo>
                    <a:pt x="2960707" y="142537"/>
                  </a:lnTo>
                  <a:lnTo>
                    <a:pt x="2966966" y="142566"/>
                  </a:lnTo>
                  <a:lnTo>
                    <a:pt x="2973226" y="142606"/>
                  </a:lnTo>
                  <a:lnTo>
                    <a:pt x="2979485" y="142658"/>
                  </a:lnTo>
                  <a:lnTo>
                    <a:pt x="2985744" y="142717"/>
                  </a:lnTo>
                  <a:lnTo>
                    <a:pt x="2992004" y="142784"/>
                  </a:lnTo>
                  <a:lnTo>
                    <a:pt x="2998263" y="142855"/>
                  </a:lnTo>
                  <a:lnTo>
                    <a:pt x="3004523" y="142927"/>
                  </a:lnTo>
                  <a:lnTo>
                    <a:pt x="3010782" y="142998"/>
                  </a:lnTo>
                  <a:lnTo>
                    <a:pt x="3017042" y="143064"/>
                  </a:lnTo>
                  <a:lnTo>
                    <a:pt x="3023301" y="143125"/>
                  </a:lnTo>
                  <a:lnTo>
                    <a:pt x="3029560" y="143177"/>
                  </a:lnTo>
                  <a:lnTo>
                    <a:pt x="3035820" y="143219"/>
                  </a:lnTo>
                  <a:lnTo>
                    <a:pt x="3042079" y="143249"/>
                  </a:lnTo>
                  <a:lnTo>
                    <a:pt x="3048339" y="143265"/>
                  </a:lnTo>
                  <a:lnTo>
                    <a:pt x="3054598" y="143264"/>
                  </a:lnTo>
                  <a:lnTo>
                    <a:pt x="3060858" y="143248"/>
                  </a:lnTo>
                  <a:lnTo>
                    <a:pt x="3067117" y="143215"/>
                  </a:lnTo>
                  <a:lnTo>
                    <a:pt x="3073376" y="143167"/>
                  </a:lnTo>
                  <a:lnTo>
                    <a:pt x="3079636" y="143104"/>
                  </a:lnTo>
                  <a:lnTo>
                    <a:pt x="3085895" y="143027"/>
                  </a:lnTo>
                  <a:lnTo>
                    <a:pt x="3092155" y="142937"/>
                  </a:lnTo>
                  <a:lnTo>
                    <a:pt x="3098414" y="142838"/>
                  </a:lnTo>
                  <a:lnTo>
                    <a:pt x="3104674" y="142732"/>
                  </a:lnTo>
                  <a:lnTo>
                    <a:pt x="3110933" y="142622"/>
                  </a:lnTo>
                  <a:lnTo>
                    <a:pt x="3117192" y="142513"/>
                  </a:lnTo>
                  <a:lnTo>
                    <a:pt x="3123452" y="142410"/>
                  </a:lnTo>
                  <a:lnTo>
                    <a:pt x="3129711" y="142316"/>
                  </a:lnTo>
                  <a:lnTo>
                    <a:pt x="3135971" y="142236"/>
                  </a:lnTo>
                  <a:lnTo>
                    <a:pt x="3142230" y="142172"/>
                  </a:lnTo>
                  <a:lnTo>
                    <a:pt x="3148489" y="142127"/>
                  </a:lnTo>
                  <a:lnTo>
                    <a:pt x="3154749" y="142104"/>
                  </a:lnTo>
                  <a:lnTo>
                    <a:pt x="3161008" y="142103"/>
                  </a:lnTo>
                  <a:lnTo>
                    <a:pt x="3167268" y="142126"/>
                  </a:lnTo>
                  <a:lnTo>
                    <a:pt x="3173527" y="142173"/>
                  </a:lnTo>
                  <a:lnTo>
                    <a:pt x="3179787" y="142239"/>
                  </a:lnTo>
                  <a:lnTo>
                    <a:pt x="3186046" y="142322"/>
                  </a:lnTo>
                  <a:lnTo>
                    <a:pt x="3192305" y="142419"/>
                  </a:lnTo>
                  <a:lnTo>
                    <a:pt x="3198565" y="142525"/>
                  </a:lnTo>
                </a:path>
              </a:pathLst>
            </a:custGeom>
            <a:ln w="27101" cap="flat">
              <a:solidFill>
                <a:srgbClr val="80E0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3749798" y="4343810"/>
              <a:ext cx="3198565" cy="112148"/>
            </a:xfrm>
            <a:custGeom>
              <a:avLst/>
              <a:pathLst>
                <a:path w="3198565" h="112148">
                  <a:moveTo>
                    <a:pt x="0" y="112140"/>
                  </a:moveTo>
                  <a:lnTo>
                    <a:pt x="6259" y="112137"/>
                  </a:lnTo>
                  <a:lnTo>
                    <a:pt x="12518" y="112132"/>
                  </a:lnTo>
                  <a:lnTo>
                    <a:pt x="18778" y="112126"/>
                  </a:lnTo>
                  <a:lnTo>
                    <a:pt x="25037" y="112118"/>
                  </a:lnTo>
                  <a:lnTo>
                    <a:pt x="31297" y="112107"/>
                  </a:lnTo>
                  <a:lnTo>
                    <a:pt x="37556" y="112093"/>
                  </a:lnTo>
                  <a:lnTo>
                    <a:pt x="43815" y="112074"/>
                  </a:lnTo>
                  <a:lnTo>
                    <a:pt x="50075" y="112051"/>
                  </a:lnTo>
                  <a:lnTo>
                    <a:pt x="56334" y="112021"/>
                  </a:lnTo>
                  <a:lnTo>
                    <a:pt x="62594" y="111982"/>
                  </a:lnTo>
                  <a:lnTo>
                    <a:pt x="68853" y="111934"/>
                  </a:lnTo>
                  <a:lnTo>
                    <a:pt x="75113" y="111875"/>
                  </a:lnTo>
                  <a:lnTo>
                    <a:pt x="81372" y="111804"/>
                  </a:lnTo>
                  <a:lnTo>
                    <a:pt x="87631" y="111718"/>
                  </a:lnTo>
                  <a:lnTo>
                    <a:pt x="93891" y="111616"/>
                  </a:lnTo>
                  <a:lnTo>
                    <a:pt x="100150" y="111496"/>
                  </a:lnTo>
                  <a:lnTo>
                    <a:pt x="106410" y="111352"/>
                  </a:lnTo>
                  <a:lnTo>
                    <a:pt x="112669" y="111186"/>
                  </a:lnTo>
                  <a:lnTo>
                    <a:pt x="118929" y="110997"/>
                  </a:lnTo>
                  <a:lnTo>
                    <a:pt x="125188" y="110784"/>
                  </a:lnTo>
                  <a:lnTo>
                    <a:pt x="131447" y="110546"/>
                  </a:lnTo>
                  <a:lnTo>
                    <a:pt x="137707" y="110283"/>
                  </a:lnTo>
                  <a:lnTo>
                    <a:pt x="143966" y="109997"/>
                  </a:lnTo>
                  <a:lnTo>
                    <a:pt x="150226" y="109687"/>
                  </a:lnTo>
                  <a:lnTo>
                    <a:pt x="156485" y="109355"/>
                  </a:lnTo>
                  <a:lnTo>
                    <a:pt x="162745" y="109008"/>
                  </a:lnTo>
                  <a:lnTo>
                    <a:pt x="169004" y="108649"/>
                  </a:lnTo>
                  <a:lnTo>
                    <a:pt x="175263" y="108282"/>
                  </a:lnTo>
                  <a:lnTo>
                    <a:pt x="181523" y="107914"/>
                  </a:lnTo>
                  <a:lnTo>
                    <a:pt x="187782" y="107551"/>
                  </a:lnTo>
                  <a:lnTo>
                    <a:pt x="194042" y="107197"/>
                  </a:lnTo>
                  <a:lnTo>
                    <a:pt x="200301" y="106866"/>
                  </a:lnTo>
                  <a:lnTo>
                    <a:pt x="206560" y="106560"/>
                  </a:lnTo>
                  <a:lnTo>
                    <a:pt x="212820" y="106287"/>
                  </a:lnTo>
                  <a:lnTo>
                    <a:pt x="219079" y="106051"/>
                  </a:lnTo>
                  <a:lnTo>
                    <a:pt x="225339" y="105858"/>
                  </a:lnTo>
                  <a:lnTo>
                    <a:pt x="231598" y="105711"/>
                  </a:lnTo>
                  <a:lnTo>
                    <a:pt x="237858" y="105614"/>
                  </a:lnTo>
                  <a:lnTo>
                    <a:pt x="244117" y="105572"/>
                  </a:lnTo>
                  <a:lnTo>
                    <a:pt x="250376" y="105587"/>
                  </a:lnTo>
                  <a:lnTo>
                    <a:pt x="256636" y="105651"/>
                  </a:lnTo>
                  <a:lnTo>
                    <a:pt x="262895" y="105761"/>
                  </a:lnTo>
                  <a:lnTo>
                    <a:pt x="269155" y="105914"/>
                  </a:lnTo>
                  <a:lnTo>
                    <a:pt x="275414" y="106105"/>
                  </a:lnTo>
                  <a:lnTo>
                    <a:pt x="281674" y="106328"/>
                  </a:lnTo>
                  <a:lnTo>
                    <a:pt x="287933" y="106577"/>
                  </a:lnTo>
                  <a:lnTo>
                    <a:pt x="294192" y="106846"/>
                  </a:lnTo>
                  <a:lnTo>
                    <a:pt x="300452" y="107124"/>
                  </a:lnTo>
                  <a:lnTo>
                    <a:pt x="306711" y="107404"/>
                  </a:lnTo>
                  <a:lnTo>
                    <a:pt x="312971" y="107679"/>
                  </a:lnTo>
                  <a:lnTo>
                    <a:pt x="319230" y="107945"/>
                  </a:lnTo>
                  <a:lnTo>
                    <a:pt x="325490" y="108196"/>
                  </a:lnTo>
                  <a:lnTo>
                    <a:pt x="331749" y="108429"/>
                  </a:lnTo>
                  <a:lnTo>
                    <a:pt x="338008" y="108637"/>
                  </a:lnTo>
                  <a:lnTo>
                    <a:pt x="344268" y="108819"/>
                  </a:lnTo>
                  <a:lnTo>
                    <a:pt x="350527" y="108977"/>
                  </a:lnTo>
                  <a:lnTo>
                    <a:pt x="356787" y="109110"/>
                  </a:lnTo>
                  <a:lnTo>
                    <a:pt x="363046" y="109220"/>
                  </a:lnTo>
                  <a:lnTo>
                    <a:pt x="369305" y="109309"/>
                  </a:lnTo>
                  <a:lnTo>
                    <a:pt x="375565" y="109379"/>
                  </a:lnTo>
                  <a:lnTo>
                    <a:pt x="381824" y="109433"/>
                  </a:lnTo>
                  <a:lnTo>
                    <a:pt x="388084" y="109473"/>
                  </a:lnTo>
                  <a:lnTo>
                    <a:pt x="394343" y="109506"/>
                  </a:lnTo>
                  <a:lnTo>
                    <a:pt x="400603" y="109533"/>
                  </a:lnTo>
                  <a:lnTo>
                    <a:pt x="406862" y="109559"/>
                  </a:lnTo>
                  <a:lnTo>
                    <a:pt x="413121" y="109584"/>
                  </a:lnTo>
                  <a:lnTo>
                    <a:pt x="419381" y="109613"/>
                  </a:lnTo>
                  <a:lnTo>
                    <a:pt x="425640" y="109646"/>
                  </a:lnTo>
                  <a:lnTo>
                    <a:pt x="431900" y="109685"/>
                  </a:lnTo>
                  <a:lnTo>
                    <a:pt x="438159" y="109731"/>
                  </a:lnTo>
                  <a:lnTo>
                    <a:pt x="444419" y="109784"/>
                  </a:lnTo>
                  <a:lnTo>
                    <a:pt x="450678" y="109843"/>
                  </a:lnTo>
                  <a:lnTo>
                    <a:pt x="456937" y="109907"/>
                  </a:lnTo>
                  <a:lnTo>
                    <a:pt x="463197" y="109976"/>
                  </a:lnTo>
                  <a:lnTo>
                    <a:pt x="469456" y="110047"/>
                  </a:lnTo>
                  <a:lnTo>
                    <a:pt x="475716" y="110121"/>
                  </a:lnTo>
                  <a:lnTo>
                    <a:pt x="481975" y="110194"/>
                  </a:lnTo>
                  <a:lnTo>
                    <a:pt x="488235" y="110265"/>
                  </a:lnTo>
                  <a:lnTo>
                    <a:pt x="494494" y="110333"/>
                  </a:lnTo>
                  <a:lnTo>
                    <a:pt x="500753" y="110397"/>
                  </a:lnTo>
                  <a:lnTo>
                    <a:pt x="507013" y="110454"/>
                  </a:lnTo>
                  <a:lnTo>
                    <a:pt x="513272" y="110504"/>
                  </a:lnTo>
                  <a:lnTo>
                    <a:pt x="519532" y="110545"/>
                  </a:lnTo>
                  <a:lnTo>
                    <a:pt x="525791" y="110576"/>
                  </a:lnTo>
                  <a:lnTo>
                    <a:pt x="532050" y="110596"/>
                  </a:lnTo>
                  <a:lnTo>
                    <a:pt x="538310" y="110604"/>
                  </a:lnTo>
                  <a:lnTo>
                    <a:pt x="544569" y="110600"/>
                  </a:lnTo>
                  <a:lnTo>
                    <a:pt x="550829" y="110584"/>
                  </a:lnTo>
                  <a:lnTo>
                    <a:pt x="557088" y="110555"/>
                  </a:lnTo>
                  <a:lnTo>
                    <a:pt x="563348" y="110512"/>
                  </a:lnTo>
                  <a:lnTo>
                    <a:pt x="569607" y="110455"/>
                  </a:lnTo>
                  <a:lnTo>
                    <a:pt x="575866" y="110381"/>
                  </a:lnTo>
                  <a:lnTo>
                    <a:pt x="582126" y="110291"/>
                  </a:lnTo>
                  <a:lnTo>
                    <a:pt x="588385" y="110187"/>
                  </a:lnTo>
                  <a:lnTo>
                    <a:pt x="594645" y="110067"/>
                  </a:lnTo>
                  <a:lnTo>
                    <a:pt x="600904" y="109932"/>
                  </a:lnTo>
                  <a:lnTo>
                    <a:pt x="607164" y="109781"/>
                  </a:lnTo>
                  <a:lnTo>
                    <a:pt x="613423" y="109615"/>
                  </a:lnTo>
                  <a:lnTo>
                    <a:pt x="619682" y="109433"/>
                  </a:lnTo>
                  <a:lnTo>
                    <a:pt x="625942" y="109237"/>
                  </a:lnTo>
                  <a:lnTo>
                    <a:pt x="632201" y="109028"/>
                  </a:lnTo>
                  <a:lnTo>
                    <a:pt x="638461" y="108807"/>
                  </a:lnTo>
                  <a:lnTo>
                    <a:pt x="644720" y="108577"/>
                  </a:lnTo>
                  <a:lnTo>
                    <a:pt x="650980" y="108338"/>
                  </a:lnTo>
                  <a:lnTo>
                    <a:pt x="657239" y="108094"/>
                  </a:lnTo>
                  <a:lnTo>
                    <a:pt x="663498" y="107845"/>
                  </a:lnTo>
                  <a:lnTo>
                    <a:pt x="669758" y="107594"/>
                  </a:lnTo>
                  <a:lnTo>
                    <a:pt x="676017" y="107344"/>
                  </a:lnTo>
                  <a:lnTo>
                    <a:pt x="682277" y="107097"/>
                  </a:lnTo>
                  <a:lnTo>
                    <a:pt x="688536" y="106854"/>
                  </a:lnTo>
                  <a:lnTo>
                    <a:pt x="694796" y="106618"/>
                  </a:lnTo>
                  <a:lnTo>
                    <a:pt x="701055" y="106388"/>
                  </a:lnTo>
                  <a:lnTo>
                    <a:pt x="707314" y="106168"/>
                  </a:lnTo>
                  <a:lnTo>
                    <a:pt x="713574" y="105957"/>
                  </a:lnTo>
                  <a:lnTo>
                    <a:pt x="719833" y="105756"/>
                  </a:lnTo>
                  <a:lnTo>
                    <a:pt x="726093" y="105564"/>
                  </a:lnTo>
                  <a:lnTo>
                    <a:pt x="732352" y="105381"/>
                  </a:lnTo>
                  <a:lnTo>
                    <a:pt x="738611" y="105206"/>
                  </a:lnTo>
                  <a:lnTo>
                    <a:pt x="744871" y="105038"/>
                  </a:lnTo>
                  <a:lnTo>
                    <a:pt x="751130" y="104878"/>
                  </a:lnTo>
                  <a:lnTo>
                    <a:pt x="757390" y="104723"/>
                  </a:lnTo>
                  <a:lnTo>
                    <a:pt x="763649" y="104574"/>
                  </a:lnTo>
                  <a:lnTo>
                    <a:pt x="769909" y="104429"/>
                  </a:lnTo>
                  <a:lnTo>
                    <a:pt x="776168" y="104290"/>
                  </a:lnTo>
                  <a:lnTo>
                    <a:pt x="782427" y="104155"/>
                  </a:lnTo>
                  <a:lnTo>
                    <a:pt x="788687" y="104026"/>
                  </a:lnTo>
                  <a:lnTo>
                    <a:pt x="794946" y="103904"/>
                  </a:lnTo>
                  <a:lnTo>
                    <a:pt x="801206" y="103789"/>
                  </a:lnTo>
                  <a:lnTo>
                    <a:pt x="807465" y="103683"/>
                  </a:lnTo>
                  <a:lnTo>
                    <a:pt x="813725" y="103589"/>
                  </a:lnTo>
                  <a:lnTo>
                    <a:pt x="819984" y="103506"/>
                  </a:lnTo>
                  <a:lnTo>
                    <a:pt x="826243" y="103436"/>
                  </a:lnTo>
                  <a:lnTo>
                    <a:pt x="832503" y="103379"/>
                  </a:lnTo>
                  <a:lnTo>
                    <a:pt x="838762" y="103336"/>
                  </a:lnTo>
                  <a:lnTo>
                    <a:pt x="845022" y="103307"/>
                  </a:lnTo>
                  <a:lnTo>
                    <a:pt x="851281" y="103292"/>
                  </a:lnTo>
                  <a:lnTo>
                    <a:pt x="857541" y="103291"/>
                  </a:lnTo>
                  <a:lnTo>
                    <a:pt x="863800" y="103300"/>
                  </a:lnTo>
                  <a:lnTo>
                    <a:pt x="870059" y="103317"/>
                  </a:lnTo>
                  <a:lnTo>
                    <a:pt x="876319" y="103340"/>
                  </a:lnTo>
                  <a:lnTo>
                    <a:pt x="882578" y="103365"/>
                  </a:lnTo>
                  <a:lnTo>
                    <a:pt x="888838" y="103391"/>
                  </a:lnTo>
                  <a:lnTo>
                    <a:pt x="895097" y="103413"/>
                  </a:lnTo>
                  <a:lnTo>
                    <a:pt x="901356" y="103429"/>
                  </a:lnTo>
                  <a:lnTo>
                    <a:pt x="907616" y="103434"/>
                  </a:lnTo>
                  <a:lnTo>
                    <a:pt x="913875" y="103426"/>
                  </a:lnTo>
                  <a:lnTo>
                    <a:pt x="920135" y="103403"/>
                  </a:lnTo>
                  <a:lnTo>
                    <a:pt x="926394" y="103364"/>
                  </a:lnTo>
                  <a:lnTo>
                    <a:pt x="932654" y="103306"/>
                  </a:lnTo>
                  <a:lnTo>
                    <a:pt x="938913" y="103229"/>
                  </a:lnTo>
                  <a:lnTo>
                    <a:pt x="945172" y="103131"/>
                  </a:lnTo>
                  <a:lnTo>
                    <a:pt x="951432" y="103010"/>
                  </a:lnTo>
                  <a:lnTo>
                    <a:pt x="957691" y="102869"/>
                  </a:lnTo>
                  <a:lnTo>
                    <a:pt x="963951" y="102708"/>
                  </a:lnTo>
                  <a:lnTo>
                    <a:pt x="970210" y="102528"/>
                  </a:lnTo>
                  <a:lnTo>
                    <a:pt x="976470" y="102330"/>
                  </a:lnTo>
                  <a:lnTo>
                    <a:pt x="982729" y="102116"/>
                  </a:lnTo>
                  <a:lnTo>
                    <a:pt x="988988" y="101885"/>
                  </a:lnTo>
                  <a:lnTo>
                    <a:pt x="995248" y="101637"/>
                  </a:lnTo>
                  <a:lnTo>
                    <a:pt x="1001507" y="101375"/>
                  </a:lnTo>
                  <a:lnTo>
                    <a:pt x="1007767" y="101100"/>
                  </a:lnTo>
                  <a:lnTo>
                    <a:pt x="1014026" y="100812"/>
                  </a:lnTo>
                  <a:lnTo>
                    <a:pt x="1020286" y="100512"/>
                  </a:lnTo>
                  <a:lnTo>
                    <a:pt x="1026545" y="100198"/>
                  </a:lnTo>
                  <a:lnTo>
                    <a:pt x="1032804" y="99870"/>
                  </a:lnTo>
                  <a:lnTo>
                    <a:pt x="1039064" y="99527"/>
                  </a:lnTo>
                  <a:lnTo>
                    <a:pt x="1045323" y="99165"/>
                  </a:lnTo>
                  <a:lnTo>
                    <a:pt x="1051583" y="98783"/>
                  </a:lnTo>
                  <a:lnTo>
                    <a:pt x="1057842" y="98378"/>
                  </a:lnTo>
                  <a:lnTo>
                    <a:pt x="1064101" y="97949"/>
                  </a:lnTo>
                  <a:lnTo>
                    <a:pt x="1070361" y="97492"/>
                  </a:lnTo>
                  <a:lnTo>
                    <a:pt x="1076620" y="97003"/>
                  </a:lnTo>
                  <a:lnTo>
                    <a:pt x="1082880" y="96479"/>
                  </a:lnTo>
                  <a:lnTo>
                    <a:pt x="1089139" y="95909"/>
                  </a:lnTo>
                  <a:lnTo>
                    <a:pt x="1095399" y="95294"/>
                  </a:lnTo>
                  <a:lnTo>
                    <a:pt x="1101658" y="94630"/>
                  </a:lnTo>
                  <a:lnTo>
                    <a:pt x="1107917" y="93915"/>
                  </a:lnTo>
                  <a:lnTo>
                    <a:pt x="1114177" y="93145"/>
                  </a:lnTo>
                  <a:lnTo>
                    <a:pt x="1120436" y="92316"/>
                  </a:lnTo>
                  <a:lnTo>
                    <a:pt x="1126696" y="91424"/>
                  </a:lnTo>
                  <a:lnTo>
                    <a:pt x="1132955" y="90462"/>
                  </a:lnTo>
                  <a:lnTo>
                    <a:pt x="1139215" y="89421"/>
                  </a:lnTo>
                  <a:lnTo>
                    <a:pt x="1145474" y="88304"/>
                  </a:lnTo>
                  <a:lnTo>
                    <a:pt x="1151733" y="87108"/>
                  </a:lnTo>
                  <a:lnTo>
                    <a:pt x="1157993" y="85827"/>
                  </a:lnTo>
                  <a:lnTo>
                    <a:pt x="1164252" y="84457"/>
                  </a:lnTo>
                  <a:lnTo>
                    <a:pt x="1170512" y="82991"/>
                  </a:lnTo>
                  <a:lnTo>
                    <a:pt x="1176771" y="81424"/>
                  </a:lnTo>
                  <a:lnTo>
                    <a:pt x="1183031" y="79731"/>
                  </a:lnTo>
                  <a:lnTo>
                    <a:pt x="1189290" y="77916"/>
                  </a:lnTo>
                  <a:lnTo>
                    <a:pt x="1195549" y="75976"/>
                  </a:lnTo>
                  <a:lnTo>
                    <a:pt x="1201809" y="73903"/>
                  </a:lnTo>
                  <a:lnTo>
                    <a:pt x="1208068" y="71689"/>
                  </a:lnTo>
                  <a:lnTo>
                    <a:pt x="1214328" y="69328"/>
                  </a:lnTo>
                  <a:lnTo>
                    <a:pt x="1220587" y="66815"/>
                  </a:lnTo>
                  <a:lnTo>
                    <a:pt x="1226846" y="64134"/>
                  </a:lnTo>
                  <a:lnTo>
                    <a:pt x="1233106" y="61275"/>
                  </a:lnTo>
                  <a:lnTo>
                    <a:pt x="1239365" y="58256"/>
                  </a:lnTo>
                  <a:lnTo>
                    <a:pt x="1245625" y="55081"/>
                  </a:lnTo>
                  <a:lnTo>
                    <a:pt x="1251884" y="51757"/>
                  </a:lnTo>
                  <a:lnTo>
                    <a:pt x="1258144" y="48295"/>
                  </a:lnTo>
                  <a:lnTo>
                    <a:pt x="1264403" y="44710"/>
                  </a:lnTo>
                  <a:lnTo>
                    <a:pt x="1270662" y="41019"/>
                  </a:lnTo>
                  <a:lnTo>
                    <a:pt x="1276922" y="37239"/>
                  </a:lnTo>
                  <a:lnTo>
                    <a:pt x="1283181" y="33417"/>
                  </a:lnTo>
                  <a:lnTo>
                    <a:pt x="1289441" y="29591"/>
                  </a:lnTo>
                  <a:lnTo>
                    <a:pt x="1295700" y="25797"/>
                  </a:lnTo>
                  <a:lnTo>
                    <a:pt x="1301960" y="22080"/>
                  </a:lnTo>
                  <a:lnTo>
                    <a:pt x="1308219" y="18482"/>
                  </a:lnTo>
                  <a:lnTo>
                    <a:pt x="1314478" y="15052"/>
                  </a:lnTo>
                  <a:lnTo>
                    <a:pt x="1320738" y="11857"/>
                  </a:lnTo>
                  <a:lnTo>
                    <a:pt x="1326997" y="8971"/>
                  </a:lnTo>
                  <a:lnTo>
                    <a:pt x="1333257" y="6418"/>
                  </a:lnTo>
                  <a:lnTo>
                    <a:pt x="1339516" y="4239"/>
                  </a:lnTo>
                  <a:lnTo>
                    <a:pt x="1345776" y="2476"/>
                  </a:lnTo>
                  <a:lnTo>
                    <a:pt x="1352035" y="1163"/>
                  </a:lnTo>
                  <a:lnTo>
                    <a:pt x="1358294" y="330"/>
                  </a:lnTo>
                  <a:lnTo>
                    <a:pt x="1364554" y="0"/>
                  </a:lnTo>
                  <a:lnTo>
                    <a:pt x="1370813" y="276"/>
                  </a:lnTo>
                  <a:lnTo>
                    <a:pt x="1377073" y="1087"/>
                  </a:lnTo>
                  <a:lnTo>
                    <a:pt x="1383332" y="2419"/>
                  </a:lnTo>
                  <a:lnTo>
                    <a:pt x="1389592" y="4260"/>
                  </a:lnTo>
                  <a:lnTo>
                    <a:pt x="1395851" y="6588"/>
                  </a:lnTo>
                  <a:lnTo>
                    <a:pt x="1402110" y="9378"/>
                  </a:lnTo>
                  <a:lnTo>
                    <a:pt x="1408370" y="12597"/>
                  </a:lnTo>
                  <a:lnTo>
                    <a:pt x="1414629" y="16231"/>
                  </a:lnTo>
                  <a:lnTo>
                    <a:pt x="1420889" y="20230"/>
                  </a:lnTo>
                  <a:lnTo>
                    <a:pt x="1427148" y="24506"/>
                  </a:lnTo>
                  <a:lnTo>
                    <a:pt x="1433407" y="29007"/>
                  </a:lnTo>
                  <a:lnTo>
                    <a:pt x="1439667" y="33683"/>
                  </a:lnTo>
                  <a:lnTo>
                    <a:pt x="1445926" y="38480"/>
                  </a:lnTo>
                  <a:lnTo>
                    <a:pt x="1452186" y="43350"/>
                  </a:lnTo>
                  <a:lnTo>
                    <a:pt x="1458445" y="48242"/>
                  </a:lnTo>
                  <a:lnTo>
                    <a:pt x="1464705" y="53095"/>
                  </a:lnTo>
                  <a:lnTo>
                    <a:pt x="1470964" y="57862"/>
                  </a:lnTo>
                  <a:lnTo>
                    <a:pt x="1477223" y="62506"/>
                  </a:lnTo>
                  <a:lnTo>
                    <a:pt x="1483483" y="66996"/>
                  </a:lnTo>
                  <a:lnTo>
                    <a:pt x="1489742" y="71301"/>
                  </a:lnTo>
                  <a:lnTo>
                    <a:pt x="1496002" y="75398"/>
                  </a:lnTo>
                  <a:lnTo>
                    <a:pt x="1502261" y="79267"/>
                  </a:lnTo>
                  <a:lnTo>
                    <a:pt x="1508521" y="82870"/>
                  </a:lnTo>
                  <a:lnTo>
                    <a:pt x="1514780" y="86193"/>
                  </a:lnTo>
                  <a:lnTo>
                    <a:pt x="1521039" y="89256"/>
                  </a:lnTo>
                  <a:lnTo>
                    <a:pt x="1527299" y="92058"/>
                  </a:lnTo>
                  <a:lnTo>
                    <a:pt x="1533558" y="94603"/>
                  </a:lnTo>
                  <a:lnTo>
                    <a:pt x="1539818" y="96897"/>
                  </a:lnTo>
                  <a:lnTo>
                    <a:pt x="1546077" y="98949"/>
                  </a:lnTo>
                  <a:lnTo>
                    <a:pt x="1552337" y="100770"/>
                  </a:lnTo>
                  <a:lnTo>
                    <a:pt x="1558596" y="102337"/>
                  </a:lnTo>
                  <a:lnTo>
                    <a:pt x="1564855" y="103705"/>
                  </a:lnTo>
                  <a:lnTo>
                    <a:pt x="1571115" y="104892"/>
                  </a:lnTo>
                  <a:lnTo>
                    <a:pt x="1577374" y="105913"/>
                  </a:lnTo>
                  <a:lnTo>
                    <a:pt x="1583634" y="106785"/>
                  </a:lnTo>
                  <a:lnTo>
                    <a:pt x="1589893" y="107522"/>
                  </a:lnTo>
                  <a:lnTo>
                    <a:pt x="1596152" y="108140"/>
                  </a:lnTo>
                  <a:lnTo>
                    <a:pt x="1602412" y="108647"/>
                  </a:lnTo>
                  <a:lnTo>
                    <a:pt x="1608671" y="109060"/>
                  </a:lnTo>
                  <a:lnTo>
                    <a:pt x="1614931" y="109400"/>
                  </a:lnTo>
                  <a:lnTo>
                    <a:pt x="1621190" y="109680"/>
                  </a:lnTo>
                  <a:lnTo>
                    <a:pt x="1627450" y="109908"/>
                  </a:lnTo>
                  <a:lnTo>
                    <a:pt x="1633709" y="110095"/>
                  </a:lnTo>
                  <a:lnTo>
                    <a:pt x="1639968" y="110247"/>
                  </a:lnTo>
                  <a:lnTo>
                    <a:pt x="1646228" y="110372"/>
                  </a:lnTo>
                  <a:lnTo>
                    <a:pt x="1652487" y="110472"/>
                  </a:lnTo>
                  <a:lnTo>
                    <a:pt x="1658747" y="110557"/>
                  </a:lnTo>
                  <a:lnTo>
                    <a:pt x="1665006" y="110631"/>
                  </a:lnTo>
                  <a:lnTo>
                    <a:pt x="1671266" y="110695"/>
                  </a:lnTo>
                  <a:lnTo>
                    <a:pt x="1677525" y="110752"/>
                  </a:lnTo>
                  <a:lnTo>
                    <a:pt x="1683784" y="110803"/>
                  </a:lnTo>
                  <a:lnTo>
                    <a:pt x="1690044" y="110849"/>
                  </a:lnTo>
                  <a:lnTo>
                    <a:pt x="1696303" y="110890"/>
                  </a:lnTo>
                  <a:lnTo>
                    <a:pt x="1702563" y="110927"/>
                  </a:lnTo>
                  <a:lnTo>
                    <a:pt x="1708822" y="110960"/>
                  </a:lnTo>
                  <a:lnTo>
                    <a:pt x="1715082" y="110988"/>
                  </a:lnTo>
                  <a:lnTo>
                    <a:pt x="1721341" y="111012"/>
                  </a:lnTo>
                  <a:lnTo>
                    <a:pt x="1727600" y="111032"/>
                  </a:lnTo>
                  <a:lnTo>
                    <a:pt x="1733860" y="111047"/>
                  </a:lnTo>
                  <a:lnTo>
                    <a:pt x="1740119" y="111058"/>
                  </a:lnTo>
                  <a:lnTo>
                    <a:pt x="1746379" y="111065"/>
                  </a:lnTo>
                  <a:lnTo>
                    <a:pt x="1752638" y="111067"/>
                  </a:lnTo>
                  <a:lnTo>
                    <a:pt x="1758897" y="111067"/>
                  </a:lnTo>
                  <a:lnTo>
                    <a:pt x="1765157" y="111063"/>
                  </a:lnTo>
                  <a:lnTo>
                    <a:pt x="1771416" y="111058"/>
                  </a:lnTo>
                  <a:lnTo>
                    <a:pt x="1777676" y="111050"/>
                  </a:lnTo>
                  <a:lnTo>
                    <a:pt x="1783935" y="111041"/>
                  </a:lnTo>
                  <a:lnTo>
                    <a:pt x="1790195" y="111031"/>
                  </a:lnTo>
                  <a:lnTo>
                    <a:pt x="1796454" y="111019"/>
                  </a:lnTo>
                  <a:lnTo>
                    <a:pt x="1802713" y="111006"/>
                  </a:lnTo>
                  <a:lnTo>
                    <a:pt x="1808973" y="110991"/>
                  </a:lnTo>
                  <a:lnTo>
                    <a:pt x="1815232" y="110972"/>
                  </a:lnTo>
                  <a:lnTo>
                    <a:pt x="1821492" y="110950"/>
                  </a:lnTo>
                  <a:lnTo>
                    <a:pt x="1827751" y="110922"/>
                  </a:lnTo>
                  <a:lnTo>
                    <a:pt x="1834011" y="110888"/>
                  </a:lnTo>
                  <a:lnTo>
                    <a:pt x="1840270" y="110844"/>
                  </a:lnTo>
                  <a:lnTo>
                    <a:pt x="1846529" y="110789"/>
                  </a:lnTo>
                  <a:lnTo>
                    <a:pt x="1852789" y="110722"/>
                  </a:lnTo>
                  <a:lnTo>
                    <a:pt x="1859048" y="110641"/>
                  </a:lnTo>
                  <a:lnTo>
                    <a:pt x="1865308" y="110545"/>
                  </a:lnTo>
                  <a:lnTo>
                    <a:pt x="1871567" y="110431"/>
                  </a:lnTo>
                  <a:lnTo>
                    <a:pt x="1877827" y="110299"/>
                  </a:lnTo>
                  <a:lnTo>
                    <a:pt x="1884086" y="110146"/>
                  </a:lnTo>
                  <a:lnTo>
                    <a:pt x="1890345" y="109971"/>
                  </a:lnTo>
                  <a:lnTo>
                    <a:pt x="1896605" y="109774"/>
                  </a:lnTo>
                  <a:lnTo>
                    <a:pt x="1902864" y="109557"/>
                  </a:lnTo>
                  <a:lnTo>
                    <a:pt x="1909124" y="109319"/>
                  </a:lnTo>
                  <a:lnTo>
                    <a:pt x="1915383" y="109060"/>
                  </a:lnTo>
                  <a:lnTo>
                    <a:pt x="1921642" y="108781"/>
                  </a:lnTo>
                  <a:lnTo>
                    <a:pt x="1927902" y="108482"/>
                  </a:lnTo>
                  <a:lnTo>
                    <a:pt x="1934161" y="108163"/>
                  </a:lnTo>
                  <a:lnTo>
                    <a:pt x="1940421" y="107826"/>
                  </a:lnTo>
                  <a:lnTo>
                    <a:pt x="1946680" y="107473"/>
                  </a:lnTo>
                  <a:lnTo>
                    <a:pt x="1952940" y="107104"/>
                  </a:lnTo>
                  <a:lnTo>
                    <a:pt x="1959199" y="106722"/>
                  </a:lnTo>
                  <a:lnTo>
                    <a:pt x="1965458" y="106327"/>
                  </a:lnTo>
                  <a:lnTo>
                    <a:pt x="1971718" y="105918"/>
                  </a:lnTo>
                  <a:lnTo>
                    <a:pt x="1977977" y="105497"/>
                  </a:lnTo>
                  <a:lnTo>
                    <a:pt x="1984237" y="105064"/>
                  </a:lnTo>
                  <a:lnTo>
                    <a:pt x="1990496" y="104619"/>
                  </a:lnTo>
                  <a:lnTo>
                    <a:pt x="1996756" y="104164"/>
                  </a:lnTo>
                  <a:lnTo>
                    <a:pt x="2003015" y="103697"/>
                  </a:lnTo>
                  <a:lnTo>
                    <a:pt x="2009274" y="103220"/>
                  </a:lnTo>
                  <a:lnTo>
                    <a:pt x="2015534" y="102731"/>
                  </a:lnTo>
                  <a:lnTo>
                    <a:pt x="2021793" y="102230"/>
                  </a:lnTo>
                  <a:lnTo>
                    <a:pt x="2028053" y="101716"/>
                  </a:lnTo>
                  <a:lnTo>
                    <a:pt x="2034312" y="101189"/>
                  </a:lnTo>
                  <a:lnTo>
                    <a:pt x="2040572" y="100650"/>
                  </a:lnTo>
                  <a:lnTo>
                    <a:pt x="2046831" y="100099"/>
                  </a:lnTo>
                  <a:lnTo>
                    <a:pt x="2053090" y="99536"/>
                  </a:lnTo>
                  <a:lnTo>
                    <a:pt x="2059350" y="98962"/>
                  </a:lnTo>
                  <a:lnTo>
                    <a:pt x="2065609" y="98377"/>
                  </a:lnTo>
                  <a:lnTo>
                    <a:pt x="2071869" y="97781"/>
                  </a:lnTo>
                  <a:lnTo>
                    <a:pt x="2078128" y="97177"/>
                  </a:lnTo>
                  <a:lnTo>
                    <a:pt x="2084388" y="96569"/>
                  </a:lnTo>
                  <a:lnTo>
                    <a:pt x="2090647" y="95957"/>
                  </a:lnTo>
                  <a:lnTo>
                    <a:pt x="2096906" y="95346"/>
                  </a:lnTo>
                  <a:lnTo>
                    <a:pt x="2103166" y="94739"/>
                  </a:lnTo>
                  <a:lnTo>
                    <a:pt x="2109425" y="94139"/>
                  </a:lnTo>
                  <a:lnTo>
                    <a:pt x="2115685" y="93551"/>
                  </a:lnTo>
                  <a:lnTo>
                    <a:pt x="2121944" y="92984"/>
                  </a:lnTo>
                  <a:lnTo>
                    <a:pt x="2128203" y="92440"/>
                  </a:lnTo>
                  <a:lnTo>
                    <a:pt x="2134463" y="91925"/>
                  </a:lnTo>
                  <a:lnTo>
                    <a:pt x="2140722" y="91445"/>
                  </a:lnTo>
                  <a:lnTo>
                    <a:pt x="2146982" y="91005"/>
                  </a:lnTo>
                  <a:lnTo>
                    <a:pt x="2153241" y="90612"/>
                  </a:lnTo>
                  <a:lnTo>
                    <a:pt x="2159501" y="90270"/>
                  </a:lnTo>
                  <a:lnTo>
                    <a:pt x="2165760" y="89995"/>
                  </a:lnTo>
                  <a:lnTo>
                    <a:pt x="2172019" y="89789"/>
                  </a:lnTo>
                  <a:lnTo>
                    <a:pt x="2178279" y="89653"/>
                  </a:lnTo>
                  <a:lnTo>
                    <a:pt x="2184538" y="89591"/>
                  </a:lnTo>
                  <a:lnTo>
                    <a:pt x="2190798" y="89607"/>
                  </a:lnTo>
                  <a:lnTo>
                    <a:pt x="2197057" y="89705"/>
                  </a:lnTo>
                  <a:lnTo>
                    <a:pt x="2203317" y="89885"/>
                  </a:lnTo>
                  <a:lnTo>
                    <a:pt x="2209576" y="90152"/>
                  </a:lnTo>
                  <a:lnTo>
                    <a:pt x="2215835" y="90514"/>
                  </a:lnTo>
                  <a:lnTo>
                    <a:pt x="2222095" y="90956"/>
                  </a:lnTo>
                  <a:lnTo>
                    <a:pt x="2228354" y="91477"/>
                  </a:lnTo>
                  <a:lnTo>
                    <a:pt x="2234614" y="92070"/>
                  </a:lnTo>
                  <a:lnTo>
                    <a:pt x="2240873" y="92731"/>
                  </a:lnTo>
                  <a:lnTo>
                    <a:pt x="2247133" y="93453"/>
                  </a:lnTo>
                  <a:lnTo>
                    <a:pt x="2253392" y="94230"/>
                  </a:lnTo>
                  <a:lnTo>
                    <a:pt x="2259651" y="95057"/>
                  </a:lnTo>
                  <a:lnTo>
                    <a:pt x="2265911" y="95921"/>
                  </a:lnTo>
                  <a:lnTo>
                    <a:pt x="2272170" y="96810"/>
                  </a:lnTo>
                  <a:lnTo>
                    <a:pt x="2278430" y="97715"/>
                  </a:lnTo>
                  <a:lnTo>
                    <a:pt x="2284689" y="98627"/>
                  </a:lnTo>
                  <a:lnTo>
                    <a:pt x="2290948" y="99539"/>
                  </a:lnTo>
                  <a:lnTo>
                    <a:pt x="2297208" y="100442"/>
                  </a:lnTo>
                  <a:lnTo>
                    <a:pt x="2303467" y="101329"/>
                  </a:lnTo>
                  <a:lnTo>
                    <a:pt x="2309727" y="102187"/>
                  </a:lnTo>
                  <a:lnTo>
                    <a:pt x="2315986" y="103016"/>
                  </a:lnTo>
                  <a:lnTo>
                    <a:pt x="2322246" y="103810"/>
                  </a:lnTo>
                  <a:lnTo>
                    <a:pt x="2328505" y="104566"/>
                  </a:lnTo>
                  <a:lnTo>
                    <a:pt x="2334764" y="105282"/>
                  </a:lnTo>
                  <a:lnTo>
                    <a:pt x="2341024" y="105954"/>
                  </a:lnTo>
                  <a:lnTo>
                    <a:pt x="2347283" y="106583"/>
                  </a:lnTo>
                  <a:lnTo>
                    <a:pt x="2353543" y="107161"/>
                  </a:lnTo>
                  <a:lnTo>
                    <a:pt x="2359802" y="107692"/>
                  </a:lnTo>
                  <a:lnTo>
                    <a:pt x="2366062" y="108181"/>
                  </a:lnTo>
                  <a:lnTo>
                    <a:pt x="2372321" y="108626"/>
                  </a:lnTo>
                  <a:lnTo>
                    <a:pt x="2378580" y="109031"/>
                  </a:lnTo>
                  <a:lnTo>
                    <a:pt x="2384840" y="109397"/>
                  </a:lnTo>
                  <a:lnTo>
                    <a:pt x="2391099" y="109725"/>
                  </a:lnTo>
                  <a:lnTo>
                    <a:pt x="2397359" y="110016"/>
                  </a:lnTo>
                  <a:lnTo>
                    <a:pt x="2403618" y="110270"/>
                  </a:lnTo>
                  <a:lnTo>
                    <a:pt x="2409878" y="110494"/>
                  </a:lnTo>
                  <a:lnTo>
                    <a:pt x="2416137" y="110690"/>
                  </a:lnTo>
                  <a:lnTo>
                    <a:pt x="2422396" y="110860"/>
                  </a:lnTo>
                  <a:lnTo>
                    <a:pt x="2428656" y="111005"/>
                  </a:lnTo>
                  <a:lnTo>
                    <a:pt x="2434915" y="111129"/>
                  </a:lnTo>
                  <a:lnTo>
                    <a:pt x="2441175" y="111233"/>
                  </a:lnTo>
                  <a:lnTo>
                    <a:pt x="2447434" y="111317"/>
                  </a:lnTo>
                  <a:lnTo>
                    <a:pt x="2453693" y="111385"/>
                  </a:lnTo>
                  <a:lnTo>
                    <a:pt x="2459953" y="111440"/>
                  </a:lnTo>
                  <a:lnTo>
                    <a:pt x="2466212" y="111482"/>
                  </a:lnTo>
                  <a:lnTo>
                    <a:pt x="2472472" y="111513"/>
                  </a:lnTo>
                  <a:lnTo>
                    <a:pt x="2478731" y="111536"/>
                  </a:lnTo>
                  <a:lnTo>
                    <a:pt x="2484991" y="111550"/>
                  </a:lnTo>
                  <a:lnTo>
                    <a:pt x="2491250" y="111557"/>
                  </a:lnTo>
                  <a:lnTo>
                    <a:pt x="2497509" y="111558"/>
                  </a:lnTo>
                  <a:lnTo>
                    <a:pt x="2503769" y="111554"/>
                  </a:lnTo>
                  <a:lnTo>
                    <a:pt x="2510028" y="111545"/>
                  </a:lnTo>
                  <a:lnTo>
                    <a:pt x="2516288" y="111533"/>
                  </a:lnTo>
                  <a:lnTo>
                    <a:pt x="2522547" y="111517"/>
                  </a:lnTo>
                  <a:lnTo>
                    <a:pt x="2528807" y="111499"/>
                  </a:lnTo>
                  <a:lnTo>
                    <a:pt x="2535066" y="111478"/>
                  </a:lnTo>
                  <a:lnTo>
                    <a:pt x="2541325" y="111455"/>
                  </a:lnTo>
                  <a:lnTo>
                    <a:pt x="2547585" y="111430"/>
                  </a:lnTo>
                  <a:lnTo>
                    <a:pt x="2553844" y="111403"/>
                  </a:lnTo>
                  <a:lnTo>
                    <a:pt x="2560104" y="111375"/>
                  </a:lnTo>
                  <a:lnTo>
                    <a:pt x="2566363" y="111346"/>
                  </a:lnTo>
                  <a:lnTo>
                    <a:pt x="2572623" y="111317"/>
                  </a:lnTo>
                  <a:lnTo>
                    <a:pt x="2578882" y="111287"/>
                  </a:lnTo>
                  <a:lnTo>
                    <a:pt x="2585141" y="111257"/>
                  </a:lnTo>
                  <a:lnTo>
                    <a:pt x="2591401" y="111228"/>
                  </a:lnTo>
                  <a:lnTo>
                    <a:pt x="2597660" y="111199"/>
                  </a:lnTo>
                  <a:lnTo>
                    <a:pt x="2603920" y="111171"/>
                  </a:lnTo>
                  <a:lnTo>
                    <a:pt x="2610179" y="111144"/>
                  </a:lnTo>
                  <a:lnTo>
                    <a:pt x="2616438" y="111119"/>
                  </a:lnTo>
                  <a:lnTo>
                    <a:pt x="2622698" y="111096"/>
                  </a:lnTo>
                  <a:lnTo>
                    <a:pt x="2628957" y="111074"/>
                  </a:lnTo>
                  <a:lnTo>
                    <a:pt x="2635217" y="111054"/>
                  </a:lnTo>
                  <a:lnTo>
                    <a:pt x="2641476" y="111037"/>
                  </a:lnTo>
                  <a:lnTo>
                    <a:pt x="2647736" y="111021"/>
                  </a:lnTo>
                  <a:lnTo>
                    <a:pt x="2653995" y="111009"/>
                  </a:lnTo>
                  <a:lnTo>
                    <a:pt x="2660254" y="110999"/>
                  </a:lnTo>
                  <a:lnTo>
                    <a:pt x="2666514" y="110992"/>
                  </a:lnTo>
                  <a:lnTo>
                    <a:pt x="2672773" y="110988"/>
                  </a:lnTo>
                  <a:lnTo>
                    <a:pt x="2679033" y="110988"/>
                  </a:lnTo>
                  <a:lnTo>
                    <a:pt x="2685292" y="110992"/>
                  </a:lnTo>
                  <a:lnTo>
                    <a:pt x="2691552" y="111000"/>
                  </a:lnTo>
                  <a:lnTo>
                    <a:pt x="2697811" y="111013"/>
                  </a:lnTo>
                  <a:lnTo>
                    <a:pt x="2704070" y="111031"/>
                  </a:lnTo>
                  <a:lnTo>
                    <a:pt x="2710330" y="111053"/>
                  </a:lnTo>
                  <a:lnTo>
                    <a:pt x="2716589" y="111080"/>
                  </a:lnTo>
                  <a:lnTo>
                    <a:pt x="2722849" y="111112"/>
                  </a:lnTo>
                  <a:lnTo>
                    <a:pt x="2729108" y="111150"/>
                  </a:lnTo>
                  <a:lnTo>
                    <a:pt x="2735368" y="111192"/>
                  </a:lnTo>
                  <a:lnTo>
                    <a:pt x="2741627" y="111237"/>
                  </a:lnTo>
                  <a:lnTo>
                    <a:pt x="2747886" y="111287"/>
                  </a:lnTo>
                  <a:lnTo>
                    <a:pt x="2754146" y="111338"/>
                  </a:lnTo>
                  <a:lnTo>
                    <a:pt x="2760405" y="111393"/>
                  </a:lnTo>
                  <a:lnTo>
                    <a:pt x="2766665" y="111448"/>
                  </a:lnTo>
                  <a:lnTo>
                    <a:pt x="2772924" y="111504"/>
                  </a:lnTo>
                  <a:lnTo>
                    <a:pt x="2779184" y="111561"/>
                  </a:lnTo>
                  <a:lnTo>
                    <a:pt x="2785443" y="111616"/>
                  </a:lnTo>
                  <a:lnTo>
                    <a:pt x="2791702" y="111670"/>
                  </a:lnTo>
                  <a:lnTo>
                    <a:pt x="2797962" y="111721"/>
                  </a:lnTo>
                  <a:lnTo>
                    <a:pt x="2804221" y="111770"/>
                  </a:lnTo>
                  <a:lnTo>
                    <a:pt x="2810481" y="111816"/>
                  </a:lnTo>
                  <a:lnTo>
                    <a:pt x="2816740" y="111858"/>
                  </a:lnTo>
                  <a:lnTo>
                    <a:pt x="2822999" y="111896"/>
                  </a:lnTo>
                  <a:lnTo>
                    <a:pt x="2829259" y="111930"/>
                  </a:lnTo>
                  <a:lnTo>
                    <a:pt x="2835518" y="111959"/>
                  </a:lnTo>
                  <a:lnTo>
                    <a:pt x="2841778" y="111985"/>
                  </a:lnTo>
                  <a:lnTo>
                    <a:pt x="2848037" y="112006"/>
                  </a:lnTo>
                  <a:lnTo>
                    <a:pt x="2854297" y="112023"/>
                  </a:lnTo>
                  <a:lnTo>
                    <a:pt x="2860556" y="112036"/>
                  </a:lnTo>
                  <a:lnTo>
                    <a:pt x="2866815" y="112044"/>
                  </a:lnTo>
                  <a:lnTo>
                    <a:pt x="2873075" y="112048"/>
                  </a:lnTo>
                  <a:lnTo>
                    <a:pt x="2879334" y="112047"/>
                  </a:lnTo>
                  <a:lnTo>
                    <a:pt x="2885594" y="112042"/>
                  </a:lnTo>
                  <a:lnTo>
                    <a:pt x="2891853" y="112033"/>
                  </a:lnTo>
                  <a:lnTo>
                    <a:pt x="2898113" y="112020"/>
                  </a:lnTo>
                  <a:lnTo>
                    <a:pt x="2904372" y="112003"/>
                  </a:lnTo>
                  <a:lnTo>
                    <a:pt x="2910631" y="111982"/>
                  </a:lnTo>
                  <a:lnTo>
                    <a:pt x="2916891" y="111955"/>
                  </a:lnTo>
                  <a:lnTo>
                    <a:pt x="2923150" y="111925"/>
                  </a:lnTo>
                  <a:lnTo>
                    <a:pt x="2929410" y="111891"/>
                  </a:lnTo>
                  <a:lnTo>
                    <a:pt x="2935669" y="111852"/>
                  </a:lnTo>
                  <a:lnTo>
                    <a:pt x="2941929" y="111811"/>
                  </a:lnTo>
                  <a:lnTo>
                    <a:pt x="2948188" y="111766"/>
                  </a:lnTo>
                  <a:lnTo>
                    <a:pt x="2954447" y="111718"/>
                  </a:lnTo>
                  <a:lnTo>
                    <a:pt x="2960707" y="111668"/>
                  </a:lnTo>
                  <a:lnTo>
                    <a:pt x="2966966" y="111616"/>
                  </a:lnTo>
                  <a:lnTo>
                    <a:pt x="2973226" y="111564"/>
                  </a:lnTo>
                  <a:lnTo>
                    <a:pt x="2979485" y="111511"/>
                  </a:lnTo>
                  <a:lnTo>
                    <a:pt x="2985744" y="111459"/>
                  </a:lnTo>
                  <a:lnTo>
                    <a:pt x="2992004" y="111409"/>
                  </a:lnTo>
                  <a:lnTo>
                    <a:pt x="2998263" y="111361"/>
                  </a:lnTo>
                  <a:lnTo>
                    <a:pt x="3004523" y="111315"/>
                  </a:lnTo>
                  <a:lnTo>
                    <a:pt x="3010782" y="111274"/>
                  </a:lnTo>
                  <a:lnTo>
                    <a:pt x="3017042" y="111238"/>
                  </a:lnTo>
                  <a:lnTo>
                    <a:pt x="3023301" y="111206"/>
                  </a:lnTo>
                  <a:lnTo>
                    <a:pt x="3029560" y="111180"/>
                  </a:lnTo>
                  <a:lnTo>
                    <a:pt x="3035820" y="111159"/>
                  </a:lnTo>
                  <a:lnTo>
                    <a:pt x="3042079" y="111144"/>
                  </a:lnTo>
                  <a:lnTo>
                    <a:pt x="3048339" y="111135"/>
                  </a:lnTo>
                  <a:lnTo>
                    <a:pt x="3054598" y="111133"/>
                  </a:lnTo>
                  <a:lnTo>
                    <a:pt x="3060858" y="111137"/>
                  </a:lnTo>
                  <a:lnTo>
                    <a:pt x="3067117" y="111145"/>
                  </a:lnTo>
                  <a:lnTo>
                    <a:pt x="3073376" y="111159"/>
                  </a:lnTo>
                  <a:lnTo>
                    <a:pt x="3079636" y="111178"/>
                  </a:lnTo>
                  <a:lnTo>
                    <a:pt x="3085895" y="111201"/>
                  </a:lnTo>
                  <a:lnTo>
                    <a:pt x="3092155" y="111228"/>
                  </a:lnTo>
                  <a:lnTo>
                    <a:pt x="3098414" y="111258"/>
                  </a:lnTo>
                  <a:lnTo>
                    <a:pt x="3104674" y="111292"/>
                  </a:lnTo>
                  <a:lnTo>
                    <a:pt x="3110933" y="111328"/>
                  </a:lnTo>
                  <a:lnTo>
                    <a:pt x="3117192" y="111366"/>
                  </a:lnTo>
                  <a:lnTo>
                    <a:pt x="3123452" y="111406"/>
                  </a:lnTo>
                  <a:lnTo>
                    <a:pt x="3129711" y="111447"/>
                  </a:lnTo>
                  <a:lnTo>
                    <a:pt x="3135971" y="111489"/>
                  </a:lnTo>
                  <a:lnTo>
                    <a:pt x="3142230" y="111532"/>
                  </a:lnTo>
                  <a:lnTo>
                    <a:pt x="3148489" y="111575"/>
                  </a:lnTo>
                  <a:lnTo>
                    <a:pt x="3154749" y="111617"/>
                  </a:lnTo>
                  <a:lnTo>
                    <a:pt x="3161008" y="111660"/>
                  </a:lnTo>
                  <a:lnTo>
                    <a:pt x="3167268" y="111702"/>
                  </a:lnTo>
                  <a:lnTo>
                    <a:pt x="3173527" y="111742"/>
                  </a:lnTo>
                  <a:lnTo>
                    <a:pt x="3179787" y="111782"/>
                  </a:lnTo>
                  <a:lnTo>
                    <a:pt x="3186046" y="111819"/>
                  </a:lnTo>
                  <a:lnTo>
                    <a:pt x="3192305" y="111855"/>
                  </a:lnTo>
                  <a:lnTo>
                    <a:pt x="3198565" y="111889"/>
                  </a:lnTo>
                  <a:lnTo>
                    <a:pt x="3198565" y="112148"/>
                  </a:lnTo>
                  <a:lnTo>
                    <a:pt x="3192305" y="112148"/>
                  </a:lnTo>
                  <a:lnTo>
                    <a:pt x="3186046" y="112148"/>
                  </a:lnTo>
                  <a:lnTo>
                    <a:pt x="3179787" y="112148"/>
                  </a:lnTo>
                  <a:lnTo>
                    <a:pt x="3173527" y="112148"/>
                  </a:lnTo>
                  <a:lnTo>
                    <a:pt x="3167268" y="112148"/>
                  </a:lnTo>
                  <a:lnTo>
                    <a:pt x="3161008" y="112148"/>
                  </a:lnTo>
                  <a:lnTo>
                    <a:pt x="3154749" y="112148"/>
                  </a:lnTo>
                  <a:lnTo>
                    <a:pt x="3148489" y="112148"/>
                  </a:lnTo>
                  <a:lnTo>
                    <a:pt x="3142230" y="112148"/>
                  </a:lnTo>
                  <a:lnTo>
                    <a:pt x="3135971" y="112148"/>
                  </a:lnTo>
                  <a:lnTo>
                    <a:pt x="3129711" y="112148"/>
                  </a:lnTo>
                  <a:lnTo>
                    <a:pt x="3123452" y="112148"/>
                  </a:lnTo>
                  <a:lnTo>
                    <a:pt x="3117192" y="112148"/>
                  </a:lnTo>
                  <a:lnTo>
                    <a:pt x="3110933" y="112148"/>
                  </a:lnTo>
                  <a:lnTo>
                    <a:pt x="3104674" y="112148"/>
                  </a:lnTo>
                  <a:lnTo>
                    <a:pt x="3098414" y="112148"/>
                  </a:lnTo>
                  <a:lnTo>
                    <a:pt x="3092155" y="112148"/>
                  </a:lnTo>
                  <a:lnTo>
                    <a:pt x="3085895" y="112148"/>
                  </a:lnTo>
                  <a:lnTo>
                    <a:pt x="3079636" y="112148"/>
                  </a:lnTo>
                  <a:lnTo>
                    <a:pt x="3073376" y="112148"/>
                  </a:lnTo>
                  <a:lnTo>
                    <a:pt x="3067117" y="112148"/>
                  </a:lnTo>
                  <a:lnTo>
                    <a:pt x="3060858" y="112148"/>
                  </a:lnTo>
                  <a:lnTo>
                    <a:pt x="3054598" y="112148"/>
                  </a:lnTo>
                  <a:lnTo>
                    <a:pt x="3048339" y="112148"/>
                  </a:lnTo>
                  <a:lnTo>
                    <a:pt x="3042079" y="112148"/>
                  </a:lnTo>
                  <a:lnTo>
                    <a:pt x="3035820" y="112148"/>
                  </a:lnTo>
                  <a:lnTo>
                    <a:pt x="3029560" y="112148"/>
                  </a:lnTo>
                  <a:lnTo>
                    <a:pt x="3023301" y="112148"/>
                  </a:lnTo>
                  <a:lnTo>
                    <a:pt x="3017042" y="112148"/>
                  </a:lnTo>
                  <a:lnTo>
                    <a:pt x="3010782" y="112148"/>
                  </a:lnTo>
                  <a:lnTo>
                    <a:pt x="3004523" y="112148"/>
                  </a:lnTo>
                  <a:lnTo>
                    <a:pt x="2998263" y="112148"/>
                  </a:lnTo>
                  <a:lnTo>
                    <a:pt x="2992004" y="112148"/>
                  </a:lnTo>
                  <a:lnTo>
                    <a:pt x="2985744" y="112148"/>
                  </a:lnTo>
                  <a:lnTo>
                    <a:pt x="2979485" y="112148"/>
                  </a:lnTo>
                  <a:lnTo>
                    <a:pt x="2973226" y="112148"/>
                  </a:lnTo>
                  <a:lnTo>
                    <a:pt x="2966966" y="112148"/>
                  </a:lnTo>
                  <a:lnTo>
                    <a:pt x="2960707" y="112148"/>
                  </a:lnTo>
                  <a:lnTo>
                    <a:pt x="2954447" y="112148"/>
                  </a:lnTo>
                  <a:lnTo>
                    <a:pt x="2948188" y="112148"/>
                  </a:lnTo>
                  <a:lnTo>
                    <a:pt x="2941929" y="112148"/>
                  </a:lnTo>
                  <a:lnTo>
                    <a:pt x="2935669" y="112148"/>
                  </a:lnTo>
                  <a:lnTo>
                    <a:pt x="2929410" y="112148"/>
                  </a:lnTo>
                  <a:lnTo>
                    <a:pt x="2923150" y="112148"/>
                  </a:lnTo>
                  <a:lnTo>
                    <a:pt x="2916891" y="112148"/>
                  </a:lnTo>
                  <a:lnTo>
                    <a:pt x="2910631" y="112148"/>
                  </a:lnTo>
                  <a:lnTo>
                    <a:pt x="2904372" y="112148"/>
                  </a:lnTo>
                  <a:lnTo>
                    <a:pt x="2898113" y="112148"/>
                  </a:lnTo>
                  <a:lnTo>
                    <a:pt x="2891853" y="112148"/>
                  </a:lnTo>
                  <a:lnTo>
                    <a:pt x="2885594" y="112148"/>
                  </a:lnTo>
                  <a:lnTo>
                    <a:pt x="2879334" y="112148"/>
                  </a:lnTo>
                  <a:lnTo>
                    <a:pt x="2873075" y="112148"/>
                  </a:lnTo>
                  <a:lnTo>
                    <a:pt x="2866815" y="112148"/>
                  </a:lnTo>
                  <a:lnTo>
                    <a:pt x="2860556" y="112148"/>
                  </a:lnTo>
                  <a:lnTo>
                    <a:pt x="2854297" y="112148"/>
                  </a:lnTo>
                  <a:lnTo>
                    <a:pt x="2848037" y="112148"/>
                  </a:lnTo>
                  <a:lnTo>
                    <a:pt x="2841778" y="112148"/>
                  </a:lnTo>
                  <a:lnTo>
                    <a:pt x="2835518" y="112148"/>
                  </a:lnTo>
                  <a:lnTo>
                    <a:pt x="2829259" y="112148"/>
                  </a:lnTo>
                  <a:lnTo>
                    <a:pt x="2822999" y="112148"/>
                  </a:lnTo>
                  <a:lnTo>
                    <a:pt x="2816740" y="112148"/>
                  </a:lnTo>
                  <a:lnTo>
                    <a:pt x="2810481" y="112148"/>
                  </a:lnTo>
                  <a:lnTo>
                    <a:pt x="2804221" y="112148"/>
                  </a:lnTo>
                  <a:lnTo>
                    <a:pt x="2797962" y="112148"/>
                  </a:lnTo>
                  <a:lnTo>
                    <a:pt x="2791702" y="112148"/>
                  </a:lnTo>
                  <a:lnTo>
                    <a:pt x="2785443" y="112148"/>
                  </a:lnTo>
                  <a:lnTo>
                    <a:pt x="2779184" y="112148"/>
                  </a:lnTo>
                  <a:lnTo>
                    <a:pt x="2772924" y="112148"/>
                  </a:lnTo>
                  <a:lnTo>
                    <a:pt x="2766665" y="112148"/>
                  </a:lnTo>
                  <a:lnTo>
                    <a:pt x="2760405" y="112148"/>
                  </a:lnTo>
                  <a:lnTo>
                    <a:pt x="2754146" y="112148"/>
                  </a:lnTo>
                  <a:lnTo>
                    <a:pt x="2747886" y="112148"/>
                  </a:lnTo>
                  <a:lnTo>
                    <a:pt x="2741627" y="112148"/>
                  </a:lnTo>
                  <a:lnTo>
                    <a:pt x="2735368" y="112148"/>
                  </a:lnTo>
                  <a:lnTo>
                    <a:pt x="2729108" y="112148"/>
                  </a:lnTo>
                  <a:lnTo>
                    <a:pt x="2722849" y="112148"/>
                  </a:lnTo>
                  <a:lnTo>
                    <a:pt x="2716589" y="112148"/>
                  </a:lnTo>
                  <a:lnTo>
                    <a:pt x="2710330" y="112148"/>
                  </a:lnTo>
                  <a:lnTo>
                    <a:pt x="2704070" y="112148"/>
                  </a:lnTo>
                  <a:lnTo>
                    <a:pt x="2697811" y="112148"/>
                  </a:lnTo>
                  <a:lnTo>
                    <a:pt x="2691552" y="112148"/>
                  </a:lnTo>
                  <a:lnTo>
                    <a:pt x="2685292" y="112148"/>
                  </a:lnTo>
                  <a:lnTo>
                    <a:pt x="2679033" y="112148"/>
                  </a:lnTo>
                  <a:lnTo>
                    <a:pt x="2672773" y="112148"/>
                  </a:lnTo>
                  <a:lnTo>
                    <a:pt x="2666514" y="112148"/>
                  </a:lnTo>
                  <a:lnTo>
                    <a:pt x="2660254" y="112148"/>
                  </a:lnTo>
                  <a:lnTo>
                    <a:pt x="2653995" y="112148"/>
                  </a:lnTo>
                  <a:lnTo>
                    <a:pt x="2647736" y="112148"/>
                  </a:lnTo>
                  <a:lnTo>
                    <a:pt x="2641476" y="112148"/>
                  </a:lnTo>
                  <a:lnTo>
                    <a:pt x="2635217" y="112148"/>
                  </a:lnTo>
                  <a:lnTo>
                    <a:pt x="2628957" y="112148"/>
                  </a:lnTo>
                  <a:lnTo>
                    <a:pt x="2622698" y="112148"/>
                  </a:lnTo>
                  <a:lnTo>
                    <a:pt x="2616438" y="112148"/>
                  </a:lnTo>
                  <a:lnTo>
                    <a:pt x="2610179" y="112148"/>
                  </a:lnTo>
                  <a:lnTo>
                    <a:pt x="2603920" y="112148"/>
                  </a:lnTo>
                  <a:lnTo>
                    <a:pt x="2597660" y="112148"/>
                  </a:lnTo>
                  <a:lnTo>
                    <a:pt x="2591401" y="112148"/>
                  </a:lnTo>
                  <a:lnTo>
                    <a:pt x="2585141" y="112148"/>
                  </a:lnTo>
                  <a:lnTo>
                    <a:pt x="2578882" y="112148"/>
                  </a:lnTo>
                  <a:lnTo>
                    <a:pt x="2572623" y="112148"/>
                  </a:lnTo>
                  <a:lnTo>
                    <a:pt x="2566363" y="112148"/>
                  </a:lnTo>
                  <a:lnTo>
                    <a:pt x="2560104" y="112148"/>
                  </a:lnTo>
                  <a:lnTo>
                    <a:pt x="2553844" y="112148"/>
                  </a:lnTo>
                  <a:lnTo>
                    <a:pt x="2547585" y="112148"/>
                  </a:lnTo>
                  <a:lnTo>
                    <a:pt x="2541325" y="112148"/>
                  </a:lnTo>
                  <a:lnTo>
                    <a:pt x="2535066" y="112148"/>
                  </a:lnTo>
                  <a:lnTo>
                    <a:pt x="2528807" y="112148"/>
                  </a:lnTo>
                  <a:lnTo>
                    <a:pt x="2522547" y="112148"/>
                  </a:lnTo>
                  <a:lnTo>
                    <a:pt x="2516288" y="112148"/>
                  </a:lnTo>
                  <a:lnTo>
                    <a:pt x="2510028" y="112148"/>
                  </a:lnTo>
                  <a:lnTo>
                    <a:pt x="2503769" y="112148"/>
                  </a:lnTo>
                  <a:lnTo>
                    <a:pt x="2497509" y="112148"/>
                  </a:lnTo>
                  <a:lnTo>
                    <a:pt x="2491250" y="112148"/>
                  </a:lnTo>
                  <a:lnTo>
                    <a:pt x="2484991" y="112148"/>
                  </a:lnTo>
                  <a:lnTo>
                    <a:pt x="2478731" y="112148"/>
                  </a:lnTo>
                  <a:lnTo>
                    <a:pt x="2472472" y="112148"/>
                  </a:lnTo>
                  <a:lnTo>
                    <a:pt x="2466212" y="112148"/>
                  </a:lnTo>
                  <a:lnTo>
                    <a:pt x="2459953" y="112148"/>
                  </a:lnTo>
                  <a:lnTo>
                    <a:pt x="2453693" y="112148"/>
                  </a:lnTo>
                  <a:lnTo>
                    <a:pt x="2447434" y="112148"/>
                  </a:lnTo>
                  <a:lnTo>
                    <a:pt x="2441175" y="112148"/>
                  </a:lnTo>
                  <a:lnTo>
                    <a:pt x="2434915" y="112148"/>
                  </a:lnTo>
                  <a:lnTo>
                    <a:pt x="2428656" y="112148"/>
                  </a:lnTo>
                  <a:lnTo>
                    <a:pt x="2422396" y="112148"/>
                  </a:lnTo>
                  <a:lnTo>
                    <a:pt x="2416137" y="112148"/>
                  </a:lnTo>
                  <a:lnTo>
                    <a:pt x="2409878" y="112148"/>
                  </a:lnTo>
                  <a:lnTo>
                    <a:pt x="2403618" y="112148"/>
                  </a:lnTo>
                  <a:lnTo>
                    <a:pt x="2397359" y="112148"/>
                  </a:lnTo>
                  <a:lnTo>
                    <a:pt x="2391099" y="112148"/>
                  </a:lnTo>
                  <a:lnTo>
                    <a:pt x="2384840" y="112148"/>
                  </a:lnTo>
                  <a:lnTo>
                    <a:pt x="2378580" y="112148"/>
                  </a:lnTo>
                  <a:lnTo>
                    <a:pt x="2372321" y="112148"/>
                  </a:lnTo>
                  <a:lnTo>
                    <a:pt x="2366062" y="112148"/>
                  </a:lnTo>
                  <a:lnTo>
                    <a:pt x="2359802" y="112148"/>
                  </a:lnTo>
                  <a:lnTo>
                    <a:pt x="2353543" y="112148"/>
                  </a:lnTo>
                  <a:lnTo>
                    <a:pt x="2347283" y="112148"/>
                  </a:lnTo>
                  <a:lnTo>
                    <a:pt x="2341024" y="112148"/>
                  </a:lnTo>
                  <a:lnTo>
                    <a:pt x="2334764" y="112148"/>
                  </a:lnTo>
                  <a:lnTo>
                    <a:pt x="2328505" y="112148"/>
                  </a:lnTo>
                  <a:lnTo>
                    <a:pt x="2322246" y="112148"/>
                  </a:lnTo>
                  <a:lnTo>
                    <a:pt x="2315986" y="112148"/>
                  </a:lnTo>
                  <a:lnTo>
                    <a:pt x="2309727" y="112148"/>
                  </a:lnTo>
                  <a:lnTo>
                    <a:pt x="2303467" y="112148"/>
                  </a:lnTo>
                  <a:lnTo>
                    <a:pt x="2297208" y="112148"/>
                  </a:lnTo>
                  <a:lnTo>
                    <a:pt x="2290948" y="112148"/>
                  </a:lnTo>
                  <a:lnTo>
                    <a:pt x="2284689" y="112148"/>
                  </a:lnTo>
                  <a:lnTo>
                    <a:pt x="2278430" y="112148"/>
                  </a:lnTo>
                  <a:lnTo>
                    <a:pt x="2272170" y="112148"/>
                  </a:lnTo>
                  <a:lnTo>
                    <a:pt x="2265911" y="112148"/>
                  </a:lnTo>
                  <a:lnTo>
                    <a:pt x="2259651" y="112148"/>
                  </a:lnTo>
                  <a:lnTo>
                    <a:pt x="2253392" y="112148"/>
                  </a:lnTo>
                  <a:lnTo>
                    <a:pt x="2247133" y="112148"/>
                  </a:lnTo>
                  <a:lnTo>
                    <a:pt x="2240873" y="112148"/>
                  </a:lnTo>
                  <a:lnTo>
                    <a:pt x="2234614" y="112148"/>
                  </a:lnTo>
                  <a:lnTo>
                    <a:pt x="2228354" y="112148"/>
                  </a:lnTo>
                  <a:lnTo>
                    <a:pt x="2222095" y="112148"/>
                  </a:lnTo>
                  <a:lnTo>
                    <a:pt x="2215835" y="112148"/>
                  </a:lnTo>
                  <a:lnTo>
                    <a:pt x="2209576" y="112148"/>
                  </a:lnTo>
                  <a:lnTo>
                    <a:pt x="2203317" y="112148"/>
                  </a:lnTo>
                  <a:lnTo>
                    <a:pt x="2197057" y="112148"/>
                  </a:lnTo>
                  <a:lnTo>
                    <a:pt x="2190798" y="112148"/>
                  </a:lnTo>
                  <a:lnTo>
                    <a:pt x="2184538" y="112148"/>
                  </a:lnTo>
                  <a:lnTo>
                    <a:pt x="2178279" y="112148"/>
                  </a:lnTo>
                  <a:lnTo>
                    <a:pt x="2172019" y="112148"/>
                  </a:lnTo>
                  <a:lnTo>
                    <a:pt x="2165760" y="112148"/>
                  </a:lnTo>
                  <a:lnTo>
                    <a:pt x="2159501" y="112148"/>
                  </a:lnTo>
                  <a:lnTo>
                    <a:pt x="2153241" y="112148"/>
                  </a:lnTo>
                  <a:lnTo>
                    <a:pt x="2146982" y="112148"/>
                  </a:lnTo>
                  <a:lnTo>
                    <a:pt x="2140722" y="112148"/>
                  </a:lnTo>
                  <a:lnTo>
                    <a:pt x="2134463" y="112148"/>
                  </a:lnTo>
                  <a:lnTo>
                    <a:pt x="2128203" y="112148"/>
                  </a:lnTo>
                  <a:lnTo>
                    <a:pt x="2121944" y="112148"/>
                  </a:lnTo>
                  <a:lnTo>
                    <a:pt x="2115685" y="112148"/>
                  </a:lnTo>
                  <a:lnTo>
                    <a:pt x="2109425" y="112148"/>
                  </a:lnTo>
                  <a:lnTo>
                    <a:pt x="2103166" y="112148"/>
                  </a:lnTo>
                  <a:lnTo>
                    <a:pt x="2096906" y="112148"/>
                  </a:lnTo>
                  <a:lnTo>
                    <a:pt x="2090647" y="112148"/>
                  </a:lnTo>
                  <a:lnTo>
                    <a:pt x="2084388" y="112148"/>
                  </a:lnTo>
                  <a:lnTo>
                    <a:pt x="2078128" y="112148"/>
                  </a:lnTo>
                  <a:lnTo>
                    <a:pt x="2071869" y="112148"/>
                  </a:lnTo>
                  <a:lnTo>
                    <a:pt x="2065609" y="112148"/>
                  </a:lnTo>
                  <a:lnTo>
                    <a:pt x="2059350" y="112148"/>
                  </a:lnTo>
                  <a:lnTo>
                    <a:pt x="2053090" y="112148"/>
                  </a:lnTo>
                  <a:lnTo>
                    <a:pt x="2046831" y="112148"/>
                  </a:lnTo>
                  <a:lnTo>
                    <a:pt x="2040572" y="112148"/>
                  </a:lnTo>
                  <a:lnTo>
                    <a:pt x="2034312" y="112148"/>
                  </a:lnTo>
                  <a:lnTo>
                    <a:pt x="2028053" y="112148"/>
                  </a:lnTo>
                  <a:lnTo>
                    <a:pt x="2021793" y="112148"/>
                  </a:lnTo>
                  <a:lnTo>
                    <a:pt x="2015534" y="112148"/>
                  </a:lnTo>
                  <a:lnTo>
                    <a:pt x="2009274" y="112148"/>
                  </a:lnTo>
                  <a:lnTo>
                    <a:pt x="2003015" y="112148"/>
                  </a:lnTo>
                  <a:lnTo>
                    <a:pt x="1996756" y="112148"/>
                  </a:lnTo>
                  <a:lnTo>
                    <a:pt x="1990496" y="112148"/>
                  </a:lnTo>
                  <a:lnTo>
                    <a:pt x="1984237" y="112148"/>
                  </a:lnTo>
                  <a:lnTo>
                    <a:pt x="1977977" y="112148"/>
                  </a:lnTo>
                  <a:lnTo>
                    <a:pt x="1971718" y="112148"/>
                  </a:lnTo>
                  <a:lnTo>
                    <a:pt x="1965458" y="112148"/>
                  </a:lnTo>
                  <a:lnTo>
                    <a:pt x="1959199" y="112148"/>
                  </a:lnTo>
                  <a:lnTo>
                    <a:pt x="1952940" y="112148"/>
                  </a:lnTo>
                  <a:lnTo>
                    <a:pt x="1946680" y="112148"/>
                  </a:lnTo>
                  <a:lnTo>
                    <a:pt x="1940421" y="112148"/>
                  </a:lnTo>
                  <a:lnTo>
                    <a:pt x="1934161" y="112148"/>
                  </a:lnTo>
                  <a:lnTo>
                    <a:pt x="1927902" y="112148"/>
                  </a:lnTo>
                  <a:lnTo>
                    <a:pt x="1921642" y="112148"/>
                  </a:lnTo>
                  <a:lnTo>
                    <a:pt x="1915383" y="112148"/>
                  </a:lnTo>
                  <a:lnTo>
                    <a:pt x="1909124" y="112148"/>
                  </a:lnTo>
                  <a:lnTo>
                    <a:pt x="1902864" y="112148"/>
                  </a:lnTo>
                  <a:lnTo>
                    <a:pt x="1896605" y="112148"/>
                  </a:lnTo>
                  <a:lnTo>
                    <a:pt x="1890345" y="112148"/>
                  </a:lnTo>
                  <a:lnTo>
                    <a:pt x="1884086" y="112148"/>
                  </a:lnTo>
                  <a:lnTo>
                    <a:pt x="1877827" y="112148"/>
                  </a:lnTo>
                  <a:lnTo>
                    <a:pt x="1871567" y="112148"/>
                  </a:lnTo>
                  <a:lnTo>
                    <a:pt x="1865308" y="112148"/>
                  </a:lnTo>
                  <a:lnTo>
                    <a:pt x="1859048" y="112148"/>
                  </a:lnTo>
                  <a:lnTo>
                    <a:pt x="1852789" y="112148"/>
                  </a:lnTo>
                  <a:lnTo>
                    <a:pt x="1846529" y="112148"/>
                  </a:lnTo>
                  <a:lnTo>
                    <a:pt x="1840270" y="112148"/>
                  </a:lnTo>
                  <a:lnTo>
                    <a:pt x="1834011" y="112148"/>
                  </a:lnTo>
                  <a:lnTo>
                    <a:pt x="1827751" y="112148"/>
                  </a:lnTo>
                  <a:lnTo>
                    <a:pt x="1821492" y="112148"/>
                  </a:lnTo>
                  <a:lnTo>
                    <a:pt x="1815232" y="112148"/>
                  </a:lnTo>
                  <a:lnTo>
                    <a:pt x="1808973" y="112148"/>
                  </a:lnTo>
                  <a:lnTo>
                    <a:pt x="1802713" y="112148"/>
                  </a:lnTo>
                  <a:lnTo>
                    <a:pt x="1796454" y="112148"/>
                  </a:lnTo>
                  <a:lnTo>
                    <a:pt x="1790195" y="112148"/>
                  </a:lnTo>
                  <a:lnTo>
                    <a:pt x="1783935" y="112148"/>
                  </a:lnTo>
                  <a:lnTo>
                    <a:pt x="1777676" y="112148"/>
                  </a:lnTo>
                  <a:lnTo>
                    <a:pt x="1771416" y="112148"/>
                  </a:lnTo>
                  <a:lnTo>
                    <a:pt x="1765157" y="112148"/>
                  </a:lnTo>
                  <a:lnTo>
                    <a:pt x="1758897" y="112148"/>
                  </a:lnTo>
                  <a:lnTo>
                    <a:pt x="1752638" y="112148"/>
                  </a:lnTo>
                  <a:lnTo>
                    <a:pt x="1746379" y="112148"/>
                  </a:lnTo>
                  <a:lnTo>
                    <a:pt x="1740119" y="112148"/>
                  </a:lnTo>
                  <a:lnTo>
                    <a:pt x="1733860" y="112148"/>
                  </a:lnTo>
                  <a:lnTo>
                    <a:pt x="1727600" y="112148"/>
                  </a:lnTo>
                  <a:lnTo>
                    <a:pt x="1721341" y="112148"/>
                  </a:lnTo>
                  <a:lnTo>
                    <a:pt x="1715082" y="112148"/>
                  </a:lnTo>
                  <a:lnTo>
                    <a:pt x="1708822" y="112148"/>
                  </a:lnTo>
                  <a:lnTo>
                    <a:pt x="1702563" y="112148"/>
                  </a:lnTo>
                  <a:lnTo>
                    <a:pt x="1696303" y="112148"/>
                  </a:lnTo>
                  <a:lnTo>
                    <a:pt x="1690044" y="112148"/>
                  </a:lnTo>
                  <a:lnTo>
                    <a:pt x="1683784" y="112148"/>
                  </a:lnTo>
                  <a:lnTo>
                    <a:pt x="1677525" y="112148"/>
                  </a:lnTo>
                  <a:lnTo>
                    <a:pt x="1671266" y="112148"/>
                  </a:lnTo>
                  <a:lnTo>
                    <a:pt x="1665006" y="112148"/>
                  </a:lnTo>
                  <a:lnTo>
                    <a:pt x="1658747" y="112148"/>
                  </a:lnTo>
                  <a:lnTo>
                    <a:pt x="1652487" y="112148"/>
                  </a:lnTo>
                  <a:lnTo>
                    <a:pt x="1646228" y="112148"/>
                  </a:lnTo>
                  <a:lnTo>
                    <a:pt x="1639968" y="112148"/>
                  </a:lnTo>
                  <a:lnTo>
                    <a:pt x="1633709" y="112148"/>
                  </a:lnTo>
                  <a:lnTo>
                    <a:pt x="1627450" y="112148"/>
                  </a:lnTo>
                  <a:lnTo>
                    <a:pt x="1621190" y="112148"/>
                  </a:lnTo>
                  <a:lnTo>
                    <a:pt x="1614931" y="112148"/>
                  </a:lnTo>
                  <a:lnTo>
                    <a:pt x="1608671" y="112148"/>
                  </a:lnTo>
                  <a:lnTo>
                    <a:pt x="1602412" y="112148"/>
                  </a:lnTo>
                  <a:lnTo>
                    <a:pt x="1596152" y="112148"/>
                  </a:lnTo>
                  <a:lnTo>
                    <a:pt x="1589893" y="112148"/>
                  </a:lnTo>
                  <a:lnTo>
                    <a:pt x="1583634" y="112148"/>
                  </a:lnTo>
                  <a:lnTo>
                    <a:pt x="1577374" y="112148"/>
                  </a:lnTo>
                  <a:lnTo>
                    <a:pt x="1571115" y="112148"/>
                  </a:lnTo>
                  <a:lnTo>
                    <a:pt x="1564855" y="112148"/>
                  </a:lnTo>
                  <a:lnTo>
                    <a:pt x="1558596" y="112148"/>
                  </a:lnTo>
                  <a:lnTo>
                    <a:pt x="1552337" y="112148"/>
                  </a:lnTo>
                  <a:lnTo>
                    <a:pt x="1546077" y="112148"/>
                  </a:lnTo>
                  <a:lnTo>
                    <a:pt x="1539818" y="112148"/>
                  </a:lnTo>
                  <a:lnTo>
                    <a:pt x="1533558" y="112148"/>
                  </a:lnTo>
                  <a:lnTo>
                    <a:pt x="1527299" y="112148"/>
                  </a:lnTo>
                  <a:lnTo>
                    <a:pt x="1521039" y="112148"/>
                  </a:lnTo>
                  <a:lnTo>
                    <a:pt x="1514780" y="112148"/>
                  </a:lnTo>
                  <a:lnTo>
                    <a:pt x="1508521" y="112148"/>
                  </a:lnTo>
                  <a:lnTo>
                    <a:pt x="1502261" y="112148"/>
                  </a:lnTo>
                  <a:lnTo>
                    <a:pt x="1496002" y="112148"/>
                  </a:lnTo>
                  <a:lnTo>
                    <a:pt x="1489742" y="112148"/>
                  </a:lnTo>
                  <a:lnTo>
                    <a:pt x="1483483" y="112148"/>
                  </a:lnTo>
                  <a:lnTo>
                    <a:pt x="1477223" y="112148"/>
                  </a:lnTo>
                  <a:lnTo>
                    <a:pt x="1470964" y="112148"/>
                  </a:lnTo>
                  <a:lnTo>
                    <a:pt x="1464705" y="112148"/>
                  </a:lnTo>
                  <a:lnTo>
                    <a:pt x="1458445" y="112148"/>
                  </a:lnTo>
                  <a:lnTo>
                    <a:pt x="1452186" y="112148"/>
                  </a:lnTo>
                  <a:lnTo>
                    <a:pt x="1445926" y="112148"/>
                  </a:lnTo>
                  <a:lnTo>
                    <a:pt x="1439667" y="112148"/>
                  </a:lnTo>
                  <a:lnTo>
                    <a:pt x="1433407" y="112148"/>
                  </a:lnTo>
                  <a:lnTo>
                    <a:pt x="1427148" y="112148"/>
                  </a:lnTo>
                  <a:lnTo>
                    <a:pt x="1420889" y="112148"/>
                  </a:lnTo>
                  <a:lnTo>
                    <a:pt x="1414629" y="112148"/>
                  </a:lnTo>
                  <a:lnTo>
                    <a:pt x="1408370" y="112148"/>
                  </a:lnTo>
                  <a:lnTo>
                    <a:pt x="1402110" y="112148"/>
                  </a:lnTo>
                  <a:lnTo>
                    <a:pt x="1395851" y="112148"/>
                  </a:lnTo>
                  <a:lnTo>
                    <a:pt x="1389592" y="112148"/>
                  </a:lnTo>
                  <a:lnTo>
                    <a:pt x="1383332" y="112148"/>
                  </a:lnTo>
                  <a:lnTo>
                    <a:pt x="1377073" y="112148"/>
                  </a:lnTo>
                  <a:lnTo>
                    <a:pt x="1370813" y="112148"/>
                  </a:lnTo>
                  <a:lnTo>
                    <a:pt x="1364554" y="112148"/>
                  </a:lnTo>
                  <a:lnTo>
                    <a:pt x="1358294" y="112148"/>
                  </a:lnTo>
                  <a:lnTo>
                    <a:pt x="1352035" y="112148"/>
                  </a:lnTo>
                  <a:lnTo>
                    <a:pt x="1345776" y="112148"/>
                  </a:lnTo>
                  <a:lnTo>
                    <a:pt x="1339516" y="112148"/>
                  </a:lnTo>
                  <a:lnTo>
                    <a:pt x="1333257" y="112148"/>
                  </a:lnTo>
                  <a:lnTo>
                    <a:pt x="1326997" y="112148"/>
                  </a:lnTo>
                  <a:lnTo>
                    <a:pt x="1320738" y="112148"/>
                  </a:lnTo>
                  <a:lnTo>
                    <a:pt x="1314478" y="112148"/>
                  </a:lnTo>
                  <a:lnTo>
                    <a:pt x="1308219" y="112148"/>
                  </a:lnTo>
                  <a:lnTo>
                    <a:pt x="1301960" y="112148"/>
                  </a:lnTo>
                  <a:lnTo>
                    <a:pt x="1295700" y="112148"/>
                  </a:lnTo>
                  <a:lnTo>
                    <a:pt x="1289441" y="112148"/>
                  </a:lnTo>
                  <a:lnTo>
                    <a:pt x="1283181" y="112148"/>
                  </a:lnTo>
                  <a:lnTo>
                    <a:pt x="1276922" y="112148"/>
                  </a:lnTo>
                  <a:lnTo>
                    <a:pt x="1270662" y="112148"/>
                  </a:lnTo>
                  <a:lnTo>
                    <a:pt x="1264403" y="112148"/>
                  </a:lnTo>
                  <a:lnTo>
                    <a:pt x="1258144" y="112148"/>
                  </a:lnTo>
                  <a:lnTo>
                    <a:pt x="1251884" y="112148"/>
                  </a:lnTo>
                  <a:lnTo>
                    <a:pt x="1245625" y="112148"/>
                  </a:lnTo>
                  <a:lnTo>
                    <a:pt x="1239365" y="112148"/>
                  </a:lnTo>
                  <a:lnTo>
                    <a:pt x="1233106" y="112148"/>
                  </a:lnTo>
                  <a:lnTo>
                    <a:pt x="1226846" y="112148"/>
                  </a:lnTo>
                  <a:lnTo>
                    <a:pt x="1220587" y="112148"/>
                  </a:lnTo>
                  <a:lnTo>
                    <a:pt x="1214328" y="112148"/>
                  </a:lnTo>
                  <a:lnTo>
                    <a:pt x="1208068" y="112148"/>
                  </a:lnTo>
                  <a:lnTo>
                    <a:pt x="1201809" y="112148"/>
                  </a:lnTo>
                  <a:lnTo>
                    <a:pt x="1195549" y="112148"/>
                  </a:lnTo>
                  <a:lnTo>
                    <a:pt x="1189290" y="112148"/>
                  </a:lnTo>
                  <a:lnTo>
                    <a:pt x="1183031" y="112148"/>
                  </a:lnTo>
                  <a:lnTo>
                    <a:pt x="1176771" y="112148"/>
                  </a:lnTo>
                  <a:lnTo>
                    <a:pt x="1170512" y="112148"/>
                  </a:lnTo>
                  <a:lnTo>
                    <a:pt x="1164252" y="112148"/>
                  </a:lnTo>
                  <a:lnTo>
                    <a:pt x="1157993" y="112148"/>
                  </a:lnTo>
                  <a:lnTo>
                    <a:pt x="1151733" y="112148"/>
                  </a:lnTo>
                  <a:lnTo>
                    <a:pt x="1145474" y="112148"/>
                  </a:lnTo>
                  <a:lnTo>
                    <a:pt x="1139215" y="112148"/>
                  </a:lnTo>
                  <a:lnTo>
                    <a:pt x="1132955" y="112148"/>
                  </a:lnTo>
                  <a:lnTo>
                    <a:pt x="1126696" y="112148"/>
                  </a:lnTo>
                  <a:lnTo>
                    <a:pt x="1120436" y="112148"/>
                  </a:lnTo>
                  <a:lnTo>
                    <a:pt x="1114177" y="112148"/>
                  </a:lnTo>
                  <a:lnTo>
                    <a:pt x="1107917" y="112148"/>
                  </a:lnTo>
                  <a:lnTo>
                    <a:pt x="1101658" y="112148"/>
                  </a:lnTo>
                  <a:lnTo>
                    <a:pt x="1095399" y="112148"/>
                  </a:lnTo>
                  <a:lnTo>
                    <a:pt x="1089139" y="112148"/>
                  </a:lnTo>
                  <a:lnTo>
                    <a:pt x="1082880" y="112148"/>
                  </a:lnTo>
                  <a:lnTo>
                    <a:pt x="1076620" y="112148"/>
                  </a:lnTo>
                  <a:lnTo>
                    <a:pt x="1070361" y="112148"/>
                  </a:lnTo>
                  <a:lnTo>
                    <a:pt x="1064101" y="112148"/>
                  </a:lnTo>
                  <a:lnTo>
                    <a:pt x="1057842" y="112148"/>
                  </a:lnTo>
                  <a:lnTo>
                    <a:pt x="1051583" y="112148"/>
                  </a:lnTo>
                  <a:lnTo>
                    <a:pt x="1045323" y="112148"/>
                  </a:lnTo>
                  <a:lnTo>
                    <a:pt x="1039064" y="112148"/>
                  </a:lnTo>
                  <a:lnTo>
                    <a:pt x="1032804" y="112148"/>
                  </a:lnTo>
                  <a:lnTo>
                    <a:pt x="1026545" y="112148"/>
                  </a:lnTo>
                  <a:lnTo>
                    <a:pt x="1020286" y="112148"/>
                  </a:lnTo>
                  <a:lnTo>
                    <a:pt x="1014026" y="112148"/>
                  </a:lnTo>
                  <a:lnTo>
                    <a:pt x="1007767" y="112148"/>
                  </a:lnTo>
                  <a:lnTo>
                    <a:pt x="1001507" y="112148"/>
                  </a:lnTo>
                  <a:lnTo>
                    <a:pt x="995248" y="112148"/>
                  </a:lnTo>
                  <a:lnTo>
                    <a:pt x="988988" y="112148"/>
                  </a:lnTo>
                  <a:lnTo>
                    <a:pt x="982729" y="112148"/>
                  </a:lnTo>
                  <a:lnTo>
                    <a:pt x="976470" y="112148"/>
                  </a:lnTo>
                  <a:lnTo>
                    <a:pt x="970210" y="112148"/>
                  </a:lnTo>
                  <a:lnTo>
                    <a:pt x="963951" y="112148"/>
                  </a:lnTo>
                  <a:lnTo>
                    <a:pt x="957691" y="112148"/>
                  </a:lnTo>
                  <a:lnTo>
                    <a:pt x="951432" y="112148"/>
                  </a:lnTo>
                  <a:lnTo>
                    <a:pt x="945172" y="112148"/>
                  </a:lnTo>
                  <a:lnTo>
                    <a:pt x="938913" y="112148"/>
                  </a:lnTo>
                  <a:lnTo>
                    <a:pt x="932654" y="112148"/>
                  </a:lnTo>
                  <a:lnTo>
                    <a:pt x="926394" y="112148"/>
                  </a:lnTo>
                  <a:lnTo>
                    <a:pt x="920135" y="112148"/>
                  </a:lnTo>
                  <a:lnTo>
                    <a:pt x="913875" y="112148"/>
                  </a:lnTo>
                  <a:lnTo>
                    <a:pt x="907616" y="112148"/>
                  </a:lnTo>
                  <a:lnTo>
                    <a:pt x="901356" y="112148"/>
                  </a:lnTo>
                  <a:lnTo>
                    <a:pt x="895097" y="112148"/>
                  </a:lnTo>
                  <a:lnTo>
                    <a:pt x="888838" y="112148"/>
                  </a:lnTo>
                  <a:lnTo>
                    <a:pt x="882578" y="112148"/>
                  </a:lnTo>
                  <a:lnTo>
                    <a:pt x="876319" y="112148"/>
                  </a:lnTo>
                  <a:lnTo>
                    <a:pt x="870059" y="112148"/>
                  </a:lnTo>
                  <a:lnTo>
                    <a:pt x="863800" y="112148"/>
                  </a:lnTo>
                  <a:lnTo>
                    <a:pt x="857541" y="112148"/>
                  </a:lnTo>
                  <a:lnTo>
                    <a:pt x="851281" y="112148"/>
                  </a:lnTo>
                  <a:lnTo>
                    <a:pt x="845022" y="112148"/>
                  </a:lnTo>
                  <a:lnTo>
                    <a:pt x="838762" y="112148"/>
                  </a:lnTo>
                  <a:lnTo>
                    <a:pt x="832503" y="112148"/>
                  </a:lnTo>
                  <a:lnTo>
                    <a:pt x="826243" y="112148"/>
                  </a:lnTo>
                  <a:lnTo>
                    <a:pt x="819984" y="112148"/>
                  </a:lnTo>
                  <a:lnTo>
                    <a:pt x="813725" y="112148"/>
                  </a:lnTo>
                  <a:lnTo>
                    <a:pt x="807465" y="112148"/>
                  </a:lnTo>
                  <a:lnTo>
                    <a:pt x="801206" y="112148"/>
                  </a:lnTo>
                  <a:lnTo>
                    <a:pt x="794946" y="112148"/>
                  </a:lnTo>
                  <a:lnTo>
                    <a:pt x="788687" y="112148"/>
                  </a:lnTo>
                  <a:lnTo>
                    <a:pt x="782427" y="112148"/>
                  </a:lnTo>
                  <a:lnTo>
                    <a:pt x="776168" y="112148"/>
                  </a:lnTo>
                  <a:lnTo>
                    <a:pt x="769909" y="112148"/>
                  </a:lnTo>
                  <a:lnTo>
                    <a:pt x="763649" y="112148"/>
                  </a:lnTo>
                  <a:lnTo>
                    <a:pt x="757390" y="112148"/>
                  </a:lnTo>
                  <a:lnTo>
                    <a:pt x="751130" y="112148"/>
                  </a:lnTo>
                  <a:lnTo>
                    <a:pt x="744871" y="112148"/>
                  </a:lnTo>
                  <a:lnTo>
                    <a:pt x="738611" y="112148"/>
                  </a:lnTo>
                  <a:lnTo>
                    <a:pt x="732352" y="112148"/>
                  </a:lnTo>
                  <a:lnTo>
                    <a:pt x="726093" y="112148"/>
                  </a:lnTo>
                  <a:lnTo>
                    <a:pt x="719833" y="112148"/>
                  </a:lnTo>
                  <a:lnTo>
                    <a:pt x="713574" y="112148"/>
                  </a:lnTo>
                  <a:lnTo>
                    <a:pt x="707314" y="112148"/>
                  </a:lnTo>
                  <a:lnTo>
                    <a:pt x="701055" y="112148"/>
                  </a:lnTo>
                  <a:lnTo>
                    <a:pt x="694796" y="112148"/>
                  </a:lnTo>
                  <a:lnTo>
                    <a:pt x="688536" y="112148"/>
                  </a:lnTo>
                  <a:lnTo>
                    <a:pt x="682277" y="112148"/>
                  </a:lnTo>
                  <a:lnTo>
                    <a:pt x="676017" y="112148"/>
                  </a:lnTo>
                  <a:lnTo>
                    <a:pt x="669758" y="112148"/>
                  </a:lnTo>
                  <a:lnTo>
                    <a:pt x="663498" y="112148"/>
                  </a:lnTo>
                  <a:lnTo>
                    <a:pt x="657239" y="112148"/>
                  </a:lnTo>
                  <a:lnTo>
                    <a:pt x="650980" y="112148"/>
                  </a:lnTo>
                  <a:lnTo>
                    <a:pt x="644720" y="112148"/>
                  </a:lnTo>
                  <a:lnTo>
                    <a:pt x="638461" y="112148"/>
                  </a:lnTo>
                  <a:lnTo>
                    <a:pt x="632201" y="112148"/>
                  </a:lnTo>
                  <a:lnTo>
                    <a:pt x="625942" y="112148"/>
                  </a:lnTo>
                  <a:lnTo>
                    <a:pt x="619682" y="112148"/>
                  </a:lnTo>
                  <a:lnTo>
                    <a:pt x="613423" y="112148"/>
                  </a:lnTo>
                  <a:lnTo>
                    <a:pt x="607164" y="112148"/>
                  </a:lnTo>
                  <a:lnTo>
                    <a:pt x="600904" y="112148"/>
                  </a:lnTo>
                  <a:lnTo>
                    <a:pt x="594645" y="112148"/>
                  </a:lnTo>
                  <a:lnTo>
                    <a:pt x="588385" y="112148"/>
                  </a:lnTo>
                  <a:lnTo>
                    <a:pt x="582126" y="112148"/>
                  </a:lnTo>
                  <a:lnTo>
                    <a:pt x="575866" y="112148"/>
                  </a:lnTo>
                  <a:lnTo>
                    <a:pt x="569607" y="112148"/>
                  </a:lnTo>
                  <a:lnTo>
                    <a:pt x="563348" y="112148"/>
                  </a:lnTo>
                  <a:lnTo>
                    <a:pt x="557088" y="112148"/>
                  </a:lnTo>
                  <a:lnTo>
                    <a:pt x="550829" y="112148"/>
                  </a:lnTo>
                  <a:lnTo>
                    <a:pt x="544569" y="112148"/>
                  </a:lnTo>
                  <a:lnTo>
                    <a:pt x="538310" y="112148"/>
                  </a:lnTo>
                  <a:lnTo>
                    <a:pt x="532050" y="112148"/>
                  </a:lnTo>
                  <a:lnTo>
                    <a:pt x="525791" y="112148"/>
                  </a:lnTo>
                  <a:lnTo>
                    <a:pt x="519532" y="112148"/>
                  </a:lnTo>
                  <a:lnTo>
                    <a:pt x="513272" y="112148"/>
                  </a:lnTo>
                  <a:lnTo>
                    <a:pt x="507013" y="112148"/>
                  </a:lnTo>
                  <a:lnTo>
                    <a:pt x="500753" y="112148"/>
                  </a:lnTo>
                  <a:lnTo>
                    <a:pt x="494494" y="112148"/>
                  </a:lnTo>
                  <a:lnTo>
                    <a:pt x="488235" y="112148"/>
                  </a:lnTo>
                  <a:lnTo>
                    <a:pt x="481975" y="112148"/>
                  </a:lnTo>
                  <a:lnTo>
                    <a:pt x="475716" y="112148"/>
                  </a:lnTo>
                  <a:lnTo>
                    <a:pt x="469456" y="112148"/>
                  </a:lnTo>
                  <a:lnTo>
                    <a:pt x="463197" y="112148"/>
                  </a:lnTo>
                  <a:lnTo>
                    <a:pt x="456937" y="112148"/>
                  </a:lnTo>
                  <a:lnTo>
                    <a:pt x="450678" y="112148"/>
                  </a:lnTo>
                  <a:lnTo>
                    <a:pt x="444419" y="112148"/>
                  </a:lnTo>
                  <a:lnTo>
                    <a:pt x="438159" y="112148"/>
                  </a:lnTo>
                  <a:lnTo>
                    <a:pt x="431900" y="112148"/>
                  </a:lnTo>
                  <a:lnTo>
                    <a:pt x="425640" y="112148"/>
                  </a:lnTo>
                  <a:lnTo>
                    <a:pt x="419381" y="112148"/>
                  </a:lnTo>
                  <a:lnTo>
                    <a:pt x="413121" y="112148"/>
                  </a:lnTo>
                  <a:lnTo>
                    <a:pt x="406862" y="112148"/>
                  </a:lnTo>
                  <a:lnTo>
                    <a:pt x="400603" y="112148"/>
                  </a:lnTo>
                  <a:lnTo>
                    <a:pt x="394343" y="112148"/>
                  </a:lnTo>
                  <a:lnTo>
                    <a:pt x="388084" y="112148"/>
                  </a:lnTo>
                  <a:lnTo>
                    <a:pt x="381824" y="112148"/>
                  </a:lnTo>
                  <a:lnTo>
                    <a:pt x="375565" y="112148"/>
                  </a:lnTo>
                  <a:lnTo>
                    <a:pt x="369305" y="112148"/>
                  </a:lnTo>
                  <a:lnTo>
                    <a:pt x="363046" y="112148"/>
                  </a:lnTo>
                  <a:lnTo>
                    <a:pt x="356787" y="112148"/>
                  </a:lnTo>
                  <a:lnTo>
                    <a:pt x="350527" y="112148"/>
                  </a:lnTo>
                  <a:lnTo>
                    <a:pt x="344268" y="112148"/>
                  </a:lnTo>
                  <a:lnTo>
                    <a:pt x="338008" y="112148"/>
                  </a:lnTo>
                  <a:lnTo>
                    <a:pt x="331749" y="112148"/>
                  </a:lnTo>
                  <a:lnTo>
                    <a:pt x="325490" y="112148"/>
                  </a:lnTo>
                  <a:lnTo>
                    <a:pt x="319230" y="112148"/>
                  </a:lnTo>
                  <a:lnTo>
                    <a:pt x="312971" y="112148"/>
                  </a:lnTo>
                  <a:lnTo>
                    <a:pt x="306711" y="112148"/>
                  </a:lnTo>
                  <a:lnTo>
                    <a:pt x="300452" y="112148"/>
                  </a:lnTo>
                  <a:lnTo>
                    <a:pt x="294192" y="112148"/>
                  </a:lnTo>
                  <a:lnTo>
                    <a:pt x="287933" y="112148"/>
                  </a:lnTo>
                  <a:lnTo>
                    <a:pt x="281674" y="112148"/>
                  </a:lnTo>
                  <a:lnTo>
                    <a:pt x="275414" y="112148"/>
                  </a:lnTo>
                  <a:lnTo>
                    <a:pt x="269155" y="112148"/>
                  </a:lnTo>
                  <a:lnTo>
                    <a:pt x="262895" y="112148"/>
                  </a:lnTo>
                  <a:lnTo>
                    <a:pt x="256636" y="112148"/>
                  </a:lnTo>
                  <a:lnTo>
                    <a:pt x="250376" y="112148"/>
                  </a:lnTo>
                  <a:lnTo>
                    <a:pt x="244117" y="112148"/>
                  </a:lnTo>
                  <a:lnTo>
                    <a:pt x="237858" y="112148"/>
                  </a:lnTo>
                  <a:lnTo>
                    <a:pt x="231598" y="112148"/>
                  </a:lnTo>
                  <a:lnTo>
                    <a:pt x="225339" y="112148"/>
                  </a:lnTo>
                  <a:lnTo>
                    <a:pt x="219079" y="112148"/>
                  </a:lnTo>
                  <a:lnTo>
                    <a:pt x="212820" y="112148"/>
                  </a:lnTo>
                  <a:lnTo>
                    <a:pt x="206560" y="112148"/>
                  </a:lnTo>
                  <a:lnTo>
                    <a:pt x="200301" y="112148"/>
                  </a:lnTo>
                  <a:lnTo>
                    <a:pt x="194042" y="112148"/>
                  </a:lnTo>
                  <a:lnTo>
                    <a:pt x="187782" y="112148"/>
                  </a:lnTo>
                  <a:lnTo>
                    <a:pt x="181523" y="112148"/>
                  </a:lnTo>
                  <a:lnTo>
                    <a:pt x="175263" y="112148"/>
                  </a:lnTo>
                  <a:lnTo>
                    <a:pt x="169004" y="112148"/>
                  </a:lnTo>
                  <a:lnTo>
                    <a:pt x="162745" y="112148"/>
                  </a:lnTo>
                  <a:lnTo>
                    <a:pt x="156485" y="112148"/>
                  </a:lnTo>
                  <a:lnTo>
                    <a:pt x="150226" y="112148"/>
                  </a:lnTo>
                  <a:lnTo>
                    <a:pt x="143966" y="112148"/>
                  </a:lnTo>
                  <a:lnTo>
                    <a:pt x="137707" y="112148"/>
                  </a:lnTo>
                  <a:lnTo>
                    <a:pt x="131447" y="112148"/>
                  </a:lnTo>
                  <a:lnTo>
                    <a:pt x="125188" y="112148"/>
                  </a:lnTo>
                  <a:lnTo>
                    <a:pt x="118929" y="112148"/>
                  </a:lnTo>
                  <a:lnTo>
                    <a:pt x="112669" y="112148"/>
                  </a:lnTo>
                  <a:lnTo>
                    <a:pt x="106410" y="112148"/>
                  </a:lnTo>
                  <a:lnTo>
                    <a:pt x="100150" y="112148"/>
                  </a:lnTo>
                  <a:lnTo>
                    <a:pt x="93891" y="112148"/>
                  </a:lnTo>
                  <a:lnTo>
                    <a:pt x="87631" y="112148"/>
                  </a:lnTo>
                  <a:lnTo>
                    <a:pt x="81372" y="112148"/>
                  </a:lnTo>
                  <a:lnTo>
                    <a:pt x="75113" y="112148"/>
                  </a:lnTo>
                  <a:lnTo>
                    <a:pt x="68853" y="112148"/>
                  </a:lnTo>
                  <a:lnTo>
                    <a:pt x="62594" y="112148"/>
                  </a:lnTo>
                  <a:lnTo>
                    <a:pt x="56334" y="112148"/>
                  </a:lnTo>
                  <a:lnTo>
                    <a:pt x="50075" y="112148"/>
                  </a:lnTo>
                  <a:lnTo>
                    <a:pt x="43815" y="112148"/>
                  </a:lnTo>
                  <a:lnTo>
                    <a:pt x="37556" y="112148"/>
                  </a:lnTo>
                  <a:lnTo>
                    <a:pt x="31297" y="112148"/>
                  </a:lnTo>
                  <a:lnTo>
                    <a:pt x="25037" y="112148"/>
                  </a:lnTo>
                  <a:lnTo>
                    <a:pt x="18778" y="112148"/>
                  </a:lnTo>
                  <a:lnTo>
                    <a:pt x="12518" y="112148"/>
                  </a:lnTo>
                  <a:lnTo>
                    <a:pt x="6259" y="11214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749798" y="4343810"/>
              <a:ext cx="3198565" cy="112140"/>
            </a:xfrm>
            <a:custGeom>
              <a:avLst/>
              <a:pathLst>
                <a:path w="3198565" h="112140">
                  <a:moveTo>
                    <a:pt x="0" y="112140"/>
                  </a:moveTo>
                  <a:lnTo>
                    <a:pt x="6259" y="112137"/>
                  </a:lnTo>
                  <a:lnTo>
                    <a:pt x="12518" y="112132"/>
                  </a:lnTo>
                  <a:lnTo>
                    <a:pt x="18778" y="112126"/>
                  </a:lnTo>
                  <a:lnTo>
                    <a:pt x="25037" y="112118"/>
                  </a:lnTo>
                  <a:lnTo>
                    <a:pt x="31297" y="112107"/>
                  </a:lnTo>
                  <a:lnTo>
                    <a:pt x="37556" y="112093"/>
                  </a:lnTo>
                  <a:lnTo>
                    <a:pt x="43815" y="112074"/>
                  </a:lnTo>
                  <a:lnTo>
                    <a:pt x="50075" y="112051"/>
                  </a:lnTo>
                  <a:lnTo>
                    <a:pt x="56334" y="112021"/>
                  </a:lnTo>
                  <a:lnTo>
                    <a:pt x="62594" y="111982"/>
                  </a:lnTo>
                  <a:lnTo>
                    <a:pt x="68853" y="111934"/>
                  </a:lnTo>
                  <a:lnTo>
                    <a:pt x="75113" y="111875"/>
                  </a:lnTo>
                  <a:lnTo>
                    <a:pt x="81372" y="111804"/>
                  </a:lnTo>
                  <a:lnTo>
                    <a:pt x="87631" y="111718"/>
                  </a:lnTo>
                  <a:lnTo>
                    <a:pt x="93891" y="111616"/>
                  </a:lnTo>
                  <a:lnTo>
                    <a:pt x="100150" y="111496"/>
                  </a:lnTo>
                  <a:lnTo>
                    <a:pt x="106410" y="111352"/>
                  </a:lnTo>
                  <a:lnTo>
                    <a:pt x="112669" y="111186"/>
                  </a:lnTo>
                  <a:lnTo>
                    <a:pt x="118929" y="110997"/>
                  </a:lnTo>
                  <a:lnTo>
                    <a:pt x="125188" y="110784"/>
                  </a:lnTo>
                  <a:lnTo>
                    <a:pt x="131447" y="110546"/>
                  </a:lnTo>
                  <a:lnTo>
                    <a:pt x="137707" y="110283"/>
                  </a:lnTo>
                  <a:lnTo>
                    <a:pt x="143966" y="109997"/>
                  </a:lnTo>
                  <a:lnTo>
                    <a:pt x="150226" y="109687"/>
                  </a:lnTo>
                  <a:lnTo>
                    <a:pt x="156485" y="109355"/>
                  </a:lnTo>
                  <a:lnTo>
                    <a:pt x="162745" y="109008"/>
                  </a:lnTo>
                  <a:lnTo>
                    <a:pt x="169004" y="108649"/>
                  </a:lnTo>
                  <a:lnTo>
                    <a:pt x="175263" y="108282"/>
                  </a:lnTo>
                  <a:lnTo>
                    <a:pt x="181523" y="107914"/>
                  </a:lnTo>
                  <a:lnTo>
                    <a:pt x="187782" y="107551"/>
                  </a:lnTo>
                  <a:lnTo>
                    <a:pt x="194042" y="107197"/>
                  </a:lnTo>
                  <a:lnTo>
                    <a:pt x="200301" y="106866"/>
                  </a:lnTo>
                  <a:lnTo>
                    <a:pt x="206560" y="106560"/>
                  </a:lnTo>
                  <a:lnTo>
                    <a:pt x="212820" y="106287"/>
                  </a:lnTo>
                  <a:lnTo>
                    <a:pt x="219079" y="106051"/>
                  </a:lnTo>
                  <a:lnTo>
                    <a:pt x="225339" y="105858"/>
                  </a:lnTo>
                  <a:lnTo>
                    <a:pt x="231598" y="105711"/>
                  </a:lnTo>
                  <a:lnTo>
                    <a:pt x="237858" y="105614"/>
                  </a:lnTo>
                  <a:lnTo>
                    <a:pt x="244117" y="105572"/>
                  </a:lnTo>
                  <a:lnTo>
                    <a:pt x="250376" y="105587"/>
                  </a:lnTo>
                  <a:lnTo>
                    <a:pt x="256636" y="105651"/>
                  </a:lnTo>
                  <a:lnTo>
                    <a:pt x="262895" y="105761"/>
                  </a:lnTo>
                  <a:lnTo>
                    <a:pt x="269155" y="105914"/>
                  </a:lnTo>
                  <a:lnTo>
                    <a:pt x="275414" y="106105"/>
                  </a:lnTo>
                  <a:lnTo>
                    <a:pt x="281674" y="106328"/>
                  </a:lnTo>
                  <a:lnTo>
                    <a:pt x="287933" y="106577"/>
                  </a:lnTo>
                  <a:lnTo>
                    <a:pt x="294192" y="106846"/>
                  </a:lnTo>
                  <a:lnTo>
                    <a:pt x="300452" y="107124"/>
                  </a:lnTo>
                  <a:lnTo>
                    <a:pt x="306711" y="107404"/>
                  </a:lnTo>
                  <a:lnTo>
                    <a:pt x="312971" y="107679"/>
                  </a:lnTo>
                  <a:lnTo>
                    <a:pt x="319230" y="107945"/>
                  </a:lnTo>
                  <a:lnTo>
                    <a:pt x="325490" y="108196"/>
                  </a:lnTo>
                  <a:lnTo>
                    <a:pt x="331749" y="108429"/>
                  </a:lnTo>
                  <a:lnTo>
                    <a:pt x="338008" y="108637"/>
                  </a:lnTo>
                  <a:lnTo>
                    <a:pt x="344268" y="108819"/>
                  </a:lnTo>
                  <a:lnTo>
                    <a:pt x="350527" y="108977"/>
                  </a:lnTo>
                  <a:lnTo>
                    <a:pt x="356787" y="109110"/>
                  </a:lnTo>
                  <a:lnTo>
                    <a:pt x="363046" y="109220"/>
                  </a:lnTo>
                  <a:lnTo>
                    <a:pt x="369305" y="109309"/>
                  </a:lnTo>
                  <a:lnTo>
                    <a:pt x="375565" y="109379"/>
                  </a:lnTo>
                  <a:lnTo>
                    <a:pt x="381824" y="109433"/>
                  </a:lnTo>
                  <a:lnTo>
                    <a:pt x="388084" y="109473"/>
                  </a:lnTo>
                  <a:lnTo>
                    <a:pt x="394343" y="109506"/>
                  </a:lnTo>
                  <a:lnTo>
                    <a:pt x="400603" y="109533"/>
                  </a:lnTo>
                  <a:lnTo>
                    <a:pt x="406862" y="109559"/>
                  </a:lnTo>
                  <a:lnTo>
                    <a:pt x="413121" y="109584"/>
                  </a:lnTo>
                  <a:lnTo>
                    <a:pt x="419381" y="109613"/>
                  </a:lnTo>
                  <a:lnTo>
                    <a:pt x="425640" y="109646"/>
                  </a:lnTo>
                  <a:lnTo>
                    <a:pt x="431900" y="109685"/>
                  </a:lnTo>
                  <a:lnTo>
                    <a:pt x="438159" y="109731"/>
                  </a:lnTo>
                  <a:lnTo>
                    <a:pt x="444419" y="109784"/>
                  </a:lnTo>
                  <a:lnTo>
                    <a:pt x="450678" y="109843"/>
                  </a:lnTo>
                  <a:lnTo>
                    <a:pt x="456937" y="109907"/>
                  </a:lnTo>
                  <a:lnTo>
                    <a:pt x="463197" y="109976"/>
                  </a:lnTo>
                  <a:lnTo>
                    <a:pt x="469456" y="110047"/>
                  </a:lnTo>
                  <a:lnTo>
                    <a:pt x="475716" y="110121"/>
                  </a:lnTo>
                  <a:lnTo>
                    <a:pt x="481975" y="110194"/>
                  </a:lnTo>
                  <a:lnTo>
                    <a:pt x="488235" y="110265"/>
                  </a:lnTo>
                  <a:lnTo>
                    <a:pt x="494494" y="110333"/>
                  </a:lnTo>
                  <a:lnTo>
                    <a:pt x="500753" y="110397"/>
                  </a:lnTo>
                  <a:lnTo>
                    <a:pt x="507013" y="110454"/>
                  </a:lnTo>
                  <a:lnTo>
                    <a:pt x="513272" y="110504"/>
                  </a:lnTo>
                  <a:lnTo>
                    <a:pt x="519532" y="110545"/>
                  </a:lnTo>
                  <a:lnTo>
                    <a:pt x="525791" y="110576"/>
                  </a:lnTo>
                  <a:lnTo>
                    <a:pt x="532050" y="110596"/>
                  </a:lnTo>
                  <a:lnTo>
                    <a:pt x="538310" y="110604"/>
                  </a:lnTo>
                  <a:lnTo>
                    <a:pt x="544569" y="110600"/>
                  </a:lnTo>
                  <a:lnTo>
                    <a:pt x="550829" y="110584"/>
                  </a:lnTo>
                  <a:lnTo>
                    <a:pt x="557088" y="110555"/>
                  </a:lnTo>
                  <a:lnTo>
                    <a:pt x="563348" y="110512"/>
                  </a:lnTo>
                  <a:lnTo>
                    <a:pt x="569607" y="110455"/>
                  </a:lnTo>
                  <a:lnTo>
                    <a:pt x="575866" y="110381"/>
                  </a:lnTo>
                  <a:lnTo>
                    <a:pt x="582126" y="110291"/>
                  </a:lnTo>
                  <a:lnTo>
                    <a:pt x="588385" y="110187"/>
                  </a:lnTo>
                  <a:lnTo>
                    <a:pt x="594645" y="110067"/>
                  </a:lnTo>
                  <a:lnTo>
                    <a:pt x="600904" y="109932"/>
                  </a:lnTo>
                  <a:lnTo>
                    <a:pt x="607164" y="109781"/>
                  </a:lnTo>
                  <a:lnTo>
                    <a:pt x="613423" y="109615"/>
                  </a:lnTo>
                  <a:lnTo>
                    <a:pt x="619682" y="109433"/>
                  </a:lnTo>
                  <a:lnTo>
                    <a:pt x="625942" y="109237"/>
                  </a:lnTo>
                  <a:lnTo>
                    <a:pt x="632201" y="109028"/>
                  </a:lnTo>
                  <a:lnTo>
                    <a:pt x="638461" y="108807"/>
                  </a:lnTo>
                  <a:lnTo>
                    <a:pt x="644720" y="108577"/>
                  </a:lnTo>
                  <a:lnTo>
                    <a:pt x="650980" y="108338"/>
                  </a:lnTo>
                  <a:lnTo>
                    <a:pt x="657239" y="108094"/>
                  </a:lnTo>
                  <a:lnTo>
                    <a:pt x="663498" y="107845"/>
                  </a:lnTo>
                  <a:lnTo>
                    <a:pt x="669758" y="107594"/>
                  </a:lnTo>
                  <a:lnTo>
                    <a:pt x="676017" y="107344"/>
                  </a:lnTo>
                  <a:lnTo>
                    <a:pt x="682277" y="107097"/>
                  </a:lnTo>
                  <a:lnTo>
                    <a:pt x="688536" y="106854"/>
                  </a:lnTo>
                  <a:lnTo>
                    <a:pt x="694796" y="106618"/>
                  </a:lnTo>
                  <a:lnTo>
                    <a:pt x="701055" y="106388"/>
                  </a:lnTo>
                  <a:lnTo>
                    <a:pt x="707314" y="106168"/>
                  </a:lnTo>
                  <a:lnTo>
                    <a:pt x="713574" y="105957"/>
                  </a:lnTo>
                  <a:lnTo>
                    <a:pt x="719833" y="105756"/>
                  </a:lnTo>
                  <a:lnTo>
                    <a:pt x="726093" y="105564"/>
                  </a:lnTo>
                  <a:lnTo>
                    <a:pt x="732352" y="105381"/>
                  </a:lnTo>
                  <a:lnTo>
                    <a:pt x="738611" y="105206"/>
                  </a:lnTo>
                  <a:lnTo>
                    <a:pt x="744871" y="105038"/>
                  </a:lnTo>
                  <a:lnTo>
                    <a:pt x="751130" y="104878"/>
                  </a:lnTo>
                  <a:lnTo>
                    <a:pt x="757390" y="104723"/>
                  </a:lnTo>
                  <a:lnTo>
                    <a:pt x="763649" y="104574"/>
                  </a:lnTo>
                  <a:lnTo>
                    <a:pt x="769909" y="104429"/>
                  </a:lnTo>
                  <a:lnTo>
                    <a:pt x="776168" y="104290"/>
                  </a:lnTo>
                  <a:lnTo>
                    <a:pt x="782427" y="104155"/>
                  </a:lnTo>
                  <a:lnTo>
                    <a:pt x="788687" y="104026"/>
                  </a:lnTo>
                  <a:lnTo>
                    <a:pt x="794946" y="103904"/>
                  </a:lnTo>
                  <a:lnTo>
                    <a:pt x="801206" y="103789"/>
                  </a:lnTo>
                  <a:lnTo>
                    <a:pt x="807465" y="103683"/>
                  </a:lnTo>
                  <a:lnTo>
                    <a:pt x="813725" y="103589"/>
                  </a:lnTo>
                  <a:lnTo>
                    <a:pt x="819984" y="103506"/>
                  </a:lnTo>
                  <a:lnTo>
                    <a:pt x="826243" y="103436"/>
                  </a:lnTo>
                  <a:lnTo>
                    <a:pt x="832503" y="103379"/>
                  </a:lnTo>
                  <a:lnTo>
                    <a:pt x="838762" y="103336"/>
                  </a:lnTo>
                  <a:lnTo>
                    <a:pt x="845022" y="103307"/>
                  </a:lnTo>
                  <a:lnTo>
                    <a:pt x="851281" y="103292"/>
                  </a:lnTo>
                  <a:lnTo>
                    <a:pt x="857541" y="103291"/>
                  </a:lnTo>
                  <a:lnTo>
                    <a:pt x="863800" y="103300"/>
                  </a:lnTo>
                  <a:lnTo>
                    <a:pt x="870059" y="103317"/>
                  </a:lnTo>
                  <a:lnTo>
                    <a:pt x="876319" y="103340"/>
                  </a:lnTo>
                  <a:lnTo>
                    <a:pt x="882578" y="103365"/>
                  </a:lnTo>
                  <a:lnTo>
                    <a:pt x="888838" y="103391"/>
                  </a:lnTo>
                  <a:lnTo>
                    <a:pt x="895097" y="103413"/>
                  </a:lnTo>
                  <a:lnTo>
                    <a:pt x="901356" y="103429"/>
                  </a:lnTo>
                  <a:lnTo>
                    <a:pt x="907616" y="103434"/>
                  </a:lnTo>
                  <a:lnTo>
                    <a:pt x="913875" y="103426"/>
                  </a:lnTo>
                  <a:lnTo>
                    <a:pt x="920135" y="103403"/>
                  </a:lnTo>
                  <a:lnTo>
                    <a:pt x="926394" y="103364"/>
                  </a:lnTo>
                  <a:lnTo>
                    <a:pt x="932654" y="103306"/>
                  </a:lnTo>
                  <a:lnTo>
                    <a:pt x="938913" y="103229"/>
                  </a:lnTo>
                  <a:lnTo>
                    <a:pt x="945172" y="103131"/>
                  </a:lnTo>
                  <a:lnTo>
                    <a:pt x="951432" y="103010"/>
                  </a:lnTo>
                  <a:lnTo>
                    <a:pt x="957691" y="102869"/>
                  </a:lnTo>
                  <a:lnTo>
                    <a:pt x="963951" y="102708"/>
                  </a:lnTo>
                  <a:lnTo>
                    <a:pt x="970210" y="102528"/>
                  </a:lnTo>
                  <a:lnTo>
                    <a:pt x="976470" y="102330"/>
                  </a:lnTo>
                  <a:lnTo>
                    <a:pt x="982729" y="102116"/>
                  </a:lnTo>
                  <a:lnTo>
                    <a:pt x="988988" y="101885"/>
                  </a:lnTo>
                  <a:lnTo>
                    <a:pt x="995248" y="101637"/>
                  </a:lnTo>
                  <a:lnTo>
                    <a:pt x="1001507" y="101375"/>
                  </a:lnTo>
                  <a:lnTo>
                    <a:pt x="1007767" y="101100"/>
                  </a:lnTo>
                  <a:lnTo>
                    <a:pt x="1014026" y="100812"/>
                  </a:lnTo>
                  <a:lnTo>
                    <a:pt x="1020286" y="100512"/>
                  </a:lnTo>
                  <a:lnTo>
                    <a:pt x="1026545" y="100198"/>
                  </a:lnTo>
                  <a:lnTo>
                    <a:pt x="1032804" y="99870"/>
                  </a:lnTo>
                  <a:lnTo>
                    <a:pt x="1039064" y="99527"/>
                  </a:lnTo>
                  <a:lnTo>
                    <a:pt x="1045323" y="99165"/>
                  </a:lnTo>
                  <a:lnTo>
                    <a:pt x="1051583" y="98783"/>
                  </a:lnTo>
                  <a:lnTo>
                    <a:pt x="1057842" y="98378"/>
                  </a:lnTo>
                  <a:lnTo>
                    <a:pt x="1064101" y="97949"/>
                  </a:lnTo>
                  <a:lnTo>
                    <a:pt x="1070361" y="97492"/>
                  </a:lnTo>
                  <a:lnTo>
                    <a:pt x="1076620" y="97003"/>
                  </a:lnTo>
                  <a:lnTo>
                    <a:pt x="1082880" y="96479"/>
                  </a:lnTo>
                  <a:lnTo>
                    <a:pt x="1089139" y="95909"/>
                  </a:lnTo>
                  <a:lnTo>
                    <a:pt x="1095399" y="95294"/>
                  </a:lnTo>
                  <a:lnTo>
                    <a:pt x="1101658" y="94630"/>
                  </a:lnTo>
                  <a:lnTo>
                    <a:pt x="1107917" y="93915"/>
                  </a:lnTo>
                  <a:lnTo>
                    <a:pt x="1114177" y="93145"/>
                  </a:lnTo>
                  <a:lnTo>
                    <a:pt x="1120436" y="92316"/>
                  </a:lnTo>
                  <a:lnTo>
                    <a:pt x="1126696" y="91424"/>
                  </a:lnTo>
                  <a:lnTo>
                    <a:pt x="1132955" y="90462"/>
                  </a:lnTo>
                  <a:lnTo>
                    <a:pt x="1139215" y="89421"/>
                  </a:lnTo>
                  <a:lnTo>
                    <a:pt x="1145474" y="88304"/>
                  </a:lnTo>
                  <a:lnTo>
                    <a:pt x="1151733" y="87108"/>
                  </a:lnTo>
                  <a:lnTo>
                    <a:pt x="1157993" y="85827"/>
                  </a:lnTo>
                  <a:lnTo>
                    <a:pt x="1164252" y="84457"/>
                  </a:lnTo>
                  <a:lnTo>
                    <a:pt x="1170512" y="82991"/>
                  </a:lnTo>
                  <a:lnTo>
                    <a:pt x="1176771" y="81424"/>
                  </a:lnTo>
                  <a:lnTo>
                    <a:pt x="1183031" y="79731"/>
                  </a:lnTo>
                  <a:lnTo>
                    <a:pt x="1189290" y="77916"/>
                  </a:lnTo>
                  <a:lnTo>
                    <a:pt x="1195549" y="75976"/>
                  </a:lnTo>
                  <a:lnTo>
                    <a:pt x="1201809" y="73903"/>
                  </a:lnTo>
                  <a:lnTo>
                    <a:pt x="1208068" y="71689"/>
                  </a:lnTo>
                  <a:lnTo>
                    <a:pt x="1214328" y="69328"/>
                  </a:lnTo>
                  <a:lnTo>
                    <a:pt x="1220587" y="66815"/>
                  </a:lnTo>
                  <a:lnTo>
                    <a:pt x="1226846" y="64134"/>
                  </a:lnTo>
                  <a:lnTo>
                    <a:pt x="1233106" y="61275"/>
                  </a:lnTo>
                  <a:lnTo>
                    <a:pt x="1239365" y="58256"/>
                  </a:lnTo>
                  <a:lnTo>
                    <a:pt x="1245625" y="55081"/>
                  </a:lnTo>
                  <a:lnTo>
                    <a:pt x="1251884" y="51757"/>
                  </a:lnTo>
                  <a:lnTo>
                    <a:pt x="1258144" y="48295"/>
                  </a:lnTo>
                  <a:lnTo>
                    <a:pt x="1264403" y="44710"/>
                  </a:lnTo>
                  <a:lnTo>
                    <a:pt x="1270662" y="41019"/>
                  </a:lnTo>
                  <a:lnTo>
                    <a:pt x="1276922" y="37239"/>
                  </a:lnTo>
                  <a:lnTo>
                    <a:pt x="1283181" y="33417"/>
                  </a:lnTo>
                  <a:lnTo>
                    <a:pt x="1289441" y="29591"/>
                  </a:lnTo>
                  <a:lnTo>
                    <a:pt x="1295700" y="25797"/>
                  </a:lnTo>
                  <a:lnTo>
                    <a:pt x="1301960" y="22080"/>
                  </a:lnTo>
                  <a:lnTo>
                    <a:pt x="1308219" y="18482"/>
                  </a:lnTo>
                  <a:lnTo>
                    <a:pt x="1314478" y="15052"/>
                  </a:lnTo>
                  <a:lnTo>
                    <a:pt x="1320738" y="11857"/>
                  </a:lnTo>
                  <a:lnTo>
                    <a:pt x="1326997" y="8971"/>
                  </a:lnTo>
                  <a:lnTo>
                    <a:pt x="1333257" y="6418"/>
                  </a:lnTo>
                  <a:lnTo>
                    <a:pt x="1339516" y="4239"/>
                  </a:lnTo>
                  <a:lnTo>
                    <a:pt x="1345776" y="2476"/>
                  </a:lnTo>
                  <a:lnTo>
                    <a:pt x="1352035" y="1163"/>
                  </a:lnTo>
                  <a:lnTo>
                    <a:pt x="1358294" y="330"/>
                  </a:lnTo>
                  <a:lnTo>
                    <a:pt x="1364554" y="0"/>
                  </a:lnTo>
                  <a:lnTo>
                    <a:pt x="1370813" y="276"/>
                  </a:lnTo>
                  <a:lnTo>
                    <a:pt x="1377073" y="1087"/>
                  </a:lnTo>
                  <a:lnTo>
                    <a:pt x="1383332" y="2419"/>
                  </a:lnTo>
                  <a:lnTo>
                    <a:pt x="1389592" y="4260"/>
                  </a:lnTo>
                  <a:lnTo>
                    <a:pt x="1395851" y="6588"/>
                  </a:lnTo>
                  <a:lnTo>
                    <a:pt x="1402110" y="9378"/>
                  </a:lnTo>
                  <a:lnTo>
                    <a:pt x="1408370" y="12597"/>
                  </a:lnTo>
                  <a:lnTo>
                    <a:pt x="1414629" y="16231"/>
                  </a:lnTo>
                  <a:lnTo>
                    <a:pt x="1420889" y="20230"/>
                  </a:lnTo>
                  <a:lnTo>
                    <a:pt x="1427148" y="24506"/>
                  </a:lnTo>
                  <a:lnTo>
                    <a:pt x="1433407" y="29007"/>
                  </a:lnTo>
                  <a:lnTo>
                    <a:pt x="1439667" y="33683"/>
                  </a:lnTo>
                  <a:lnTo>
                    <a:pt x="1445926" y="38480"/>
                  </a:lnTo>
                  <a:lnTo>
                    <a:pt x="1452186" y="43350"/>
                  </a:lnTo>
                  <a:lnTo>
                    <a:pt x="1458445" y="48242"/>
                  </a:lnTo>
                  <a:lnTo>
                    <a:pt x="1464705" y="53095"/>
                  </a:lnTo>
                  <a:lnTo>
                    <a:pt x="1470964" y="57862"/>
                  </a:lnTo>
                  <a:lnTo>
                    <a:pt x="1477223" y="62506"/>
                  </a:lnTo>
                  <a:lnTo>
                    <a:pt x="1483483" y="66996"/>
                  </a:lnTo>
                  <a:lnTo>
                    <a:pt x="1489742" y="71301"/>
                  </a:lnTo>
                  <a:lnTo>
                    <a:pt x="1496002" y="75398"/>
                  </a:lnTo>
                  <a:lnTo>
                    <a:pt x="1502261" y="79267"/>
                  </a:lnTo>
                  <a:lnTo>
                    <a:pt x="1508521" y="82870"/>
                  </a:lnTo>
                  <a:lnTo>
                    <a:pt x="1514780" y="86193"/>
                  </a:lnTo>
                  <a:lnTo>
                    <a:pt x="1521039" y="89256"/>
                  </a:lnTo>
                  <a:lnTo>
                    <a:pt x="1527299" y="92058"/>
                  </a:lnTo>
                  <a:lnTo>
                    <a:pt x="1533558" y="94603"/>
                  </a:lnTo>
                  <a:lnTo>
                    <a:pt x="1539818" y="96897"/>
                  </a:lnTo>
                  <a:lnTo>
                    <a:pt x="1546077" y="98949"/>
                  </a:lnTo>
                  <a:lnTo>
                    <a:pt x="1552337" y="100770"/>
                  </a:lnTo>
                  <a:lnTo>
                    <a:pt x="1558596" y="102337"/>
                  </a:lnTo>
                  <a:lnTo>
                    <a:pt x="1564855" y="103705"/>
                  </a:lnTo>
                  <a:lnTo>
                    <a:pt x="1571115" y="104892"/>
                  </a:lnTo>
                  <a:lnTo>
                    <a:pt x="1577374" y="105913"/>
                  </a:lnTo>
                  <a:lnTo>
                    <a:pt x="1583634" y="106785"/>
                  </a:lnTo>
                  <a:lnTo>
                    <a:pt x="1589893" y="107522"/>
                  </a:lnTo>
                  <a:lnTo>
                    <a:pt x="1596152" y="108140"/>
                  </a:lnTo>
                  <a:lnTo>
                    <a:pt x="1602412" y="108647"/>
                  </a:lnTo>
                  <a:lnTo>
                    <a:pt x="1608671" y="109060"/>
                  </a:lnTo>
                  <a:lnTo>
                    <a:pt x="1614931" y="109400"/>
                  </a:lnTo>
                  <a:lnTo>
                    <a:pt x="1621190" y="109680"/>
                  </a:lnTo>
                  <a:lnTo>
                    <a:pt x="1627450" y="109908"/>
                  </a:lnTo>
                  <a:lnTo>
                    <a:pt x="1633709" y="110095"/>
                  </a:lnTo>
                  <a:lnTo>
                    <a:pt x="1639968" y="110247"/>
                  </a:lnTo>
                  <a:lnTo>
                    <a:pt x="1646228" y="110372"/>
                  </a:lnTo>
                  <a:lnTo>
                    <a:pt x="1652487" y="110472"/>
                  </a:lnTo>
                  <a:lnTo>
                    <a:pt x="1658747" y="110557"/>
                  </a:lnTo>
                  <a:lnTo>
                    <a:pt x="1665006" y="110631"/>
                  </a:lnTo>
                  <a:lnTo>
                    <a:pt x="1671266" y="110695"/>
                  </a:lnTo>
                  <a:lnTo>
                    <a:pt x="1677525" y="110752"/>
                  </a:lnTo>
                  <a:lnTo>
                    <a:pt x="1683784" y="110803"/>
                  </a:lnTo>
                  <a:lnTo>
                    <a:pt x="1690044" y="110849"/>
                  </a:lnTo>
                  <a:lnTo>
                    <a:pt x="1696303" y="110890"/>
                  </a:lnTo>
                  <a:lnTo>
                    <a:pt x="1702563" y="110927"/>
                  </a:lnTo>
                  <a:lnTo>
                    <a:pt x="1708822" y="110960"/>
                  </a:lnTo>
                  <a:lnTo>
                    <a:pt x="1715082" y="110988"/>
                  </a:lnTo>
                  <a:lnTo>
                    <a:pt x="1721341" y="111012"/>
                  </a:lnTo>
                  <a:lnTo>
                    <a:pt x="1727600" y="111032"/>
                  </a:lnTo>
                  <a:lnTo>
                    <a:pt x="1733860" y="111047"/>
                  </a:lnTo>
                  <a:lnTo>
                    <a:pt x="1740119" y="111058"/>
                  </a:lnTo>
                  <a:lnTo>
                    <a:pt x="1746379" y="111065"/>
                  </a:lnTo>
                  <a:lnTo>
                    <a:pt x="1752638" y="111067"/>
                  </a:lnTo>
                  <a:lnTo>
                    <a:pt x="1758897" y="111067"/>
                  </a:lnTo>
                  <a:lnTo>
                    <a:pt x="1765157" y="111063"/>
                  </a:lnTo>
                  <a:lnTo>
                    <a:pt x="1771416" y="111058"/>
                  </a:lnTo>
                  <a:lnTo>
                    <a:pt x="1777676" y="111050"/>
                  </a:lnTo>
                  <a:lnTo>
                    <a:pt x="1783935" y="111041"/>
                  </a:lnTo>
                  <a:lnTo>
                    <a:pt x="1790195" y="111031"/>
                  </a:lnTo>
                  <a:lnTo>
                    <a:pt x="1796454" y="111019"/>
                  </a:lnTo>
                  <a:lnTo>
                    <a:pt x="1802713" y="111006"/>
                  </a:lnTo>
                  <a:lnTo>
                    <a:pt x="1808973" y="110991"/>
                  </a:lnTo>
                  <a:lnTo>
                    <a:pt x="1815232" y="110972"/>
                  </a:lnTo>
                  <a:lnTo>
                    <a:pt x="1821492" y="110950"/>
                  </a:lnTo>
                  <a:lnTo>
                    <a:pt x="1827751" y="110922"/>
                  </a:lnTo>
                  <a:lnTo>
                    <a:pt x="1834011" y="110888"/>
                  </a:lnTo>
                  <a:lnTo>
                    <a:pt x="1840270" y="110844"/>
                  </a:lnTo>
                  <a:lnTo>
                    <a:pt x="1846529" y="110789"/>
                  </a:lnTo>
                  <a:lnTo>
                    <a:pt x="1852789" y="110722"/>
                  </a:lnTo>
                  <a:lnTo>
                    <a:pt x="1859048" y="110641"/>
                  </a:lnTo>
                  <a:lnTo>
                    <a:pt x="1865308" y="110545"/>
                  </a:lnTo>
                  <a:lnTo>
                    <a:pt x="1871567" y="110431"/>
                  </a:lnTo>
                  <a:lnTo>
                    <a:pt x="1877827" y="110299"/>
                  </a:lnTo>
                  <a:lnTo>
                    <a:pt x="1884086" y="110146"/>
                  </a:lnTo>
                  <a:lnTo>
                    <a:pt x="1890345" y="109971"/>
                  </a:lnTo>
                  <a:lnTo>
                    <a:pt x="1896605" y="109774"/>
                  </a:lnTo>
                  <a:lnTo>
                    <a:pt x="1902864" y="109557"/>
                  </a:lnTo>
                  <a:lnTo>
                    <a:pt x="1909124" y="109319"/>
                  </a:lnTo>
                  <a:lnTo>
                    <a:pt x="1915383" y="109060"/>
                  </a:lnTo>
                  <a:lnTo>
                    <a:pt x="1921642" y="108781"/>
                  </a:lnTo>
                  <a:lnTo>
                    <a:pt x="1927902" y="108482"/>
                  </a:lnTo>
                  <a:lnTo>
                    <a:pt x="1934161" y="108163"/>
                  </a:lnTo>
                  <a:lnTo>
                    <a:pt x="1940421" y="107826"/>
                  </a:lnTo>
                  <a:lnTo>
                    <a:pt x="1946680" y="107473"/>
                  </a:lnTo>
                  <a:lnTo>
                    <a:pt x="1952940" y="107104"/>
                  </a:lnTo>
                  <a:lnTo>
                    <a:pt x="1959199" y="106722"/>
                  </a:lnTo>
                  <a:lnTo>
                    <a:pt x="1965458" y="106327"/>
                  </a:lnTo>
                  <a:lnTo>
                    <a:pt x="1971718" y="105918"/>
                  </a:lnTo>
                  <a:lnTo>
                    <a:pt x="1977977" y="105497"/>
                  </a:lnTo>
                  <a:lnTo>
                    <a:pt x="1984237" y="105064"/>
                  </a:lnTo>
                  <a:lnTo>
                    <a:pt x="1990496" y="104619"/>
                  </a:lnTo>
                  <a:lnTo>
                    <a:pt x="1996756" y="104164"/>
                  </a:lnTo>
                  <a:lnTo>
                    <a:pt x="2003015" y="103697"/>
                  </a:lnTo>
                  <a:lnTo>
                    <a:pt x="2009274" y="103220"/>
                  </a:lnTo>
                  <a:lnTo>
                    <a:pt x="2015534" y="102731"/>
                  </a:lnTo>
                  <a:lnTo>
                    <a:pt x="2021793" y="102230"/>
                  </a:lnTo>
                  <a:lnTo>
                    <a:pt x="2028053" y="101716"/>
                  </a:lnTo>
                  <a:lnTo>
                    <a:pt x="2034312" y="101189"/>
                  </a:lnTo>
                  <a:lnTo>
                    <a:pt x="2040572" y="100650"/>
                  </a:lnTo>
                  <a:lnTo>
                    <a:pt x="2046831" y="100099"/>
                  </a:lnTo>
                  <a:lnTo>
                    <a:pt x="2053090" y="99536"/>
                  </a:lnTo>
                  <a:lnTo>
                    <a:pt x="2059350" y="98962"/>
                  </a:lnTo>
                  <a:lnTo>
                    <a:pt x="2065609" y="98377"/>
                  </a:lnTo>
                  <a:lnTo>
                    <a:pt x="2071869" y="97781"/>
                  </a:lnTo>
                  <a:lnTo>
                    <a:pt x="2078128" y="97177"/>
                  </a:lnTo>
                  <a:lnTo>
                    <a:pt x="2084388" y="96569"/>
                  </a:lnTo>
                  <a:lnTo>
                    <a:pt x="2090647" y="95957"/>
                  </a:lnTo>
                  <a:lnTo>
                    <a:pt x="2096906" y="95346"/>
                  </a:lnTo>
                  <a:lnTo>
                    <a:pt x="2103166" y="94739"/>
                  </a:lnTo>
                  <a:lnTo>
                    <a:pt x="2109425" y="94139"/>
                  </a:lnTo>
                  <a:lnTo>
                    <a:pt x="2115685" y="93551"/>
                  </a:lnTo>
                  <a:lnTo>
                    <a:pt x="2121944" y="92984"/>
                  </a:lnTo>
                  <a:lnTo>
                    <a:pt x="2128203" y="92440"/>
                  </a:lnTo>
                  <a:lnTo>
                    <a:pt x="2134463" y="91925"/>
                  </a:lnTo>
                  <a:lnTo>
                    <a:pt x="2140722" y="91445"/>
                  </a:lnTo>
                  <a:lnTo>
                    <a:pt x="2146982" y="91005"/>
                  </a:lnTo>
                  <a:lnTo>
                    <a:pt x="2153241" y="90612"/>
                  </a:lnTo>
                  <a:lnTo>
                    <a:pt x="2159501" y="90270"/>
                  </a:lnTo>
                  <a:lnTo>
                    <a:pt x="2165760" y="89995"/>
                  </a:lnTo>
                  <a:lnTo>
                    <a:pt x="2172019" y="89789"/>
                  </a:lnTo>
                  <a:lnTo>
                    <a:pt x="2178279" y="89653"/>
                  </a:lnTo>
                  <a:lnTo>
                    <a:pt x="2184538" y="89591"/>
                  </a:lnTo>
                  <a:lnTo>
                    <a:pt x="2190798" y="89607"/>
                  </a:lnTo>
                  <a:lnTo>
                    <a:pt x="2197057" y="89705"/>
                  </a:lnTo>
                  <a:lnTo>
                    <a:pt x="2203317" y="89885"/>
                  </a:lnTo>
                  <a:lnTo>
                    <a:pt x="2209576" y="90152"/>
                  </a:lnTo>
                  <a:lnTo>
                    <a:pt x="2215835" y="90514"/>
                  </a:lnTo>
                  <a:lnTo>
                    <a:pt x="2222095" y="90956"/>
                  </a:lnTo>
                  <a:lnTo>
                    <a:pt x="2228354" y="91477"/>
                  </a:lnTo>
                  <a:lnTo>
                    <a:pt x="2234614" y="92070"/>
                  </a:lnTo>
                  <a:lnTo>
                    <a:pt x="2240873" y="92731"/>
                  </a:lnTo>
                  <a:lnTo>
                    <a:pt x="2247133" y="93453"/>
                  </a:lnTo>
                  <a:lnTo>
                    <a:pt x="2253392" y="94230"/>
                  </a:lnTo>
                  <a:lnTo>
                    <a:pt x="2259651" y="95057"/>
                  </a:lnTo>
                  <a:lnTo>
                    <a:pt x="2265911" y="95921"/>
                  </a:lnTo>
                  <a:lnTo>
                    <a:pt x="2272170" y="96810"/>
                  </a:lnTo>
                  <a:lnTo>
                    <a:pt x="2278430" y="97715"/>
                  </a:lnTo>
                  <a:lnTo>
                    <a:pt x="2284689" y="98627"/>
                  </a:lnTo>
                  <a:lnTo>
                    <a:pt x="2290948" y="99539"/>
                  </a:lnTo>
                  <a:lnTo>
                    <a:pt x="2297208" y="100442"/>
                  </a:lnTo>
                  <a:lnTo>
                    <a:pt x="2303467" y="101329"/>
                  </a:lnTo>
                  <a:lnTo>
                    <a:pt x="2309727" y="102187"/>
                  </a:lnTo>
                  <a:lnTo>
                    <a:pt x="2315986" y="103016"/>
                  </a:lnTo>
                  <a:lnTo>
                    <a:pt x="2322246" y="103810"/>
                  </a:lnTo>
                  <a:lnTo>
                    <a:pt x="2328505" y="104566"/>
                  </a:lnTo>
                  <a:lnTo>
                    <a:pt x="2334764" y="105282"/>
                  </a:lnTo>
                  <a:lnTo>
                    <a:pt x="2341024" y="105954"/>
                  </a:lnTo>
                  <a:lnTo>
                    <a:pt x="2347283" y="106583"/>
                  </a:lnTo>
                  <a:lnTo>
                    <a:pt x="2353543" y="107161"/>
                  </a:lnTo>
                  <a:lnTo>
                    <a:pt x="2359802" y="107692"/>
                  </a:lnTo>
                  <a:lnTo>
                    <a:pt x="2366062" y="108181"/>
                  </a:lnTo>
                  <a:lnTo>
                    <a:pt x="2372321" y="108626"/>
                  </a:lnTo>
                  <a:lnTo>
                    <a:pt x="2378580" y="109031"/>
                  </a:lnTo>
                  <a:lnTo>
                    <a:pt x="2384840" y="109397"/>
                  </a:lnTo>
                  <a:lnTo>
                    <a:pt x="2391099" y="109725"/>
                  </a:lnTo>
                  <a:lnTo>
                    <a:pt x="2397359" y="110016"/>
                  </a:lnTo>
                  <a:lnTo>
                    <a:pt x="2403618" y="110270"/>
                  </a:lnTo>
                  <a:lnTo>
                    <a:pt x="2409878" y="110494"/>
                  </a:lnTo>
                  <a:lnTo>
                    <a:pt x="2416137" y="110690"/>
                  </a:lnTo>
                  <a:lnTo>
                    <a:pt x="2422396" y="110860"/>
                  </a:lnTo>
                  <a:lnTo>
                    <a:pt x="2428656" y="111005"/>
                  </a:lnTo>
                  <a:lnTo>
                    <a:pt x="2434915" y="111129"/>
                  </a:lnTo>
                  <a:lnTo>
                    <a:pt x="2441175" y="111233"/>
                  </a:lnTo>
                  <a:lnTo>
                    <a:pt x="2447434" y="111317"/>
                  </a:lnTo>
                  <a:lnTo>
                    <a:pt x="2453693" y="111385"/>
                  </a:lnTo>
                  <a:lnTo>
                    <a:pt x="2459953" y="111440"/>
                  </a:lnTo>
                  <a:lnTo>
                    <a:pt x="2466212" y="111482"/>
                  </a:lnTo>
                  <a:lnTo>
                    <a:pt x="2472472" y="111513"/>
                  </a:lnTo>
                  <a:lnTo>
                    <a:pt x="2478731" y="111536"/>
                  </a:lnTo>
                  <a:lnTo>
                    <a:pt x="2484991" y="111550"/>
                  </a:lnTo>
                  <a:lnTo>
                    <a:pt x="2491250" y="111557"/>
                  </a:lnTo>
                  <a:lnTo>
                    <a:pt x="2497509" y="111558"/>
                  </a:lnTo>
                  <a:lnTo>
                    <a:pt x="2503769" y="111554"/>
                  </a:lnTo>
                  <a:lnTo>
                    <a:pt x="2510028" y="111545"/>
                  </a:lnTo>
                  <a:lnTo>
                    <a:pt x="2516288" y="111533"/>
                  </a:lnTo>
                  <a:lnTo>
                    <a:pt x="2522547" y="111517"/>
                  </a:lnTo>
                  <a:lnTo>
                    <a:pt x="2528807" y="111499"/>
                  </a:lnTo>
                  <a:lnTo>
                    <a:pt x="2535066" y="111478"/>
                  </a:lnTo>
                  <a:lnTo>
                    <a:pt x="2541325" y="111455"/>
                  </a:lnTo>
                  <a:lnTo>
                    <a:pt x="2547585" y="111430"/>
                  </a:lnTo>
                  <a:lnTo>
                    <a:pt x="2553844" y="111403"/>
                  </a:lnTo>
                  <a:lnTo>
                    <a:pt x="2560104" y="111375"/>
                  </a:lnTo>
                  <a:lnTo>
                    <a:pt x="2566363" y="111346"/>
                  </a:lnTo>
                  <a:lnTo>
                    <a:pt x="2572623" y="111317"/>
                  </a:lnTo>
                  <a:lnTo>
                    <a:pt x="2578882" y="111287"/>
                  </a:lnTo>
                  <a:lnTo>
                    <a:pt x="2585141" y="111257"/>
                  </a:lnTo>
                  <a:lnTo>
                    <a:pt x="2591401" y="111228"/>
                  </a:lnTo>
                  <a:lnTo>
                    <a:pt x="2597660" y="111199"/>
                  </a:lnTo>
                  <a:lnTo>
                    <a:pt x="2603920" y="111171"/>
                  </a:lnTo>
                  <a:lnTo>
                    <a:pt x="2610179" y="111144"/>
                  </a:lnTo>
                  <a:lnTo>
                    <a:pt x="2616438" y="111119"/>
                  </a:lnTo>
                  <a:lnTo>
                    <a:pt x="2622698" y="111096"/>
                  </a:lnTo>
                  <a:lnTo>
                    <a:pt x="2628957" y="111074"/>
                  </a:lnTo>
                  <a:lnTo>
                    <a:pt x="2635217" y="111054"/>
                  </a:lnTo>
                  <a:lnTo>
                    <a:pt x="2641476" y="111037"/>
                  </a:lnTo>
                  <a:lnTo>
                    <a:pt x="2647736" y="111021"/>
                  </a:lnTo>
                  <a:lnTo>
                    <a:pt x="2653995" y="111009"/>
                  </a:lnTo>
                  <a:lnTo>
                    <a:pt x="2660254" y="110999"/>
                  </a:lnTo>
                  <a:lnTo>
                    <a:pt x="2666514" y="110992"/>
                  </a:lnTo>
                  <a:lnTo>
                    <a:pt x="2672773" y="110988"/>
                  </a:lnTo>
                  <a:lnTo>
                    <a:pt x="2679033" y="110988"/>
                  </a:lnTo>
                  <a:lnTo>
                    <a:pt x="2685292" y="110992"/>
                  </a:lnTo>
                  <a:lnTo>
                    <a:pt x="2691552" y="111000"/>
                  </a:lnTo>
                  <a:lnTo>
                    <a:pt x="2697811" y="111013"/>
                  </a:lnTo>
                  <a:lnTo>
                    <a:pt x="2704070" y="111031"/>
                  </a:lnTo>
                  <a:lnTo>
                    <a:pt x="2710330" y="111053"/>
                  </a:lnTo>
                  <a:lnTo>
                    <a:pt x="2716589" y="111080"/>
                  </a:lnTo>
                  <a:lnTo>
                    <a:pt x="2722849" y="111112"/>
                  </a:lnTo>
                  <a:lnTo>
                    <a:pt x="2729108" y="111150"/>
                  </a:lnTo>
                  <a:lnTo>
                    <a:pt x="2735368" y="111192"/>
                  </a:lnTo>
                  <a:lnTo>
                    <a:pt x="2741627" y="111237"/>
                  </a:lnTo>
                  <a:lnTo>
                    <a:pt x="2747886" y="111287"/>
                  </a:lnTo>
                  <a:lnTo>
                    <a:pt x="2754146" y="111338"/>
                  </a:lnTo>
                  <a:lnTo>
                    <a:pt x="2760405" y="111393"/>
                  </a:lnTo>
                  <a:lnTo>
                    <a:pt x="2766665" y="111448"/>
                  </a:lnTo>
                  <a:lnTo>
                    <a:pt x="2772924" y="111504"/>
                  </a:lnTo>
                  <a:lnTo>
                    <a:pt x="2779184" y="111561"/>
                  </a:lnTo>
                  <a:lnTo>
                    <a:pt x="2785443" y="111616"/>
                  </a:lnTo>
                  <a:lnTo>
                    <a:pt x="2791702" y="111670"/>
                  </a:lnTo>
                  <a:lnTo>
                    <a:pt x="2797962" y="111721"/>
                  </a:lnTo>
                  <a:lnTo>
                    <a:pt x="2804221" y="111770"/>
                  </a:lnTo>
                  <a:lnTo>
                    <a:pt x="2810481" y="111816"/>
                  </a:lnTo>
                  <a:lnTo>
                    <a:pt x="2816740" y="111858"/>
                  </a:lnTo>
                  <a:lnTo>
                    <a:pt x="2822999" y="111896"/>
                  </a:lnTo>
                  <a:lnTo>
                    <a:pt x="2829259" y="111930"/>
                  </a:lnTo>
                  <a:lnTo>
                    <a:pt x="2835518" y="111959"/>
                  </a:lnTo>
                  <a:lnTo>
                    <a:pt x="2841778" y="111985"/>
                  </a:lnTo>
                  <a:lnTo>
                    <a:pt x="2848037" y="112006"/>
                  </a:lnTo>
                  <a:lnTo>
                    <a:pt x="2854297" y="112023"/>
                  </a:lnTo>
                  <a:lnTo>
                    <a:pt x="2860556" y="112036"/>
                  </a:lnTo>
                  <a:lnTo>
                    <a:pt x="2866815" y="112044"/>
                  </a:lnTo>
                  <a:lnTo>
                    <a:pt x="2873075" y="112048"/>
                  </a:lnTo>
                  <a:lnTo>
                    <a:pt x="2879334" y="112047"/>
                  </a:lnTo>
                  <a:lnTo>
                    <a:pt x="2885594" y="112042"/>
                  </a:lnTo>
                  <a:lnTo>
                    <a:pt x="2891853" y="112033"/>
                  </a:lnTo>
                  <a:lnTo>
                    <a:pt x="2898113" y="112020"/>
                  </a:lnTo>
                  <a:lnTo>
                    <a:pt x="2904372" y="112003"/>
                  </a:lnTo>
                  <a:lnTo>
                    <a:pt x="2910631" y="111982"/>
                  </a:lnTo>
                  <a:lnTo>
                    <a:pt x="2916891" y="111955"/>
                  </a:lnTo>
                  <a:lnTo>
                    <a:pt x="2923150" y="111925"/>
                  </a:lnTo>
                  <a:lnTo>
                    <a:pt x="2929410" y="111891"/>
                  </a:lnTo>
                  <a:lnTo>
                    <a:pt x="2935669" y="111852"/>
                  </a:lnTo>
                  <a:lnTo>
                    <a:pt x="2941929" y="111811"/>
                  </a:lnTo>
                  <a:lnTo>
                    <a:pt x="2948188" y="111766"/>
                  </a:lnTo>
                  <a:lnTo>
                    <a:pt x="2954447" y="111718"/>
                  </a:lnTo>
                  <a:lnTo>
                    <a:pt x="2960707" y="111668"/>
                  </a:lnTo>
                  <a:lnTo>
                    <a:pt x="2966966" y="111616"/>
                  </a:lnTo>
                  <a:lnTo>
                    <a:pt x="2973226" y="111564"/>
                  </a:lnTo>
                  <a:lnTo>
                    <a:pt x="2979485" y="111511"/>
                  </a:lnTo>
                  <a:lnTo>
                    <a:pt x="2985744" y="111459"/>
                  </a:lnTo>
                  <a:lnTo>
                    <a:pt x="2992004" y="111409"/>
                  </a:lnTo>
                  <a:lnTo>
                    <a:pt x="2998263" y="111361"/>
                  </a:lnTo>
                  <a:lnTo>
                    <a:pt x="3004523" y="111315"/>
                  </a:lnTo>
                  <a:lnTo>
                    <a:pt x="3010782" y="111274"/>
                  </a:lnTo>
                  <a:lnTo>
                    <a:pt x="3017042" y="111238"/>
                  </a:lnTo>
                  <a:lnTo>
                    <a:pt x="3023301" y="111206"/>
                  </a:lnTo>
                  <a:lnTo>
                    <a:pt x="3029560" y="111180"/>
                  </a:lnTo>
                  <a:lnTo>
                    <a:pt x="3035820" y="111159"/>
                  </a:lnTo>
                  <a:lnTo>
                    <a:pt x="3042079" y="111144"/>
                  </a:lnTo>
                  <a:lnTo>
                    <a:pt x="3048339" y="111135"/>
                  </a:lnTo>
                  <a:lnTo>
                    <a:pt x="3054598" y="111133"/>
                  </a:lnTo>
                  <a:lnTo>
                    <a:pt x="3060858" y="111137"/>
                  </a:lnTo>
                  <a:lnTo>
                    <a:pt x="3067117" y="111145"/>
                  </a:lnTo>
                  <a:lnTo>
                    <a:pt x="3073376" y="111159"/>
                  </a:lnTo>
                  <a:lnTo>
                    <a:pt x="3079636" y="111178"/>
                  </a:lnTo>
                  <a:lnTo>
                    <a:pt x="3085895" y="111201"/>
                  </a:lnTo>
                  <a:lnTo>
                    <a:pt x="3092155" y="111228"/>
                  </a:lnTo>
                  <a:lnTo>
                    <a:pt x="3098414" y="111258"/>
                  </a:lnTo>
                  <a:lnTo>
                    <a:pt x="3104674" y="111292"/>
                  </a:lnTo>
                  <a:lnTo>
                    <a:pt x="3110933" y="111328"/>
                  </a:lnTo>
                  <a:lnTo>
                    <a:pt x="3117192" y="111366"/>
                  </a:lnTo>
                  <a:lnTo>
                    <a:pt x="3123452" y="111406"/>
                  </a:lnTo>
                  <a:lnTo>
                    <a:pt x="3129711" y="111447"/>
                  </a:lnTo>
                  <a:lnTo>
                    <a:pt x="3135971" y="111489"/>
                  </a:lnTo>
                  <a:lnTo>
                    <a:pt x="3142230" y="111532"/>
                  </a:lnTo>
                  <a:lnTo>
                    <a:pt x="3148489" y="111575"/>
                  </a:lnTo>
                  <a:lnTo>
                    <a:pt x="3154749" y="111617"/>
                  </a:lnTo>
                  <a:lnTo>
                    <a:pt x="3161008" y="111660"/>
                  </a:lnTo>
                  <a:lnTo>
                    <a:pt x="3167268" y="111702"/>
                  </a:lnTo>
                  <a:lnTo>
                    <a:pt x="3173527" y="111742"/>
                  </a:lnTo>
                  <a:lnTo>
                    <a:pt x="3179787" y="111782"/>
                  </a:lnTo>
                  <a:lnTo>
                    <a:pt x="3186046" y="111819"/>
                  </a:lnTo>
                  <a:lnTo>
                    <a:pt x="3192305" y="111855"/>
                  </a:lnTo>
                  <a:lnTo>
                    <a:pt x="3198565" y="111889"/>
                  </a:lnTo>
                </a:path>
              </a:pathLst>
            </a:custGeom>
            <a:ln w="27101" cap="flat">
              <a:solidFill>
                <a:srgbClr val="CCF3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589870" y="4473924"/>
              <a:ext cx="3518421" cy="0"/>
            </a:xfrm>
            <a:custGeom>
              <a:avLst/>
              <a:pathLst>
                <a:path w="3518421" h="0">
                  <a:moveTo>
                    <a:pt x="0" y="0"/>
                  </a:moveTo>
                  <a:lnTo>
                    <a:pt x="35184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3749798" y="44739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4815987" y="44739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5882175" y="44739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6948364" y="44739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tx97"/>
            <p:cNvSpPr/>
            <p:nvPr/>
          </p:nvSpPr>
          <p:spPr>
            <a:xfrm>
              <a:off x="3718721" y="4534862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4784909" y="4536281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5820020" y="453486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6886208" y="453486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5306414" y="4685648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102" name="rc102"/>
            <p:cNvSpPr/>
            <p:nvPr/>
          </p:nvSpPr>
          <p:spPr>
            <a:xfrm>
              <a:off x="3768544" y="4953401"/>
              <a:ext cx="3161073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tx103"/>
            <p:cNvSpPr/>
            <p:nvPr/>
          </p:nvSpPr>
          <p:spPr>
            <a:xfrm>
              <a:off x="3838133" y="5081081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104" name="rc104"/>
            <p:cNvSpPr/>
            <p:nvPr/>
          </p:nvSpPr>
          <p:spPr>
            <a:xfrm>
              <a:off x="4764972" y="50229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4782972" y="5040990"/>
              <a:ext cx="183455" cy="183455"/>
            </a:xfrm>
            <a:prstGeom prst="rect">
              <a:avLst/>
            </a:prstGeom>
            <a:ln w="27101" cap="flat">
              <a:solidFill>
                <a:srgbClr val="004D1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5228381" y="50229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5246381" y="5040990"/>
              <a:ext cx="183455" cy="183455"/>
            </a:xfrm>
            <a:prstGeom prst="rect">
              <a:avLst/>
            </a:prstGeom>
            <a:ln w="27101" cap="flat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5653690" y="50229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5671691" y="5040990"/>
              <a:ext cx="183455" cy="183455"/>
            </a:xfrm>
            <a:prstGeom prst="rect">
              <a:avLst/>
            </a:prstGeom>
            <a:ln w="27101" cap="flat">
              <a:solidFill>
                <a:srgbClr val="33C9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6079000" y="50229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6097000" y="5040990"/>
              <a:ext cx="183455" cy="183455"/>
            </a:xfrm>
            <a:prstGeom prst="rect">
              <a:avLst/>
            </a:prstGeom>
            <a:ln w="27101" cap="flat">
              <a:solidFill>
                <a:srgbClr val="80E0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6504309" y="50229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6522309" y="5040990"/>
              <a:ext cx="183456" cy="183455"/>
            </a:xfrm>
            <a:prstGeom prst="rect">
              <a:avLst/>
            </a:prstGeom>
            <a:ln w="27101" cap="flat">
              <a:solidFill>
                <a:srgbClr val="CCF3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5054017" y="5092391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5517426" y="50910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5942736" y="509239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6368045" y="5092718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6793354" y="50910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19" name="rc119"/>
            <p:cNvSpPr/>
            <p:nvPr/>
          </p:nvSpPr>
          <p:spPr>
            <a:xfrm>
              <a:off x="3520281" y="5381625"/>
              <a:ext cx="3657600" cy="1600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3589870" y="5678903"/>
              <a:ext cx="3518421" cy="3952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3749798" y="5930194"/>
              <a:ext cx="3198565" cy="125964"/>
            </a:xfrm>
            <a:custGeom>
              <a:avLst/>
              <a:pathLst>
                <a:path w="3198565" h="125964">
                  <a:moveTo>
                    <a:pt x="0" y="125964"/>
                  </a:moveTo>
                  <a:lnTo>
                    <a:pt x="6259" y="125964"/>
                  </a:lnTo>
                  <a:lnTo>
                    <a:pt x="12518" y="125964"/>
                  </a:lnTo>
                  <a:lnTo>
                    <a:pt x="18778" y="125964"/>
                  </a:lnTo>
                  <a:lnTo>
                    <a:pt x="25037" y="125964"/>
                  </a:lnTo>
                  <a:lnTo>
                    <a:pt x="31297" y="125964"/>
                  </a:lnTo>
                  <a:lnTo>
                    <a:pt x="37556" y="125964"/>
                  </a:lnTo>
                  <a:lnTo>
                    <a:pt x="43815" y="125964"/>
                  </a:lnTo>
                  <a:lnTo>
                    <a:pt x="50075" y="125964"/>
                  </a:lnTo>
                  <a:lnTo>
                    <a:pt x="56334" y="125964"/>
                  </a:lnTo>
                  <a:lnTo>
                    <a:pt x="62594" y="125964"/>
                  </a:lnTo>
                  <a:lnTo>
                    <a:pt x="68853" y="125964"/>
                  </a:lnTo>
                  <a:lnTo>
                    <a:pt x="75113" y="125964"/>
                  </a:lnTo>
                  <a:lnTo>
                    <a:pt x="81372" y="125963"/>
                  </a:lnTo>
                  <a:lnTo>
                    <a:pt x="87631" y="125960"/>
                  </a:lnTo>
                  <a:lnTo>
                    <a:pt x="93891" y="125955"/>
                  </a:lnTo>
                  <a:lnTo>
                    <a:pt x="100150" y="125944"/>
                  </a:lnTo>
                  <a:lnTo>
                    <a:pt x="106410" y="125922"/>
                  </a:lnTo>
                  <a:lnTo>
                    <a:pt x="112669" y="125877"/>
                  </a:lnTo>
                  <a:lnTo>
                    <a:pt x="118929" y="125794"/>
                  </a:lnTo>
                  <a:lnTo>
                    <a:pt x="125188" y="125643"/>
                  </a:lnTo>
                  <a:lnTo>
                    <a:pt x="131447" y="125367"/>
                  </a:lnTo>
                  <a:lnTo>
                    <a:pt x="137707" y="124893"/>
                  </a:lnTo>
                  <a:lnTo>
                    <a:pt x="143966" y="124120"/>
                  </a:lnTo>
                  <a:lnTo>
                    <a:pt x="150226" y="122914"/>
                  </a:lnTo>
                  <a:lnTo>
                    <a:pt x="156485" y="121110"/>
                  </a:lnTo>
                  <a:lnTo>
                    <a:pt x="162745" y="118526"/>
                  </a:lnTo>
                  <a:lnTo>
                    <a:pt x="169004" y="114973"/>
                  </a:lnTo>
                  <a:lnTo>
                    <a:pt x="175263" y="110280"/>
                  </a:lnTo>
                  <a:lnTo>
                    <a:pt x="181523" y="104323"/>
                  </a:lnTo>
                  <a:lnTo>
                    <a:pt x="187782" y="97049"/>
                  </a:lnTo>
                  <a:lnTo>
                    <a:pt x="194042" y="88503"/>
                  </a:lnTo>
                  <a:lnTo>
                    <a:pt x="200301" y="78836"/>
                  </a:lnTo>
                  <a:lnTo>
                    <a:pt x="206560" y="68314"/>
                  </a:lnTo>
                  <a:lnTo>
                    <a:pt x="212820" y="57294"/>
                  </a:lnTo>
                  <a:lnTo>
                    <a:pt x="219079" y="46248"/>
                  </a:lnTo>
                  <a:lnTo>
                    <a:pt x="225339" y="35678"/>
                  </a:lnTo>
                  <a:lnTo>
                    <a:pt x="231598" y="26023"/>
                  </a:lnTo>
                  <a:lnTo>
                    <a:pt x="237858" y="17652"/>
                  </a:lnTo>
                  <a:lnTo>
                    <a:pt x="244117" y="10838"/>
                  </a:lnTo>
                  <a:lnTo>
                    <a:pt x="250376" y="5726"/>
                  </a:lnTo>
                  <a:lnTo>
                    <a:pt x="256636" y="2326"/>
                  </a:lnTo>
                  <a:lnTo>
                    <a:pt x="262895" y="502"/>
                  </a:lnTo>
                  <a:lnTo>
                    <a:pt x="269155" y="0"/>
                  </a:lnTo>
                  <a:lnTo>
                    <a:pt x="275414" y="471"/>
                  </a:lnTo>
                  <a:lnTo>
                    <a:pt x="281674" y="1531"/>
                  </a:lnTo>
                  <a:lnTo>
                    <a:pt x="287933" y="2814"/>
                  </a:lnTo>
                  <a:lnTo>
                    <a:pt x="294192" y="4032"/>
                  </a:lnTo>
                  <a:lnTo>
                    <a:pt x="300452" y="5027"/>
                  </a:lnTo>
                  <a:lnTo>
                    <a:pt x="306711" y="5813"/>
                  </a:lnTo>
                  <a:lnTo>
                    <a:pt x="312971" y="6609"/>
                  </a:lnTo>
                  <a:lnTo>
                    <a:pt x="319230" y="7724"/>
                  </a:lnTo>
                  <a:lnTo>
                    <a:pt x="325490" y="9513"/>
                  </a:lnTo>
                  <a:lnTo>
                    <a:pt x="331749" y="12303"/>
                  </a:lnTo>
                  <a:lnTo>
                    <a:pt x="338008" y="16330"/>
                  </a:lnTo>
                  <a:lnTo>
                    <a:pt x="344268" y="21696"/>
                  </a:lnTo>
                  <a:lnTo>
                    <a:pt x="350527" y="28352"/>
                  </a:lnTo>
                  <a:lnTo>
                    <a:pt x="356787" y="36100"/>
                  </a:lnTo>
                  <a:lnTo>
                    <a:pt x="363046" y="44633"/>
                  </a:lnTo>
                  <a:lnTo>
                    <a:pt x="369305" y="53579"/>
                  </a:lnTo>
                  <a:lnTo>
                    <a:pt x="375565" y="62561"/>
                  </a:lnTo>
                  <a:lnTo>
                    <a:pt x="381824" y="71241"/>
                  </a:lnTo>
                  <a:lnTo>
                    <a:pt x="388084" y="79343"/>
                  </a:lnTo>
                  <a:lnTo>
                    <a:pt x="394343" y="86669"/>
                  </a:lnTo>
                  <a:lnTo>
                    <a:pt x="400603" y="93198"/>
                  </a:lnTo>
                  <a:lnTo>
                    <a:pt x="406862" y="98937"/>
                  </a:lnTo>
                  <a:lnTo>
                    <a:pt x="413121" y="103931"/>
                  </a:lnTo>
                  <a:lnTo>
                    <a:pt x="419381" y="108239"/>
                  </a:lnTo>
                  <a:lnTo>
                    <a:pt x="425640" y="111922"/>
                  </a:lnTo>
                  <a:lnTo>
                    <a:pt x="431900" y="115038"/>
                  </a:lnTo>
                  <a:lnTo>
                    <a:pt x="438159" y="117634"/>
                  </a:lnTo>
                  <a:lnTo>
                    <a:pt x="444419" y="119758"/>
                  </a:lnTo>
                  <a:lnTo>
                    <a:pt x="450678" y="121455"/>
                  </a:lnTo>
                  <a:lnTo>
                    <a:pt x="456937" y="122773"/>
                  </a:lnTo>
                  <a:lnTo>
                    <a:pt x="463197" y="123763"/>
                  </a:lnTo>
                  <a:lnTo>
                    <a:pt x="469456" y="124477"/>
                  </a:lnTo>
                  <a:lnTo>
                    <a:pt x="475716" y="124962"/>
                  </a:lnTo>
                  <a:lnTo>
                    <a:pt x="481975" y="125268"/>
                  </a:lnTo>
                  <a:lnTo>
                    <a:pt x="488235" y="125444"/>
                  </a:lnTo>
                  <a:lnTo>
                    <a:pt x="494494" y="125520"/>
                  </a:lnTo>
                  <a:lnTo>
                    <a:pt x="500753" y="125517"/>
                  </a:lnTo>
                  <a:lnTo>
                    <a:pt x="507013" y="125450"/>
                  </a:lnTo>
                  <a:lnTo>
                    <a:pt x="513272" y="125327"/>
                  </a:lnTo>
                  <a:lnTo>
                    <a:pt x="519532" y="125149"/>
                  </a:lnTo>
                  <a:lnTo>
                    <a:pt x="525791" y="124917"/>
                  </a:lnTo>
                  <a:lnTo>
                    <a:pt x="532050" y="124625"/>
                  </a:lnTo>
                  <a:lnTo>
                    <a:pt x="538310" y="124267"/>
                  </a:lnTo>
                  <a:lnTo>
                    <a:pt x="544569" y="123838"/>
                  </a:lnTo>
                  <a:lnTo>
                    <a:pt x="550829" y="123333"/>
                  </a:lnTo>
                  <a:lnTo>
                    <a:pt x="557088" y="122749"/>
                  </a:lnTo>
                  <a:lnTo>
                    <a:pt x="563348" y="122087"/>
                  </a:lnTo>
                  <a:lnTo>
                    <a:pt x="569607" y="121359"/>
                  </a:lnTo>
                  <a:lnTo>
                    <a:pt x="575866" y="120585"/>
                  </a:lnTo>
                  <a:lnTo>
                    <a:pt x="582126" y="119792"/>
                  </a:lnTo>
                  <a:lnTo>
                    <a:pt x="588385" y="119008"/>
                  </a:lnTo>
                  <a:lnTo>
                    <a:pt x="594645" y="118267"/>
                  </a:lnTo>
                  <a:lnTo>
                    <a:pt x="600904" y="117599"/>
                  </a:lnTo>
                  <a:lnTo>
                    <a:pt x="607164" y="117033"/>
                  </a:lnTo>
                  <a:lnTo>
                    <a:pt x="613423" y="116593"/>
                  </a:lnTo>
                  <a:lnTo>
                    <a:pt x="619682" y="116294"/>
                  </a:lnTo>
                  <a:lnTo>
                    <a:pt x="625942" y="116149"/>
                  </a:lnTo>
                  <a:lnTo>
                    <a:pt x="632201" y="116162"/>
                  </a:lnTo>
                  <a:lnTo>
                    <a:pt x="638461" y="116337"/>
                  </a:lnTo>
                  <a:lnTo>
                    <a:pt x="644720" y="116671"/>
                  </a:lnTo>
                  <a:lnTo>
                    <a:pt x="650980" y="117166"/>
                  </a:lnTo>
                  <a:lnTo>
                    <a:pt x="657239" y="117798"/>
                  </a:lnTo>
                  <a:lnTo>
                    <a:pt x="663498" y="118539"/>
                  </a:lnTo>
                  <a:lnTo>
                    <a:pt x="669758" y="119358"/>
                  </a:lnTo>
                  <a:lnTo>
                    <a:pt x="676017" y="120217"/>
                  </a:lnTo>
                  <a:lnTo>
                    <a:pt x="682277" y="121076"/>
                  </a:lnTo>
                  <a:lnTo>
                    <a:pt x="688536" y="121895"/>
                  </a:lnTo>
                  <a:lnTo>
                    <a:pt x="694796" y="122643"/>
                  </a:lnTo>
                  <a:lnTo>
                    <a:pt x="701055" y="123297"/>
                  </a:lnTo>
                  <a:lnTo>
                    <a:pt x="707314" y="123844"/>
                  </a:lnTo>
                  <a:lnTo>
                    <a:pt x="713574" y="124281"/>
                  </a:lnTo>
                  <a:lnTo>
                    <a:pt x="719833" y="124616"/>
                  </a:lnTo>
                  <a:lnTo>
                    <a:pt x="726093" y="124861"/>
                  </a:lnTo>
                  <a:lnTo>
                    <a:pt x="732352" y="125034"/>
                  </a:lnTo>
                  <a:lnTo>
                    <a:pt x="738611" y="125148"/>
                  </a:lnTo>
                  <a:lnTo>
                    <a:pt x="744871" y="125226"/>
                  </a:lnTo>
                  <a:lnTo>
                    <a:pt x="751130" y="125282"/>
                  </a:lnTo>
                  <a:lnTo>
                    <a:pt x="757390" y="125326"/>
                  </a:lnTo>
                  <a:lnTo>
                    <a:pt x="763649" y="125366"/>
                  </a:lnTo>
                  <a:lnTo>
                    <a:pt x="769909" y="125408"/>
                  </a:lnTo>
                  <a:lnTo>
                    <a:pt x="776168" y="125452"/>
                  </a:lnTo>
                  <a:lnTo>
                    <a:pt x="782427" y="125501"/>
                  </a:lnTo>
                  <a:lnTo>
                    <a:pt x="788687" y="125552"/>
                  </a:lnTo>
                  <a:lnTo>
                    <a:pt x="794946" y="125602"/>
                  </a:lnTo>
                  <a:lnTo>
                    <a:pt x="801206" y="125648"/>
                  </a:lnTo>
                  <a:lnTo>
                    <a:pt x="807465" y="125685"/>
                  </a:lnTo>
                  <a:lnTo>
                    <a:pt x="813725" y="125711"/>
                  </a:lnTo>
                  <a:lnTo>
                    <a:pt x="819984" y="125720"/>
                  </a:lnTo>
                  <a:lnTo>
                    <a:pt x="826243" y="125710"/>
                  </a:lnTo>
                  <a:lnTo>
                    <a:pt x="832503" y="125680"/>
                  </a:lnTo>
                  <a:lnTo>
                    <a:pt x="838762" y="125632"/>
                  </a:lnTo>
                  <a:lnTo>
                    <a:pt x="845022" y="125567"/>
                  </a:lnTo>
                  <a:lnTo>
                    <a:pt x="851281" y="125489"/>
                  </a:lnTo>
                  <a:lnTo>
                    <a:pt x="857541" y="125403"/>
                  </a:lnTo>
                  <a:lnTo>
                    <a:pt x="863800" y="125311"/>
                  </a:lnTo>
                  <a:lnTo>
                    <a:pt x="870059" y="125220"/>
                  </a:lnTo>
                  <a:lnTo>
                    <a:pt x="876319" y="125133"/>
                  </a:lnTo>
                  <a:lnTo>
                    <a:pt x="882578" y="125052"/>
                  </a:lnTo>
                  <a:lnTo>
                    <a:pt x="888838" y="124980"/>
                  </a:lnTo>
                  <a:lnTo>
                    <a:pt x="895097" y="124920"/>
                  </a:lnTo>
                  <a:lnTo>
                    <a:pt x="901356" y="124871"/>
                  </a:lnTo>
                  <a:lnTo>
                    <a:pt x="907616" y="124838"/>
                  </a:lnTo>
                  <a:lnTo>
                    <a:pt x="913875" y="124821"/>
                  </a:lnTo>
                  <a:lnTo>
                    <a:pt x="920135" y="124821"/>
                  </a:lnTo>
                  <a:lnTo>
                    <a:pt x="926394" y="124839"/>
                  </a:lnTo>
                  <a:lnTo>
                    <a:pt x="932654" y="124875"/>
                  </a:lnTo>
                  <a:lnTo>
                    <a:pt x="938913" y="124927"/>
                  </a:lnTo>
                  <a:lnTo>
                    <a:pt x="945172" y="124992"/>
                  </a:lnTo>
                  <a:lnTo>
                    <a:pt x="951432" y="125068"/>
                  </a:lnTo>
                  <a:lnTo>
                    <a:pt x="957691" y="125151"/>
                  </a:lnTo>
                  <a:lnTo>
                    <a:pt x="963951" y="125238"/>
                  </a:lnTo>
                  <a:lnTo>
                    <a:pt x="970210" y="125325"/>
                  </a:lnTo>
                  <a:lnTo>
                    <a:pt x="976470" y="125411"/>
                  </a:lnTo>
                  <a:lnTo>
                    <a:pt x="982729" y="125492"/>
                  </a:lnTo>
                  <a:lnTo>
                    <a:pt x="988988" y="125568"/>
                  </a:lnTo>
                  <a:lnTo>
                    <a:pt x="995248" y="125635"/>
                  </a:lnTo>
                  <a:lnTo>
                    <a:pt x="1001507" y="125693"/>
                  </a:lnTo>
                  <a:lnTo>
                    <a:pt x="1007767" y="125740"/>
                  </a:lnTo>
                  <a:lnTo>
                    <a:pt x="1014026" y="125773"/>
                  </a:lnTo>
                  <a:lnTo>
                    <a:pt x="1020286" y="125794"/>
                  </a:lnTo>
                  <a:lnTo>
                    <a:pt x="1026545" y="125802"/>
                  </a:lnTo>
                  <a:lnTo>
                    <a:pt x="1032804" y="125797"/>
                  </a:lnTo>
                  <a:lnTo>
                    <a:pt x="1039064" y="125782"/>
                  </a:lnTo>
                  <a:lnTo>
                    <a:pt x="1045323" y="125760"/>
                  </a:lnTo>
                  <a:lnTo>
                    <a:pt x="1051583" y="125734"/>
                  </a:lnTo>
                  <a:lnTo>
                    <a:pt x="1057842" y="125709"/>
                  </a:lnTo>
                  <a:lnTo>
                    <a:pt x="1064101" y="125688"/>
                  </a:lnTo>
                  <a:lnTo>
                    <a:pt x="1070361" y="125674"/>
                  </a:lnTo>
                  <a:lnTo>
                    <a:pt x="1076620" y="125670"/>
                  </a:lnTo>
                  <a:lnTo>
                    <a:pt x="1082880" y="125678"/>
                  </a:lnTo>
                  <a:lnTo>
                    <a:pt x="1089139" y="125697"/>
                  </a:lnTo>
                  <a:lnTo>
                    <a:pt x="1095399" y="125724"/>
                  </a:lnTo>
                  <a:lnTo>
                    <a:pt x="1101658" y="125757"/>
                  </a:lnTo>
                  <a:lnTo>
                    <a:pt x="1107917" y="125792"/>
                  </a:lnTo>
                  <a:lnTo>
                    <a:pt x="1114177" y="125826"/>
                  </a:lnTo>
                  <a:lnTo>
                    <a:pt x="1120436" y="125858"/>
                  </a:lnTo>
                  <a:lnTo>
                    <a:pt x="1126696" y="125885"/>
                  </a:lnTo>
                  <a:lnTo>
                    <a:pt x="1132955" y="125908"/>
                  </a:lnTo>
                  <a:lnTo>
                    <a:pt x="1139215" y="125924"/>
                  </a:lnTo>
                  <a:lnTo>
                    <a:pt x="1145474" y="125935"/>
                  </a:lnTo>
                  <a:lnTo>
                    <a:pt x="1151733" y="125941"/>
                  </a:lnTo>
                  <a:lnTo>
                    <a:pt x="1157993" y="125942"/>
                  </a:lnTo>
                  <a:lnTo>
                    <a:pt x="1164252" y="125938"/>
                  </a:lnTo>
                  <a:lnTo>
                    <a:pt x="1170512" y="125929"/>
                  </a:lnTo>
                  <a:lnTo>
                    <a:pt x="1176771" y="125914"/>
                  </a:lnTo>
                  <a:lnTo>
                    <a:pt x="1183031" y="125894"/>
                  </a:lnTo>
                  <a:lnTo>
                    <a:pt x="1189290" y="125869"/>
                  </a:lnTo>
                  <a:lnTo>
                    <a:pt x="1195549" y="125838"/>
                  </a:lnTo>
                  <a:lnTo>
                    <a:pt x="1201809" y="125805"/>
                  </a:lnTo>
                  <a:lnTo>
                    <a:pt x="1208068" y="125770"/>
                  </a:lnTo>
                  <a:lnTo>
                    <a:pt x="1214328" y="125736"/>
                  </a:lnTo>
                  <a:lnTo>
                    <a:pt x="1220587" y="125708"/>
                  </a:lnTo>
                  <a:lnTo>
                    <a:pt x="1226846" y="125686"/>
                  </a:lnTo>
                  <a:lnTo>
                    <a:pt x="1233106" y="125675"/>
                  </a:lnTo>
                  <a:lnTo>
                    <a:pt x="1239365" y="125675"/>
                  </a:lnTo>
                  <a:lnTo>
                    <a:pt x="1245625" y="125686"/>
                  </a:lnTo>
                  <a:lnTo>
                    <a:pt x="1251884" y="125707"/>
                  </a:lnTo>
                  <a:lnTo>
                    <a:pt x="1258144" y="125736"/>
                  </a:lnTo>
                  <a:lnTo>
                    <a:pt x="1264403" y="125770"/>
                  </a:lnTo>
                  <a:lnTo>
                    <a:pt x="1270662" y="125805"/>
                  </a:lnTo>
                  <a:lnTo>
                    <a:pt x="1276922" y="125839"/>
                  </a:lnTo>
                  <a:lnTo>
                    <a:pt x="1283181" y="125869"/>
                  </a:lnTo>
                  <a:lnTo>
                    <a:pt x="1289441" y="125895"/>
                  </a:lnTo>
                  <a:lnTo>
                    <a:pt x="1295700" y="125916"/>
                  </a:lnTo>
                  <a:lnTo>
                    <a:pt x="1301960" y="125931"/>
                  </a:lnTo>
                  <a:lnTo>
                    <a:pt x="1308219" y="125943"/>
                  </a:lnTo>
                  <a:lnTo>
                    <a:pt x="1314478" y="125951"/>
                  </a:lnTo>
                  <a:lnTo>
                    <a:pt x="1320738" y="125956"/>
                  </a:lnTo>
                  <a:lnTo>
                    <a:pt x="1326997" y="125959"/>
                  </a:lnTo>
                  <a:lnTo>
                    <a:pt x="1333257" y="125961"/>
                  </a:lnTo>
                  <a:lnTo>
                    <a:pt x="1339516" y="125961"/>
                  </a:lnTo>
                  <a:lnTo>
                    <a:pt x="1345776" y="125960"/>
                  </a:lnTo>
                  <a:lnTo>
                    <a:pt x="1352035" y="125958"/>
                  </a:lnTo>
                  <a:lnTo>
                    <a:pt x="1358294" y="125954"/>
                  </a:lnTo>
                  <a:lnTo>
                    <a:pt x="1364554" y="125947"/>
                  </a:lnTo>
                  <a:lnTo>
                    <a:pt x="1370813" y="125937"/>
                  </a:lnTo>
                  <a:lnTo>
                    <a:pt x="1377073" y="125923"/>
                  </a:lnTo>
                  <a:lnTo>
                    <a:pt x="1383332" y="125904"/>
                  </a:lnTo>
                  <a:lnTo>
                    <a:pt x="1389592" y="125881"/>
                  </a:lnTo>
                  <a:lnTo>
                    <a:pt x="1395851" y="125852"/>
                  </a:lnTo>
                  <a:lnTo>
                    <a:pt x="1402110" y="125820"/>
                  </a:lnTo>
                  <a:lnTo>
                    <a:pt x="1408370" y="125785"/>
                  </a:lnTo>
                  <a:lnTo>
                    <a:pt x="1414629" y="125750"/>
                  </a:lnTo>
                  <a:lnTo>
                    <a:pt x="1420889" y="125719"/>
                  </a:lnTo>
                  <a:lnTo>
                    <a:pt x="1427148" y="125693"/>
                  </a:lnTo>
                  <a:lnTo>
                    <a:pt x="1433407" y="125678"/>
                  </a:lnTo>
                  <a:lnTo>
                    <a:pt x="1439667" y="125673"/>
                  </a:lnTo>
                  <a:lnTo>
                    <a:pt x="1445926" y="125680"/>
                  </a:lnTo>
                  <a:lnTo>
                    <a:pt x="1452186" y="125697"/>
                  </a:lnTo>
                  <a:lnTo>
                    <a:pt x="1458445" y="125723"/>
                  </a:lnTo>
                  <a:lnTo>
                    <a:pt x="1464705" y="125755"/>
                  </a:lnTo>
                  <a:lnTo>
                    <a:pt x="1470964" y="125790"/>
                  </a:lnTo>
                  <a:lnTo>
                    <a:pt x="1477223" y="125824"/>
                  </a:lnTo>
                  <a:lnTo>
                    <a:pt x="1483483" y="125856"/>
                  </a:lnTo>
                  <a:lnTo>
                    <a:pt x="1489742" y="125884"/>
                  </a:lnTo>
                  <a:lnTo>
                    <a:pt x="1496002" y="125908"/>
                  </a:lnTo>
                  <a:lnTo>
                    <a:pt x="1502261" y="125926"/>
                  </a:lnTo>
                  <a:lnTo>
                    <a:pt x="1508521" y="125939"/>
                  </a:lnTo>
                  <a:lnTo>
                    <a:pt x="1514780" y="125948"/>
                  </a:lnTo>
                  <a:lnTo>
                    <a:pt x="1521039" y="125955"/>
                  </a:lnTo>
                  <a:lnTo>
                    <a:pt x="1527299" y="125959"/>
                  </a:lnTo>
                  <a:lnTo>
                    <a:pt x="1533558" y="125961"/>
                  </a:lnTo>
                  <a:lnTo>
                    <a:pt x="1539818" y="125962"/>
                  </a:lnTo>
                  <a:lnTo>
                    <a:pt x="1546077" y="125963"/>
                  </a:lnTo>
                  <a:lnTo>
                    <a:pt x="1552337" y="125964"/>
                  </a:lnTo>
                  <a:lnTo>
                    <a:pt x="1558596" y="125964"/>
                  </a:lnTo>
                  <a:lnTo>
                    <a:pt x="1564855" y="125964"/>
                  </a:lnTo>
                  <a:lnTo>
                    <a:pt x="1571115" y="125964"/>
                  </a:lnTo>
                  <a:lnTo>
                    <a:pt x="1577374" y="125964"/>
                  </a:lnTo>
                  <a:lnTo>
                    <a:pt x="1583634" y="125964"/>
                  </a:lnTo>
                  <a:lnTo>
                    <a:pt x="1589893" y="125964"/>
                  </a:lnTo>
                  <a:lnTo>
                    <a:pt x="1596152" y="125964"/>
                  </a:lnTo>
                  <a:lnTo>
                    <a:pt x="1602412" y="125964"/>
                  </a:lnTo>
                  <a:lnTo>
                    <a:pt x="1608671" y="125964"/>
                  </a:lnTo>
                  <a:lnTo>
                    <a:pt x="1614931" y="125964"/>
                  </a:lnTo>
                  <a:lnTo>
                    <a:pt x="1621190" y="125964"/>
                  </a:lnTo>
                  <a:lnTo>
                    <a:pt x="1627450" y="125964"/>
                  </a:lnTo>
                  <a:lnTo>
                    <a:pt x="1633709" y="125964"/>
                  </a:lnTo>
                  <a:lnTo>
                    <a:pt x="1639968" y="125964"/>
                  </a:lnTo>
                  <a:lnTo>
                    <a:pt x="1646228" y="125964"/>
                  </a:lnTo>
                  <a:lnTo>
                    <a:pt x="1652487" y="125964"/>
                  </a:lnTo>
                  <a:lnTo>
                    <a:pt x="1658747" y="125964"/>
                  </a:lnTo>
                  <a:lnTo>
                    <a:pt x="1665006" y="125964"/>
                  </a:lnTo>
                  <a:lnTo>
                    <a:pt x="1671266" y="125964"/>
                  </a:lnTo>
                  <a:lnTo>
                    <a:pt x="1677525" y="125964"/>
                  </a:lnTo>
                  <a:lnTo>
                    <a:pt x="1683784" y="125964"/>
                  </a:lnTo>
                  <a:lnTo>
                    <a:pt x="1690044" y="125964"/>
                  </a:lnTo>
                  <a:lnTo>
                    <a:pt x="1696303" y="125964"/>
                  </a:lnTo>
                  <a:lnTo>
                    <a:pt x="1702563" y="125964"/>
                  </a:lnTo>
                  <a:lnTo>
                    <a:pt x="1708822" y="125964"/>
                  </a:lnTo>
                  <a:lnTo>
                    <a:pt x="1715082" y="125964"/>
                  </a:lnTo>
                  <a:lnTo>
                    <a:pt x="1721341" y="125964"/>
                  </a:lnTo>
                  <a:lnTo>
                    <a:pt x="1727600" y="125964"/>
                  </a:lnTo>
                  <a:lnTo>
                    <a:pt x="1733860" y="125964"/>
                  </a:lnTo>
                  <a:lnTo>
                    <a:pt x="1740119" y="125964"/>
                  </a:lnTo>
                  <a:lnTo>
                    <a:pt x="1746379" y="125964"/>
                  </a:lnTo>
                  <a:lnTo>
                    <a:pt x="1752638" y="125964"/>
                  </a:lnTo>
                  <a:lnTo>
                    <a:pt x="1758897" y="125964"/>
                  </a:lnTo>
                  <a:lnTo>
                    <a:pt x="1765157" y="125964"/>
                  </a:lnTo>
                  <a:lnTo>
                    <a:pt x="1771416" y="125964"/>
                  </a:lnTo>
                  <a:lnTo>
                    <a:pt x="1777676" y="125964"/>
                  </a:lnTo>
                  <a:lnTo>
                    <a:pt x="1783935" y="125964"/>
                  </a:lnTo>
                  <a:lnTo>
                    <a:pt x="1790195" y="125964"/>
                  </a:lnTo>
                  <a:lnTo>
                    <a:pt x="1796454" y="125964"/>
                  </a:lnTo>
                  <a:lnTo>
                    <a:pt x="1802713" y="125964"/>
                  </a:lnTo>
                  <a:lnTo>
                    <a:pt x="1808973" y="125964"/>
                  </a:lnTo>
                  <a:lnTo>
                    <a:pt x="1815232" y="125964"/>
                  </a:lnTo>
                  <a:lnTo>
                    <a:pt x="1821492" y="125964"/>
                  </a:lnTo>
                  <a:lnTo>
                    <a:pt x="1827751" y="125964"/>
                  </a:lnTo>
                  <a:lnTo>
                    <a:pt x="1834011" y="125964"/>
                  </a:lnTo>
                  <a:lnTo>
                    <a:pt x="1840270" y="125964"/>
                  </a:lnTo>
                  <a:lnTo>
                    <a:pt x="1846529" y="125964"/>
                  </a:lnTo>
                  <a:lnTo>
                    <a:pt x="1852789" y="125964"/>
                  </a:lnTo>
                  <a:lnTo>
                    <a:pt x="1859048" y="125964"/>
                  </a:lnTo>
                  <a:lnTo>
                    <a:pt x="1865308" y="125964"/>
                  </a:lnTo>
                  <a:lnTo>
                    <a:pt x="1871567" y="125964"/>
                  </a:lnTo>
                  <a:lnTo>
                    <a:pt x="1877827" y="125964"/>
                  </a:lnTo>
                  <a:lnTo>
                    <a:pt x="1884086" y="125964"/>
                  </a:lnTo>
                  <a:lnTo>
                    <a:pt x="1890345" y="125964"/>
                  </a:lnTo>
                  <a:lnTo>
                    <a:pt x="1896605" y="125964"/>
                  </a:lnTo>
                  <a:lnTo>
                    <a:pt x="1902864" y="125964"/>
                  </a:lnTo>
                  <a:lnTo>
                    <a:pt x="1909124" y="125964"/>
                  </a:lnTo>
                  <a:lnTo>
                    <a:pt x="1915383" y="125964"/>
                  </a:lnTo>
                  <a:lnTo>
                    <a:pt x="1921642" y="125964"/>
                  </a:lnTo>
                  <a:lnTo>
                    <a:pt x="1927902" y="125964"/>
                  </a:lnTo>
                  <a:lnTo>
                    <a:pt x="1934161" y="125964"/>
                  </a:lnTo>
                  <a:lnTo>
                    <a:pt x="1940421" y="125964"/>
                  </a:lnTo>
                  <a:lnTo>
                    <a:pt x="1946680" y="125964"/>
                  </a:lnTo>
                  <a:lnTo>
                    <a:pt x="1952940" y="125964"/>
                  </a:lnTo>
                  <a:lnTo>
                    <a:pt x="1959199" y="125964"/>
                  </a:lnTo>
                  <a:lnTo>
                    <a:pt x="1965458" y="125964"/>
                  </a:lnTo>
                  <a:lnTo>
                    <a:pt x="1971718" y="125964"/>
                  </a:lnTo>
                  <a:lnTo>
                    <a:pt x="1977977" y="125964"/>
                  </a:lnTo>
                  <a:lnTo>
                    <a:pt x="1984237" y="125964"/>
                  </a:lnTo>
                  <a:lnTo>
                    <a:pt x="1990496" y="125964"/>
                  </a:lnTo>
                  <a:lnTo>
                    <a:pt x="1996756" y="125964"/>
                  </a:lnTo>
                  <a:lnTo>
                    <a:pt x="2003015" y="125964"/>
                  </a:lnTo>
                  <a:lnTo>
                    <a:pt x="2009274" y="125964"/>
                  </a:lnTo>
                  <a:lnTo>
                    <a:pt x="2015534" y="125964"/>
                  </a:lnTo>
                  <a:lnTo>
                    <a:pt x="2021793" y="125964"/>
                  </a:lnTo>
                  <a:lnTo>
                    <a:pt x="2028053" y="125964"/>
                  </a:lnTo>
                  <a:lnTo>
                    <a:pt x="2034312" y="125964"/>
                  </a:lnTo>
                  <a:lnTo>
                    <a:pt x="2040572" y="125964"/>
                  </a:lnTo>
                  <a:lnTo>
                    <a:pt x="2046831" y="125964"/>
                  </a:lnTo>
                  <a:lnTo>
                    <a:pt x="2053090" y="125964"/>
                  </a:lnTo>
                  <a:lnTo>
                    <a:pt x="2059350" y="125964"/>
                  </a:lnTo>
                  <a:lnTo>
                    <a:pt x="2065609" y="125964"/>
                  </a:lnTo>
                  <a:lnTo>
                    <a:pt x="2071869" y="125964"/>
                  </a:lnTo>
                  <a:lnTo>
                    <a:pt x="2078128" y="125964"/>
                  </a:lnTo>
                  <a:lnTo>
                    <a:pt x="2084388" y="125964"/>
                  </a:lnTo>
                  <a:lnTo>
                    <a:pt x="2090647" y="125964"/>
                  </a:lnTo>
                  <a:lnTo>
                    <a:pt x="2096906" y="125964"/>
                  </a:lnTo>
                  <a:lnTo>
                    <a:pt x="2103166" y="125964"/>
                  </a:lnTo>
                  <a:lnTo>
                    <a:pt x="2109425" y="125964"/>
                  </a:lnTo>
                  <a:lnTo>
                    <a:pt x="2115685" y="125964"/>
                  </a:lnTo>
                  <a:lnTo>
                    <a:pt x="2121944" y="125964"/>
                  </a:lnTo>
                  <a:lnTo>
                    <a:pt x="2128203" y="125964"/>
                  </a:lnTo>
                  <a:lnTo>
                    <a:pt x="2134463" y="125964"/>
                  </a:lnTo>
                  <a:lnTo>
                    <a:pt x="2140722" y="125964"/>
                  </a:lnTo>
                  <a:lnTo>
                    <a:pt x="2146982" y="125964"/>
                  </a:lnTo>
                  <a:lnTo>
                    <a:pt x="2153241" y="125964"/>
                  </a:lnTo>
                  <a:lnTo>
                    <a:pt x="2159501" y="125964"/>
                  </a:lnTo>
                  <a:lnTo>
                    <a:pt x="2165760" y="125964"/>
                  </a:lnTo>
                  <a:lnTo>
                    <a:pt x="2172019" y="125964"/>
                  </a:lnTo>
                  <a:lnTo>
                    <a:pt x="2178279" y="125964"/>
                  </a:lnTo>
                  <a:lnTo>
                    <a:pt x="2184538" y="125964"/>
                  </a:lnTo>
                  <a:lnTo>
                    <a:pt x="2190798" y="125964"/>
                  </a:lnTo>
                  <a:lnTo>
                    <a:pt x="2197057" y="125964"/>
                  </a:lnTo>
                  <a:lnTo>
                    <a:pt x="2203317" y="125964"/>
                  </a:lnTo>
                  <a:lnTo>
                    <a:pt x="2209576" y="125964"/>
                  </a:lnTo>
                  <a:lnTo>
                    <a:pt x="2215835" y="125964"/>
                  </a:lnTo>
                  <a:lnTo>
                    <a:pt x="2222095" y="125964"/>
                  </a:lnTo>
                  <a:lnTo>
                    <a:pt x="2228354" y="125964"/>
                  </a:lnTo>
                  <a:lnTo>
                    <a:pt x="2234614" y="125964"/>
                  </a:lnTo>
                  <a:lnTo>
                    <a:pt x="2240873" y="125964"/>
                  </a:lnTo>
                  <a:lnTo>
                    <a:pt x="2247133" y="125964"/>
                  </a:lnTo>
                  <a:lnTo>
                    <a:pt x="2253392" y="125964"/>
                  </a:lnTo>
                  <a:lnTo>
                    <a:pt x="2259651" y="125964"/>
                  </a:lnTo>
                  <a:lnTo>
                    <a:pt x="2265911" y="125964"/>
                  </a:lnTo>
                  <a:lnTo>
                    <a:pt x="2272170" y="125964"/>
                  </a:lnTo>
                  <a:lnTo>
                    <a:pt x="2278430" y="125964"/>
                  </a:lnTo>
                  <a:lnTo>
                    <a:pt x="2284689" y="125964"/>
                  </a:lnTo>
                  <a:lnTo>
                    <a:pt x="2290948" y="125964"/>
                  </a:lnTo>
                  <a:lnTo>
                    <a:pt x="2297208" y="125964"/>
                  </a:lnTo>
                  <a:lnTo>
                    <a:pt x="2303467" y="125964"/>
                  </a:lnTo>
                  <a:lnTo>
                    <a:pt x="2309727" y="125964"/>
                  </a:lnTo>
                  <a:lnTo>
                    <a:pt x="2315986" y="125964"/>
                  </a:lnTo>
                  <a:lnTo>
                    <a:pt x="2322246" y="125964"/>
                  </a:lnTo>
                  <a:lnTo>
                    <a:pt x="2328505" y="125964"/>
                  </a:lnTo>
                  <a:lnTo>
                    <a:pt x="2334764" y="125964"/>
                  </a:lnTo>
                  <a:lnTo>
                    <a:pt x="2341024" y="125964"/>
                  </a:lnTo>
                  <a:lnTo>
                    <a:pt x="2347283" y="125964"/>
                  </a:lnTo>
                  <a:lnTo>
                    <a:pt x="2353543" y="125964"/>
                  </a:lnTo>
                  <a:lnTo>
                    <a:pt x="2359802" y="125964"/>
                  </a:lnTo>
                  <a:lnTo>
                    <a:pt x="2366062" y="125964"/>
                  </a:lnTo>
                  <a:lnTo>
                    <a:pt x="2372321" y="125964"/>
                  </a:lnTo>
                  <a:lnTo>
                    <a:pt x="2378580" y="125964"/>
                  </a:lnTo>
                  <a:lnTo>
                    <a:pt x="2384840" y="125964"/>
                  </a:lnTo>
                  <a:lnTo>
                    <a:pt x="2391099" y="125964"/>
                  </a:lnTo>
                  <a:lnTo>
                    <a:pt x="2397359" y="125964"/>
                  </a:lnTo>
                  <a:lnTo>
                    <a:pt x="2403618" y="125964"/>
                  </a:lnTo>
                  <a:lnTo>
                    <a:pt x="2409878" y="125964"/>
                  </a:lnTo>
                  <a:lnTo>
                    <a:pt x="2416137" y="125964"/>
                  </a:lnTo>
                  <a:lnTo>
                    <a:pt x="2422396" y="125964"/>
                  </a:lnTo>
                  <a:lnTo>
                    <a:pt x="2428656" y="125964"/>
                  </a:lnTo>
                  <a:lnTo>
                    <a:pt x="2434915" y="125964"/>
                  </a:lnTo>
                  <a:lnTo>
                    <a:pt x="2441175" y="125964"/>
                  </a:lnTo>
                  <a:lnTo>
                    <a:pt x="2447434" y="125964"/>
                  </a:lnTo>
                  <a:lnTo>
                    <a:pt x="2453693" y="125964"/>
                  </a:lnTo>
                  <a:lnTo>
                    <a:pt x="2459953" y="125964"/>
                  </a:lnTo>
                  <a:lnTo>
                    <a:pt x="2466212" y="125964"/>
                  </a:lnTo>
                  <a:lnTo>
                    <a:pt x="2472472" y="125964"/>
                  </a:lnTo>
                  <a:lnTo>
                    <a:pt x="2478731" y="125964"/>
                  </a:lnTo>
                  <a:lnTo>
                    <a:pt x="2484991" y="125964"/>
                  </a:lnTo>
                  <a:lnTo>
                    <a:pt x="2491250" y="125964"/>
                  </a:lnTo>
                  <a:lnTo>
                    <a:pt x="2497509" y="125964"/>
                  </a:lnTo>
                  <a:lnTo>
                    <a:pt x="2503769" y="125964"/>
                  </a:lnTo>
                  <a:lnTo>
                    <a:pt x="2510028" y="125964"/>
                  </a:lnTo>
                  <a:lnTo>
                    <a:pt x="2516288" y="125964"/>
                  </a:lnTo>
                  <a:lnTo>
                    <a:pt x="2522547" y="125964"/>
                  </a:lnTo>
                  <a:lnTo>
                    <a:pt x="2528807" y="125964"/>
                  </a:lnTo>
                  <a:lnTo>
                    <a:pt x="2535066" y="125964"/>
                  </a:lnTo>
                  <a:lnTo>
                    <a:pt x="2541325" y="125964"/>
                  </a:lnTo>
                  <a:lnTo>
                    <a:pt x="2547585" y="125964"/>
                  </a:lnTo>
                  <a:lnTo>
                    <a:pt x="2553844" y="125964"/>
                  </a:lnTo>
                  <a:lnTo>
                    <a:pt x="2560104" y="125964"/>
                  </a:lnTo>
                  <a:lnTo>
                    <a:pt x="2566363" y="125964"/>
                  </a:lnTo>
                  <a:lnTo>
                    <a:pt x="2572623" y="125964"/>
                  </a:lnTo>
                  <a:lnTo>
                    <a:pt x="2578882" y="125964"/>
                  </a:lnTo>
                  <a:lnTo>
                    <a:pt x="2585141" y="125964"/>
                  </a:lnTo>
                  <a:lnTo>
                    <a:pt x="2591401" y="125964"/>
                  </a:lnTo>
                  <a:lnTo>
                    <a:pt x="2597660" y="125964"/>
                  </a:lnTo>
                  <a:lnTo>
                    <a:pt x="2603920" y="125964"/>
                  </a:lnTo>
                  <a:lnTo>
                    <a:pt x="2610179" y="125964"/>
                  </a:lnTo>
                  <a:lnTo>
                    <a:pt x="2616438" y="125964"/>
                  </a:lnTo>
                  <a:lnTo>
                    <a:pt x="2622698" y="125964"/>
                  </a:lnTo>
                  <a:lnTo>
                    <a:pt x="2628957" y="125964"/>
                  </a:lnTo>
                  <a:lnTo>
                    <a:pt x="2635217" y="125964"/>
                  </a:lnTo>
                  <a:lnTo>
                    <a:pt x="2641476" y="125964"/>
                  </a:lnTo>
                  <a:lnTo>
                    <a:pt x="2647736" y="125964"/>
                  </a:lnTo>
                  <a:lnTo>
                    <a:pt x="2653995" y="125964"/>
                  </a:lnTo>
                  <a:lnTo>
                    <a:pt x="2660254" y="125964"/>
                  </a:lnTo>
                  <a:lnTo>
                    <a:pt x="2666514" y="125964"/>
                  </a:lnTo>
                  <a:lnTo>
                    <a:pt x="2672773" y="125964"/>
                  </a:lnTo>
                  <a:lnTo>
                    <a:pt x="2679033" y="125964"/>
                  </a:lnTo>
                  <a:lnTo>
                    <a:pt x="2685292" y="125964"/>
                  </a:lnTo>
                  <a:lnTo>
                    <a:pt x="2691552" y="125964"/>
                  </a:lnTo>
                  <a:lnTo>
                    <a:pt x="2697811" y="125964"/>
                  </a:lnTo>
                  <a:lnTo>
                    <a:pt x="2704070" y="125964"/>
                  </a:lnTo>
                  <a:lnTo>
                    <a:pt x="2710330" y="125964"/>
                  </a:lnTo>
                  <a:lnTo>
                    <a:pt x="2716589" y="125964"/>
                  </a:lnTo>
                  <a:lnTo>
                    <a:pt x="2722849" y="125964"/>
                  </a:lnTo>
                  <a:lnTo>
                    <a:pt x="2729108" y="125964"/>
                  </a:lnTo>
                  <a:lnTo>
                    <a:pt x="2735368" y="125964"/>
                  </a:lnTo>
                  <a:lnTo>
                    <a:pt x="2741627" y="125964"/>
                  </a:lnTo>
                  <a:lnTo>
                    <a:pt x="2747886" y="125964"/>
                  </a:lnTo>
                  <a:lnTo>
                    <a:pt x="2754146" y="125964"/>
                  </a:lnTo>
                  <a:lnTo>
                    <a:pt x="2760405" y="125964"/>
                  </a:lnTo>
                  <a:lnTo>
                    <a:pt x="2766665" y="125964"/>
                  </a:lnTo>
                  <a:lnTo>
                    <a:pt x="2772924" y="125964"/>
                  </a:lnTo>
                  <a:lnTo>
                    <a:pt x="2779184" y="125964"/>
                  </a:lnTo>
                  <a:lnTo>
                    <a:pt x="2785443" y="125964"/>
                  </a:lnTo>
                  <a:lnTo>
                    <a:pt x="2791702" y="125964"/>
                  </a:lnTo>
                  <a:lnTo>
                    <a:pt x="2797962" y="125964"/>
                  </a:lnTo>
                  <a:lnTo>
                    <a:pt x="2804221" y="125964"/>
                  </a:lnTo>
                  <a:lnTo>
                    <a:pt x="2810481" y="125964"/>
                  </a:lnTo>
                  <a:lnTo>
                    <a:pt x="2816740" y="125964"/>
                  </a:lnTo>
                  <a:lnTo>
                    <a:pt x="2822999" y="125964"/>
                  </a:lnTo>
                  <a:lnTo>
                    <a:pt x="2829259" y="125964"/>
                  </a:lnTo>
                  <a:lnTo>
                    <a:pt x="2835518" y="125964"/>
                  </a:lnTo>
                  <a:lnTo>
                    <a:pt x="2841778" y="125964"/>
                  </a:lnTo>
                  <a:lnTo>
                    <a:pt x="2848037" y="125964"/>
                  </a:lnTo>
                  <a:lnTo>
                    <a:pt x="2854297" y="125964"/>
                  </a:lnTo>
                  <a:lnTo>
                    <a:pt x="2860556" y="125964"/>
                  </a:lnTo>
                  <a:lnTo>
                    <a:pt x="2866815" y="125964"/>
                  </a:lnTo>
                  <a:lnTo>
                    <a:pt x="2873075" y="125964"/>
                  </a:lnTo>
                  <a:lnTo>
                    <a:pt x="2879334" y="125964"/>
                  </a:lnTo>
                  <a:lnTo>
                    <a:pt x="2885594" y="125964"/>
                  </a:lnTo>
                  <a:lnTo>
                    <a:pt x="2891853" y="125964"/>
                  </a:lnTo>
                  <a:lnTo>
                    <a:pt x="2898113" y="125964"/>
                  </a:lnTo>
                  <a:lnTo>
                    <a:pt x="2904372" y="125964"/>
                  </a:lnTo>
                  <a:lnTo>
                    <a:pt x="2910631" y="125964"/>
                  </a:lnTo>
                  <a:lnTo>
                    <a:pt x="2916891" y="125964"/>
                  </a:lnTo>
                  <a:lnTo>
                    <a:pt x="2923150" y="125964"/>
                  </a:lnTo>
                  <a:lnTo>
                    <a:pt x="2929410" y="125964"/>
                  </a:lnTo>
                  <a:lnTo>
                    <a:pt x="2935669" y="125964"/>
                  </a:lnTo>
                  <a:lnTo>
                    <a:pt x="2941929" y="125964"/>
                  </a:lnTo>
                  <a:lnTo>
                    <a:pt x="2948188" y="125964"/>
                  </a:lnTo>
                  <a:lnTo>
                    <a:pt x="2954447" y="125964"/>
                  </a:lnTo>
                  <a:lnTo>
                    <a:pt x="2960707" y="125964"/>
                  </a:lnTo>
                  <a:lnTo>
                    <a:pt x="2966966" y="125964"/>
                  </a:lnTo>
                  <a:lnTo>
                    <a:pt x="2973226" y="125964"/>
                  </a:lnTo>
                  <a:lnTo>
                    <a:pt x="2979485" y="125964"/>
                  </a:lnTo>
                  <a:lnTo>
                    <a:pt x="2985744" y="125964"/>
                  </a:lnTo>
                  <a:lnTo>
                    <a:pt x="2992004" y="125964"/>
                  </a:lnTo>
                  <a:lnTo>
                    <a:pt x="2998263" y="125964"/>
                  </a:lnTo>
                  <a:lnTo>
                    <a:pt x="3004523" y="125964"/>
                  </a:lnTo>
                  <a:lnTo>
                    <a:pt x="3010782" y="125964"/>
                  </a:lnTo>
                  <a:lnTo>
                    <a:pt x="3017042" y="125964"/>
                  </a:lnTo>
                  <a:lnTo>
                    <a:pt x="3023301" y="125964"/>
                  </a:lnTo>
                  <a:lnTo>
                    <a:pt x="3029560" y="125964"/>
                  </a:lnTo>
                  <a:lnTo>
                    <a:pt x="3035820" y="125964"/>
                  </a:lnTo>
                  <a:lnTo>
                    <a:pt x="3042079" y="125964"/>
                  </a:lnTo>
                  <a:lnTo>
                    <a:pt x="3048339" y="125964"/>
                  </a:lnTo>
                  <a:lnTo>
                    <a:pt x="3054598" y="125964"/>
                  </a:lnTo>
                  <a:lnTo>
                    <a:pt x="3060858" y="125964"/>
                  </a:lnTo>
                  <a:lnTo>
                    <a:pt x="3067117" y="125964"/>
                  </a:lnTo>
                  <a:lnTo>
                    <a:pt x="3073376" y="125964"/>
                  </a:lnTo>
                  <a:lnTo>
                    <a:pt x="3079636" y="125964"/>
                  </a:lnTo>
                  <a:lnTo>
                    <a:pt x="3085895" y="125964"/>
                  </a:lnTo>
                  <a:lnTo>
                    <a:pt x="3092155" y="125964"/>
                  </a:lnTo>
                  <a:lnTo>
                    <a:pt x="3098414" y="125964"/>
                  </a:lnTo>
                  <a:lnTo>
                    <a:pt x="3104674" y="125964"/>
                  </a:lnTo>
                  <a:lnTo>
                    <a:pt x="3110933" y="125964"/>
                  </a:lnTo>
                  <a:lnTo>
                    <a:pt x="3117192" y="125964"/>
                  </a:lnTo>
                  <a:lnTo>
                    <a:pt x="3123452" y="125964"/>
                  </a:lnTo>
                  <a:lnTo>
                    <a:pt x="3129711" y="125964"/>
                  </a:lnTo>
                  <a:lnTo>
                    <a:pt x="3135971" y="125964"/>
                  </a:lnTo>
                  <a:lnTo>
                    <a:pt x="3142230" y="125964"/>
                  </a:lnTo>
                  <a:lnTo>
                    <a:pt x="3148489" y="125964"/>
                  </a:lnTo>
                  <a:lnTo>
                    <a:pt x="3154749" y="125964"/>
                  </a:lnTo>
                  <a:lnTo>
                    <a:pt x="3161008" y="125964"/>
                  </a:lnTo>
                  <a:lnTo>
                    <a:pt x="3167268" y="125964"/>
                  </a:lnTo>
                  <a:lnTo>
                    <a:pt x="3173527" y="125964"/>
                  </a:lnTo>
                  <a:lnTo>
                    <a:pt x="3179787" y="125964"/>
                  </a:lnTo>
                  <a:lnTo>
                    <a:pt x="3186046" y="125964"/>
                  </a:lnTo>
                  <a:lnTo>
                    <a:pt x="3192305" y="125964"/>
                  </a:lnTo>
                  <a:lnTo>
                    <a:pt x="3198565" y="125964"/>
                  </a:lnTo>
                  <a:lnTo>
                    <a:pt x="3192305" y="125964"/>
                  </a:lnTo>
                  <a:lnTo>
                    <a:pt x="3186046" y="125964"/>
                  </a:lnTo>
                  <a:lnTo>
                    <a:pt x="3179787" y="125964"/>
                  </a:lnTo>
                  <a:lnTo>
                    <a:pt x="3173527" y="125964"/>
                  </a:lnTo>
                  <a:lnTo>
                    <a:pt x="3167268" y="125964"/>
                  </a:lnTo>
                  <a:lnTo>
                    <a:pt x="3161008" y="125964"/>
                  </a:lnTo>
                  <a:lnTo>
                    <a:pt x="3154749" y="125964"/>
                  </a:lnTo>
                  <a:lnTo>
                    <a:pt x="3148489" y="125964"/>
                  </a:lnTo>
                  <a:lnTo>
                    <a:pt x="3142230" y="125964"/>
                  </a:lnTo>
                  <a:lnTo>
                    <a:pt x="3135971" y="125964"/>
                  </a:lnTo>
                  <a:lnTo>
                    <a:pt x="3129711" y="125964"/>
                  </a:lnTo>
                  <a:lnTo>
                    <a:pt x="3123452" y="125964"/>
                  </a:lnTo>
                  <a:lnTo>
                    <a:pt x="3117192" y="125964"/>
                  </a:lnTo>
                  <a:lnTo>
                    <a:pt x="3110933" y="125964"/>
                  </a:lnTo>
                  <a:lnTo>
                    <a:pt x="3104674" y="125964"/>
                  </a:lnTo>
                  <a:lnTo>
                    <a:pt x="3098414" y="125964"/>
                  </a:lnTo>
                  <a:lnTo>
                    <a:pt x="3092155" y="125964"/>
                  </a:lnTo>
                  <a:lnTo>
                    <a:pt x="3085895" y="125964"/>
                  </a:lnTo>
                  <a:lnTo>
                    <a:pt x="3079636" y="125964"/>
                  </a:lnTo>
                  <a:lnTo>
                    <a:pt x="3073376" y="125964"/>
                  </a:lnTo>
                  <a:lnTo>
                    <a:pt x="3067117" y="125964"/>
                  </a:lnTo>
                  <a:lnTo>
                    <a:pt x="3060858" y="125964"/>
                  </a:lnTo>
                  <a:lnTo>
                    <a:pt x="3054598" y="125964"/>
                  </a:lnTo>
                  <a:lnTo>
                    <a:pt x="3048339" y="125964"/>
                  </a:lnTo>
                  <a:lnTo>
                    <a:pt x="3042079" y="125964"/>
                  </a:lnTo>
                  <a:lnTo>
                    <a:pt x="3035820" y="125964"/>
                  </a:lnTo>
                  <a:lnTo>
                    <a:pt x="3029560" y="125964"/>
                  </a:lnTo>
                  <a:lnTo>
                    <a:pt x="3023301" y="125964"/>
                  </a:lnTo>
                  <a:lnTo>
                    <a:pt x="3017042" y="125964"/>
                  </a:lnTo>
                  <a:lnTo>
                    <a:pt x="3010782" y="125964"/>
                  </a:lnTo>
                  <a:lnTo>
                    <a:pt x="3004523" y="125964"/>
                  </a:lnTo>
                  <a:lnTo>
                    <a:pt x="2998263" y="125964"/>
                  </a:lnTo>
                  <a:lnTo>
                    <a:pt x="2992004" y="125964"/>
                  </a:lnTo>
                  <a:lnTo>
                    <a:pt x="2985744" y="125964"/>
                  </a:lnTo>
                  <a:lnTo>
                    <a:pt x="2979485" y="125964"/>
                  </a:lnTo>
                  <a:lnTo>
                    <a:pt x="2973226" y="125964"/>
                  </a:lnTo>
                  <a:lnTo>
                    <a:pt x="2966966" y="125964"/>
                  </a:lnTo>
                  <a:lnTo>
                    <a:pt x="2960707" y="125964"/>
                  </a:lnTo>
                  <a:lnTo>
                    <a:pt x="2954447" y="125964"/>
                  </a:lnTo>
                  <a:lnTo>
                    <a:pt x="2948188" y="125964"/>
                  </a:lnTo>
                  <a:lnTo>
                    <a:pt x="2941929" y="125964"/>
                  </a:lnTo>
                  <a:lnTo>
                    <a:pt x="2935669" y="125964"/>
                  </a:lnTo>
                  <a:lnTo>
                    <a:pt x="2929410" y="125964"/>
                  </a:lnTo>
                  <a:lnTo>
                    <a:pt x="2923150" y="125964"/>
                  </a:lnTo>
                  <a:lnTo>
                    <a:pt x="2916891" y="125964"/>
                  </a:lnTo>
                  <a:lnTo>
                    <a:pt x="2910631" y="125964"/>
                  </a:lnTo>
                  <a:lnTo>
                    <a:pt x="2904372" y="125964"/>
                  </a:lnTo>
                  <a:lnTo>
                    <a:pt x="2898113" y="125964"/>
                  </a:lnTo>
                  <a:lnTo>
                    <a:pt x="2891853" y="125964"/>
                  </a:lnTo>
                  <a:lnTo>
                    <a:pt x="2885594" y="125964"/>
                  </a:lnTo>
                  <a:lnTo>
                    <a:pt x="2879334" y="125964"/>
                  </a:lnTo>
                  <a:lnTo>
                    <a:pt x="2873075" y="125964"/>
                  </a:lnTo>
                  <a:lnTo>
                    <a:pt x="2866815" y="125964"/>
                  </a:lnTo>
                  <a:lnTo>
                    <a:pt x="2860556" y="125964"/>
                  </a:lnTo>
                  <a:lnTo>
                    <a:pt x="2854297" y="125964"/>
                  </a:lnTo>
                  <a:lnTo>
                    <a:pt x="2848037" y="125964"/>
                  </a:lnTo>
                  <a:lnTo>
                    <a:pt x="2841778" y="125964"/>
                  </a:lnTo>
                  <a:lnTo>
                    <a:pt x="2835518" y="125964"/>
                  </a:lnTo>
                  <a:lnTo>
                    <a:pt x="2829259" y="125964"/>
                  </a:lnTo>
                  <a:lnTo>
                    <a:pt x="2822999" y="125964"/>
                  </a:lnTo>
                  <a:lnTo>
                    <a:pt x="2816740" y="125964"/>
                  </a:lnTo>
                  <a:lnTo>
                    <a:pt x="2810481" y="125964"/>
                  </a:lnTo>
                  <a:lnTo>
                    <a:pt x="2804221" y="125964"/>
                  </a:lnTo>
                  <a:lnTo>
                    <a:pt x="2797962" y="125964"/>
                  </a:lnTo>
                  <a:lnTo>
                    <a:pt x="2791702" y="125964"/>
                  </a:lnTo>
                  <a:lnTo>
                    <a:pt x="2785443" y="125964"/>
                  </a:lnTo>
                  <a:lnTo>
                    <a:pt x="2779184" y="125964"/>
                  </a:lnTo>
                  <a:lnTo>
                    <a:pt x="2772924" y="125964"/>
                  </a:lnTo>
                  <a:lnTo>
                    <a:pt x="2766665" y="125964"/>
                  </a:lnTo>
                  <a:lnTo>
                    <a:pt x="2760405" y="125964"/>
                  </a:lnTo>
                  <a:lnTo>
                    <a:pt x="2754146" y="125964"/>
                  </a:lnTo>
                  <a:lnTo>
                    <a:pt x="2747886" y="125964"/>
                  </a:lnTo>
                  <a:lnTo>
                    <a:pt x="2741627" y="125964"/>
                  </a:lnTo>
                  <a:lnTo>
                    <a:pt x="2735368" y="125964"/>
                  </a:lnTo>
                  <a:lnTo>
                    <a:pt x="2729108" y="125964"/>
                  </a:lnTo>
                  <a:lnTo>
                    <a:pt x="2722849" y="125964"/>
                  </a:lnTo>
                  <a:lnTo>
                    <a:pt x="2716589" y="125964"/>
                  </a:lnTo>
                  <a:lnTo>
                    <a:pt x="2710330" y="125964"/>
                  </a:lnTo>
                  <a:lnTo>
                    <a:pt x="2704070" y="125964"/>
                  </a:lnTo>
                  <a:lnTo>
                    <a:pt x="2697811" y="125964"/>
                  </a:lnTo>
                  <a:lnTo>
                    <a:pt x="2691552" y="125964"/>
                  </a:lnTo>
                  <a:lnTo>
                    <a:pt x="2685292" y="125964"/>
                  </a:lnTo>
                  <a:lnTo>
                    <a:pt x="2679033" y="125964"/>
                  </a:lnTo>
                  <a:lnTo>
                    <a:pt x="2672773" y="125964"/>
                  </a:lnTo>
                  <a:lnTo>
                    <a:pt x="2666514" y="125964"/>
                  </a:lnTo>
                  <a:lnTo>
                    <a:pt x="2660254" y="125964"/>
                  </a:lnTo>
                  <a:lnTo>
                    <a:pt x="2653995" y="125964"/>
                  </a:lnTo>
                  <a:lnTo>
                    <a:pt x="2647736" y="125964"/>
                  </a:lnTo>
                  <a:lnTo>
                    <a:pt x="2641476" y="125964"/>
                  </a:lnTo>
                  <a:lnTo>
                    <a:pt x="2635217" y="125964"/>
                  </a:lnTo>
                  <a:lnTo>
                    <a:pt x="2628957" y="125964"/>
                  </a:lnTo>
                  <a:lnTo>
                    <a:pt x="2622698" y="125964"/>
                  </a:lnTo>
                  <a:lnTo>
                    <a:pt x="2616438" y="125964"/>
                  </a:lnTo>
                  <a:lnTo>
                    <a:pt x="2610179" y="125964"/>
                  </a:lnTo>
                  <a:lnTo>
                    <a:pt x="2603920" y="125964"/>
                  </a:lnTo>
                  <a:lnTo>
                    <a:pt x="2597660" y="125964"/>
                  </a:lnTo>
                  <a:lnTo>
                    <a:pt x="2591401" y="125964"/>
                  </a:lnTo>
                  <a:lnTo>
                    <a:pt x="2585141" y="125964"/>
                  </a:lnTo>
                  <a:lnTo>
                    <a:pt x="2578882" y="125964"/>
                  </a:lnTo>
                  <a:lnTo>
                    <a:pt x="2572623" y="125964"/>
                  </a:lnTo>
                  <a:lnTo>
                    <a:pt x="2566363" y="125964"/>
                  </a:lnTo>
                  <a:lnTo>
                    <a:pt x="2560104" y="125964"/>
                  </a:lnTo>
                  <a:lnTo>
                    <a:pt x="2553844" y="125964"/>
                  </a:lnTo>
                  <a:lnTo>
                    <a:pt x="2547585" y="125964"/>
                  </a:lnTo>
                  <a:lnTo>
                    <a:pt x="2541325" y="125964"/>
                  </a:lnTo>
                  <a:lnTo>
                    <a:pt x="2535066" y="125964"/>
                  </a:lnTo>
                  <a:lnTo>
                    <a:pt x="2528807" y="125964"/>
                  </a:lnTo>
                  <a:lnTo>
                    <a:pt x="2522547" y="125964"/>
                  </a:lnTo>
                  <a:lnTo>
                    <a:pt x="2516288" y="125964"/>
                  </a:lnTo>
                  <a:lnTo>
                    <a:pt x="2510028" y="125964"/>
                  </a:lnTo>
                  <a:lnTo>
                    <a:pt x="2503769" y="125964"/>
                  </a:lnTo>
                  <a:lnTo>
                    <a:pt x="2497509" y="125964"/>
                  </a:lnTo>
                  <a:lnTo>
                    <a:pt x="2491250" y="125964"/>
                  </a:lnTo>
                  <a:lnTo>
                    <a:pt x="2484991" y="125964"/>
                  </a:lnTo>
                  <a:lnTo>
                    <a:pt x="2478731" y="125964"/>
                  </a:lnTo>
                  <a:lnTo>
                    <a:pt x="2472472" y="125964"/>
                  </a:lnTo>
                  <a:lnTo>
                    <a:pt x="2466212" y="125964"/>
                  </a:lnTo>
                  <a:lnTo>
                    <a:pt x="2459953" y="125964"/>
                  </a:lnTo>
                  <a:lnTo>
                    <a:pt x="2453693" y="125964"/>
                  </a:lnTo>
                  <a:lnTo>
                    <a:pt x="2447434" y="125964"/>
                  </a:lnTo>
                  <a:lnTo>
                    <a:pt x="2441175" y="125964"/>
                  </a:lnTo>
                  <a:lnTo>
                    <a:pt x="2434915" y="125964"/>
                  </a:lnTo>
                  <a:lnTo>
                    <a:pt x="2428656" y="125964"/>
                  </a:lnTo>
                  <a:lnTo>
                    <a:pt x="2422396" y="125964"/>
                  </a:lnTo>
                  <a:lnTo>
                    <a:pt x="2416137" y="125964"/>
                  </a:lnTo>
                  <a:lnTo>
                    <a:pt x="2409878" y="125964"/>
                  </a:lnTo>
                  <a:lnTo>
                    <a:pt x="2403618" y="125964"/>
                  </a:lnTo>
                  <a:lnTo>
                    <a:pt x="2397359" y="125964"/>
                  </a:lnTo>
                  <a:lnTo>
                    <a:pt x="2391099" y="125964"/>
                  </a:lnTo>
                  <a:lnTo>
                    <a:pt x="2384840" y="125964"/>
                  </a:lnTo>
                  <a:lnTo>
                    <a:pt x="2378580" y="125964"/>
                  </a:lnTo>
                  <a:lnTo>
                    <a:pt x="2372321" y="125964"/>
                  </a:lnTo>
                  <a:lnTo>
                    <a:pt x="2366062" y="125964"/>
                  </a:lnTo>
                  <a:lnTo>
                    <a:pt x="2359802" y="125964"/>
                  </a:lnTo>
                  <a:lnTo>
                    <a:pt x="2353543" y="125964"/>
                  </a:lnTo>
                  <a:lnTo>
                    <a:pt x="2347283" y="125964"/>
                  </a:lnTo>
                  <a:lnTo>
                    <a:pt x="2341024" y="125964"/>
                  </a:lnTo>
                  <a:lnTo>
                    <a:pt x="2334764" y="125964"/>
                  </a:lnTo>
                  <a:lnTo>
                    <a:pt x="2328505" y="125964"/>
                  </a:lnTo>
                  <a:lnTo>
                    <a:pt x="2322246" y="125964"/>
                  </a:lnTo>
                  <a:lnTo>
                    <a:pt x="2315986" y="125964"/>
                  </a:lnTo>
                  <a:lnTo>
                    <a:pt x="2309727" y="125964"/>
                  </a:lnTo>
                  <a:lnTo>
                    <a:pt x="2303467" y="125964"/>
                  </a:lnTo>
                  <a:lnTo>
                    <a:pt x="2297208" y="125964"/>
                  </a:lnTo>
                  <a:lnTo>
                    <a:pt x="2290948" y="125964"/>
                  </a:lnTo>
                  <a:lnTo>
                    <a:pt x="2284689" y="125964"/>
                  </a:lnTo>
                  <a:lnTo>
                    <a:pt x="2278430" y="125964"/>
                  </a:lnTo>
                  <a:lnTo>
                    <a:pt x="2272170" y="125964"/>
                  </a:lnTo>
                  <a:lnTo>
                    <a:pt x="2265911" y="125964"/>
                  </a:lnTo>
                  <a:lnTo>
                    <a:pt x="2259651" y="125964"/>
                  </a:lnTo>
                  <a:lnTo>
                    <a:pt x="2253392" y="125964"/>
                  </a:lnTo>
                  <a:lnTo>
                    <a:pt x="2247133" y="125964"/>
                  </a:lnTo>
                  <a:lnTo>
                    <a:pt x="2240873" y="125964"/>
                  </a:lnTo>
                  <a:lnTo>
                    <a:pt x="2234614" y="125964"/>
                  </a:lnTo>
                  <a:lnTo>
                    <a:pt x="2228354" y="125964"/>
                  </a:lnTo>
                  <a:lnTo>
                    <a:pt x="2222095" y="125964"/>
                  </a:lnTo>
                  <a:lnTo>
                    <a:pt x="2215835" y="125964"/>
                  </a:lnTo>
                  <a:lnTo>
                    <a:pt x="2209576" y="125964"/>
                  </a:lnTo>
                  <a:lnTo>
                    <a:pt x="2203317" y="125964"/>
                  </a:lnTo>
                  <a:lnTo>
                    <a:pt x="2197057" y="125964"/>
                  </a:lnTo>
                  <a:lnTo>
                    <a:pt x="2190798" y="125964"/>
                  </a:lnTo>
                  <a:lnTo>
                    <a:pt x="2184538" y="125964"/>
                  </a:lnTo>
                  <a:lnTo>
                    <a:pt x="2178279" y="125964"/>
                  </a:lnTo>
                  <a:lnTo>
                    <a:pt x="2172019" y="125964"/>
                  </a:lnTo>
                  <a:lnTo>
                    <a:pt x="2165760" y="125964"/>
                  </a:lnTo>
                  <a:lnTo>
                    <a:pt x="2159501" y="125964"/>
                  </a:lnTo>
                  <a:lnTo>
                    <a:pt x="2153241" y="125964"/>
                  </a:lnTo>
                  <a:lnTo>
                    <a:pt x="2146982" y="125964"/>
                  </a:lnTo>
                  <a:lnTo>
                    <a:pt x="2140722" y="125964"/>
                  </a:lnTo>
                  <a:lnTo>
                    <a:pt x="2134463" y="125964"/>
                  </a:lnTo>
                  <a:lnTo>
                    <a:pt x="2128203" y="125964"/>
                  </a:lnTo>
                  <a:lnTo>
                    <a:pt x="2121944" y="125964"/>
                  </a:lnTo>
                  <a:lnTo>
                    <a:pt x="2115685" y="125964"/>
                  </a:lnTo>
                  <a:lnTo>
                    <a:pt x="2109425" y="125964"/>
                  </a:lnTo>
                  <a:lnTo>
                    <a:pt x="2103166" y="125964"/>
                  </a:lnTo>
                  <a:lnTo>
                    <a:pt x="2096906" y="125964"/>
                  </a:lnTo>
                  <a:lnTo>
                    <a:pt x="2090647" y="125964"/>
                  </a:lnTo>
                  <a:lnTo>
                    <a:pt x="2084388" y="125964"/>
                  </a:lnTo>
                  <a:lnTo>
                    <a:pt x="2078128" y="125964"/>
                  </a:lnTo>
                  <a:lnTo>
                    <a:pt x="2071869" y="125964"/>
                  </a:lnTo>
                  <a:lnTo>
                    <a:pt x="2065609" y="125964"/>
                  </a:lnTo>
                  <a:lnTo>
                    <a:pt x="2059350" y="125964"/>
                  </a:lnTo>
                  <a:lnTo>
                    <a:pt x="2053090" y="125964"/>
                  </a:lnTo>
                  <a:lnTo>
                    <a:pt x="2046831" y="125964"/>
                  </a:lnTo>
                  <a:lnTo>
                    <a:pt x="2040572" y="125964"/>
                  </a:lnTo>
                  <a:lnTo>
                    <a:pt x="2034312" y="125964"/>
                  </a:lnTo>
                  <a:lnTo>
                    <a:pt x="2028053" y="125964"/>
                  </a:lnTo>
                  <a:lnTo>
                    <a:pt x="2021793" y="125964"/>
                  </a:lnTo>
                  <a:lnTo>
                    <a:pt x="2015534" y="125964"/>
                  </a:lnTo>
                  <a:lnTo>
                    <a:pt x="2009274" y="125964"/>
                  </a:lnTo>
                  <a:lnTo>
                    <a:pt x="2003015" y="125964"/>
                  </a:lnTo>
                  <a:lnTo>
                    <a:pt x="1996756" y="125964"/>
                  </a:lnTo>
                  <a:lnTo>
                    <a:pt x="1990496" y="125964"/>
                  </a:lnTo>
                  <a:lnTo>
                    <a:pt x="1984237" y="125964"/>
                  </a:lnTo>
                  <a:lnTo>
                    <a:pt x="1977977" y="125964"/>
                  </a:lnTo>
                  <a:lnTo>
                    <a:pt x="1971718" y="125964"/>
                  </a:lnTo>
                  <a:lnTo>
                    <a:pt x="1965458" y="125964"/>
                  </a:lnTo>
                  <a:lnTo>
                    <a:pt x="1959199" y="125964"/>
                  </a:lnTo>
                  <a:lnTo>
                    <a:pt x="1952940" y="125964"/>
                  </a:lnTo>
                  <a:lnTo>
                    <a:pt x="1946680" y="125964"/>
                  </a:lnTo>
                  <a:lnTo>
                    <a:pt x="1940421" y="125964"/>
                  </a:lnTo>
                  <a:lnTo>
                    <a:pt x="1934161" y="125964"/>
                  </a:lnTo>
                  <a:lnTo>
                    <a:pt x="1927902" y="125964"/>
                  </a:lnTo>
                  <a:lnTo>
                    <a:pt x="1921642" y="125964"/>
                  </a:lnTo>
                  <a:lnTo>
                    <a:pt x="1915383" y="125964"/>
                  </a:lnTo>
                  <a:lnTo>
                    <a:pt x="1909124" y="125964"/>
                  </a:lnTo>
                  <a:lnTo>
                    <a:pt x="1902864" y="125964"/>
                  </a:lnTo>
                  <a:lnTo>
                    <a:pt x="1896605" y="125964"/>
                  </a:lnTo>
                  <a:lnTo>
                    <a:pt x="1890345" y="125964"/>
                  </a:lnTo>
                  <a:lnTo>
                    <a:pt x="1884086" y="125964"/>
                  </a:lnTo>
                  <a:lnTo>
                    <a:pt x="1877827" y="125964"/>
                  </a:lnTo>
                  <a:lnTo>
                    <a:pt x="1871567" y="125964"/>
                  </a:lnTo>
                  <a:lnTo>
                    <a:pt x="1865308" y="125964"/>
                  </a:lnTo>
                  <a:lnTo>
                    <a:pt x="1859048" y="125964"/>
                  </a:lnTo>
                  <a:lnTo>
                    <a:pt x="1852789" y="125964"/>
                  </a:lnTo>
                  <a:lnTo>
                    <a:pt x="1846529" y="125964"/>
                  </a:lnTo>
                  <a:lnTo>
                    <a:pt x="1840270" y="125964"/>
                  </a:lnTo>
                  <a:lnTo>
                    <a:pt x="1834011" y="125964"/>
                  </a:lnTo>
                  <a:lnTo>
                    <a:pt x="1827751" y="125964"/>
                  </a:lnTo>
                  <a:lnTo>
                    <a:pt x="1821492" y="125964"/>
                  </a:lnTo>
                  <a:lnTo>
                    <a:pt x="1815232" y="125964"/>
                  </a:lnTo>
                  <a:lnTo>
                    <a:pt x="1808973" y="125964"/>
                  </a:lnTo>
                  <a:lnTo>
                    <a:pt x="1802713" y="125964"/>
                  </a:lnTo>
                  <a:lnTo>
                    <a:pt x="1796454" y="125964"/>
                  </a:lnTo>
                  <a:lnTo>
                    <a:pt x="1790195" y="125964"/>
                  </a:lnTo>
                  <a:lnTo>
                    <a:pt x="1783935" y="125964"/>
                  </a:lnTo>
                  <a:lnTo>
                    <a:pt x="1777676" y="125964"/>
                  </a:lnTo>
                  <a:lnTo>
                    <a:pt x="1771416" y="125964"/>
                  </a:lnTo>
                  <a:lnTo>
                    <a:pt x="1765157" y="125964"/>
                  </a:lnTo>
                  <a:lnTo>
                    <a:pt x="1758897" y="125964"/>
                  </a:lnTo>
                  <a:lnTo>
                    <a:pt x="1752638" y="125964"/>
                  </a:lnTo>
                  <a:lnTo>
                    <a:pt x="1746379" y="125964"/>
                  </a:lnTo>
                  <a:lnTo>
                    <a:pt x="1740119" y="125964"/>
                  </a:lnTo>
                  <a:lnTo>
                    <a:pt x="1733860" y="125964"/>
                  </a:lnTo>
                  <a:lnTo>
                    <a:pt x="1727600" y="125964"/>
                  </a:lnTo>
                  <a:lnTo>
                    <a:pt x="1721341" y="125964"/>
                  </a:lnTo>
                  <a:lnTo>
                    <a:pt x="1715082" y="125964"/>
                  </a:lnTo>
                  <a:lnTo>
                    <a:pt x="1708822" y="125964"/>
                  </a:lnTo>
                  <a:lnTo>
                    <a:pt x="1702563" y="125964"/>
                  </a:lnTo>
                  <a:lnTo>
                    <a:pt x="1696303" y="125964"/>
                  </a:lnTo>
                  <a:lnTo>
                    <a:pt x="1690044" y="125964"/>
                  </a:lnTo>
                  <a:lnTo>
                    <a:pt x="1683784" y="125964"/>
                  </a:lnTo>
                  <a:lnTo>
                    <a:pt x="1677525" y="125964"/>
                  </a:lnTo>
                  <a:lnTo>
                    <a:pt x="1671266" y="125964"/>
                  </a:lnTo>
                  <a:lnTo>
                    <a:pt x="1665006" y="125964"/>
                  </a:lnTo>
                  <a:lnTo>
                    <a:pt x="1658747" y="125964"/>
                  </a:lnTo>
                  <a:lnTo>
                    <a:pt x="1652487" y="125964"/>
                  </a:lnTo>
                  <a:lnTo>
                    <a:pt x="1646228" y="125964"/>
                  </a:lnTo>
                  <a:lnTo>
                    <a:pt x="1639968" y="125964"/>
                  </a:lnTo>
                  <a:lnTo>
                    <a:pt x="1633709" y="125964"/>
                  </a:lnTo>
                  <a:lnTo>
                    <a:pt x="1627450" y="125964"/>
                  </a:lnTo>
                  <a:lnTo>
                    <a:pt x="1621190" y="125964"/>
                  </a:lnTo>
                  <a:lnTo>
                    <a:pt x="1614931" y="125964"/>
                  </a:lnTo>
                  <a:lnTo>
                    <a:pt x="1608671" y="125964"/>
                  </a:lnTo>
                  <a:lnTo>
                    <a:pt x="1602412" y="125964"/>
                  </a:lnTo>
                  <a:lnTo>
                    <a:pt x="1596152" y="125964"/>
                  </a:lnTo>
                  <a:lnTo>
                    <a:pt x="1589893" y="125964"/>
                  </a:lnTo>
                  <a:lnTo>
                    <a:pt x="1583634" y="125964"/>
                  </a:lnTo>
                  <a:lnTo>
                    <a:pt x="1577374" y="125964"/>
                  </a:lnTo>
                  <a:lnTo>
                    <a:pt x="1571115" y="125964"/>
                  </a:lnTo>
                  <a:lnTo>
                    <a:pt x="1564855" y="125964"/>
                  </a:lnTo>
                  <a:lnTo>
                    <a:pt x="1558596" y="125964"/>
                  </a:lnTo>
                  <a:lnTo>
                    <a:pt x="1552337" y="125964"/>
                  </a:lnTo>
                  <a:lnTo>
                    <a:pt x="1546077" y="125964"/>
                  </a:lnTo>
                  <a:lnTo>
                    <a:pt x="1539818" y="125964"/>
                  </a:lnTo>
                  <a:lnTo>
                    <a:pt x="1533558" y="125964"/>
                  </a:lnTo>
                  <a:lnTo>
                    <a:pt x="1527299" y="125964"/>
                  </a:lnTo>
                  <a:lnTo>
                    <a:pt x="1521039" y="125964"/>
                  </a:lnTo>
                  <a:lnTo>
                    <a:pt x="1514780" y="125964"/>
                  </a:lnTo>
                  <a:lnTo>
                    <a:pt x="1508521" y="125964"/>
                  </a:lnTo>
                  <a:lnTo>
                    <a:pt x="1502261" y="125964"/>
                  </a:lnTo>
                  <a:lnTo>
                    <a:pt x="1496002" y="125964"/>
                  </a:lnTo>
                  <a:lnTo>
                    <a:pt x="1489742" y="125964"/>
                  </a:lnTo>
                  <a:lnTo>
                    <a:pt x="1483483" y="125964"/>
                  </a:lnTo>
                  <a:lnTo>
                    <a:pt x="1477223" y="125964"/>
                  </a:lnTo>
                  <a:lnTo>
                    <a:pt x="1470964" y="125964"/>
                  </a:lnTo>
                  <a:lnTo>
                    <a:pt x="1464705" y="125964"/>
                  </a:lnTo>
                  <a:lnTo>
                    <a:pt x="1458445" y="125964"/>
                  </a:lnTo>
                  <a:lnTo>
                    <a:pt x="1452186" y="125964"/>
                  </a:lnTo>
                  <a:lnTo>
                    <a:pt x="1445926" y="125964"/>
                  </a:lnTo>
                  <a:lnTo>
                    <a:pt x="1439667" y="125964"/>
                  </a:lnTo>
                  <a:lnTo>
                    <a:pt x="1433407" y="125964"/>
                  </a:lnTo>
                  <a:lnTo>
                    <a:pt x="1427148" y="125964"/>
                  </a:lnTo>
                  <a:lnTo>
                    <a:pt x="1420889" y="125964"/>
                  </a:lnTo>
                  <a:lnTo>
                    <a:pt x="1414629" y="125964"/>
                  </a:lnTo>
                  <a:lnTo>
                    <a:pt x="1408370" y="125964"/>
                  </a:lnTo>
                  <a:lnTo>
                    <a:pt x="1402110" y="125964"/>
                  </a:lnTo>
                  <a:lnTo>
                    <a:pt x="1395851" y="125964"/>
                  </a:lnTo>
                  <a:lnTo>
                    <a:pt x="1389592" y="125964"/>
                  </a:lnTo>
                  <a:lnTo>
                    <a:pt x="1383332" y="125964"/>
                  </a:lnTo>
                  <a:lnTo>
                    <a:pt x="1377073" y="125964"/>
                  </a:lnTo>
                  <a:lnTo>
                    <a:pt x="1370813" y="125964"/>
                  </a:lnTo>
                  <a:lnTo>
                    <a:pt x="1364554" y="125964"/>
                  </a:lnTo>
                  <a:lnTo>
                    <a:pt x="1358294" y="125964"/>
                  </a:lnTo>
                  <a:lnTo>
                    <a:pt x="1352035" y="125964"/>
                  </a:lnTo>
                  <a:lnTo>
                    <a:pt x="1345776" y="125964"/>
                  </a:lnTo>
                  <a:lnTo>
                    <a:pt x="1339516" y="125964"/>
                  </a:lnTo>
                  <a:lnTo>
                    <a:pt x="1333257" y="125964"/>
                  </a:lnTo>
                  <a:lnTo>
                    <a:pt x="1326997" y="125964"/>
                  </a:lnTo>
                  <a:lnTo>
                    <a:pt x="1320738" y="125964"/>
                  </a:lnTo>
                  <a:lnTo>
                    <a:pt x="1314478" y="125964"/>
                  </a:lnTo>
                  <a:lnTo>
                    <a:pt x="1308219" y="125964"/>
                  </a:lnTo>
                  <a:lnTo>
                    <a:pt x="1301960" y="125964"/>
                  </a:lnTo>
                  <a:lnTo>
                    <a:pt x="1295700" y="125964"/>
                  </a:lnTo>
                  <a:lnTo>
                    <a:pt x="1289441" y="125964"/>
                  </a:lnTo>
                  <a:lnTo>
                    <a:pt x="1283181" y="125964"/>
                  </a:lnTo>
                  <a:lnTo>
                    <a:pt x="1276922" y="125964"/>
                  </a:lnTo>
                  <a:lnTo>
                    <a:pt x="1270662" y="125964"/>
                  </a:lnTo>
                  <a:lnTo>
                    <a:pt x="1264403" y="125964"/>
                  </a:lnTo>
                  <a:lnTo>
                    <a:pt x="1258144" y="125964"/>
                  </a:lnTo>
                  <a:lnTo>
                    <a:pt x="1251884" y="125964"/>
                  </a:lnTo>
                  <a:lnTo>
                    <a:pt x="1245625" y="125964"/>
                  </a:lnTo>
                  <a:lnTo>
                    <a:pt x="1239365" y="125964"/>
                  </a:lnTo>
                  <a:lnTo>
                    <a:pt x="1233106" y="125964"/>
                  </a:lnTo>
                  <a:lnTo>
                    <a:pt x="1226846" y="125964"/>
                  </a:lnTo>
                  <a:lnTo>
                    <a:pt x="1220587" y="125964"/>
                  </a:lnTo>
                  <a:lnTo>
                    <a:pt x="1214328" y="125964"/>
                  </a:lnTo>
                  <a:lnTo>
                    <a:pt x="1208068" y="125964"/>
                  </a:lnTo>
                  <a:lnTo>
                    <a:pt x="1201809" y="125964"/>
                  </a:lnTo>
                  <a:lnTo>
                    <a:pt x="1195549" y="125964"/>
                  </a:lnTo>
                  <a:lnTo>
                    <a:pt x="1189290" y="125964"/>
                  </a:lnTo>
                  <a:lnTo>
                    <a:pt x="1183031" y="125964"/>
                  </a:lnTo>
                  <a:lnTo>
                    <a:pt x="1176771" y="125964"/>
                  </a:lnTo>
                  <a:lnTo>
                    <a:pt x="1170512" y="125964"/>
                  </a:lnTo>
                  <a:lnTo>
                    <a:pt x="1164252" y="125964"/>
                  </a:lnTo>
                  <a:lnTo>
                    <a:pt x="1157993" y="125964"/>
                  </a:lnTo>
                  <a:lnTo>
                    <a:pt x="1151733" y="125964"/>
                  </a:lnTo>
                  <a:lnTo>
                    <a:pt x="1145474" y="125964"/>
                  </a:lnTo>
                  <a:lnTo>
                    <a:pt x="1139215" y="125964"/>
                  </a:lnTo>
                  <a:lnTo>
                    <a:pt x="1132955" y="125964"/>
                  </a:lnTo>
                  <a:lnTo>
                    <a:pt x="1126696" y="125964"/>
                  </a:lnTo>
                  <a:lnTo>
                    <a:pt x="1120436" y="125964"/>
                  </a:lnTo>
                  <a:lnTo>
                    <a:pt x="1114177" y="125964"/>
                  </a:lnTo>
                  <a:lnTo>
                    <a:pt x="1107917" y="125964"/>
                  </a:lnTo>
                  <a:lnTo>
                    <a:pt x="1101658" y="125964"/>
                  </a:lnTo>
                  <a:lnTo>
                    <a:pt x="1095399" y="125964"/>
                  </a:lnTo>
                  <a:lnTo>
                    <a:pt x="1089139" y="125964"/>
                  </a:lnTo>
                  <a:lnTo>
                    <a:pt x="1082880" y="125964"/>
                  </a:lnTo>
                  <a:lnTo>
                    <a:pt x="1076620" y="125964"/>
                  </a:lnTo>
                  <a:lnTo>
                    <a:pt x="1070361" y="125964"/>
                  </a:lnTo>
                  <a:lnTo>
                    <a:pt x="1064101" y="125964"/>
                  </a:lnTo>
                  <a:lnTo>
                    <a:pt x="1057842" y="125964"/>
                  </a:lnTo>
                  <a:lnTo>
                    <a:pt x="1051583" y="125964"/>
                  </a:lnTo>
                  <a:lnTo>
                    <a:pt x="1045323" y="125964"/>
                  </a:lnTo>
                  <a:lnTo>
                    <a:pt x="1039064" y="125964"/>
                  </a:lnTo>
                  <a:lnTo>
                    <a:pt x="1032804" y="125964"/>
                  </a:lnTo>
                  <a:lnTo>
                    <a:pt x="1026545" y="125964"/>
                  </a:lnTo>
                  <a:lnTo>
                    <a:pt x="1020286" y="125964"/>
                  </a:lnTo>
                  <a:lnTo>
                    <a:pt x="1014026" y="125964"/>
                  </a:lnTo>
                  <a:lnTo>
                    <a:pt x="1007767" y="125964"/>
                  </a:lnTo>
                  <a:lnTo>
                    <a:pt x="1001507" y="125964"/>
                  </a:lnTo>
                  <a:lnTo>
                    <a:pt x="995248" y="125964"/>
                  </a:lnTo>
                  <a:lnTo>
                    <a:pt x="988988" y="125964"/>
                  </a:lnTo>
                  <a:lnTo>
                    <a:pt x="982729" y="125964"/>
                  </a:lnTo>
                  <a:lnTo>
                    <a:pt x="976470" y="125964"/>
                  </a:lnTo>
                  <a:lnTo>
                    <a:pt x="970210" y="125964"/>
                  </a:lnTo>
                  <a:lnTo>
                    <a:pt x="963951" y="125964"/>
                  </a:lnTo>
                  <a:lnTo>
                    <a:pt x="957691" y="125964"/>
                  </a:lnTo>
                  <a:lnTo>
                    <a:pt x="951432" y="125964"/>
                  </a:lnTo>
                  <a:lnTo>
                    <a:pt x="945172" y="125964"/>
                  </a:lnTo>
                  <a:lnTo>
                    <a:pt x="938913" y="125964"/>
                  </a:lnTo>
                  <a:lnTo>
                    <a:pt x="932654" y="125964"/>
                  </a:lnTo>
                  <a:lnTo>
                    <a:pt x="926394" y="125964"/>
                  </a:lnTo>
                  <a:lnTo>
                    <a:pt x="920135" y="125964"/>
                  </a:lnTo>
                  <a:lnTo>
                    <a:pt x="913875" y="125964"/>
                  </a:lnTo>
                  <a:lnTo>
                    <a:pt x="907616" y="125964"/>
                  </a:lnTo>
                  <a:lnTo>
                    <a:pt x="901356" y="125964"/>
                  </a:lnTo>
                  <a:lnTo>
                    <a:pt x="895097" y="125964"/>
                  </a:lnTo>
                  <a:lnTo>
                    <a:pt x="888838" y="125964"/>
                  </a:lnTo>
                  <a:lnTo>
                    <a:pt x="882578" y="125964"/>
                  </a:lnTo>
                  <a:lnTo>
                    <a:pt x="876319" y="125964"/>
                  </a:lnTo>
                  <a:lnTo>
                    <a:pt x="870059" y="125964"/>
                  </a:lnTo>
                  <a:lnTo>
                    <a:pt x="863800" y="125964"/>
                  </a:lnTo>
                  <a:lnTo>
                    <a:pt x="857541" y="125964"/>
                  </a:lnTo>
                  <a:lnTo>
                    <a:pt x="851281" y="125964"/>
                  </a:lnTo>
                  <a:lnTo>
                    <a:pt x="845022" y="125964"/>
                  </a:lnTo>
                  <a:lnTo>
                    <a:pt x="838762" y="125964"/>
                  </a:lnTo>
                  <a:lnTo>
                    <a:pt x="832503" y="125964"/>
                  </a:lnTo>
                  <a:lnTo>
                    <a:pt x="826243" y="125964"/>
                  </a:lnTo>
                  <a:lnTo>
                    <a:pt x="819984" y="125964"/>
                  </a:lnTo>
                  <a:lnTo>
                    <a:pt x="813725" y="125964"/>
                  </a:lnTo>
                  <a:lnTo>
                    <a:pt x="807465" y="125964"/>
                  </a:lnTo>
                  <a:lnTo>
                    <a:pt x="801206" y="125964"/>
                  </a:lnTo>
                  <a:lnTo>
                    <a:pt x="794946" y="125964"/>
                  </a:lnTo>
                  <a:lnTo>
                    <a:pt x="788687" y="125964"/>
                  </a:lnTo>
                  <a:lnTo>
                    <a:pt x="782427" y="125964"/>
                  </a:lnTo>
                  <a:lnTo>
                    <a:pt x="776168" y="125964"/>
                  </a:lnTo>
                  <a:lnTo>
                    <a:pt x="769909" y="125964"/>
                  </a:lnTo>
                  <a:lnTo>
                    <a:pt x="763649" y="125964"/>
                  </a:lnTo>
                  <a:lnTo>
                    <a:pt x="757390" y="125964"/>
                  </a:lnTo>
                  <a:lnTo>
                    <a:pt x="751130" y="125964"/>
                  </a:lnTo>
                  <a:lnTo>
                    <a:pt x="744871" y="125964"/>
                  </a:lnTo>
                  <a:lnTo>
                    <a:pt x="738611" y="125964"/>
                  </a:lnTo>
                  <a:lnTo>
                    <a:pt x="732352" y="125964"/>
                  </a:lnTo>
                  <a:lnTo>
                    <a:pt x="726093" y="125964"/>
                  </a:lnTo>
                  <a:lnTo>
                    <a:pt x="719833" y="125964"/>
                  </a:lnTo>
                  <a:lnTo>
                    <a:pt x="713574" y="125964"/>
                  </a:lnTo>
                  <a:lnTo>
                    <a:pt x="707314" y="125964"/>
                  </a:lnTo>
                  <a:lnTo>
                    <a:pt x="701055" y="125964"/>
                  </a:lnTo>
                  <a:lnTo>
                    <a:pt x="694796" y="125964"/>
                  </a:lnTo>
                  <a:lnTo>
                    <a:pt x="688536" y="125964"/>
                  </a:lnTo>
                  <a:lnTo>
                    <a:pt x="682277" y="125964"/>
                  </a:lnTo>
                  <a:lnTo>
                    <a:pt x="676017" y="125964"/>
                  </a:lnTo>
                  <a:lnTo>
                    <a:pt x="669758" y="125964"/>
                  </a:lnTo>
                  <a:lnTo>
                    <a:pt x="663498" y="125964"/>
                  </a:lnTo>
                  <a:lnTo>
                    <a:pt x="657239" y="125964"/>
                  </a:lnTo>
                  <a:lnTo>
                    <a:pt x="650980" y="125964"/>
                  </a:lnTo>
                  <a:lnTo>
                    <a:pt x="644720" y="125964"/>
                  </a:lnTo>
                  <a:lnTo>
                    <a:pt x="638461" y="125964"/>
                  </a:lnTo>
                  <a:lnTo>
                    <a:pt x="632201" y="125964"/>
                  </a:lnTo>
                  <a:lnTo>
                    <a:pt x="625942" y="125964"/>
                  </a:lnTo>
                  <a:lnTo>
                    <a:pt x="619682" y="125964"/>
                  </a:lnTo>
                  <a:lnTo>
                    <a:pt x="613423" y="125964"/>
                  </a:lnTo>
                  <a:lnTo>
                    <a:pt x="607164" y="125964"/>
                  </a:lnTo>
                  <a:lnTo>
                    <a:pt x="600904" y="125964"/>
                  </a:lnTo>
                  <a:lnTo>
                    <a:pt x="594645" y="125964"/>
                  </a:lnTo>
                  <a:lnTo>
                    <a:pt x="588385" y="125964"/>
                  </a:lnTo>
                  <a:lnTo>
                    <a:pt x="582126" y="125964"/>
                  </a:lnTo>
                  <a:lnTo>
                    <a:pt x="575866" y="125964"/>
                  </a:lnTo>
                  <a:lnTo>
                    <a:pt x="569607" y="125964"/>
                  </a:lnTo>
                  <a:lnTo>
                    <a:pt x="563348" y="125964"/>
                  </a:lnTo>
                  <a:lnTo>
                    <a:pt x="557088" y="125964"/>
                  </a:lnTo>
                  <a:lnTo>
                    <a:pt x="550829" y="125964"/>
                  </a:lnTo>
                  <a:lnTo>
                    <a:pt x="544569" y="125964"/>
                  </a:lnTo>
                  <a:lnTo>
                    <a:pt x="538310" y="125964"/>
                  </a:lnTo>
                  <a:lnTo>
                    <a:pt x="532050" y="125964"/>
                  </a:lnTo>
                  <a:lnTo>
                    <a:pt x="525791" y="125964"/>
                  </a:lnTo>
                  <a:lnTo>
                    <a:pt x="519532" y="125964"/>
                  </a:lnTo>
                  <a:lnTo>
                    <a:pt x="513272" y="125964"/>
                  </a:lnTo>
                  <a:lnTo>
                    <a:pt x="507013" y="125964"/>
                  </a:lnTo>
                  <a:lnTo>
                    <a:pt x="500753" y="125964"/>
                  </a:lnTo>
                  <a:lnTo>
                    <a:pt x="494494" y="125964"/>
                  </a:lnTo>
                  <a:lnTo>
                    <a:pt x="488235" y="125964"/>
                  </a:lnTo>
                  <a:lnTo>
                    <a:pt x="481975" y="125964"/>
                  </a:lnTo>
                  <a:lnTo>
                    <a:pt x="475716" y="125964"/>
                  </a:lnTo>
                  <a:lnTo>
                    <a:pt x="469456" y="125964"/>
                  </a:lnTo>
                  <a:lnTo>
                    <a:pt x="463197" y="125964"/>
                  </a:lnTo>
                  <a:lnTo>
                    <a:pt x="456937" y="125964"/>
                  </a:lnTo>
                  <a:lnTo>
                    <a:pt x="450678" y="125964"/>
                  </a:lnTo>
                  <a:lnTo>
                    <a:pt x="444419" y="125964"/>
                  </a:lnTo>
                  <a:lnTo>
                    <a:pt x="438159" y="125964"/>
                  </a:lnTo>
                  <a:lnTo>
                    <a:pt x="431900" y="125964"/>
                  </a:lnTo>
                  <a:lnTo>
                    <a:pt x="425640" y="125964"/>
                  </a:lnTo>
                  <a:lnTo>
                    <a:pt x="419381" y="125964"/>
                  </a:lnTo>
                  <a:lnTo>
                    <a:pt x="413121" y="125964"/>
                  </a:lnTo>
                  <a:lnTo>
                    <a:pt x="406862" y="125964"/>
                  </a:lnTo>
                  <a:lnTo>
                    <a:pt x="400603" y="125964"/>
                  </a:lnTo>
                  <a:lnTo>
                    <a:pt x="394343" y="125964"/>
                  </a:lnTo>
                  <a:lnTo>
                    <a:pt x="388084" y="125964"/>
                  </a:lnTo>
                  <a:lnTo>
                    <a:pt x="381824" y="125964"/>
                  </a:lnTo>
                  <a:lnTo>
                    <a:pt x="375565" y="125964"/>
                  </a:lnTo>
                  <a:lnTo>
                    <a:pt x="369305" y="125964"/>
                  </a:lnTo>
                  <a:lnTo>
                    <a:pt x="363046" y="125964"/>
                  </a:lnTo>
                  <a:lnTo>
                    <a:pt x="356787" y="125964"/>
                  </a:lnTo>
                  <a:lnTo>
                    <a:pt x="350527" y="125964"/>
                  </a:lnTo>
                  <a:lnTo>
                    <a:pt x="344268" y="125964"/>
                  </a:lnTo>
                  <a:lnTo>
                    <a:pt x="338008" y="125964"/>
                  </a:lnTo>
                  <a:lnTo>
                    <a:pt x="331749" y="125964"/>
                  </a:lnTo>
                  <a:lnTo>
                    <a:pt x="325490" y="125964"/>
                  </a:lnTo>
                  <a:lnTo>
                    <a:pt x="319230" y="125964"/>
                  </a:lnTo>
                  <a:lnTo>
                    <a:pt x="312971" y="125964"/>
                  </a:lnTo>
                  <a:lnTo>
                    <a:pt x="306711" y="125964"/>
                  </a:lnTo>
                  <a:lnTo>
                    <a:pt x="300452" y="125964"/>
                  </a:lnTo>
                  <a:lnTo>
                    <a:pt x="294192" y="125964"/>
                  </a:lnTo>
                  <a:lnTo>
                    <a:pt x="287933" y="125964"/>
                  </a:lnTo>
                  <a:lnTo>
                    <a:pt x="281674" y="125964"/>
                  </a:lnTo>
                  <a:lnTo>
                    <a:pt x="275414" y="125964"/>
                  </a:lnTo>
                  <a:lnTo>
                    <a:pt x="269155" y="125964"/>
                  </a:lnTo>
                  <a:lnTo>
                    <a:pt x="262895" y="125964"/>
                  </a:lnTo>
                  <a:lnTo>
                    <a:pt x="256636" y="125964"/>
                  </a:lnTo>
                  <a:lnTo>
                    <a:pt x="250376" y="125964"/>
                  </a:lnTo>
                  <a:lnTo>
                    <a:pt x="244117" y="125964"/>
                  </a:lnTo>
                  <a:lnTo>
                    <a:pt x="237858" y="125964"/>
                  </a:lnTo>
                  <a:lnTo>
                    <a:pt x="231598" y="125964"/>
                  </a:lnTo>
                  <a:lnTo>
                    <a:pt x="225339" y="125964"/>
                  </a:lnTo>
                  <a:lnTo>
                    <a:pt x="219079" y="125964"/>
                  </a:lnTo>
                  <a:lnTo>
                    <a:pt x="212820" y="125964"/>
                  </a:lnTo>
                  <a:lnTo>
                    <a:pt x="206560" y="125964"/>
                  </a:lnTo>
                  <a:lnTo>
                    <a:pt x="200301" y="125964"/>
                  </a:lnTo>
                  <a:lnTo>
                    <a:pt x="194042" y="125964"/>
                  </a:lnTo>
                  <a:lnTo>
                    <a:pt x="187782" y="125964"/>
                  </a:lnTo>
                  <a:lnTo>
                    <a:pt x="181523" y="125964"/>
                  </a:lnTo>
                  <a:lnTo>
                    <a:pt x="175263" y="125964"/>
                  </a:lnTo>
                  <a:lnTo>
                    <a:pt x="169004" y="125964"/>
                  </a:lnTo>
                  <a:lnTo>
                    <a:pt x="162745" y="125964"/>
                  </a:lnTo>
                  <a:lnTo>
                    <a:pt x="156485" y="125964"/>
                  </a:lnTo>
                  <a:lnTo>
                    <a:pt x="150226" y="125964"/>
                  </a:lnTo>
                  <a:lnTo>
                    <a:pt x="143966" y="125964"/>
                  </a:lnTo>
                  <a:lnTo>
                    <a:pt x="137707" y="125964"/>
                  </a:lnTo>
                  <a:lnTo>
                    <a:pt x="131447" y="125964"/>
                  </a:lnTo>
                  <a:lnTo>
                    <a:pt x="125188" y="125964"/>
                  </a:lnTo>
                  <a:lnTo>
                    <a:pt x="118929" y="125964"/>
                  </a:lnTo>
                  <a:lnTo>
                    <a:pt x="112669" y="125964"/>
                  </a:lnTo>
                  <a:lnTo>
                    <a:pt x="106410" y="125964"/>
                  </a:lnTo>
                  <a:lnTo>
                    <a:pt x="100150" y="125964"/>
                  </a:lnTo>
                  <a:lnTo>
                    <a:pt x="93891" y="125964"/>
                  </a:lnTo>
                  <a:lnTo>
                    <a:pt x="87631" y="125964"/>
                  </a:lnTo>
                  <a:lnTo>
                    <a:pt x="81372" y="125964"/>
                  </a:lnTo>
                  <a:lnTo>
                    <a:pt x="75113" y="125964"/>
                  </a:lnTo>
                  <a:lnTo>
                    <a:pt x="68853" y="125964"/>
                  </a:lnTo>
                  <a:lnTo>
                    <a:pt x="62594" y="125964"/>
                  </a:lnTo>
                  <a:lnTo>
                    <a:pt x="56334" y="125964"/>
                  </a:lnTo>
                  <a:lnTo>
                    <a:pt x="50075" y="125964"/>
                  </a:lnTo>
                  <a:lnTo>
                    <a:pt x="43815" y="125964"/>
                  </a:lnTo>
                  <a:lnTo>
                    <a:pt x="37556" y="125964"/>
                  </a:lnTo>
                  <a:lnTo>
                    <a:pt x="31297" y="125964"/>
                  </a:lnTo>
                  <a:lnTo>
                    <a:pt x="25037" y="125964"/>
                  </a:lnTo>
                  <a:lnTo>
                    <a:pt x="18778" y="125964"/>
                  </a:lnTo>
                  <a:lnTo>
                    <a:pt x="12518" y="125964"/>
                  </a:lnTo>
                  <a:lnTo>
                    <a:pt x="6259" y="125964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3749798" y="5930194"/>
              <a:ext cx="3198565" cy="125964"/>
            </a:xfrm>
            <a:custGeom>
              <a:avLst/>
              <a:pathLst>
                <a:path w="3198565" h="125964">
                  <a:moveTo>
                    <a:pt x="0" y="125964"/>
                  </a:moveTo>
                  <a:lnTo>
                    <a:pt x="6259" y="125964"/>
                  </a:lnTo>
                  <a:lnTo>
                    <a:pt x="12518" y="125964"/>
                  </a:lnTo>
                  <a:lnTo>
                    <a:pt x="18778" y="125964"/>
                  </a:lnTo>
                  <a:lnTo>
                    <a:pt x="25037" y="125964"/>
                  </a:lnTo>
                  <a:lnTo>
                    <a:pt x="31297" y="125964"/>
                  </a:lnTo>
                  <a:lnTo>
                    <a:pt x="37556" y="125964"/>
                  </a:lnTo>
                  <a:lnTo>
                    <a:pt x="43815" y="125964"/>
                  </a:lnTo>
                  <a:lnTo>
                    <a:pt x="50075" y="125964"/>
                  </a:lnTo>
                  <a:lnTo>
                    <a:pt x="56334" y="125964"/>
                  </a:lnTo>
                  <a:lnTo>
                    <a:pt x="62594" y="125964"/>
                  </a:lnTo>
                  <a:lnTo>
                    <a:pt x="68853" y="125964"/>
                  </a:lnTo>
                  <a:lnTo>
                    <a:pt x="75113" y="125964"/>
                  </a:lnTo>
                  <a:lnTo>
                    <a:pt x="81372" y="125963"/>
                  </a:lnTo>
                  <a:lnTo>
                    <a:pt x="87631" y="125960"/>
                  </a:lnTo>
                  <a:lnTo>
                    <a:pt x="93891" y="125955"/>
                  </a:lnTo>
                  <a:lnTo>
                    <a:pt x="100150" y="125944"/>
                  </a:lnTo>
                  <a:lnTo>
                    <a:pt x="106410" y="125922"/>
                  </a:lnTo>
                  <a:lnTo>
                    <a:pt x="112669" y="125877"/>
                  </a:lnTo>
                  <a:lnTo>
                    <a:pt x="118929" y="125794"/>
                  </a:lnTo>
                  <a:lnTo>
                    <a:pt x="125188" y="125643"/>
                  </a:lnTo>
                  <a:lnTo>
                    <a:pt x="131447" y="125367"/>
                  </a:lnTo>
                  <a:lnTo>
                    <a:pt x="137707" y="124893"/>
                  </a:lnTo>
                  <a:lnTo>
                    <a:pt x="143966" y="124120"/>
                  </a:lnTo>
                  <a:lnTo>
                    <a:pt x="150226" y="122914"/>
                  </a:lnTo>
                  <a:lnTo>
                    <a:pt x="156485" y="121110"/>
                  </a:lnTo>
                  <a:lnTo>
                    <a:pt x="162745" y="118526"/>
                  </a:lnTo>
                  <a:lnTo>
                    <a:pt x="169004" y="114973"/>
                  </a:lnTo>
                  <a:lnTo>
                    <a:pt x="175263" y="110280"/>
                  </a:lnTo>
                  <a:lnTo>
                    <a:pt x="181523" y="104323"/>
                  </a:lnTo>
                  <a:lnTo>
                    <a:pt x="187782" y="97049"/>
                  </a:lnTo>
                  <a:lnTo>
                    <a:pt x="194042" y="88503"/>
                  </a:lnTo>
                  <a:lnTo>
                    <a:pt x="200301" y="78836"/>
                  </a:lnTo>
                  <a:lnTo>
                    <a:pt x="206560" y="68314"/>
                  </a:lnTo>
                  <a:lnTo>
                    <a:pt x="212820" y="57294"/>
                  </a:lnTo>
                  <a:lnTo>
                    <a:pt x="219079" y="46248"/>
                  </a:lnTo>
                  <a:lnTo>
                    <a:pt x="225339" y="35678"/>
                  </a:lnTo>
                  <a:lnTo>
                    <a:pt x="231598" y="26023"/>
                  </a:lnTo>
                  <a:lnTo>
                    <a:pt x="237858" y="17652"/>
                  </a:lnTo>
                  <a:lnTo>
                    <a:pt x="244117" y="10838"/>
                  </a:lnTo>
                  <a:lnTo>
                    <a:pt x="250376" y="5726"/>
                  </a:lnTo>
                  <a:lnTo>
                    <a:pt x="256636" y="2326"/>
                  </a:lnTo>
                  <a:lnTo>
                    <a:pt x="262895" y="502"/>
                  </a:lnTo>
                  <a:lnTo>
                    <a:pt x="269155" y="0"/>
                  </a:lnTo>
                  <a:lnTo>
                    <a:pt x="275414" y="471"/>
                  </a:lnTo>
                  <a:lnTo>
                    <a:pt x="281674" y="1531"/>
                  </a:lnTo>
                  <a:lnTo>
                    <a:pt x="287933" y="2814"/>
                  </a:lnTo>
                  <a:lnTo>
                    <a:pt x="294192" y="4032"/>
                  </a:lnTo>
                  <a:lnTo>
                    <a:pt x="300452" y="5027"/>
                  </a:lnTo>
                  <a:lnTo>
                    <a:pt x="306711" y="5813"/>
                  </a:lnTo>
                  <a:lnTo>
                    <a:pt x="312971" y="6609"/>
                  </a:lnTo>
                  <a:lnTo>
                    <a:pt x="319230" y="7724"/>
                  </a:lnTo>
                  <a:lnTo>
                    <a:pt x="325490" y="9513"/>
                  </a:lnTo>
                  <a:lnTo>
                    <a:pt x="331749" y="12303"/>
                  </a:lnTo>
                  <a:lnTo>
                    <a:pt x="338008" y="16330"/>
                  </a:lnTo>
                  <a:lnTo>
                    <a:pt x="344268" y="21696"/>
                  </a:lnTo>
                  <a:lnTo>
                    <a:pt x="350527" y="28352"/>
                  </a:lnTo>
                  <a:lnTo>
                    <a:pt x="356787" y="36100"/>
                  </a:lnTo>
                  <a:lnTo>
                    <a:pt x="363046" y="44633"/>
                  </a:lnTo>
                  <a:lnTo>
                    <a:pt x="369305" y="53579"/>
                  </a:lnTo>
                  <a:lnTo>
                    <a:pt x="375565" y="62561"/>
                  </a:lnTo>
                  <a:lnTo>
                    <a:pt x="381824" y="71241"/>
                  </a:lnTo>
                  <a:lnTo>
                    <a:pt x="388084" y="79343"/>
                  </a:lnTo>
                  <a:lnTo>
                    <a:pt x="394343" y="86669"/>
                  </a:lnTo>
                  <a:lnTo>
                    <a:pt x="400603" y="93198"/>
                  </a:lnTo>
                  <a:lnTo>
                    <a:pt x="406862" y="98937"/>
                  </a:lnTo>
                  <a:lnTo>
                    <a:pt x="413121" y="103931"/>
                  </a:lnTo>
                  <a:lnTo>
                    <a:pt x="419381" y="108239"/>
                  </a:lnTo>
                  <a:lnTo>
                    <a:pt x="425640" y="111922"/>
                  </a:lnTo>
                  <a:lnTo>
                    <a:pt x="431900" y="115038"/>
                  </a:lnTo>
                  <a:lnTo>
                    <a:pt x="438159" y="117634"/>
                  </a:lnTo>
                  <a:lnTo>
                    <a:pt x="444419" y="119758"/>
                  </a:lnTo>
                  <a:lnTo>
                    <a:pt x="450678" y="121455"/>
                  </a:lnTo>
                  <a:lnTo>
                    <a:pt x="456937" y="122773"/>
                  </a:lnTo>
                  <a:lnTo>
                    <a:pt x="463197" y="123763"/>
                  </a:lnTo>
                  <a:lnTo>
                    <a:pt x="469456" y="124477"/>
                  </a:lnTo>
                  <a:lnTo>
                    <a:pt x="475716" y="124962"/>
                  </a:lnTo>
                  <a:lnTo>
                    <a:pt x="481975" y="125268"/>
                  </a:lnTo>
                  <a:lnTo>
                    <a:pt x="488235" y="125444"/>
                  </a:lnTo>
                  <a:lnTo>
                    <a:pt x="494494" y="125520"/>
                  </a:lnTo>
                  <a:lnTo>
                    <a:pt x="500753" y="125517"/>
                  </a:lnTo>
                  <a:lnTo>
                    <a:pt x="507013" y="125450"/>
                  </a:lnTo>
                  <a:lnTo>
                    <a:pt x="513272" y="125327"/>
                  </a:lnTo>
                  <a:lnTo>
                    <a:pt x="519532" y="125149"/>
                  </a:lnTo>
                  <a:lnTo>
                    <a:pt x="525791" y="124917"/>
                  </a:lnTo>
                  <a:lnTo>
                    <a:pt x="532050" y="124625"/>
                  </a:lnTo>
                  <a:lnTo>
                    <a:pt x="538310" y="124267"/>
                  </a:lnTo>
                  <a:lnTo>
                    <a:pt x="544569" y="123838"/>
                  </a:lnTo>
                  <a:lnTo>
                    <a:pt x="550829" y="123333"/>
                  </a:lnTo>
                  <a:lnTo>
                    <a:pt x="557088" y="122749"/>
                  </a:lnTo>
                  <a:lnTo>
                    <a:pt x="563348" y="122087"/>
                  </a:lnTo>
                  <a:lnTo>
                    <a:pt x="569607" y="121359"/>
                  </a:lnTo>
                  <a:lnTo>
                    <a:pt x="575866" y="120585"/>
                  </a:lnTo>
                  <a:lnTo>
                    <a:pt x="582126" y="119792"/>
                  </a:lnTo>
                  <a:lnTo>
                    <a:pt x="588385" y="119008"/>
                  </a:lnTo>
                  <a:lnTo>
                    <a:pt x="594645" y="118267"/>
                  </a:lnTo>
                  <a:lnTo>
                    <a:pt x="600904" y="117599"/>
                  </a:lnTo>
                  <a:lnTo>
                    <a:pt x="607164" y="117033"/>
                  </a:lnTo>
                  <a:lnTo>
                    <a:pt x="613423" y="116593"/>
                  </a:lnTo>
                  <a:lnTo>
                    <a:pt x="619682" y="116294"/>
                  </a:lnTo>
                  <a:lnTo>
                    <a:pt x="625942" y="116149"/>
                  </a:lnTo>
                  <a:lnTo>
                    <a:pt x="632201" y="116162"/>
                  </a:lnTo>
                  <a:lnTo>
                    <a:pt x="638461" y="116337"/>
                  </a:lnTo>
                  <a:lnTo>
                    <a:pt x="644720" y="116671"/>
                  </a:lnTo>
                  <a:lnTo>
                    <a:pt x="650980" y="117166"/>
                  </a:lnTo>
                  <a:lnTo>
                    <a:pt x="657239" y="117798"/>
                  </a:lnTo>
                  <a:lnTo>
                    <a:pt x="663498" y="118539"/>
                  </a:lnTo>
                  <a:lnTo>
                    <a:pt x="669758" y="119358"/>
                  </a:lnTo>
                  <a:lnTo>
                    <a:pt x="676017" y="120217"/>
                  </a:lnTo>
                  <a:lnTo>
                    <a:pt x="682277" y="121076"/>
                  </a:lnTo>
                  <a:lnTo>
                    <a:pt x="688536" y="121895"/>
                  </a:lnTo>
                  <a:lnTo>
                    <a:pt x="694796" y="122643"/>
                  </a:lnTo>
                  <a:lnTo>
                    <a:pt x="701055" y="123297"/>
                  </a:lnTo>
                  <a:lnTo>
                    <a:pt x="707314" y="123844"/>
                  </a:lnTo>
                  <a:lnTo>
                    <a:pt x="713574" y="124281"/>
                  </a:lnTo>
                  <a:lnTo>
                    <a:pt x="719833" y="124616"/>
                  </a:lnTo>
                  <a:lnTo>
                    <a:pt x="726093" y="124861"/>
                  </a:lnTo>
                  <a:lnTo>
                    <a:pt x="732352" y="125034"/>
                  </a:lnTo>
                  <a:lnTo>
                    <a:pt x="738611" y="125148"/>
                  </a:lnTo>
                  <a:lnTo>
                    <a:pt x="744871" y="125226"/>
                  </a:lnTo>
                  <a:lnTo>
                    <a:pt x="751130" y="125282"/>
                  </a:lnTo>
                  <a:lnTo>
                    <a:pt x="757390" y="125326"/>
                  </a:lnTo>
                  <a:lnTo>
                    <a:pt x="763649" y="125366"/>
                  </a:lnTo>
                  <a:lnTo>
                    <a:pt x="769909" y="125408"/>
                  </a:lnTo>
                  <a:lnTo>
                    <a:pt x="776168" y="125452"/>
                  </a:lnTo>
                  <a:lnTo>
                    <a:pt x="782427" y="125501"/>
                  </a:lnTo>
                  <a:lnTo>
                    <a:pt x="788687" y="125552"/>
                  </a:lnTo>
                  <a:lnTo>
                    <a:pt x="794946" y="125602"/>
                  </a:lnTo>
                  <a:lnTo>
                    <a:pt x="801206" y="125648"/>
                  </a:lnTo>
                  <a:lnTo>
                    <a:pt x="807465" y="125685"/>
                  </a:lnTo>
                  <a:lnTo>
                    <a:pt x="813725" y="125711"/>
                  </a:lnTo>
                  <a:lnTo>
                    <a:pt x="819984" y="125720"/>
                  </a:lnTo>
                  <a:lnTo>
                    <a:pt x="826243" y="125710"/>
                  </a:lnTo>
                  <a:lnTo>
                    <a:pt x="832503" y="125680"/>
                  </a:lnTo>
                  <a:lnTo>
                    <a:pt x="838762" y="125632"/>
                  </a:lnTo>
                  <a:lnTo>
                    <a:pt x="845022" y="125567"/>
                  </a:lnTo>
                  <a:lnTo>
                    <a:pt x="851281" y="125489"/>
                  </a:lnTo>
                  <a:lnTo>
                    <a:pt x="857541" y="125403"/>
                  </a:lnTo>
                  <a:lnTo>
                    <a:pt x="863800" y="125311"/>
                  </a:lnTo>
                  <a:lnTo>
                    <a:pt x="870059" y="125220"/>
                  </a:lnTo>
                  <a:lnTo>
                    <a:pt x="876319" y="125133"/>
                  </a:lnTo>
                  <a:lnTo>
                    <a:pt x="882578" y="125052"/>
                  </a:lnTo>
                  <a:lnTo>
                    <a:pt x="888838" y="124980"/>
                  </a:lnTo>
                  <a:lnTo>
                    <a:pt x="895097" y="124920"/>
                  </a:lnTo>
                  <a:lnTo>
                    <a:pt x="901356" y="124871"/>
                  </a:lnTo>
                  <a:lnTo>
                    <a:pt x="907616" y="124838"/>
                  </a:lnTo>
                  <a:lnTo>
                    <a:pt x="913875" y="124821"/>
                  </a:lnTo>
                  <a:lnTo>
                    <a:pt x="920135" y="124821"/>
                  </a:lnTo>
                  <a:lnTo>
                    <a:pt x="926394" y="124839"/>
                  </a:lnTo>
                  <a:lnTo>
                    <a:pt x="932654" y="124875"/>
                  </a:lnTo>
                  <a:lnTo>
                    <a:pt x="938913" y="124927"/>
                  </a:lnTo>
                  <a:lnTo>
                    <a:pt x="945172" y="124992"/>
                  </a:lnTo>
                  <a:lnTo>
                    <a:pt x="951432" y="125068"/>
                  </a:lnTo>
                  <a:lnTo>
                    <a:pt x="957691" y="125151"/>
                  </a:lnTo>
                  <a:lnTo>
                    <a:pt x="963951" y="125238"/>
                  </a:lnTo>
                  <a:lnTo>
                    <a:pt x="970210" y="125325"/>
                  </a:lnTo>
                  <a:lnTo>
                    <a:pt x="976470" y="125411"/>
                  </a:lnTo>
                  <a:lnTo>
                    <a:pt x="982729" y="125492"/>
                  </a:lnTo>
                  <a:lnTo>
                    <a:pt x="988988" y="125568"/>
                  </a:lnTo>
                  <a:lnTo>
                    <a:pt x="995248" y="125635"/>
                  </a:lnTo>
                  <a:lnTo>
                    <a:pt x="1001507" y="125693"/>
                  </a:lnTo>
                  <a:lnTo>
                    <a:pt x="1007767" y="125740"/>
                  </a:lnTo>
                  <a:lnTo>
                    <a:pt x="1014026" y="125773"/>
                  </a:lnTo>
                  <a:lnTo>
                    <a:pt x="1020286" y="125794"/>
                  </a:lnTo>
                  <a:lnTo>
                    <a:pt x="1026545" y="125802"/>
                  </a:lnTo>
                  <a:lnTo>
                    <a:pt x="1032804" y="125797"/>
                  </a:lnTo>
                  <a:lnTo>
                    <a:pt x="1039064" y="125782"/>
                  </a:lnTo>
                  <a:lnTo>
                    <a:pt x="1045323" y="125760"/>
                  </a:lnTo>
                  <a:lnTo>
                    <a:pt x="1051583" y="125734"/>
                  </a:lnTo>
                  <a:lnTo>
                    <a:pt x="1057842" y="125709"/>
                  </a:lnTo>
                  <a:lnTo>
                    <a:pt x="1064101" y="125688"/>
                  </a:lnTo>
                  <a:lnTo>
                    <a:pt x="1070361" y="125674"/>
                  </a:lnTo>
                  <a:lnTo>
                    <a:pt x="1076620" y="125670"/>
                  </a:lnTo>
                  <a:lnTo>
                    <a:pt x="1082880" y="125678"/>
                  </a:lnTo>
                  <a:lnTo>
                    <a:pt x="1089139" y="125697"/>
                  </a:lnTo>
                  <a:lnTo>
                    <a:pt x="1095399" y="125724"/>
                  </a:lnTo>
                  <a:lnTo>
                    <a:pt x="1101658" y="125757"/>
                  </a:lnTo>
                  <a:lnTo>
                    <a:pt x="1107917" y="125792"/>
                  </a:lnTo>
                  <a:lnTo>
                    <a:pt x="1114177" y="125826"/>
                  </a:lnTo>
                  <a:lnTo>
                    <a:pt x="1120436" y="125858"/>
                  </a:lnTo>
                  <a:lnTo>
                    <a:pt x="1126696" y="125885"/>
                  </a:lnTo>
                  <a:lnTo>
                    <a:pt x="1132955" y="125908"/>
                  </a:lnTo>
                  <a:lnTo>
                    <a:pt x="1139215" y="125924"/>
                  </a:lnTo>
                  <a:lnTo>
                    <a:pt x="1145474" y="125935"/>
                  </a:lnTo>
                  <a:lnTo>
                    <a:pt x="1151733" y="125941"/>
                  </a:lnTo>
                  <a:lnTo>
                    <a:pt x="1157993" y="125942"/>
                  </a:lnTo>
                  <a:lnTo>
                    <a:pt x="1164252" y="125938"/>
                  </a:lnTo>
                  <a:lnTo>
                    <a:pt x="1170512" y="125929"/>
                  </a:lnTo>
                  <a:lnTo>
                    <a:pt x="1176771" y="125914"/>
                  </a:lnTo>
                  <a:lnTo>
                    <a:pt x="1183031" y="125894"/>
                  </a:lnTo>
                  <a:lnTo>
                    <a:pt x="1189290" y="125869"/>
                  </a:lnTo>
                  <a:lnTo>
                    <a:pt x="1195549" y="125838"/>
                  </a:lnTo>
                  <a:lnTo>
                    <a:pt x="1201809" y="125805"/>
                  </a:lnTo>
                  <a:lnTo>
                    <a:pt x="1208068" y="125770"/>
                  </a:lnTo>
                  <a:lnTo>
                    <a:pt x="1214328" y="125736"/>
                  </a:lnTo>
                  <a:lnTo>
                    <a:pt x="1220587" y="125708"/>
                  </a:lnTo>
                  <a:lnTo>
                    <a:pt x="1226846" y="125686"/>
                  </a:lnTo>
                  <a:lnTo>
                    <a:pt x="1233106" y="125675"/>
                  </a:lnTo>
                  <a:lnTo>
                    <a:pt x="1239365" y="125675"/>
                  </a:lnTo>
                  <a:lnTo>
                    <a:pt x="1245625" y="125686"/>
                  </a:lnTo>
                  <a:lnTo>
                    <a:pt x="1251884" y="125707"/>
                  </a:lnTo>
                  <a:lnTo>
                    <a:pt x="1258144" y="125736"/>
                  </a:lnTo>
                  <a:lnTo>
                    <a:pt x="1264403" y="125770"/>
                  </a:lnTo>
                  <a:lnTo>
                    <a:pt x="1270662" y="125805"/>
                  </a:lnTo>
                  <a:lnTo>
                    <a:pt x="1276922" y="125839"/>
                  </a:lnTo>
                  <a:lnTo>
                    <a:pt x="1283181" y="125869"/>
                  </a:lnTo>
                  <a:lnTo>
                    <a:pt x="1289441" y="125895"/>
                  </a:lnTo>
                  <a:lnTo>
                    <a:pt x="1295700" y="125916"/>
                  </a:lnTo>
                  <a:lnTo>
                    <a:pt x="1301960" y="125931"/>
                  </a:lnTo>
                  <a:lnTo>
                    <a:pt x="1308219" y="125943"/>
                  </a:lnTo>
                  <a:lnTo>
                    <a:pt x="1314478" y="125951"/>
                  </a:lnTo>
                  <a:lnTo>
                    <a:pt x="1320738" y="125956"/>
                  </a:lnTo>
                  <a:lnTo>
                    <a:pt x="1326997" y="125959"/>
                  </a:lnTo>
                  <a:lnTo>
                    <a:pt x="1333257" y="125961"/>
                  </a:lnTo>
                  <a:lnTo>
                    <a:pt x="1339516" y="125961"/>
                  </a:lnTo>
                  <a:lnTo>
                    <a:pt x="1345776" y="125960"/>
                  </a:lnTo>
                  <a:lnTo>
                    <a:pt x="1352035" y="125958"/>
                  </a:lnTo>
                  <a:lnTo>
                    <a:pt x="1358294" y="125954"/>
                  </a:lnTo>
                  <a:lnTo>
                    <a:pt x="1364554" y="125947"/>
                  </a:lnTo>
                  <a:lnTo>
                    <a:pt x="1370813" y="125937"/>
                  </a:lnTo>
                  <a:lnTo>
                    <a:pt x="1377073" y="125923"/>
                  </a:lnTo>
                  <a:lnTo>
                    <a:pt x="1383332" y="125904"/>
                  </a:lnTo>
                  <a:lnTo>
                    <a:pt x="1389592" y="125881"/>
                  </a:lnTo>
                  <a:lnTo>
                    <a:pt x="1395851" y="125852"/>
                  </a:lnTo>
                  <a:lnTo>
                    <a:pt x="1402110" y="125820"/>
                  </a:lnTo>
                  <a:lnTo>
                    <a:pt x="1408370" y="125785"/>
                  </a:lnTo>
                  <a:lnTo>
                    <a:pt x="1414629" y="125750"/>
                  </a:lnTo>
                  <a:lnTo>
                    <a:pt x="1420889" y="125719"/>
                  </a:lnTo>
                  <a:lnTo>
                    <a:pt x="1427148" y="125693"/>
                  </a:lnTo>
                  <a:lnTo>
                    <a:pt x="1433407" y="125678"/>
                  </a:lnTo>
                  <a:lnTo>
                    <a:pt x="1439667" y="125673"/>
                  </a:lnTo>
                  <a:lnTo>
                    <a:pt x="1445926" y="125680"/>
                  </a:lnTo>
                  <a:lnTo>
                    <a:pt x="1452186" y="125697"/>
                  </a:lnTo>
                  <a:lnTo>
                    <a:pt x="1458445" y="125723"/>
                  </a:lnTo>
                  <a:lnTo>
                    <a:pt x="1464705" y="125755"/>
                  </a:lnTo>
                  <a:lnTo>
                    <a:pt x="1470964" y="125790"/>
                  </a:lnTo>
                  <a:lnTo>
                    <a:pt x="1477223" y="125824"/>
                  </a:lnTo>
                  <a:lnTo>
                    <a:pt x="1483483" y="125856"/>
                  </a:lnTo>
                  <a:lnTo>
                    <a:pt x="1489742" y="125884"/>
                  </a:lnTo>
                  <a:lnTo>
                    <a:pt x="1496002" y="125908"/>
                  </a:lnTo>
                  <a:lnTo>
                    <a:pt x="1502261" y="125926"/>
                  </a:lnTo>
                  <a:lnTo>
                    <a:pt x="1508521" y="125939"/>
                  </a:lnTo>
                  <a:lnTo>
                    <a:pt x="1514780" y="125948"/>
                  </a:lnTo>
                  <a:lnTo>
                    <a:pt x="1521039" y="125955"/>
                  </a:lnTo>
                  <a:lnTo>
                    <a:pt x="1527299" y="125959"/>
                  </a:lnTo>
                  <a:lnTo>
                    <a:pt x="1533558" y="125961"/>
                  </a:lnTo>
                  <a:lnTo>
                    <a:pt x="1539818" y="125962"/>
                  </a:lnTo>
                  <a:lnTo>
                    <a:pt x="1546077" y="125963"/>
                  </a:lnTo>
                  <a:lnTo>
                    <a:pt x="1552337" y="125964"/>
                  </a:lnTo>
                  <a:lnTo>
                    <a:pt x="1558596" y="125964"/>
                  </a:lnTo>
                  <a:lnTo>
                    <a:pt x="1564855" y="125964"/>
                  </a:lnTo>
                  <a:lnTo>
                    <a:pt x="1571115" y="125964"/>
                  </a:lnTo>
                  <a:lnTo>
                    <a:pt x="1577374" y="125964"/>
                  </a:lnTo>
                  <a:lnTo>
                    <a:pt x="1583634" y="125964"/>
                  </a:lnTo>
                  <a:lnTo>
                    <a:pt x="1589893" y="125964"/>
                  </a:lnTo>
                  <a:lnTo>
                    <a:pt x="1596152" y="125964"/>
                  </a:lnTo>
                  <a:lnTo>
                    <a:pt x="1602412" y="125964"/>
                  </a:lnTo>
                  <a:lnTo>
                    <a:pt x="1608671" y="125964"/>
                  </a:lnTo>
                  <a:lnTo>
                    <a:pt x="1614931" y="125964"/>
                  </a:lnTo>
                  <a:lnTo>
                    <a:pt x="1621190" y="125964"/>
                  </a:lnTo>
                  <a:lnTo>
                    <a:pt x="1627450" y="125964"/>
                  </a:lnTo>
                  <a:lnTo>
                    <a:pt x="1633709" y="125964"/>
                  </a:lnTo>
                  <a:lnTo>
                    <a:pt x="1639968" y="125964"/>
                  </a:lnTo>
                  <a:lnTo>
                    <a:pt x="1646228" y="125964"/>
                  </a:lnTo>
                  <a:lnTo>
                    <a:pt x="1652487" y="125964"/>
                  </a:lnTo>
                  <a:lnTo>
                    <a:pt x="1658747" y="125964"/>
                  </a:lnTo>
                  <a:lnTo>
                    <a:pt x="1665006" y="125964"/>
                  </a:lnTo>
                  <a:lnTo>
                    <a:pt x="1671266" y="125964"/>
                  </a:lnTo>
                  <a:lnTo>
                    <a:pt x="1677525" y="125964"/>
                  </a:lnTo>
                  <a:lnTo>
                    <a:pt x="1683784" y="125964"/>
                  </a:lnTo>
                  <a:lnTo>
                    <a:pt x="1690044" y="125964"/>
                  </a:lnTo>
                  <a:lnTo>
                    <a:pt x="1696303" y="125964"/>
                  </a:lnTo>
                  <a:lnTo>
                    <a:pt x="1702563" y="125964"/>
                  </a:lnTo>
                  <a:lnTo>
                    <a:pt x="1708822" y="125964"/>
                  </a:lnTo>
                  <a:lnTo>
                    <a:pt x="1715082" y="125964"/>
                  </a:lnTo>
                  <a:lnTo>
                    <a:pt x="1721341" y="125964"/>
                  </a:lnTo>
                  <a:lnTo>
                    <a:pt x="1727600" y="125964"/>
                  </a:lnTo>
                  <a:lnTo>
                    <a:pt x="1733860" y="125964"/>
                  </a:lnTo>
                  <a:lnTo>
                    <a:pt x="1740119" y="125964"/>
                  </a:lnTo>
                  <a:lnTo>
                    <a:pt x="1746379" y="125964"/>
                  </a:lnTo>
                  <a:lnTo>
                    <a:pt x="1752638" y="125964"/>
                  </a:lnTo>
                  <a:lnTo>
                    <a:pt x="1758897" y="125964"/>
                  </a:lnTo>
                  <a:lnTo>
                    <a:pt x="1765157" y="125964"/>
                  </a:lnTo>
                  <a:lnTo>
                    <a:pt x="1771416" y="125964"/>
                  </a:lnTo>
                  <a:lnTo>
                    <a:pt x="1777676" y="125964"/>
                  </a:lnTo>
                  <a:lnTo>
                    <a:pt x="1783935" y="125964"/>
                  </a:lnTo>
                  <a:lnTo>
                    <a:pt x="1790195" y="125964"/>
                  </a:lnTo>
                  <a:lnTo>
                    <a:pt x="1796454" y="125964"/>
                  </a:lnTo>
                  <a:lnTo>
                    <a:pt x="1802713" y="125964"/>
                  </a:lnTo>
                  <a:lnTo>
                    <a:pt x="1808973" y="125964"/>
                  </a:lnTo>
                  <a:lnTo>
                    <a:pt x="1815232" y="125964"/>
                  </a:lnTo>
                  <a:lnTo>
                    <a:pt x="1821492" y="125964"/>
                  </a:lnTo>
                  <a:lnTo>
                    <a:pt x="1827751" y="125964"/>
                  </a:lnTo>
                  <a:lnTo>
                    <a:pt x="1834011" y="125964"/>
                  </a:lnTo>
                  <a:lnTo>
                    <a:pt x="1840270" y="125964"/>
                  </a:lnTo>
                  <a:lnTo>
                    <a:pt x="1846529" y="125964"/>
                  </a:lnTo>
                  <a:lnTo>
                    <a:pt x="1852789" y="125964"/>
                  </a:lnTo>
                  <a:lnTo>
                    <a:pt x="1859048" y="125964"/>
                  </a:lnTo>
                  <a:lnTo>
                    <a:pt x="1865308" y="125964"/>
                  </a:lnTo>
                  <a:lnTo>
                    <a:pt x="1871567" y="125964"/>
                  </a:lnTo>
                  <a:lnTo>
                    <a:pt x="1877827" y="125964"/>
                  </a:lnTo>
                  <a:lnTo>
                    <a:pt x="1884086" y="125964"/>
                  </a:lnTo>
                  <a:lnTo>
                    <a:pt x="1890345" y="125964"/>
                  </a:lnTo>
                  <a:lnTo>
                    <a:pt x="1896605" y="125964"/>
                  </a:lnTo>
                  <a:lnTo>
                    <a:pt x="1902864" y="125964"/>
                  </a:lnTo>
                  <a:lnTo>
                    <a:pt x="1909124" y="125964"/>
                  </a:lnTo>
                  <a:lnTo>
                    <a:pt x="1915383" y="125964"/>
                  </a:lnTo>
                  <a:lnTo>
                    <a:pt x="1921642" y="125964"/>
                  </a:lnTo>
                  <a:lnTo>
                    <a:pt x="1927902" y="125964"/>
                  </a:lnTo>
                  <a:lnTo>
                    <a:pt x="1934161" y="125964"/>
                  </a:lnTo>
                  <a:lnTo>
                    <a:pt x="1940421" y="125964"/>
                  </a:lnTo>
                  <a:lnTo>
                    <a:pt x="1946680" y="125964"/>
                  </a:lnTo>
                  <a:lnTo>
                    <a:pt x="1952940" y="125964"/>
                  </a:lnTo>
                  <a:lnTo>
                    <a:pt x="1959199" y="125964"/>
                  </a:lnTo>
                  <a:lnTo>
                    <a:pt x="1965458" y="125964"/>
                  </a:lnTo>
                  <a:lnTo>
                    <a:pt x="1971718" y="125964"/>
                  </a:lnTo>
                  <a:lnTo>
                    <a:pt x="1977977" y="125964"/>
                  </a:lnTo>
                  <a:lnTo>
                    <a:pt x="1984237" y="125964"/>
                  </a:lnTo>
                  <a:lnTo>
                    <a:pt x="1990496" y="125964"/>
                  </a:lnTo>
                  <a:lnTo>
                    <a:pt x="1996756" y="125964"/>
                  </a:lnTo>
                  <a:lnTo>
                    <a:pt x="2003015" y="125964"/>
                  </a:lnTo>
                  <a:lnTo>
                    <a:pt x="2009274" y="125964"/>
                  </a:lnTo>
                  <a:lnTo>
                    <a:pt x="2015534" y="125964"/>
                  </a:lnTo>
                  <a:lnTo>
                    <a:pt x="2021793" y="125964"/>
                  </a:lnTo>
                  <a:lnTo>
                    <a:pt x="2028053" y="125964"/>
                  </a:lnTo>
                  <a:lnTo>
                    <a:pt x="2034312" y="125964"/>
                  </a:lnTo>
                  <a:lnTo>
                    <a:pt x="2040572" y="125964"/>
                  </a:lnTo>
                  <a:lnTo>
                    <a:pt x="2046831" y="125964"/>
                  </a:lnTo>
                  <a:lnTo>
                    <a:pt x="2053090" y="125964"/>
                  </a:lnTo>
                  <a:lnTo>
                    <a:pt x="2059350" y="125964"/>
                  </a:lnTo>
                  <a:lnTo>
                    <a:pt x="2065609" y="125964"/>
                  </a:lnTo>
                  <a:lnTo>
                    <a:pt x="2071869" y="125964"/>
                  </a:lnTo>
                  <a:lnTo>
                    <a:pt x="2078128" y="125964"/>
                  </a:lnTo>
                  <a:lnTo>
                    <a:pt x="2084388" y="125964"/>
                  </a:lnTo>
                  <a:lnTo>
                    <a:pt x="2090647" y="125964"/>
                  </a:lnTo>
                  <a:lnTo>
                    <a:pt x="2096906" y="125964"/>
                  </a:lnTo>
                  <a:lnTo>
                    <a:pt x="2103166" y="125964"/>
                  </a:lnTo>
                  <a:lnTo>
                    <a:pt x="2109425" y="125964"/>
                  </a:lnTo>
                  <a:lnTo>
                    <a:pt x="2115685" y="125964"/>
                  </a:lnTo>
                  <a:lnTo>
                    <a:pt x="2121944" y="125964"/>
                  </a:lnTo>
                  <a:lnTo>
                    <a:pt x="2128203" y="125964"/>
                  </a:lnTo>
                  <a:lnTo>
                    <a:pt x="2134463" y="125964"/>
                  </a:lnTo>
                  <a:lnTo>
                    <a:pt x="2140722" y="125964"/>
                  </a:lnTo>
                  <a:lnTo>
                    <a:pt x="2146982" y="125964"/>
                  </a:lnTo>
                  <a:lnTo>
                    <a:pt x="2153241" y="125964"/>
                  </a:lnTo>
                  <a:lnTo>
                    <a:pt x="2159501" y="125964"/>
                  </a:lnTo>
                  <a:lnTo>
                    <a:pt x="2165760" y="125964"/>
                  </a:lnTo>
                  <a:lnTo>
                    <a:pt x="2172019" y="125964"/>
                  </a:lnTo>
                  <a:lnTo>
                    <a:pt x="2178279" y="125964"/>
                  </a:lnTo>
                  <a:lnTo>
                    <a:pt x="2184538" y="125964"/>
                  </a:lnTo>
                  <a:lnTo>
                    <a:pt x="2190798" y="125964"/>
                  </a:lnTo>
                  <a:lnTo>
                    <a:pt x="2197057" y="125964"/>
                  </a:lnTo>
                  <a:lnTo>
                    <a:pt x="2203317" y="125964"/>
                  </a:lnTo>
                  <a:lnTo>
                    <a:pt x="2209576" y="125964"/>
                  </a:lnTo>
                  <a:lnTo>
                    <a:pt x="2215835" y="125964"/>
                  </a:lnTo>
                  <a:lnTo>
                    <a:pt x="2222095" y="125964"/>
                  </a:lnTo>
                  <a:lnTo>
                    <a:pt x="2228354" y="125964"/>
                  </a:lnTo>
                  <a:lnTo>
                    <a:pt x="2234614" y="125964"/>
                  </a:lnTo>
                  <a:lnTo>
                    <a:pt x="2240873" y="125964"/>
                  </a:lnTo>
                  <a:lnTo>
                    <a:pt x="2247133" y="125964"/>
                  </a:lnTo>
                  <a:lnTo>
                    <a:pt x="2253392" y="125964"/>
                  </a:lnTo>
                  <a:lnTo>
                    <a:pt x="2259651" y="125964"/>
                  </a:lnTo>
                  <a:lnTo>
                    <a:pt x="2265911" y="125964"/>
                  </a:lnTo>
                  <a:lnTo>
                    <a:pt x="2272170" y="125964"/>
                  </a:lnTo>
                  <a:lnTo>
                    <a:pt x="2278430" y="125964"/>
                  </a:lnTo>
                  <a:lnTo>
                    <a:pt x="2284689" y="125964"/>
                  </a:lnTo>
                  <a:lnTo>
                    <a:pt x="2290948" y="125964"/>
                  </a:lnTo>
                  <a:lnTo>
                    <a:pt x="2297208" y="125964"/>
                  </a:lnTo>
                  <a:lnTo>
                    <a:pt x="2303467" y="125964"/>
                  </a:lnTo>
                  <a:lnTo>
                    <a:pt x="2309727" y="125964"/>
                  </a:lnTo>
                  <a:lnTo>
                    <a:pt x="2315986" y="125964"/>
                  </a:lnTo>
                  <a:lnTo>
                    <a:pt x="2322246" y="125964"/>
                  </a:lnTo>
                  <a:lnTo>
                    <a:pt x="2328505" y="125964"/>
                  </a:lnTo>
                  <a:lnTo>
                    <a:pt x="2334764" y="125964"/>
                  </a:lnTo>
                  <a:lnTo>
                    <a:pt x="2341024" y="125964"/>
                  </a:lnTo>
                  <a:lnTo>
                    <a:pt x="2347283" y="125964"/>
                  </a:lnTo>
                  <a:lnTo>
                    <a:pt x="2353543" y="125964"/>
                  </a:lnTo>
                  <a:lnTo>
                    <a:pt x="2359802" y="125964"/>
                  </a:lnTo>
                  <a:lnTo>
                    <a:pt x="2366062" y="125964"/>
                  </a:lnTo>
                  <a:lnTo>
                    <a:pt x="2372321" y="125964"/>
                  </a:lnTo>
                  <a:lnTo>
                    <a:pt x="2378580" y="125964"/>
                  </a:lnTo>
                  <a:lnTo>
                    <a:pt x="2384840" y="125964"/>
                  </a:lnTo>
                  <a:lnTo>
                    <a:pt x="2391099" y="125964"/>
                  </a:lnTo>
                  <a:lnTo>
                    <a:pt x="2397359" y="125964"/>
                  </a:lnTo>
                  <a:lnTo>
                    <a:pt x="2403618" y="125964"/>
                  </a:lnTo>
                  <a:lnTo>
                    <a:pt x="2409878" y="125964"/>
                  </a:lnTo>
                  <a:lnTo>
                    <a:pt x="2416137" y="125964"/>
                  </a:lnTo>
                  <a:lnTo>
                    <a:pt x="2422396" y="125964"/>
                  </a:lnTo>
                  <a:lnTo>
                    <a:pt x="2428656" y="125964"/>
                  </a:lnTo>
                  <a:lnTo>
                    <a:pt x="2434915" y="125964"/>
                  </a:lnTo>
                  <a:lnTo>
                    <a:pt x="2441175" y="125964"/>
                  </a:lnTo>
                  <a:lnTo>
                    <a:pt x="2447434" y="125964"/>
                  </a:lnTo>
                  <a:lnTo>
                    <a:pt x="2453693" y="125964"/>
                  </a:lnTo>
                  <a:lnTo>
                    <a:pt x="2459953" y="125964"/>
                  </a:lnTo>
                  <a:lnTo>
                    <a:pt x="2466212" y="125964"/>
                  </a:lnTo>
                  <a:lnTo>
                    <a:pt x="2472472" y="125964"/>
                  </a:lnTo>
                  <a:lnTo>
                    <a:pt x="2478731" y="125964"/>
                  </a:lnTo>
                  <a:lnTo>
                    <a:pt x="2484991" y="125964"/>
                  </a:lnTo>
                  <a:lnTo>
                    <a:pt x="2491250" y="125964"/>
                  </a:lnTo>
                  <a:lnTo>
                    <a:pt x="2497509" y="125964"/>
                  </a:lnTo>
                  <a:lnTo>
                    <a:pt x="2503769" y="125964"/>
                  </a:lnTo>
                  <a:lnTo>
                    <a:pt x="2510028" y="125964"/>
                  </a:lnTo>
                  <a:lnTo>
                    <a:pt x="2516288" y="125964"/>
                  </a:lnTo>
                  <a:lnTo>
                    <a:pt x="2522547" y="125964"/>
                  </a:lnTo>
                  <a:lnTo>
                    <a:pt x="2528807" y="125964"/>
                  </a:lnTo>
                  <a:lnTo>
                    <a:pt x="2535066" y="125964"/>
                  </a:lnTo>
                  <a:lnTo>
                    <a:pt x="2541325" y="125964"/>
                  </a:lnTo>
                  <a:lnTo>
                    <a:pt x="2547585" y="125964"/>
                  </a:lnTo>
                  <a:lnTo>
                    <a:pt x="2553844" y="125964"/>
                  </a:lnTo>
                  <a:lnTo>
                    <a:pt x="2560104" y="125964"/>
                  </a:lnTo>
                  <a:lnTo>
                    <a:pt x="2566363" y="125964"/>
                  </a:lnTo>
                  <a:lnTo>
                    <a:pt x="2572623" y="125964"/>
                  </a:lnTo>
                  <a:lnTo>
                    <a:pt x="2578882" y="125964"/>
                  </a:lnTo>
                  <a:lnTo>
                    <a:pt x="2585141" y="125964"/>
                  </a:lnTo>
                  <a:lnTo>
                    <a:pt x="2591401" y="125964"/>
                  </a:lnTo>
                  <a:lnTo>
                    <a:pt x="2597660" y="125964"/>
                  </a:lnTo>
                  <a:lnTo>
                    <a:pt x="2603920" y="125964"/>
                  </a:lnTo>
                  <a:lnTo>
                    <a:pt x="2610179" y="125964"/>
                  </a:lnTo>
                  <a:lnTo>
                    <a:pt x="2616438" y="125964"/>
                  </a:lnTo>
                  <a:lnTo>
                    <a:pt x="2622698" y="125964"/>
                  </a:lnTo>
                  <a:lnTo>
                    <a:pt x="2628957" y="125964"/>
                  </a:lnTo>
                  <a:lnTo>
                    <a:pt x="2635217" y="125964"/>
                  </a:lnTo>
                  <a:lnTo>
                    <a:pt x="2641476" y="125964"/>
                  </a:lnTo>
                  <a:lnTo>
                    <a:pt x="2647736" y="125964"/>
                  </a:lnTo>
                  <a:lnTo>
                    <a:pt x="2653995" y="125964"/>
                  </a:lnTo>
                  <a:lnTo>
                    <a:pt x="2660254" y="125964"/>
                  </a:lnTo>
                  <a:lnTo>
                    <a:pt x="2666514" y="125964"/>
                  </a:lnTo>
                  <a:lnTo>
                    <a:pt x="2672773" y="125964"/>
                  </a:lnTo>
                  <a:lnTo>
                    <a:pt x="2679033" y="125964"/>
                  </a:lnTo>
                  <a:lnTo>
                    <a:pt x="2685292" y="125964"/>
                  </a:lnTo>
                  <a:lnTo>
                    <a:pt x="2691552" y="125964"/>
                  </a:lnTo>
                  <a:lnTo>
                    <a:pt x="2697811" y="125964"/>
                  </a:lnTo>
                  <a:lnTo>
                    <a:pt x="2704070" y="125964"/>
                  </a:lnTo>
                  <a:lnTo>
                    <a:pt x="2710330" y="125964"/>
                  </a:lnTo>
                  <a:lnTo>
                    <a:pt x="2716589" y="125964"/>
                  </a:lnTo>
                  <a:lnTo>
                    <a:pt x="2722849" y="125964"/>
                  </a:lnTo>
                  <a:lnTo>
                    <a:pt x="2729108" y="125964"/>
                  </a:lnTo>
                  <a:lnTo>
                    <a:pt x="2735368" y="125964"/>
                  </a:lnTo>
                  <a:lnTo>
                    <a:pt x="2741627" y="125964"/>
                  </a:lnTo>
                  <a:lnTo>
                    <a:pt x="2747886" y="125964"/>
                  </a:lnTo>
                  <a:lnTo>
                    <a:pt x="2754146" y="125964"/>
                  </a:lnTo>
                  <a:lnTo>
                    <a:pt x="2760405" y="125964"/>
                  </a:lnTo>
                  <a:lnTo>
                    <a:pt x="2766665" y="125964"/>
                  </a:lnTo>
                  <a:lnTo>
                    <a:pt x="2772924" y="125964"/>
                  </a:lnTo>
                  <a:lnTo>
                    <a:pt x="2779184" y="125964"/>
                  </a:lnTo>
                  <a:lnTo>
                    <a:pt x="2785443" y="125964"/>
                  </a:lnTo>
                  <a:lnTo>
                    <a:pt x="2791702" y="125964"/>
                  </a:lnTo>
                  <a:lnTo>
                    <a:pt x="2797962" y="125964"/>
                  </a:lnTo>
                  <a:lnTo>
                    <a:pt x="2804221" y="125964"/>
                  </a:lnTo>
                  <a:lnTo>
                    <a:pt x="2810481" y="125964"/>
                  </a:lnTo>
                  <a:lnTo>
                    <a:pt x="2816740" y="125964"/>
                  </a:lnTo>
                  <a:lnTo>
                    <a:pt x="2822999" y="125964"/>
                  </a:lnTo>
                  <a:lnTo>
                    <a:pt x="2829259" y="125964"/>
                  </a:lnTo>
                  <a:lnTo>
                    <a:pt x="2835518" y="125964"/>
                  </a:lnTo>
                  <a:lnTo>
                    <a:pt x="2841778" y="125964"/>
                  </a:lnTo>
                  <a:lnTo>
                    <a:pt x="2848037" y="125964"/>
                  </a:lnTo>
                  <a:lnTo>
                    <a:pt x="2854297" y="125964"/>
                  </a:lnTo>
                  <a:lnTo>
                    <a:pt x="2860556" y="125964"/>
                  </a:lnTo>
                  <a:lnTo>
                    <a:pt x="2866815" y="125964"/>
                  </a:lnTo>
                  <a:lnTo>
                    <a:pt x="2873075" y="125964"/>
                  </a:lnTo>
                  <a:lnTo>
                    <a:pt x="2879334" y="125964"/>
                  </a:lnTo>
                  <a:lnTo>
                    <a:pt x="2885594" y="125964"/>
                  </a:lnTo>
                  <a:lnTo>
                    <a:pt x="2891853" y="125964"/>
                  </a:lnTo>
                  <a:lnTo>
                    <a:pt x="2898113" y="125964"/>
                  </a:lnTo>
                  <a:lnTo>
                    <a:pt x="2904372" y="125964"/>
                  </a:lnTo>
                  <a:lnTo>
                    <a:pt x="2910631" y="125964"/>
                  </a:lnTo>
                  <a:lnTo>
                    <a:pt x="2916891" y="125964"/>
                  </a:lnTo>
                  <a:lnTo>
                    <a:pt x="2923150" y="125964"/>
                  </a:lnTo>
                  <a:lnTo>
                    <a:pt x="2929410" y="125964"/>
                  </a:lnTo>
                  <a:lnTo>
                    <a:pt x="2935669" y="125964"/>
                  </a:lnTo>
                  <a:lnTo>
                    <a:pt x="2941929" y="125964"/>
                  </a:lnTo>
                  <a:lnTo>
                    <a:pt x="2948188" y="125964"/>
                  </a:lnTo>
                  <a:lnTo>
                    <a:pt x="2954447" y="125964"/>
                  </a:lnTo>
                  <a:lnTo>
                    <a:pt x="2960707" y="125964"/>
                  </a:lnTo>
                  <a:lnTo>
                    <a:pt x="2966966" y="125964"/>
                  </a:lnTo>
                  <a:lnTo>
                    <a:pt x="2973226" y="125964"/>
                  </a:lnTo>
                  <a:lnTo>
                    <a:pt x="2979485" y="125964"/>
                  </a:lnTo>
                  <a:lnTo>
                    <a:pt x="2985744" y="125964"/>
                  </a:lnTo>
                  <a:lnTo>
                    <a:pt x="2992004" y="125964"/>
                  </a:lnTo>
                  <a:lnTo>
                    <a:pt x="2998263" y="125964"/>
                  </a:lnTo>
                  <a:lnTo>
                    <a:pt x="3004523" y="125964"/>
                  </a:lnTo>
                  <a:lnTo>
                    <a:pt x="3010782" y="125964"/>
                  </a:lnTo>
                  <a:lnTo>
                    <a:pt x="3017042" y="125964"/>
                  </a:lnTo>
                  <a:lnTo>
                    <a:pt x="3023301" y="125964"/>
                  </a:lnTo>
                  <a:lnTo>
                    <a:pt x="3029560" y="125964"/>
                  </a:lnTo>
                  <a:lnTo>
                    <a:pt x="3035820" y="125964"/>
                  </a:lnTo>
                  <a:lnTo>
                    <a:pt x="3042079" y="125964"/>
                  </a:lnTo>
                  <a:lnTo>
                    <a:pt x="3048339" y="125964"/>
                  </a:lnTo>
                  <a:lnTo>
                    <a:pt x="3054598" y="125964"/>
                  </a:lnTo>
                  <a:lnTo>
                    <a:pt x="3060858" y="125964"/>
                  </a:lnTo>
                  <a:lnTo>
                    <a:pt x="3067117" y="125964"/>
                  </a:lnTo>
                  <a:lnTo>
                    <a:pt x="3073376" y="125964"/>
                  </a:lnTo>
                  <a:lnTo>
                    <a:pt x="3079636" y="125964"/>
                  </a:lnTo>
                  <a:lnTo>
                    <a:pt x="3085895" y="125964"/>
                  </a:lnTo>
                  <a:lnTo>
                    <a:pt x="3092155" y="125964"/>
                  </a:lnTo>
                  <a:lnTo>
                    <a:pt x="3098414" y="125964"/>
                  </a:lnTo>
                  <a:lnTo>
                    <a:pt x="3104674" y="125964"/>
                  </a:lnTo>
                  <a:lnTo>
                    <a:pt x="3110933" y="125964"/>
                  </a:lnTo>
                  <a:lnTo>
                    <a:pt x="3117192" y="125964"/>
                  </a:lnTo>
                  <a:lnTo>
                    <a:pt x="3123452" y="125964"/>
                  </a:lnTo>
                  <a:lnTo>
                    <a:pt x="3129711" y="125964"/>
                  </a:lnTo>
                  <a:lnTo>
                    <a:pt x="3135971" y="125964"/>
                  </a:lnTo>
                  <a:lnTo>
                    <a:pt x="3142230" y="125964"/>
                  </a:lnTo>
                  <a:lnTo>
                    <a:pt x="3148489" y="125964"/>
                  </a:lnTo>
                  <a:lnTo>
                    <a:pt x="3154749" y="125964"/>
                  </a:lnTo>
                  <a:lnTo>
                    <a:pt x="3161008" y="125964"/>
                  </a:lnTo>
                  <a:lnTo>
                    <a:pt x="3167268" y="125964"/>
                  </a:lnTo>
                  <a:lnTo>
                    <a:pt x="3173527" y="125964"/>
                  </a:lnTo>
                  <a:lnTo>
                    <a:pt x="3179787" y="125964"/>
                  </a:lnTo>
                  <a:lnTo>
                    <a:pt x="3186046" y="125964"/>
                  </a:lnTo>
                  <a:lnTo>
                    <a:pt x="3192305" y="125964"/>
                  </a:lnTo>
                  <a:lnTo>
                    <a:pt x="3198565" y="125964"/>
                  </a:lnTo>
                </a:path>
              </a:pathLst>
            </a:cu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3749798" y="5696867"/>
              <a:ext cx="3198565" cy="359291"/>
            </a:xfrm>
            <a:custGeom>
              <a:avLst/>
              <a:pathLst>
                <a:path w="3198565" h="359291">
                  <a:moveTo>
                    <a:pt x="0" y="359291"/>
                  </a:moveTo>
                  <a:lnTo>
                    <a:pt x="6259" y="359291"/>
                  </a:lnTo>
                  <a:lnTo>
                    <a:pt x="12518" y="359291"/>
                  </a:lnTo>
                  <a:lnTo>
                    <a:pt x="18778" y="359291"/>
                  </a:lnTo>
                  <a:lnTo>
                    <a:pt x="25037" y="359291"/>
                  </a:lnTo>
                  <a:lnTo>
                    <a:pt x="31297" y="359291"/>
                  </a:lnTo>
                  <a:lnTo>
                    <a:pt x="37556" y="359291"/>
                  </a:lnTo>
                  <a:lnTo>
                    <a:pt x="43815" y="359291"/>
                  </a:lnTo>
                  <a:lnTo>
                    <a:pt x="50075" y="359291"/>
                  </a:lnTo>
                  <a:lnTo>
                    <a:pt x="56334" y="359291"/>
                  </a:lnTo>
                  <a:lnTo>
                    <a:pt x="62594" y="359291"/>
                  </a:lnTo>
                  <a:lnTo>
                    <a:pt x="68853" y="359291"/>
                  </a:lnTo>
                  <a:lnTo>
                    <a:pt x="75113" y="359291"/>
                  </a:lnTo>
                  <a:lnTo>
                    <a:pt x="81372" y="359291"/>
                  </a:lnTo>
                  <a:lnTo>
                    <a:pt x="87631" y="359291"/>
                  </a:lnTo>
                  <a:lnTo>
                    <a:pt x="93891" y="359291"/>
                  </a:lnTo>
                  <a:lnTo>
                    <a:pt x="100150" y="359291"/>
                  </a:lnTo>
                  <a:lnTo>
                    <a:pt x="106410" y="359291"/>
                  </a:lnTo>
                  <a:lnTo>
                    <a:pt x="112669" y="359291"/>
                  </a:lnTo>
                  <a:lnTo>
                    <a:pt x="118929" y="359291"/>
                  </a:lnTo>
                  <a:lnTo>
                    <a:pt x="125188" y="359291"/>
                  </a:lnTo>
                  <a:lnTo>
                    <a:pt x="131447" y="359291"/>
                  </a:lnTo>
                  <a:lnTo>
                    <a:pt x="137707" y="359291"/>
                  </a:lnTo>
                  <a:lnTo>
                    <a:pt x="143966" y="359291"/>
                  </a:lnTo>
                  <a:lnTo>
                    <a:pt x="150226" y="359291"/>
                  </a:lnTo>
                  <a:lnTo>
                    <a:pt x="156485" y="359291"/>
                  </a:lnTo>
                  <a:lnTo>
                    <a:pt x="162745" y="359291"/>
                  </a:lnTo>
                  <a:lnTo>
                    <a:pt x="169004" y="359291"/>
                  </a:lnTo>
                  <a:lnTo>
                    <a:pt x="175263" y="359291"/>
                  </a:lnTo>
                  <a:lnTo>
                    <a:pt x="181523" y="359291"/>
                  </a:lnTo>
                  <a:lnTo>
                    <a:pt x="187782" y="359291"/>
                  </a:lnTo>
                  <a:lnTo>
                    <a:pt x="194042" y="359291"/>
                  </a:lnTo>
                  <a:lnTo>
                    <a:pt x="200301" y="359291"/>
                  </a:lnTo>
                  <a:lnTo>
                    <a:pt x="206560" y="359291"/>
                  </a:lnTo>
                  <a:lnTo>
                    <a:pt x="212820" y="359291"/>
                  </a:lnTo>
                  <a:lnTo>
                    <a:pt x="219079" y="359291"/>
                  </a:lnTo>
                  <a:lnTo>
                    <a:pt x="225339" y="359291"/>
                  </a:lnTo>
                  <a:lnTo>
                    <a:pt x="231598" y="359291"/>
                  </a:lnTo>
                  <a:lnTo>
                    <a:pt x="237858" y="359291"/>
                  </a:lnTo>
                  <a:lnTo>
                    <a:pt x="244117" y="359291"/>
                  </a:lnTo>
                  <a:lnTo>
                    <a:pt x="250376" y="359291"/>
                  </a:lnTo>
                  <a:lnTo>
                    <a:pt x="256636" y="359290"/>
                  </a:lnTo>
                  <a:lnTo>
                    <a:pt x="262895" y="359287"/>
                  </a:lnTo>
                  <a:lnTo>
                    <a:pt x="269155" y="359273"/>
                  </a:lnTo>
                  <a:lnTo>
                    <a:pt x="275414" y="359227"/>
                  </a:lnTo>
                  <a:lnTo>
                    <a:pt x="281674" y="359115"/>
                  </a:lnTo>
                  <a:lnTo>
                    <a:pt x="287933" y="358919"/>
                  </a:lnTo>
                  <a:lnTo>
                    <a:pt x="294192" y="358689"/>
                  </a:lnTo>
                  <a:lnTo>
                    <a:pt x="300452" y="358551"/>
                  </a:lnTo>
                  <a:lnTo>
                    <a:pt x="306711" y="358594"/>
                  </a:lnTo>
                  <a:lnTo>
                    <a:pt x="312971" y="358782"/>
                  </a:lnTo>
                  <a:lnTo>
                    <a:pt x="319230" y="358992"/>
                  </a:lnTo>
                  <a:lnTo>
                    <a:pt x="325490" y="359115"/>
                  </a:lnTo>
                  <a:lnTo>
                    <a:pt x="331749" y="359100"/>
                  </a:lnTo>
                  <a:lnTo>
                    <a:pt x="338008" y="358925"/>
                  </a:lnTo>
                  <a:lnTo>
                    <a:pt x="344268" y="358590"/>
                  </a:lnTo>
                  <a:lnTo>
                    <a:pt x="350527" y="358113"/>
                  </a:lnTo>
                  <a:lnTo>
                    <a:pt x="356787" y="357524"/>
                  </a:lnTo>
                  <a:lnTo>
                    <a:pt x="363046" y="356893"/>
                  </a:lnTo>
                  <a:lnTo>
                    <a:pt x="369305" y="356350"/>
                  </a:lnTo>
                  <a:lnTo>
                    <a:pt x="375565" y="355997"/>
                  </a:lnTo>
                  <a:lnTo>
                    <a:pt x="381824" y="355755"/>
                  </a:lnTo>
                  <a:lnTo>
                    <a:pt x="388084" y="355394"/>
                  </a:lnTo>
                  <a:lnTo>
                    <a:pt x="394343" y="354785"/>
                  </a:lnTo>
                  <a:lnTo>
                    <a:pt x="400603" y="354099"/>
                  </a:lnTo>
                  <a:lnTo>
                    <a:pt x="406862" y="353658"/>
                  </a:lnTo>
                  <a:lnTo>
                    <a:pt x="413121" y="353611"/>
                  </a:lnTo>
                  <a:lnTo>
                    <a:pt x="419381" y="353755"/>
                  </a:lnTo>
                  <a:lnTo>
                    <a:pt x="425640" y="353672"/>
                  </a:lnTo>
                  <a:lnTo>
                    <a:pt x="431900" y="352960"/>
                  </a:lnTo>
                  <a:lnTo>
                    <a:pt x="438159" y="351373"/>
                  </a:lnTo>
                  <a:lnTo>
                    <a:pt x="444419" y="348721"/>
                  </a:lnTo>
                  <a:lnTo>
                    <a:pt x="450678" y="344493"/>
                  </a:lnTo>
                  <a:lnTo>
                    <a:pt x="456937" y="337340"/>
                  </a:lnTo>
                  <a:lnTo>
                    <a:pt x="463197" y="325116"/>
                  </a:lnTo>
                  <a:lnTo>
                    <a:pt x="469456" y="306164"/>
                  </a:lnTo>
                  <a:lnTo>
                    <a:pt x="475716" y="280876"/>
                  </a:lnTo>
                  <a:lnTo>
                    <a:pt x="481975" y="251666"/>
                  </a:lnTo>
                  <a:lnTo>
                    <a:pt x="488235" y="221838"/>
                  </a:lnTo>
                  <a:lnTo>
                    <a:pt x="494494" y="195136"/>
                  </a:lnTo>
                  <a:lnTo>
                    <a:pt x="500753" y="174940"/>
                  </a:lnTo>
                  <a:lnTo>
                    <a:pt x="507013" y="160601"/>
                  </a:lnTo>
                  <a:lnTo>
                    <a:pt x="513272" y="142788"/>
                  </a:lnTo>
                  <a:lnTo>
                    <a:pt x="519532" y="108751"/>
                  </a:lnTo>
                  <a:lnTo>
                    <a:pt x="525791" y="58197"/>
                  </a:lnTo>
                  <a:lnTo>
                    <a:pt x="532050" y="12253"/>
                  </a:lnTo>
                  <a:lnTo>
                    <a:pt x="538310" y="0"/>
                  </a:lnTo>
                  <a:lnTo>
                    <a:pt x="544569" y="34657"/>
                  </a:lnTo>
                  <a:lnTo>
                    <a:pt x="550829" y="105481"/>
                  </a:lnTo>
                  <a:lnTo>
                    <a:pt x="557088" y="188522"/>
                  </a:lnTo>
                  <a:lnTo>
                    <a:pt x="563348" y="261061"/>
                  </a:lnTo>
                  <a:lnTo>
                    <a:pt x="569607" y="310832"/>
                  </a:lnTo>
                  <a:lnTo>
                    <a:pt x="575866" y="337854"/>
                  </a:lnTo>
                  <a:lnTo>
                    <a:pt x="582126" y="349181"/>
                  </a:lnTo>
                  <a:lnTo>
                    <a:pt x="588385" y="351954"/>
                  </a:lnTo>
                  <a:lnTo>
                    <a:pt x="594645" y="350573"/>
                  </a:lnTo>
                  <a:lnTo>
                    <a:pt x="600904" y="347811"/>
                  </a:lnTo>
                  <a:lnTo>
                    <a:pt x="607164" y="345988"/>
                  </a:lnTo>
                  <a:lnTo>
                    <a:pt x="613423" y="346330"/>
                  </a:lnTo>
                  <a:lnTo>
                    <a:pt x="619682" y="348158"/>
                  </a:lnTo>
                  <a:lnTo>
                    <a:pt x="625942" y="349732"/>
                  </a:lnTo>
                  <a:lnTo>
                    <a:pt x="632201" y="349973"/>
                  </a:lnTo>
                  <a:lnTo>
                    <a:pt x="638461" y="349074"/>
                  </a:lnTo>
                  <a:lnTo>
                    <a:pt x="644720" y="347813"/>
                  </a:lnTo>
                  <a:lnTo>
                    <a:pt x="650980" y="346925"/>
                  </a:lnTo>
                  <a:lnTo>
                    <a:pt x="657239" y="347091"/>
                  </a:lnTo>
                  <a:lnTo>
                    <a:pt x="663498" y="348746"/>
                  </a:lnTo>
                  <a:lnTo>
                    <a:pt x="669758" y="351582"/>
                  </a:lnTo>
                  <a:lnTo>
                    <a:pt x="676017" y="354605"/>
                  </a:lnTo>
                  <a:lnTo>
                    <a:pt x="682277" y="356914"/>
                  </a:lnTo>
                  <a:lnTo>
                    <a:pt x="688536" y="358267"/>
                  </a:lnTo>
                  <a:lnTo>
                    <a:pt x="694796" y="358910"/>
                  </a:lnTo>
                  <a:lnTo>
                    <a:pt x="701055" y="359169"/>
                  </a:lnTo>
                  <a:lnTo>
                    <a:pt x="707314" y="359258"/>
                  </a:lnTo>
                  <a:lnTo>
                    <a:pt x="713574" y="359284"/>
                  </a:lnTo>
                  <a:lnTo>
                    <a:pt x="719833" y="359290"/>
                  </a:lnTo>
                  <a:lnTo>
                    <a:pt x="726093" y="359291"/>
                  </a:lnTo>
                  <a:lnTo>
                    <a:pt x="732352" y="359291"/>
                  </a:lnTo>
                  <a:lnTo>
                    <a:pt x="738611" y="359291"/>
                  </a:lnTo>
                  <a:lnTo>
                    <a:pt x="744871" y="359291"/>
                  </a:lnTo>
                  <a:lnTo>
                    <a:pt x="751130" y="359291"/>
                  </a:lnTo>
                  <a:lnTo>
                    <a:pt x="757390" y="359291"/>
                  </a:lnTo>
                  <a:lnTo>
                    <a:pt x="763649" y="359291"/>
                  </a:lnTo>
                  <a:lnTo>
                    <a:pt x="769909" y="359291"/>
                  </a:lnTo>
                  <a:lnTo>
                    <a:pt x="776168" y="359291"/>
                  </a:lnTo>
                  <a:lnTo>
                    <a:pt x="782427" y="359291"/>
                  </a:lnTo>
                  <a:lnTo>
                    <a:pt x="788687" y="359291"/>
                  </a:lnTo>
                  <a:lnTo>
                    <a:pt x="794946" y="359291"/>
                  </a:lnTo>
                  <a:lnTo>
                    <a:pt x="801206" y="359291"/>
                  </a:lnTo>
                  <a:lnTo>
                    <a:pt x="807465" y="359291"/>
                  </a:lnTo>
                  <a:lnTo>
                    <a:pt x="813725" y="359291"/>
                  </a:lnTo>
                  <a:lnTo>
                    <a:pt x="819984" y="359291"/>
                  </a:lnTo>
                  <a:lnTo>
                    <a:pt x="826243" y="359291"/>
                  </a:lnTo>
                  <a:lnTo>
                    <a:pt x="832503" y="359291"/>
                  </a:lnTo>
                  <a:lnTo>
                    <a:pt x="838762" y="359291"/>
                  </a:lnTo>
                  <a:lnTo>
                    <a:pt x="845022" y="359291"/>
                  </a:lnTo>
                  <a:lnTo>
                    <a:pt x="851281" y="359291"/>
                  </a:lnTo>
                  <a:lnTo>
                    <a:pt x="857541" y="359291"/>
                  </a:lnTo>
                  <a:lnTo>
                    <a:pt x="863800" y="359291"/>
                  </a:lnTo>
                  <a:lnTo>
                    <a:pt x="870059" y="359291"/>
                  </a:lnTo>
                  <a:lnTo>
                    <a:pt x="876319" y="359291"/>
                  </a:lnTo>
                  <a:lnTo>
                    <a:pt x="882578" y="359291"/>
                  </a:lnTo>
                  <a:lnTo>
                    <a:pt x="888838" y="359291"/>
                  </a:lnTo>
                  <a:lnTo>
                    <a:pt x="895097" y="359291"/>
                  </a:lnTo>
                  <a:lnTo>
                    <a:pt x="901356" y="359291"/>
                  </a:lnTo>
                  <a:lnTo>
                    <a:pt x="907616" y="359291"/>
                  </a:lnTo>
                  <a:lnTo>
                    <a:pt x="913875" y="359291"/>
                  </a:lnTo>
                  <a:lnTo>
                    <a:pt x="920135" y="359291"/>
                  </a:lnTo>
                  <a:lnTo>
                    <a:pt x="926394" y="359291"/>
                  </a:lnTo>
                  <a:lnTo>
                    <a:pt x="932654" y="359291"/>
                  </a:lnTo>
                  <a:lnTo>
                    <a:pt x="938913" y="359291"/>
                  </a:lnTo>
                  <a:lnTo>
                    <a:pt x="945172" y="359291"/>
                  </a:lnTo>
                  <a:lnTo>
                    <a:pt x="951432" y="359291"/>
                  </a:lnTo>
                  <a:lnTo>
                    <a:pt x="957691" y="359291"/>
                  </a:lnTo>
                  <a:lnTo>
                    <a:pt x="963951" y="359291"/>
                  </a:lnTo>
                  <a:lnTo>
                    <a:pt x="970210" y="359291"/>
                  </a:lnTo>
                  <a:lnTo>
                    <a:pt x="976470" y="359291"/>
                  </a:lnTo>
                  <a:lnTo>
                    <a:pt x="982729" y="359291"/>
                  </a:lnTo>
                  <a:lnTo>
                    <a:pt x="988988" y="359291"/>
                  </a:lnTo>
                  <a:lnTo>
                    <a:pt x="995248" y="359291"/>
                  </a:lnTo>
                  <a:lnTo>
                    <a:pt x="1001507" y="359291"/>
                  </a:lnTo>
                  <a:lnTo>
                    <a:pt x="1007767" y="359291"/>
                  </a:lnTo>
                  <a:lnTo>
                    <a:pt x="1014026" y="359291"/>
                  </a:lnTo>
                  <a:lnTo>
                    <a:pt x="1020286" y="359291"/>
                  </a:lnTo>
                  <a:lnTo>
                    <a:pt x="1026545" y="359291"/>
                  </a:lnTo>
                  <a:lnTo>
                    <a:pt x="1032804" y="359291"/>
                  </a:lnTo>
                  <a:lnTo>
                    <a:pt x="1039064" y="359291"/>
                  </a:lnTo>
                  <a:lnTo>
                    <a:pt x="1045323" y="359291"/>
                  </a:lnTo>
                  <a:lnTo>
                    <a:pt x="1051583" y="359291"/>
                  </a:lnTo>
                  <a:lnTo>
                    <a:pt x="1057842" y="359291"/>
                  </a:lnTo>
                  <a:lnTo>
                    <a:pt x="1064101" y="359291"/>
                  </a:lnTo>
                  <a:lnTo>
                    <a:pt x="1070361" y="359291"/>
                  </a:lnTo>
                  <a:lnTo>
                    <a:pt x="1076620" y="359291"/>
                  </a:lnTo>
                  <a:lnTo>
                    <a:pt x="1082880" y="359291"/>
                  </a:lnTo>
                  <a:lnTo>
                    <a:pt x="1089139" y="359291"/>
                  </a:lnTo>
                  <a:lnTo>
                    <a:pt x="1095399" y="359291"/>
                  </a:lnTo>
                  <a:lnTo>
                    <a:pt x="1101658" y="359291"/>
                  </a:lnTo>
                  <a:lnTo>
                    <a:pt x="1107917" y="359291"/>
                  </a:lnTo>
                  <a:lnTo>
                    <a:pt x="1114177" y="359291"/>
                  </a:lnTo>
                  <a:lnTo>
                    <a:pt x="1120436" y="359291"/>
                  </a:lnTo>
                  <a:lnTo>
                    <a:pt x="1126696" y="359291"/>
                  </a:lnTo>
                  <a:lnTo>
                    <a:pt x="1132955" y="359291"/>
                  </a:lnTo>
                  <a:lnTo>
                    <a:pt x="1139215" y="359291"/>
                  </a:lnTo>
                  <a:lnTo>
                    <a:pt x="1145474" y="359291"/>
                  </a:lnTo>
                  <a:lnTo>
                    <a:pt x="1151733" y="359291"/>
                  </a:lnTo>
                  <a:lnTo>
                    <a:pt x="1157993" y="359291"/>
                  </a:lnTo>
                  <a:lnTo>
                    <a:pt x="1164252" y="359291"/>
                  </a:lnTo>
                  <a:lnTo>
                    <a:pt x="1170512" y="359291"/>
                  </a:lnTo>
                  <a:lnTo>
                    <a:pt x="1176771" y="359291"/>
                  </a:lnTo>
                  <a:lnTo>
                    <a:pt x="1183031" y="359291"/>
                  </a:lnTo>
                  <a:lnTo>
                    <a:pt x="1189290" y="359291"/>
                  </a:lnTo>
                  <a:lnTo>
                    <a:pt x="1195549" y="359291"/>
                  </a:lnTo>
                  <a:lnTo>
                    <a:pt x="1201809" y="359291"/>
                  </a:lnTo>
                  <a:lnTo>
                    <a:pt x="1208068" y="359291"/>
                  </a:lnTo>
                  <a:lnTo>
                    <a:pt x="1214328" y="359291"/>
                  </a:lnTo>
                  <a:lnTo>
                    <a:pt x="1220587" y="359291"/>
                  </a:lnTo>
                  <a:lnTo>
                    <a:pt x="1226846" y="359291"/>
                  </a:lnTo>
                  <a:lnTo>
                    <a:pt x="1233106" y="359291"/>
                  </a:lnTo>
                  <a:lnTo>
                    <a:pt x="1239365" y="359291"/>
                  </a:lnTo>
                  <a:lnTo>
                    <a:pt x="1245625" y="359291"/>
                  </a:lnTo>
                  <a:lnTo>
                    <a:pt x="1251884" y="359291"/>
                  </a:lnTo>
                  <a:lnTo>
                    <a:pt x="1258144" y="359291"/>
                  </a:lnTo>
                  <a:lnTo>
                    <a:pt x="1264403" y="359291"/>
                  </a:lnTo>
                  <a:lnTo>
                    <a:pt x="1270662" y="359291"/>
                  </a:lnTo>
                  <a:lnTo>
                    <a:pt x="1276922" y="359291"/>
                  </a:lnTo>
                  <a:lnTo>
                    <a:pt x="1283181" y="359291"/>
                  </a:lnTo>
                  <a:lnTo>
                    <a:pt x="1289441" y="359291"/>
                  </a:lnTo>
                  <a:lnTo>
                    <a:pt x="1295700" y="359291"/>
                  </a:lnTo>
                  <a:lnTo>
                    <a:pt x="1301960" y="359291"/>
                  </a:lnTo>
                  <a:lnTo>
                    <a:pt x="1308219" y="359291"/>
                  </a:lnTo>
                  <a:lnTo>
                    <a:pt x="1314478" y="359291"/>
                  </a:lnTo>
                  <a:lnTo>
                    <a:pt x="1320738" y="359291"/>
                  </a:lnTo>
                  <a:lnTo>
                    <a:pt x="1326997" y="359291"/>
                  </a:lnTo>
                  <a:lnTo>
                    <a:pt x="1333257" y="359291"/>
                  </a:lnTo>
                  <a:lnTo>
                    <a:pt x="1339516" y="359291"/>
                  </a:lnTo>
                  <a:lnTo>
                    <a:pt x="1345776" y="359291"/>
                  </a:lnTo>
                  <a:lnTo>
                    <a:pt x="1352035" y="359291"/>
                  </a:lnTo>
                  <a:lnTo>
                    <a:pt x="1358294" y="359291"/>
                  </a:lnTo>
                  <a:lnTo>
                    <a:pt x="1364554" y="359291"/>
                  </a:lnTo>
                  <a:lnTo>
                    <a:pt x="1370813" y="359291"/>
                  </a:lnTo>
                  <a:lnTo>
                    <a:pt x="1377073" y="359291"/>
                  </a:lnTo>
                  <a:lnTo>
                    <a:pt x="1383332" y="359291"/>
                  </a:lnTo>
                  <a:lnTo>
                    <a:pt x="1389592" y="359291"/>
                  </a:lnTo>
                  <a:lnTo>
                    <a:pt x="1395851" y="359291"/>
                  </a:lnTo>
                  <a:lnTo>
                    <a:pt x="1402110" y="359291"/>
                  </a:lnTo>
                  <a:lnTo>
                    <a:pt x="1408370" y="359291"/>
                  </a:lnTo>
                  <a:lnTo>
                    <a:pt x="1414629" y="359291"/>
                  </a:lnTo>
                  <a:lnTo>
                    <a:pt x="1420889" y="359291"/>
                  </a:lnTo>
                  <a:lnTo>
                    <a:pt x="1427148" y="359291"/>
                  </a:lnTo>
                  <a:lnTo>
                    <a:pt x="1433407" y="359291"/>
                  </a:lnTo>
                  <a:lnTo>
                    <a:pt x="1439667" y="359291"/>
                  </a:lnTo>
                  <a:lnTo>
                    <a:pt x="1445926" y="359291"/>
                  </a:lnTo>
                  <a:lnTo>
                    <a:pt x="1452186" y="359291"/>
                  </a:lnTo>
                  <a:lnTo>
                    <a:pt x="1458445" y="359291"/>
                  </a:lnTo>
                  <a:lnTo>
                    <a:pt x="1464705" y="359291"/>
                  </a:lnTo>
                  <a:lnTo>
                    <a:pt x="1470964" y="359291"/>
                  </a:lnTo>
                  <a:lnTo>
                    <a:pt x="1477223" y="359291"/>
                  </a:lnTo>
                  <a:lnTo>
                    <a:pt x="1483483" y="359291"/>
                  </a:lnTo>
                  <a:lnTo>
                    <a:pt x="1489742" y="359291"/>
                  </a:lnTo>
                  <a:lnTo>
                    <a:pt x="1496002" y="359291"/>
                  </a:lnTo>
                  <a:lnTo>
                    <a:pt x="1502261" y="359291"/>
                  </a:lnTo>
                  <a:lnTo>
                    <a:pt x="1508521" y="359291"/>
                  </a:lnTo>
                  <a:lnTo>
                    <a:pt x="1514780" y="359291"/>
                  </a:lnTo>
                  <a:lnTo>
                    <a:pt x="1521039" y="359291"/>
                  </a:lnTo>
                  <a:lnTo>
                    <a:pt x="1527299" y="359291"/>
                  </a:lnTo>
                  <a:lnTo>
                    <a:pt x="1533558" y="359291"/>
                  </a:lnTo>
                  <a:lnTo>
                    <a:pt x="1539818" y="359291"/>
                  </a:lnTo>
                  <a:lnTo>
                    <a:pt x="1546077" y="359291"/>
                  </a:lnTo>
                  <a:lnTo>
                    <a:pt x="1552337" y="359291"/>
                  </a:lnTo>
                  <a:lnTo>
                    <a:pt x="1558596" y="359291"/>
                  </a:lnTo>
                  <a:lnTo>
                    <a:pt x="1564855" y="359291"/>
                  </a:lnTo>
                  <a:lnTo>
                    <a:pt x="1571115" y="359291"/>
                  </a:lnTo>
                  <a:lnTo>
                    <a:pt x="1577374" y="359291"/>
                  </a:lnTo>
                  <a:lnTo>
                    <a:pt x="1583634" y="359291"/>
                  </a:lnTo>
                  <a:lnTo>
                    <a:pt x="1589893" y="359291"/>
                  </a:lnTo>
                  <a:lnTo>
                    <a:pt x="1596152" y="359291"/>
                  </a:lnTo>
                  <a:lnTo>
                    <a:pt x="1602412" y="359291"/>
                  </a:lnTo>
                  <a:lnTo>
                    <a:pt x="1608671" y="359291"/>
                  </a:lnTo>
                  <a:lnTo>
                    <a:pt x="1614931" y="359291"/>
                  </a:lnTo>
                  <a:lnTo>
                    <a:pt x="1621190" y="359291"/>
                  </a:lnTo>
                  <a:lnTo>
                    <a:pt x="1627450" y="359291"/>
                  </a:lnTo>
                  <a:lnTo>
                    <a:pt x="1633709" y="359291"/>
                  </a:lnTo>
                  <a:lnTo>
                    <a:pt x="1639968" y="359291"/>
                  </a:lnTo>
                  <a:lnTo>
                    <a:pt x="1646228" y="359291"/>
                  </a:lnTo>
                  <a:lnTo>
                    <a:pt x="1652487" y="359291"/>
                  </a:lnTo>
                  <a:lnTo>
                    <a:pt x="1658747" y="359291"/>
                  </a:lnTo>
                  <a:lnTo>
                    <a:pt x="1665006" y="359291"/>
                  </a:lnTo>
                  <a:lnTo>
                    <a:pt x="1671266" y="359291"/>
                  </a:lnTo>
                  <a:lnTo>
                    <a:pt x="1677525" y="359291"/>
                  </a:lnTo>
                  <a:lnTo>
                    <a:pt x="1683784" y="359291"/>
                  </a:lnTo>
                  <a:lnTo>
                    <a:pt x="1690044" y="359291"/>
                  </a:lnTo>
                  <a:lnTo>
                    <a:pt x="1696303" y="359291"/>
                  </a:lnTo>
                  <a:lnTo>
                    <a:pt x="1702563" y="359291"/>
                  </a:lnTo>
                  <a:lnTo>
                    <a:pt x="1708822" y="359291"/>
                  </a:lnTo>
                  <a:lnTo>
                    <a:pt x="1715082" y="359291"/>
                  </a:lnTo>
                  <a:lnTo>
                    <a:pt x="1721341" y="359291"/>
                  </a:lnTo>
                  <a:lnTo>
                    <a:pt x="1727600" y="359291"/>
                  </a:lnTo>
                  <a:lnTo>
                    <a:pt x="1733860" y="359291"/>
                  </a:lnTo>
                  <a:lnTo>
                    <a:pt x="1740119" y="359291"/>
                  </a:lnTo>
                  <a:lnTo>
                    <a:pt x="1746379" y="359291"/>
                  </a:lnTo>
                  <a:lnTo>
                    <a:pt x="1752638" y="359291"/>
                  </a:lnTo>
                  <a:lnTo>
                    <a:pt x="1758897" y="359291"/>
                  </a:lnTo>
                  <a:lnTo>
                    <a:pt x="1765157" y="359291"/>
                  </a:lnTo>
                  <a:lnTo>
                    <a:pt x="1771416" y="359291"/>
                  </a:lnTo>
                  <a:lnTo>
                    <a:pt x="1777676" y="359291"/>
                  </a:lnTo>
                  <a:lnTo>
                    <a:pt x="1783935" y="359291"/>
                  </a:lnTo>
                  <a:lnTo>
                    <a:pt x="1790195" y="359291"/>
                  </a:lnTo>
                  <a:lnTo>
                    <a:pt x="1796454" y="359291"/>
                  </a:lnTo>
                  <a:lnTo>
                    <a:pt x="1802713" y="359291"/>
                  </a:lnTo>
                  <a:lnTo>
                    <a:pt x="1808973" y="359291"/>
                  </a:lnTo>
                  <a:lnTo>
                    <a:pt x="1815232" y="359291"/>
                  </a:lnTo>
                  <a:lnTo>
                    <a:pt x="1821492" y="359291"/>
                  </a:lnTo>
                  <a:lnTo>
                    <a:pt x="1827751" y="359291"/>
                  </a:lnTo>
                  <a:lnTo>
                    <a:pt x="1834011" y="359291"/>
                  </a:lnTo>
                  <a:lnTo>
                    <a:pt x="1840270" y="359291"/>
                  </a:lnTo>
                  <a:lnTo>
                    <a:pt x="1846529" y="359291"/>
                  </a:lnTo>
                  <a:lnTo>
                    <a:pt x="1852789" y="359291"/>
                  </a:lnTo>
                  <a:lnTo>
                    <a:pt x="1859048" y="359291"/>
                  </a:lnTo>
                  <a:lnTo>
                    <a:pt x="1865308" y="359291"/>
                  </a:lnTo>
                  <a:lnTo>
                    <a:pt x="1871567" y="359291"/>
                  </a:lnTo>
                  <a:lnTo>
                    <a:pt x="1877827" y="359291"/>
                  </a:lnTo>
                  <a:lnTo>
                    <a:pt x="1884086" y="359291"/>
                  </a:lnTo>
                  <a:lnTo>
                    <a:pt x="1890345" y="359291"/>
                  </a:lnTo>
                  <a:lnTo>
                    <a:pt x="1896605" y="359291"/>
                  </a:lnTo>
                  <a:lnTo>
                    <a:pt x="1902864" y="359291"/>
                  </a:lnTo>
                  <a:lnTo>
                    <a:pt x="1909124" y="359291"/>
                  </a:lnTo>
                  <a:lnTo>
                    <a:pt x="1915383" y="359291"/>
                  </a:lnTo>
                  <a:lnTo>
                    <a:pt x="1921642" y="359291"/>
                  </a:lnTo>
                  <a:lnTo>
                    <a:pt x="1927902" y="359291"/>
                  </a:lnTo>
                  <a:lnTo>
                    <a:pt x="1934161" y="359291"/>
                  </a:lnTo>
                  <a:lnTo>
                    <a:pt x="1940421" y="359291"/>
                  </a:lnTo>
                  <a:lnTo>
                    <a:pt x="1946680" y="359291"/>
                  </a:lnTo>
                  <a:lnTo>
                    <a:pt x="1952940" y="359291"/>
                  </a:lnTo>
                  <a:lnTo>
                    <a:pt x="1959199" y="359291"/>
                  </a:lnTo>
                  <a:lnTo>
                    <a:pt x="1965458" y="359291"/>
                  </a:lnTo>
                  <a:lnTo>
                    <a:pt x="1971718" y="359291"/>
                  </a:lnTo>
                  <a:lnTo>
                    <a:pt x="1977977" y="359291"/>
                  </a:lnTo>
                  <a:lnTo>
                    <a:pt x="1984237" y="359291"/>
                  </a:lnTo>
                  <a:lnTo>
                    <a:pt x="1990496" y="359291"/>
                  </a:lnTo>
                  <a:lnTo>
                    <a:pt x="1996756" y="359291"/>
                  </a:lnTo>
                  <a:lnTo>
                    <a:pt x="2003015" y="359291"/>
                  </a:lnTo>
                  <a:lnTo>
                    <a:pt x="2009274" y="359291"/>
                  </a:lnTo>
                  <a:lnTo>
                    <a:pt x="2015534" y="359291"/>
                  </a:lnTo>
                  <a:lnTo>
                    <a:pt x="2021793" y="359291"/>
                  </a:lnTo>
                  <a:lnTo>
                    <a:pt x="2028053" y="359291"/>
                  </a:lnTo>
                  <a:lnTo>
                    <a:pt x="2034312" y="359291"/>
                  </a:lnTo>
                  <a:lnTo>
                    <a:pt x="2040572" y="359291"/>
                  </a:lnTo>
                  <a:lnTo>
                    <a:pt x="2046831" y="359291"/>
                  </a:lnTo>
                  <a:lnTo>
                    <a:pt x="2053090" y="359291"/>
                  </a:lnTo>
                  <a:lnTo>
                    <a:pt x="2059350" y="359291"/>
                  </a:lnTo>
                  <a:lnTo>
                    <a:pt x="2065609" y="359291"/>
                  </a:lnTo>
                  <a:lnTo>
                    <a:pt x="2071869" y="359291"/>
                  </a:lnTo>
                  <a:lnTo>
                    <a:pt x="2078128" y="359291"/>
                  </a:lnTo>
                  <a:lnTo>
                    <a:pt x="2084388" y="359291"/>
                  </a:lnTo>
                  <a:lnTo>
                    <a:pt x="2090647" y="359291"/>
                  </a:lnTo>
                  <a:lnTo>
                    <a:pt x="2096906" y="359291"/>
                  </a:lnTo>
                  <a:lnTo>
                    <a:pt x="2103166" y="359291"/>
                  </a:lnTo>
                  <a:lnTo>
                    <a:pt x="2109425" y="359291"/>
                  </a:lnTo>
                  <a:lnTo>
                    <a:pt x="2115685" y="359291"/>
                  </a:lnTo>
                  <a:lnTo>
                    <a:pt x="2121944" y="359291"/>
                  </a:lnTo>
                  <a:lnTo>
                    <a:pt x="2128203" y="359291"/>
                  </a:lnTo>
                  <a:lnTo>
                    <a:pt x="2134463" y="359291"/>
                  </a:lnTo>
                  <a:lnTo>
                    <a:pt x="2140722" y="359291"/>
                  </a:lnTo>
                  <a:lnTo>
                    <a:pt x="2146982" y="359291"/>
                  </a:lnTo>
                  <a:lnTo>
                    <a:pt x="2153241" y="359291"/>
                  </a:lnTo>
                  <a:lnTo>
                    <a:pt x="2159501" y="359291"/>
                  </a:lnTo>
                  <a:lnTo>
                    <a:pt x="2165760" y="359291"/>
                  </a:lnTo>
                  <a:lnTo>
                    <a:pt x="2172019" y="359291"/>
                  </a:lnTo>
                  <a:lnTo>
                    <a:pt x="2178279" y="359291"/>
                  </a:lnTo>
                  <a:lnTo>
                    <a:pt x="2184538" y="359291"/>
                  </a:lnTo>
                  <a:lnTo>
                    <a:pt x="2190798" y="359291"/>
                  </a:lnTo>
                  <a:lnTo>
                    <a:pt x="2197057" y="359291"/>
                  </a:lnTo>
                  <a:lnTo>
                    <a:pt x="2203317" y="359291"/>
                  </a:lnTo>
                  <a:lnTo>
                    <a:pt x="2209576" y="359291"/>
                  </a:lnTo>
                  <a:lnTo>
                    <a:pt x="2215835" y="359291"/>
                  </a:lnTo>
                  <a:lnTo>
                    <a:pt x="2222095" y="359291"/>
                  </a:lnTo>
                  <a:lnTo>
                    <a:pt x="2228354" y="359291"/>
                  </a:lnTo>
                  <a:lnTo>
                    <a:pt x="2234614" y="359291"/>
                  </a:lnTo>
                  <a:lnTo>
                    <a:pt x="2240873" y="359291"/>
                  </a:lnTo>
                  <a:lnTo>
                    <a:pt x="2247133" y="359291"/>
                  </a:lnTo>
                  <a:lnTo>
                    <a:pt x="2253392" y="359291"/>
                  </a:lnTo>
                  <a:lnTo>
                    <a:pt x="2259651" y="359291"/>
                  </a:lnTo>
                  <a:lnTo>
                    <a:pt x="2265911" y="359291"/>
                  </a:lnTo>
                  <a:lnTo>
                    <a:pt x="2272170" y="359291"/>
                  </a:lnTo>
                  <a:lnTo>
                    <a:pt x="2278430" y="359291"/>
                  </a:lnTo>
                  <a:lnTo>
                    <a:pt x="2284689" y="359291"/>
                  </a:lnTo>
                  <a:lnTo>
                    <a:pt x="2290948" y="359291"/>
                  </a:lnTo>
                  <a:lnTo>
                    <a:pt x="2297208" y="359291"/>
                  </a:lnTo>
                  <a:lnTo>
                    <a:pt x="2303467" y="359291"/>
                  </a:lnTo>
                  <a:lnTo>
                    <a:pt x="2309727" y="359291"/>
                  </a:lnTo>
                  <a:lnTo>
                    <a:pt x="2315986" y="359291"/>
                  </a:lnTo>
                  <a:lnTo>
                    <a:pt x="2322246" y="359291"/>
                  </a:lnTo>
                  <a:lnTo>
                    <a:pt x="2328505" y="359291"/>
                  </a:lnTo>
                  <a:lnTo>
                    <a:pt x="2334764" y="359291"/>
                  </a:lnTo>
                  <a:lnTo>
                    <a:pt x="2341024" y="359291"/>
                  </a:lnTo>
                  <a:lnTo>
                    <a:pt x="2347283" y="359291"/>
                  </a:lnTo>
                  <a:lnTo>
                    <a:pt x="2353543" y="359291"/>
                  </a:lnTo>
                  <a:lnTo>
                    <a:pt x="2359802" y="359291"/>
                  </a:lnTo>
                  <a:lnTo>
                    <a:pt x="2366062" y="359291"/>
                  </a:lnTo>
                  <a:lnTo>
                    <a:pt x="2372321" y="359291"/>
                  </a:lnTo>
                  <a:lnTo>
                    <a:pt x="2378580" y="359291"/>
                  </a:lnTo>
                  <a:lnTo>
                    <a:pt x="2384840" y="359291"/>
                  </a:lnTo>
                  <a:lnTo>
                    <a:pt x="2391099" y="359291"/>
                  </a:lnTo>
                  <a:lnTo>
                    <a:pt x="2397359" y="359291"/>
                  </a:lnTo>
                  <a:lnTo>
                    <a:pt x="2403618" y="359291"/>
                  </a:lnTo>
                  <a:lnTo>
                    <a:pt x="2409878" y="359291"/>
                  </a:lnTo>
                  <a:lnTo>
                    <a:pt x="2416137" y="359291"/>
                  </a:lnTo>
                  <a:lnTo>
                    <a:pt x="2422396" y="359291"/>
                  </a:lnTo>
                  <a:lnTo>
                    <a:pt x="2428656" y="359291"/>
                  </a:lnTo>
                  <a:lnTo>
                    <a:pt x="2434915" y="359291"/>
                  </a:lnTo>
                  <a:lnTo>
                    <a:pt x="2441175" y="359291"/>
                  </a:lnTo>
                  <a:lnTo>
                    <a:pt x="2447434" y="359291"/>
                  </a:lnTo>
                  <a:lnTo>
                    <a:pt x="2453693" y="359291"/>
                  </a:lnTo>
                  <a:lnTo>
                    <a:pt x="2459953" y="359291"/>
                  </a:lnTo>
                  <a:lnTo>
                    <a:pt x="2466212" y="359291"/>
                  </a:lnTo>
                  <a:lnTo>
                    <a:pt x="2472472" y="359291"/>
                  </a:lnTo>
                  <a:lnTo>
                    <a:pt x="2478731" y="359291"/>
                  </a:lnTo>
                  <a:lnTo>
                    <a:pt x="2484991" y="359291"/>
                  </a:lnTo>
                  <a:lnTo>
                    <a:pt x="2491250" y="359291"/>
                  </a:lnTo>
                  <a:lnTo>
                    <a:pt x="2497509" y="359291"/>
                  </a:lnTo>
                  <a:lnTo>
                    <a:pt x="2503769" y="359291"/>
                  </a:lnTo>
                  <a:lnTo>
                    <a:pt x="2510028" y="359291"/>
                  </a:lnTo>
                  <a:lnTo>
                    <a:pt x="2516288" y="359291"/>
                  </a:lnTo>
                  <a:lnTo>
                    <a:pt x="2522547" y="359291"/>
                  </a:lnTo>
                  <a:lnTo>
                    <a:pt x="2528807" y="359291"/>
                  </a:lnTo>
                  <a:lnTo>
                    <a:pt x="2535066" y="359291"/>
                  </a:lnTo>
                  <a:lnTo>
                    <a:pt x="2541325" y="359291"/>
                  </a:lnTo>
                  <a:lnTo>
                    <a:pt x="2547585" y="359291"/>
                  </a:lnTo>
                  <a:lnTo>
                    <a:pt x="2553844" y="359291"/>
                  </a:lnTo>
                  <a:lnTo>
                    <a:pt x="2560104" y="359291"/>
                  </a:lnTo>
                  <a:lnTo>
                    <a:pt x="2566363" y="359291"/>
                  </a:lnTo>
                  <a:lnTo>
                    <a:pt x="2572623" y="359291"/>
                  </a:lnTo>
                  <a:lnTo>
                    <a:pt x="2578882" y="359291"/>
                  </a:lnTo>
                  <a:lnTo>
                    <a:pt x="2585141" y="359291"/>
                  </a:lnTo>
                  <a:lnTo>
                    <a:pt x="2591401" y="359291"/>
                  </a:lnTo>
                  <a:lnTo>
                    <a:pt x="2597660" y="359291"/>
                  </a:lnTo>
                  <a:lnTo>
                    <a:pt x="2603920" y="359291"/>
                  </a:lnTo>
                  <a:lnTo>
                    <a:pt x="2610179" y="359291"/>
                  </a:lnTo>
                  <a:lnTo>
                    <a:pt x="2616438" y="359291"/>
                  </a:lnTo>
                  <a:lnTo>
                    <a:pt x="2622698" y="359291"/>
                  </a:lnTo>
                  <a:lnTo>
                    <a:pt x="2628957" y="359291"/>
                  </a:lnTo>
                  <a:lnTo>
                    <a:pt x="2635217" y="359291"/>
                  </a:lnTo>
                  <a:lnTo>
                    <a:pt x="2641476" y="359291"/>
                  </a:lnTo>
                  <a:lnTo>
                    <a:pt x="2647736" y="359291"/>
                  </a:lnTo>
                  <a:lnTo>
                    <a:pt x="2653995" y="359291"/>
                  </a:lnTo>
                  <a:lnTo>
                    <a:pt x="2660254" y="359291"/>
                  </a:lnTo>
                  <a:lnTo>
                    <a:pt x="2666514" y="359291"/>
                  </a:lnTo>
                  <a:lnTo>
                    <a:pt x="2672773" y="359291"/>
                  </a:lnTo>
                  <a:lnTo>
                    <a:pt x="2679033" y="359291"/>
                  </a:lnTo>
                  <a:lnTo>
                    <a:pt x="2685292" y="359291"/>
                  </a:lnTo>
                  <a:lnTo>
                    <a:pt x="2691552" y="359291"/>
                  </a:lnTo>
                  <a:lnTo>
                    <a:pt x="2697811" y="359291"/>
                  </a:lnTo>
                  <a:lnTo>
                    <a:pt x="2704070" y="359291"/>
                  </a:lnTo>
                  <a:lnTo>
                    <a:pt x="2710330" y="359291"/>
                  </a:lnTo>
                  <a:lnTo>
                    <a:pt x="2716589" y="359291"/>
                  </a:lnTo>
                  <a:lnTo>
                    <a:pt x="2722849" y="359291"/>
                  </a:lnTo>
                  <a:lnTo>
                    <a:pt x="2729108" y="359291"/>
                  </a:lnTo>
                  <a:lnTo>
                    <a:pt x="2735368" y="359291"/>
                  </a:lnTo>
                  <a:lnTo>
                    <a:pt x="2741627" y="359291"/>
                  </a:lnTo>
                  <a:lnTo>
                    <a:pt x="2747886" y="359290"/>
                  </a:lnTo>
                  <a:lnTo>
                    <a:pt x="2754146" y="359287"/>
                  </a:lnTo>
                  <a:lnTo>
                    <a:pt x="2760405" y="359273"/>
                  </a:lnTo>
                  <a:lnTo>
                    <a:pt x="2766665" y="359226"/>
                  </a:lnTo>
                  <a:lnTo>
                    <a:pt x="2772924" y="359115"/>
                  </a:lnTo>
                  <a:lnTo>
                    <a:pt x="2779184" y="358927"/>
                  </a:lnTo>
                  <a:lnTo>
                    <a:pt x="2785443" y="358708"/>
                  </a:lnTo>
                  <a:lnTo>
                    <a:pt x="2791702" y="358568"/>
                  </a:lnTo>
                  <a:lnTo>
                    <a:pt x="2797962" y="358594"/>
                  </a:lnTo>
                  <a:lnTo>
                    <a:pt x="2804221" y="358770"/>
                  </a:lnTo>
                  <a:lnTo>
                    <a:pt x="2810481" y="358990"/>
                  </a:lnTo>
                  <a:lnTo>
                    <a:pt x="2816740" y="359157"/>
                  </a:lnTo>
                  <a:lnTo>
                    <a:pt x="2822999" y="359246"/>
                  </a:lnTo>
                  <a:lnTo>
                    <a:pt x="2829259" y="359280"/>
                  </a:lnTo>
                  <a:lnTo>
                    <a:pt x="2835518" y="359289"/>
                  </a:lnTo>
                  <a:lnTo>
                    <a:pt x="2841778" y="359291"/>
                  </a:lnTo>
                  <a:lnTo>
                    <a:pt x="2848037" y="359291"/>
                  </a:lnTo>
                  <a:lnTo>
                    <a:pt x="2854297" y="359291"/>
                  </a:lnTo>
                  <a:lnTo>
                    <a:pt x="2860556" y="359291"/>
                  </a:lnTo>
                  <a:lnTo>
                    <a:pt x="2866815" y="359291"/>
                  </a:lnTo>
                  <a:lnTo>
                    <a:pt x="2873075" y="359291"/>
                  </a:lnTo>
                  <a:lnTo>
                    <a:pt x="2879334" y="359291"/>
                  </a:lnTo>
                  <a:lnTo>
                    <a:pt x="2885594" y="359291"/>
                  </a:lnTo>
                  <a:lnTo>
                    <a:pt x="2891853" y="359291"/>
                  </a:lnTo>
                  <a:lnTo>
                    <a:pt x="2898113" y="359291"/>
                  </a:lnTo>
                  <a:lnTo>
                    <a:pt x="2904372" y="359291"/>
                  </a:lnTo>
                  <a:lnTo>
                    <a:pt x="2910631" y="359291"/>
                  </a:lnTo>
                  <a:lnTo>
                    <a:pt x="2916891" y="359291"/>
                  </a:lnTo>
                  <a:lnTo>
                    <a:pt x="2923150" y="359291"/>
                  </a:lnTo>
                  <a:lnTo>
                    <a:pt x="2929410" y="359291"/>
                  </a:lnTo>
                  <a:lnTo>
                    <a:pt x="2935669" y="359291"/>
                  </a:lnTo>
                  <a:lnTo>
                    <a:pt x="2941929" y="359291"/>
                  </a:lnTo>
                  <a:lnTo>
                    <a:pt x="2948188" y="359291"/>
                  </a:lnTo>
                  <a:lnTo>
                    <a:pt x="2954447" y="359291"/>
                  </a:lnTo>
                  <a:lnTo>
                    <a:pt x="2960707" y="359291"/>
                  </a:lnTo>
                  <a:lnTo>
                    <a:pt x="2966966" y="359291"/>
                  </a:lnTo>
                  <a:lnTo>
                    <a:pt x="2973226" y="359291"/>
                  </a:lnTo>
                  <a:lnTo>
                    <a:pt x="2979485" y="359291"/>
                  </a:lnTo>
                  <a:lnTo>
                    <a:pt x="2985744" y="359291"/>
                  </a:lnTo>
                  <a:lnTo>
                    <a:pt x="2992004" y="359291"/>
                  </a:lnTo>
                  <a:lnTo>
                    <a:pt x="2998263" y="359291"/>
                  </a:lnTo>
                  <a:lnTo>
                    <a:pt x="3004523" y="359291"/>
                  </a:lnTo>
                  <a:lnTo>
                    <a:pt x="3010782" y="359291"/>
                  </a:lnTo>
                  <a:lnTo>
                    <a:pt x="3017042" y="359291"/>
                  </a:lnTo>
                  <a:lnTo>
                    <a:pt x="3023301" y="359291"/>
                  </a:lnTo>
                  <a:lnTo>
                    <a:pt x="3029560" y="359291"/>
                  </a:lnTo>
                  <a:lnTo>
                    <a:pt x="3035820" y="359291"/>
                  </a:lnTo>
                  <a:lnTo>
                    <a:pt x="3042079" y="359291"/>
                  </a:lnTo>
                  <a:lnTo>
                    <a:pt x="3048339" y="359291"/>
                  </a:lnTo>
                  <a:lnTo>
                    <a:pt x="3054598" y="359291"/>
                  </a:lnTo>
                  <a:lnTo>
                    <a:pt x="3060858" y="359291"/>
                  </a:lnTo>
                  <a:lnTo>
                    <a:pt x="3067117" y="359291"/>
                  </a:lnTo>
                  <a:lnTo>
                    <a:pt x="3073376" y="359291"/>
                  </a:lnTo>
                  <a:lnTo>
                    <a:pt x="3079636" y="359291"/>
                  </a:lnTo>
                  <a:lnTo>
                    <a:pt x="3085895" y="359291"/>
                  </a:lnTo>
                  <a:lnTo>
                    <a:pt x="3092155" y="359291"/>
                  </a:lnTo>
                  <a:lnTo>
                    <a:pt x="3098414" y="359291"/>
                  </a:lnTo>
                  <a:lnTo>
                    <a:pt x="3104674" y="359291"/>
                  </a:lnTo>
                  <a:lnTo>
                    <a:pt x="3110933" y="359291"/>
                  </a:lnTo>
                  <a:lnTo>
                    <a:pt x="3117192" y="359291"/>
                  </a:lnTo>
                  <a:lnTo>
                    <a:pt x="3123452" y="359291"/>
                  </a:lnTo>
                  <a:lnTo>
                    <a:pt x="3129711" y="359291"/>
                  </a:lnTo>
                  <a:lnTo>
                    <a:pt x="3135971" y="359291"/>
                  </a:lnTo>
                  <a:lnTo>
                    <a:pt x="3142230" y="359291"/>
                  </a:lnTo>
                  <a:lnTo>
                    <a:pt x="3148489" y="359291"/>
                  </a:lnTo>
                  <a:lnTo>
                    <a:pt x="3154749" y="359291"/>
                  </a:lnTo>
                  <a:lnTo>
                    <a:pt x="3161008" y="359291"/>
                  </a:lnTo>
                  <a:lnTo>
                    <a:pt x="3167268" y="359291"/>
                  </a:lnTo>
                  <a:lnTo>
                    <a:pt x="3173527" y="359291"/>
                  </a:lnTo>
                  <a:lnTo>
                    <a:pt x="3179787" y="359291"/>
                  </a:lnTo>
                  <a:lnTo>
                    <a:pt x="3186046" y="359291"/>
                  </a:lnTo>
                  <a:lnTo>
                    <a:pt x="3192305" y="359291"/>
                  </a:lnTo>
                  <a:lnTo>
                    <a:pt x="3198565" y="359291"/>
                  </a:lnTo>
                  <a:lnTo>
                    <a:pt x="3192305" y="359291"/>
                  </a:lnTo>
                  <a:lnTo>
                    <a:pt x="3186046" y="359291"/>
                  </a:lnTo>
                  <a:lnTo>
                    <a:pt x="3179787" y="359291"/>
                  </a:lnTo>
                  <a:lnTo>
                    <a:pt x="3173527" y="359291"/>
                  </a:lnTo>
                  <a:lnTo>
                    <a:pt x="3167268" y="359291"/>
                  </a:lnTo>
                  <a:lnTo>
                    <a:pt x="3161008" y="359291"/>
                  </a:lnTo>
                  <a:lnTo>
                    <a:pt x="3154749" y="359291"/>
                  </a:lnTo>
                  <a:lnTo>
                    <a:pt x="3148489" y="359291"/>
                  </a:lnTo>
                  <a:lnTo>
                    <a:pt x="3142230" y="359291"/>
                  </a:lnTo>
                  <a:lnTo>
                    <a:pt x="3135971" y="359291"/>
                  </a:lnTo>
                  <a:lnTo>
                    <a:pt x="3129711" y="359291"/>
                  </a:lnTo>
                  <a:lnTo>
                    <a:pt x="3123452" y="359291"/>
                  </a:lnTo>
                  <a:lnTo>
                    <a:pt x="3117192" y="359291"/>
                  </a:lnTo>
                  <a:lnTo>
                    <a:pt x="3110933" y="359291"/>
                  </a:lnTo>
                  <a:lnTo>
                    <a:pt x="3104674" y="359291"/>
                  </a:lnTo>
                  <a:lnTo>
                    <a:pt x="3098414" y="359291"/>
                  </a:lnTo>
                  <a:lnTo>
                    <a:pt x="3092155" y="359291"/>
                  </a:lnTo>
                  <a:lnTo>
                    <a:pt x="3085895" y="359291"/>
                  </a:lnTo>
                  <a:lnTo>
                    <a:pt x="3079636" y="359291"/>
                  </a:lnTo>
                  <a:lnTo>
                    <a:pt x="3073376" y="359291"/>
                  </a:lnTo>
                  <a:lnTo>
                    <a:pt x="3067117" y="359291"/>
                  </a:lnTo>
                  <a:lnTo>
                    <a:pt x="3060858" y="359291"/>
                  </a:lnTo>
                  <a:lnTo>
                    <a:pt x="3054598" y="359291"/>
                  </a:lnTo>
                  <a:lnTo>
                    <a:pt x="3048339" y="359291"/>
                  </a:lnTo>
                  <a:lnTo>
                    <a:pt x="3042079" y="359291"/>
                  </a:lnTo>
                  <a:lnTo>
                    <a:pt x="3035820" y="359291"/>
                  </a:lnTo>
                  <a:lnTo>
                    <a:pt x="3029560" y="359291"/>
                  </a:lnTo>
                  <a:lnTo>
                    <a:pt x="3023301" y="359291"/>
                  </a:lnTo>
                  <a:lnTo>
                    <a:pt x="3017042" y="359291"/>
                  </a:lnTo>
                  <a:lnTo>
                    <a:pt x="3010782" y="359291"/>
                  </a:lnTo>
                  <a:lnTo>
                    <a:pt x="3004523" y="359291"/>
                  </a:lnTo>
                  <a:lnTo>
                    <a:pt x="2998263" y="359291"/>
                  </a:lnTo>
                  <a:lnTo>
                    <a:pt x="2992004" y="359291"/>
                  </a:lnTo>
                  <a:lnTo>
                    <a:pt x="2985744" y="359291"/>
                  </a:lnTo>
                  <a:lnTo>
                    <a:pt x="2979485" y="359291"/>
                  </a:lnTo>
                  <a:lnTo>
                    <a:pt x="2973226" y="359291"/>
                  </a:lnTo>
                  <a:lnTo>
                    <a:pt x="2966966" y="359291"/>
                  </a:lnTo>
                  <a:lnTo>
                    <a:pt x="2960707" y="359291"/>
                  </a:lnTo>
                  <a:lnTo>
                    <a:pt x="2954447" y="359291"/>
                  </a:lnTo>
                  <a:lnTo>
                    <a:pt x="2948188" y="359291"/>
                  </a:lnTo>
                  <a:lnTo>
                    <a:pt x="2941929" y="359291"/>
                  </a:lnTo>
                  <a:lnTo>
                    <a:pt x="2935669" y="359291"/>
                  </a:lnTo>
                  <a:lnTo>
                    <a:pt x="2929410" y="359291"/>
                  </a:lnTo>
                  <a:lnTo>
                    <a:pt x="2923150" y="359291"/>
                  </a:lnTo>
                  <a:lnTo>
                    <a:pt x="2916891" y="359291"/>
                  </a:lnTo>
                  <a:lnTo>
                    <a:pt x="2910631" y="359291"/>
                  </a:lnTo>
                  <a:lnTo>
                    <a:pt x="2904372" y="359291"/>
                  </a:lnTo>
                  <a:lnTo>
                    <a:pt x="2898113" y="359291"/>
                  </a:lnTo>
                  <a:lnTo>
                    <a:pt x="2891853" y="359291"/>
                  </a:lnTo>
                  <a:lnTo>
                    <a:pt x="2885594" y="359291"/>
                  </a:lnTo>
                  <a:lnTo>
                    <a:pt x="2879334" y="359291"/>
                  </a:lnTo>
                  <a:lnTo>
                    <a:pt x="2873075" y="359291"/>
                  </a:lnTo>
                  <a:lnTo>
                    <a:pt x="2866815" y="359291"/>
                  </a:lnTo>
                  <a:lnTo>
                    <a:pt x="2860556" y="359291"/>
                  </a:lnTo>
                  <a:lnTo>
                    <a:pt x="2854297" y="359291"/>
                  </a:lnTo>
                  <a:lnTo>
                    <a:pt x="2848037" y="359291"/>
                  </a:lnTo>
                  <a:lnTo>
                    <a:pt x="2841778" y="359291"/>
                  </a:lnTo>
                  <a:lnTo>
                    <a:pt x="2835518" y="359291"/>
                  </a:lnTo>
                  <a:lnTo>
                    <a:pt x="2829259" y="359291"/>
                  </a:lnTo>
                  <a:lnTo>
                    <a:pt x="2822999" y="359291"/>
                  </a:lnTo>
                  <a:lnTo>
                    <a:pt x="2816740" y="359291"/>
                  </a:lnTo>
                  <a:lnTo>
                    <a:pt x="2810481" y="359291"/>
                  </a:lnTo>
                  <a:lnTo>
                    <a:pt x="2804221" y="359291"/>
                  </a:lnTo>
                  <a:lnTo>
                    <a:pt x="2797962" y="359291"/>
                  </a:lnTo>
                  <a:lnTo>
                    <a:pt x="2791702" y="359291"/>
                  </a:lnTo>
                  <a:lnTo>
                    <a:pt x="2785443" y="359291"/>
                  </a:lnTo>
                  <a:lnTo>
                    <a:pt x="2779184" y="359291"/>
                  </a:lnTo>
                  <a:lnTo>
                    <a:pt x="2772924" y="359291"/>
                  </a:lnTo>
                  <a:lnTo>
                    <a:pt x="2766665" y="359291"/>
                  </a:lnTo>
                  <a:lnTo>
                    <a:pt x="2760405" y="359291"/>
                  </a:lnTo>
                  <a:lnTo>
                    <a:pt x="2754146" y="359291"/>
                  </a:lnTo>
                  <a:lnTo>
                    <a:pt x="2747886" y="359291"/>
                  </a:lnTo>
                  <a:lnTo>
                    <a:pt x="2741627" y="359291"/>
                  </a:lnTo>
                  <a:lnTo>
                    <a:pt x="2735368" y="359291"/>
                  </a:lnTo>
                  <a:lnTo>
                    <a:pt x="2729108" y="359291"/>
                  </a:lnTo>
                  <a:lnTo>
                    <a:pt x="2722849" y="359291"/>
                  </a:lnTo>
                  <a:lnTo>
                    <a:pt x="2716589" y="359291"/>
                  </a:lnTo>
                  <a:lnTo>
                    <a:pt x="2710330" y="359291"/>
                  </a:lnTo>
                  <a:lnTo>
                    <a:pt x="2704070" y="359291"/>
                  </a:lnTo>
                  <a:lnTo>
                    <a:pt x="2697811" y="359291"/>
                  </a:lnTo>
                  <a:lnTo>
                    <a:pt x="2691552" y="359291"/>
                  </a:lnTo>
                  <a:lnTo>
                    <a:pt x="2685292" y="359291"/>
                  </a:lnTo>
                  <a:lnTo>
                    <a:pt x="2679033" y="359291"/>
                  </a:lnTo>
                  <a:lnTo>
                    <a:pt x="2672773" y="359291"/>
                  </a:lnTo>
                  <a:lnTo>
                    <a:pt x="2666514" y="359291"/>
                  </a:lnTo>
                  <a:lnTo>
                    <a:pt x="2660254" y="359291"/>
                  </a:lnTo>
                  <a:lnTo>
                    <a:pt x="2653995" y="359291"/>
                  </a:lnTo>
                  <a:lnTo>
                    <a:pt x="2647736" y="359291"/>
                  </a:lnTo>
                  <a:lnTo>
                    <a:pt x="2641476" y="359291"/>
                  </a:lnTo>
                  <a:lnTo>
                    <a:pt x="2635217" y="359291"/>
                  </a:lnTo>
                  <a:lnTo>
                    <a:pt x="2628957" y="359291"/>
                  </a:lnTo>
                  <a:lnTo>
                    <a:pt x="2622698" y="359291"/>
                  </a:lnTo>
                  <a:lnTo>
                    <a:pt x="2616438" y="359291"/>
                  </a:lnTo>
                  <a:lnTo>
                    <a:pt x="2610179" y="359291"/>
                  </a:lnTo>
                  <a:lnTo>
                    <a:pt x="2603920" y="359291"/>
                  </a:lnTo>
                  <a:lnTo>
                    <a:pt x="2597660" y="359291"/>
                  </a:lnTo>
                  <a:lnTo>
                    <a:pt x="2591401" y="359291"/>
                  </a:lnTo>
                  <a:lnTo>
                    <a:pt x="2585141" y="359291"/>
                  </a:lnTo>
                  <a:lnTo>
                    <a:pt x="2578882" y="359291"/>
                  </a:lnTo>
                  <a:lnTo>
                    <a:pt x="2572623" y="359291"/>
                  </a:lnTo>
                  <a:lnTo>
                    <a:pt x="2566363" y="359291"/>
                  </a:lnTo>
                  <a:lnTo>
                    <a:pt x="2560104" y="359291"/>
                  </a:lnTo>
                  <a:lnTo>
                    <a:pt x="2553844" y="359291"/>
                  </a:lnTo>
                  <a:lnTo>
                    <a:pt x="2547585" y="359291"/>
                  </a:lnTo>
                  <a:lnTo>
                    <a:pt x="2541325" y="359291"/>
                  </a:lnTo>
                  <a:lnTo>
                    <a:pt x="2535066" y="359291"/>
                  </a:lnTo>
                  <a:lnTo>
                    <a:pt x="2528807" y="359291"/>
                  </a:lnTo>
                  <a:lnTo>
                    <a:pt x="2522547" y="359291"/>
                  </a:lnTo>
                  <a:lnTo>
                    <a:pt x="2516288" y="359291"/>
                  </a:lnTo>
                  <a:lnTo>
                    <a:pt x="2510028" y="359291"/>
                  </a:lnTo>
                  <a:lnTo>
                    <a:pt x="2503769" y="359291"/>
                  </a:lnTo>
                  <a:lnTo>
                    <a:pt x="2497509" y="359291"/>
                  </a:lnTo>
                  <a:lnTo>
                    <a:pt x="2491250" y="359291"/>
                  </a:lnTo>
                  <a:lnTo>
                    <a:pt x="2484991" y="359291"/>
                  </a:lnTo>
                  <a:lnTo>
                    <a:pt x="2478731" y="359291"/>
                  </a:lnTo>
                  <a:lnTo>
                    <a:pt x="2472472" y="359291"/>
                  </a:lnTo>
                  <a:lnTo>
                    <a:pt x="2466212" y="359291"/>
                  </a:lnTo>
                  <a:lnTo>
                    <a:pt x="2459953" y="359291"/>
                  </a:lnTo>
                  <a:lnTo>
                    <a:pt x="2453693" y="359291"/>
                  </a:lnTo>
                  <a:lnTo>
                    <a:pt x="2447434" y="359291"/>
                  </a:lnTo>
                  <a:lnTo>
                    <a:pt x="2441175" y="359291"/>
                  </a:lnTo>
                  <a:lnTo>
                    <a:pt x="2434915" y="359291"/>
                  </a:lnTo>
                  <a:lnTo>
                    <a:pt x="2428656" y="359291"/>
                  </a:lnTo>
                  <a:lnTo>
                    <a:pt x="2422396" y="359291"/>
                  </a:lnTo>
                  <a:lnTo>
                    <a:pt x="2416137" y="359291"/>
                  </a:lnTo>
                  <a:lnTo>
                    <a:pt x="2409878" y="359291"/>
                  </a:lnTo>
                  <a:lnTo>
                    <a:pt x="2403618" y="359291"/>
                  </a:lnTo>
                  <a:lnTo>
                    <a:pt x="2397359" y="359291"/>
                  </a:lnTo>
                  <a:lnTo>
                    <a:pt x="2391099" y="359291"/>
                  </a:lnTo>
                  <a:lnTo>
                    <a:pt x="2384840" y="359291"/>
                  </a:lnTo>
                  <a:lnTo>
                    <a:pt x="2378580" y="359291"/>
                  </a:lnTo>
                  <a:lnTo>
                    <a:pt x="2372321" y="359291"/>
                  </a:lnTo>
                  <a:lnTo>
                    <a:pt x="2366062" y="359291"/>
                  </a:lnTo>
                  <a:lnTo>
                    <a:pt x="2359802" y="359291"/>
                  </a:lnTo>
                  <a:lnTo>
                    <a:pt x="2353543" y="359291"/>
                  </a:lnTo>
                  <a:lnTo>
                    <a:pt x="2347283" y="359291"/>
                  </a:lnTo>
                  <a:lnTo>
                    <a:pt x="2341024" y="359291"/>
                  </a:lnTo>
                  <a:lnTo>
                    <a:pt x="2334764" y="359291"/>
                  </a:lnTo>
                  <a:lnTo>
                    <a:pt x="2328505" y="359291"/>
                  </a:lnTo>
                  <a:lnTo>
                    <a:pt x="2322246" y="359291"/>
                  </a:lnTo>
                  <a:lnTo>
                    <a:pt x="2315986" y="359291"/>
                  </a:lnTo>
                  <a:lnTo>
                    <a:pt x="2309727" y="359291"/>
                  </a:lnTo>
                  <a:lnTo>
                    <a:pt x="2303467" y="359291"/>
                  </a:lnTo>
                  <a:lnTo>
                    <a:pt x="2297208" y="359291"/>
                  </a:lnTo>
                  <a:lnTo>
                    <a:pt x="2290948" y="359291"/>
                  </a:lnTo>
                  <a:lnTo>
                    <a:pt x="2284689" y="359291"/>
                  </a:lnTo>
                  <a:lnTo>
                    <a:pt x="2278430" y="359291"/>
                  </a:lnTo>
                  <a:lnTo>
                    <a:pt x="2272170" y="359291"/>
                  </a:lnTo>
                  <a:lnTo>
                    <a:pt x="2265911" y="359291"/>
                  </a:lnTo>
                  <a:lnTo>
                    <a:pt x="2259651" y="359291"/>
                  </a:lnTo>
                  <a:lnTo>
                    <a:pt x="2253392" y="359291"/>
                  </a:lnTo>
                  <a:lnTo>
                    <a:pt x="2247133" y="359291"/>
                  </a:lnTo>
                  <a:lnTo>
                    <a:pt x="2240873" y="359291"/>
                  </a:lnTo>
                  <a:lnTo>
                    <a:pt x="2234614" y="359291"/>
                  </a:lnTo>
                  <a:lnTo>
                    <a:pt x="2228354" y="359291"/>
                  </a:lnTo>
                  <a:lnTo>
                    <a:pt x="2222095" y="359291"/>
                  </a:lnTo>
                  <a:lnTo>
                    <a:pt x="2215835" y="359291"/>
                  </a:lnTo>
                  <a:lnTo>
                    <a:pt x="2209576" y="359291"/>
                  </a:lnTo>
                  <a:lnTo>
                    <a:pt x="2203317" y="359291"/>
                  </a:lnTo>
                  <a:lnTo>
                    <a:pt x="2197057" y="359291"/>
                  </a:lnTo>
                  <a:lnTo>
                    <a:pt x="2190798" y="359291"/>
                  </a:lnTo>
                  <a:lnTo>
                    <a:pt x="2184538" y="359291"/>
                  </a:lnTo>
                  <a:lnTo>
                    <a:pt x="2178279" y="359291"/>
                  </a:lnTo>
                  <a:lnTo>
                    <a:pt x="2172019" y="359291"/>
                  </a:lnTo>
                  <a:lnTo>
                    <a:pt x="2165760" y="359291"/>
                  </a:lnTo>
                  <a:lnTo>
                    <a:pt x="2159501" y="359291"/>
                  </a:lnTo>
                  <a:lnTo>
                    <a:pt x="2153241" y="359291"/>
                  </a:lnTo>
                  <a:lnTo>
                    <a:pt x="2146982" y="359291"/>
                  </a:lnTo>
                  <a:lnTo>
                    <a:pt x="2140722" y="359291"/>
                  </a:lnTo>
                  <a:lnTo>
                    <a:pt x="2134463" y="359291"/>
                  </a:lnTo>
                  <a:lnTo>
                    <a:pt x="2128203" y="359291"/>
                  </a:lnTo>
                  <a:lnTo>
                    <a:pt x="2121944" y="359291"/>
                  </a:lnTo>
                  <a:lnTo>
                    <a:pt x="2115685" y="359291"/>
                  </a:lnTo>
                  <a:lnTo>
                    <a:pt x="2109425" y="359291"/>
                  </a:lnTo>
                  <a:lnTo>
                    <a:pt x="2103166" y="359291"/>
                  </a:lnTo>
                  <a:lnTo>
                    <a:pt x="2096906" y="359291"/>
                  </a:lnTo>
                  <a:lnTo>
                    <a:pt x="2090647" y="359291"/>
                  </a:lnTo>
                  <a:lnTo>
                    <a:pt x="2084388" y="359291"/>
                  </a:lnTo>
                  <a:lnTo>
                    <a:pt x="2078128" y="359291"/>
                  </a:lnTo>
                  <a:lnTo>
                    <a:pt x="2071869" y="359291"/>
                  </a:lnTo>
                  <a:lnTo>
                    <a:pt x="2065609" y="359291"/>
                  </a:lnTo>
                  <a:lnTo>
                    <a:pt x="2059350" y="359291"/>
                  </a:lnTo>
                  <a:lnTo>
                    <a:pt x="2053090" y="359291"/>
                  </a:lnTo>
                  <a:lnTo>
                    <a:pt x="2046831" y="359291"/>
                  </a:lnTo>
                  <a:lnTo>
                    <a:pt x="2040572" y="359291"/>
                  </a:lnTo>
                  <a:lnTo>
                    <a:pt x="2034312" y="359291"/>
                  </a:lnTo>
                  <a:lnTo>
                    <a:pt x="2028053" y="359291"/>
                  </a:lnTo>
                  <a:lnTo>
                    <a:pt x="2021793" y="359291"/>
                  </a:lnTo>
                  <a:lnTo>
                    <a:pt x="2015534" y="359291"/>
                  </a:lnTo>
                  <a:lnTo>
                    <a:pt x="2009274" y="359291"/>
                  </a:lnTo>
                  <a:lnTo>
                    <a:pt x="2003015" y="359291"/>
                  </a:lnTo>
                  <a:lnTo>
                    <a:pt x="1996756" y="359291"/>
                  </a:lnTo>
                  <a:lnTo>
                    <a:pt x="1990496" y="359291"/>
                  </a:lnTo>
                  <a:lnTo>
                    <a:pt x="1984237" y="359291"/>
                  </a:lnTo>
                  <a:lnTo>
                    <a:pt x="1977977" y="359291"/>
                  </a:lnTo>
                  <a:lnTo>
                    <a:pt x="1971718" y="359291"/>
                  </a:lnTo>
                  <a:lnTo>
                    <a:pt x="1965458" y="359291"/>
                  </a:lnTo>
                  <a:lnTo>
                    <a:pt x="1959199" y="359291"/>
                  </a:lnTo>
                  <a:lnTo>
                    <a:pt x="1952940" y="359291"/>
                  </a:lnTo>
                  <a:lnTo>
                    <a:pt x="1946680" y="359291"/>
                  </a:lnTo>
                  <a:lnTo>
                    <a:pt x="1940421" y="359291"/>
                  </a:lnTo>
                  <a:lnTo>
                    <a:pt x="1934161" y="359291"/>
                  </a:lnTo>
                  <a:lnTo>
                    <a:pt x="1927902" y="359291"/>
                  </a:lnTo>
                  <a:lnTo>
                    <a:pt x="1921642" y="359291"/>
                  </a:lnTo>
                  <a:lnTo>
                    <a:pt x="1915383" y="359291"/>
                  </a:lnTo>
                  <a:lnTo>
                    <a:pt x="1909124" y="359291"/>
                  </a:lnTo>
                  <a:lnTo>
                    <a:pt x="1902864" y="359291"/>
                  </a:lnTo>
                  <a:lnTo>
                    <a:pt x="1896605" y="359291"/>
                  </a:lnTo>
                  <a:lnTo>
                    <a:pt x="1890345" y="359291"/>
                  </a:lnTo>
                  <a:lnTo>
                    <a:pt x="1884086" y="359291"/>
                  </a:lnTo>
                  <a:lnTo>
                    <a:pt x="1877827" y="359291"/>
                  </a:lnTo>
                  <a:lnTo>
                    <a:pt x="1871567" y="359291"/>
                  </a:lnTo>
                  <a:lnTo>
                    <a:pt x="1865308" y="359291"/>
                  </a:lnTo>
                  <a:lnTo>
                    <a:pt x="1859048" y="359291"/>
                  </a:lnTo>
                  <a:lnTo>
                    <a:pt x="1852789" y="359291"/>
                  </a:lnTo>
                  <a:lnTo>
                    <a:pt x="1846529" y="359291"/>
                  </a:lnTo>
                  <a:lnTo>
                    <a:pt x="1840270" y="359291"/>
                  </a:lnTo>
                  <a:lnTo>
                    <a:pt x="1834011" y="359291"/>
                  </a:lnTo>
                  <a:lnTo>
                    <a:pt x="1827751" y="359291"/>
                  </a:lnTo>
                  <a:lnTo>
                    <a:pt x="1821492" y="359291"/>
                  </a:lnTo>
                  <a:lnTo>
                    <a:pt x="1815232" y="359291"/>
                  </a:lnTo>
                  <a:lnTo>
                    <a:pt x="1808973" y="359291"/>
                  </a:lnTo>
                  <a:lnTo>
                    <a:pt x="1802713" y="359291"/>
                  </a:lnTo>
                  <a:lnTo>
                    <a:pt x="1796454" y="359291"/>
                  </a:lnTo>
                  <a:lnTo>
                    <a:pt x="1790195" y="359291"/>
                  </a:lnTo>
                  <a:lnTo>
                    <a:pt x="1783935" y="359291"/>
                  </a:lnTo>
                  <a:lnTo>
                    <a:pt x="1777676" y="359291"/>
                  </a:lnTo>
                  <a:lnTo>
                    <a:pt x="1771416" y="359291"/>
                  </a:lnTo>
                  <a:lnTo>
                    <a:pt x="1765157" y="359291"/>
                  </a:lnTo>
                  <a:lnTo>
                    <a:pt x="1758897" y="359291"/>
                  </a:lnTo>
                  <a:lnTo>
                    <a:pt x="1752638" y="359291"/>
                  </a:lnTo>
                  <a:lnTo>
                    <a:pt x="1746379" y="359291"/>
                  </a:lnTo>
                  <a:lnTo>
                    <a:pt x="1740119" y="359291"/>
                  </a:lnTo>
                  <a:lnTo>
                    <a:pt x="1733860" y="359291"/>
                  </a:lnTo>
                  <a:lnTo>
                    <a:pt x="1727600" y="359291"/>
                  </a:lnTo>
                  <a:lnTo>
                    <a:pt x="1721341" y="359291"/>
                  </a:lnTo>
                  <a:lnTo>
                    <a:pt x="1715082" y="359291"/>
                  </a:lnTo>
                  <a:lnTo>
                    <a:pt x="1708822" y="359291"/>
                  </a:lnTo>
                  <a:lnTo>
                    <a:pt x="1702563" y="359291"/>
                  </a:lnTo>
                  <a:lnTo>
                    <a:pt x="1696303" y="359291"/>
                  </a:lnTo>
                  <a:lnTo>
                    <a:pt x="1690044" y="359291"/>
                  </a:lnTo>
                  <a:lnTo>
                    <a:pt x="1683784" y="359291"/>
                  </a:lnTo>
                  <a:lnTo>
                    <a:pt x="1677525" y="359291"/>
                  </a:lnTo>
                  <a:lnTo>
                    <a:pt x="1671266" y="359291"/>
                  </a:lnTo>
                  <a:lnTo>
                    <a:pt x="1665006" y="359291"/>
                  </a:lnTo>
                  <a:lnTo>
                    <a:pt x="1658747" y="359291"/>
                  </a:lnTo>
                  <a:lnTo>
                    <a:pt x="1652487" y="359291"/>
                  </a:lnTo>
                  <a:lnTo>
                    <a:pt x="1646228" y="359291"/>
                  </a:lnTo>
                  <a:lnTo>
                    <a:pt x="1639968" y="359291"/>
                  </a:lnTo>
                  <a:lnTo>
                    <a:pt x="1633709" y="359291"/>
                  </a:lnTo>
                  <a:lnTo>
                    <a:pt x="1627450" y="359291"/>
                  </a:lnTo>
                  <a:lnTo>
                    <a:pt x="1621190" y="359291"/>
                  </a:lnTo>
                  <a:lnTo>
                    <a:pt x="1614931" y="359291"/>
                  </a:lnTo>
                  <a:lnTo>
                    <a:pt x="1608671" y="359291"/>
                  </a:lnTo>
                  <a:lnTo>
                    <a:pt x="1602412" y="359291"/>
                  </a:lnTo>
                  <a:lnTo>
                    <a:pt x="1596152" y="359291"/>
                  </a:lnTo>
                  <a:lnTo>
                    <a:pt x="1589893" y="359291"/>
                  </a:lnTo>
                  <a:lnTo>
                    <a:pt x="1583634" y="359291"/>
                  </a:lnTo>
                  <a:lnTo>
                    <a:pt x="1577374" y="359291"/>
                  </a:lnTo>
                  <a:lnTo>
                    <a:pt x="1571115" y="359291"/>
                  </a:lnTo>
                  <a:lnTo>
                    <a:pt x="1564855" y="359291"/>
                  </a:lnTo>
                  <a:lnTo>
                    <a:pt x="1558596" y="359291"/>
                  </a:lnTo>
                  <a:lnTo>
                    <a:pt x="1552337" y="359291"/>
                  </a:lnTo>
                  <a:lnTo>
                    <a:pt x="1546077" y="359291"/>
                  </a:lnTo>
                  <a:lnTo>
                    <a:pt x="1539818" y="359291"/>
                  </a:lnTo>
                  <a:lnTo>
                    <a:pt x="1533558" y="359291"/>
                  </a:lnTo>
                  <a:lnTo>
                    <a:pt x="1527299" y="359291"/>
                  </a:lnTo>
                  <a:lnTo>
                    <a:pt x="1521039" y="359291"/>
                  </a:lnTo>
                  <a:lnTo>
                    <a:pt x="1514780" y="359291"/>
                  </a:lnTo>
                  <a:lnTo>
                    <a:pt x="1508521" y="359291"/>
                  </a:lnTo>
                  <a:lnTo>
                    <a:pt x="1502261" y="359291"/>
                  </a:lnTo>
                  <a:lnTo>
                    <a:pt x="1496002" y="359291"/>
                  </a:lnTo>
                  <a:lnTo>
                    <a:pt x="1489742" y="359291"/>
                  </a:lnTo>
                  <a:lnTo>
                    <a:pt x="1483483" y="359291"/>
                  </a:lnTo>
                  <a:lnTo>
                    <a:pt x="1477223" y="359291"/>
                  </a:lnTo>
                  <a:lnTo>
                    <a:pt x="1470964" y="359291"/>
                  </a:lnTo>
                  <a:lnTo>
                    <a:pt x="1464705" y="359291"/>
                  </a:lnTo>
                  <a:lnTo>
                    <a:pt x="1458445" y="359291"/>
                  </a:lnTo>
                  <a:lnTo>
                    <a:pt x="1452186" y="359291"/>
                  </a:lnTo>
                  <a:lnTo>
                    <a:pt x="1445926" y="359291"/>
                  </a:lnTo>
                  <a:lnTo>
                    <a:pt x="1439667" y="359291"/>
                  </a:lnTo>
                  <a:lnTo>
                    <a:pt x="1433407" y="359291"/>
                  </a:lnTo>
                  <a:lnTo>
                    <a:pt x="1427148" y="359291"/>
                  </a:lnTo>
                  <a:lnTo>
                    <a:pt x="1420889" y="359291"/>
                  </a:lnTo>
                  <a:lnTo>
                    <a:pt x="1414629" y="359291"/>
                  </a:lnTo>
                  <a:lnTo>
                    <a:pt x="1408370" y="359291"/>
                  </a:lnTo>
                  <a:lnTo>
                    <a:pt x="1402110" y="359291"/>
                  </a:lnTo>
                  <a:lnTo>
                    <a:pt x="1395851" y="359291"/>
                  </a:lnTo>
                  <a:lnTo>
                    <a:pt x="1389592" y="359291"/>
                  </a:lnTo>
                  <a:lnTo>
                    <a:pt x="1383332" y="359291"/>
                  </a:lnTo>
                  <a:lnTo>
                    <a:pt x="1377073" y="359291"/>
                  </a:lnTo>
                  <a:lnTo>
                    <a:pt x="1370813" y="359291"/>
                  </a:lnTo>
                  <a:lnTo>
                    <a:pt x="1364554" y="359291"/>
                  </a:lnTo>
                  <a:lnTo>
                    <a:pt x="1358294" y="359291"/>
                  </a:lnTo>
                  <a:lnTo>
                    <a:pt x="1352035" y="359291"/>
                  </a:lnTo>
                  <a:lnTo>
                    <a:pt x="1345776" y="359291"/>
                  </a:lnTo>
                  <a:lnTo>
                    <a:pt x="1339516" y="359291"/>
                  </a:lnTo>
                  <a:lnTo>
                    <a:pt x="1333257" y="359291"/>
                  </a:lnTo>
                  <a:lnTo>
                    <a:pt x="1326997" y="359291"/>
                  </a:lnTo>
                  <a:lnTo>
                    <a:pt x="1320738" y="359291"/>
                  </a:lnTo>
                  <a:lnTo>
                    <a:pt x="1314478" y="359291"/>
                  </a:lnTo>
                  <a:lnTo>
                    <a:pt x="1308219" y="359291"/>
                  </a:lnTo>
                  <a:lnTo>
                    <a:pt x="1301960" y="359291"/>
                  </a:lnTo>
                  <a:lnTo>
                    <a:pt x="1295700" y="359291"/>
                  </a:lnTo>
                  <a:lnTo>
                    <a:pt x="1289441" y="359291"/>
                  </a:lnTo>
                  <a:lnTo>
                    <a:pt x="1283181" y="359291"/>
                  </a:lnTo>
                  <a:lnTo>
                    <a:pt x="1276922" y="359291"/>
                  </a:lnTo>
                  <a:lnTo>
                    <a:pt x="1270662" y="359291"/>
                  </a:lnTo>
                  <a:lnTo>
                    <a:pt x="1264403" y="359291"/>
                  </a:lnTo>
                  <a:lnTo>
                    <a:pt x="1258144" y="359291"/>
                  </a:lnTo>
                  <a:lnTo>
                    <a:pt x="1251884" y="359291"/>
                  </a:lnTo>
                  <a:lnTo>
                    <a:pt x="1245625" y="359291"/>
                  </a:lnTo>
                  <a:lnTo>
                    <a:pt x="1239365" y="359291"/>
                  </a:lnTo>
                  <a:lnTo>
                    <a:pt x="1233106" y="359291"/>
                  </a:lnTo>
                  <a:lnTo>
                    <a:pt x="1226846" y="359291"/>
                  </a:lnTo>
                  <a:lnTo>
                    <a:pt x="1220587" y="359291"/>
                  </a:lnTo>
                  <a:lnTo>
                    <a:pt x="1214328" y="359291"/>
                  </a:lnTo>
                  <a:lnTo>
                    <a:pt x="1208068" y="359291"/>
                  </a:lnTo>
                  <a:lnTo>
                    <a:pt x="1201809" y="359291"/>
                  </a:lnTo>
                  <a:lnTo>
                    <a:pt x="1195549" y="359291"/>
                  </a:lnTo>
                  <a:lnTo>
                    <a:pt x="1189290" y="359291"/>
                  </a:lnTo>
                  <a:lnTo>
                    <a:pt x="1183031" y="359291"/>
                  </a:lnTo>
                  <a:lnTo>
                    <a:pt x="1176771" y="359291"/>
                  </a:lnTo>
                  <a:lnTo>
                    <a:pt x="1170512" y="359291"/>
                  </a:lnTo>
                  <a:lnTo>
                    <a:pt x="1164252" y="359291"/>
                  </a:lnTo>
                  <a:lnTo>
                    <a:pt x="1157993" y="359291"/>
                  </a:lnTo>
                  <a:lnTo>
                    <a:pt x="1151733" y="359291"/>
                  </a:lnTo>
                  <a:lnTo>
                    <a:pt x="1145474" y="359291"/>
                  </a:lnTo>
                  <a:lnTo>
                    <a:pt x="1139215" y="359291"/>
                  </a:lnTo>
                  <a:lnTo>
                    <a:pt x="1132955" y="359291"/>
                  </a:lnTo>
                  <a:lnTo>
                    <a:pt x="1126696" y="359291"/>
                  </a:lnTo>
                  <a:lnTo>
                    <a:pt x="1120436" y="359291"/>
                  </a:lnTo>
                  <a:lnTo>
                    <a:pt x="1114177" y="359291"/>
                  </a:lnTo>
                  <a:lnTo>
                    <a:pt x="1107917" y="359291"/>
                  </a:lnTo>
                  <a:lnTo>
                    <a:pt x="1101658" y="359291"/>
                  </a:lnTo>
                  <a:lnTo>
                    <a:pt x="1095399" y="359291"/>
                  </a:lnTo>
                  <a:lnTo>
                    <a:pt x="1089139" y="359291"/>
                  </a:lnTo>
                  <a:lnTo>
                    <a:pt x="1082880" y="359291"/>
                  </a:lnTo>
                  <a:lnTo>
                    <a:pt x="1076620" y="359291"/>
                  </a:lnTo>
                  <a:lnTo>
                    <a:pt x="1070361" y="359291"/>
                  </a:lnTo>
                  <a:lnTo>
                    <a:pt x="1064101" y="359291"/>
                  </a:lnTo>
                  <a:lnTo>
                    <a:pt x="1057842" y="359291"/>
                  </a:lnTo>
                  <a:lnTo>
                    <a:pt x="1051583" y="359291"/>
                  </a:lnTo>
                  <a:lnTo>
                    <a:pt x="1045323" y="359291"/>
                  </a:lnTo>
                  <a:lnTo>
                    <a:pt x="1039064" y="359291"/>
                  </a:lnTo>
                  <a:lnTo>
                    <a:pt x="1032804" y="359291"/>
                  </a:lnTo>
                  <a:lnTo>
                    <a:pt x="1026545" y="359291"/>
                  </a:lnTo>
                  <a:lnTo>
                    <a:pt x="1020286" y="359291"/>
                  </a:lnTo>
                  <a:lnTo>
                    <a:pt x="1014026" y="359291"/>
                  </a:lnTo>
                  <a:lnTo>
                    <a:pt x="1007767" y="359291"/>
                  </a:lnTo>
                  <a:lnTo>
                    <a:pt x="1001507" y="359291"/>
                  </a:lnTo>
                  <a:lnTo>
                    <a:pt x="995248" y="359291"/>
                  </a:lnTo>
                  <a:lnTo>
                    <a:pt x="988988" y="359291"/>
                  </a:lnTo>
                  <a:lnTo>
                    <a:pt x="982729" y="359291"/>
                  </a:lnTo>
                  <a:lnTo>
                    <a:pt x="976470" y="359291"/>
                  </a:lnTo>
                  <a:lnTo>
                    <a:pt x="970210" y="359291"/>
                  </a:lnTo>
                  <a:lnTo>
                    <a:pt x="963951" y="359291"/>
                  </a:lnTo>
                  <a:lnTo>
                    <a:pt x="957691" y="359291"/>
                  </a:lnTo>
                  <a:lnTo>
                    <a:pt x="951432" y="359291"/>
                  </a:lnTo>
                  <a:lnTo>
                    <a:pt x="945172" y="359291"/>
                  </a:lnTo>
                  <a:lnTo>
                    <a:pt x="938913" y="359291"/>
                  </a:lnTo>
                  <a:lnTo>
                    <a:pt x="932654" y="359291"/>
                  </a:lnTo>
                  <a:lnTo>
                    <a:pt x="926394" y="359291"/>
                  </a:lnTo>
                  <a:lnTo>
                    <a:pt x="920135" y="359291"/>
                  </a:lnTo>
                  <a:lnTo>
                    <a:pt x="913875" y="359291"/>
                  </a:lnTo>
                  <a:lnTo>
                    <a:pt x="907616" y="359291"/>
                  </a:lnTo>
                  <a:lnTo>
                    <a:pt x="901356" y="359291"/>
                  </a:lnTo>
                  <a:lnTo>
                    <a:pt x="895097" y="359291"/>
                  </a:lnTo>
                  <a:lnTo>
                    <a:pt x="888838" y="359291"/>
                  </a:lnTo>
                  <a:lnTo>
                    <a:pt x="882578" y="359291"/>
                  </a:lnTo>
                  <a:lnTo>
                    <a:pt x="876319" y="359291"/>
                  </a:lnTo>
                  <a:lnTo>
                    <a:pt x="870059" y="359291"/>
                  </a:lnTo>
                  <a:lnTo>
                    <a:pt x="863800" y="359291"/>
                  </a:lnTo>
                  <a:lnTo>
                    <a:pt x="857541" y="359291"/>
                  </a:lnTo>
                  <a:lnTo>
                    <a:pt x="851281" y="359291"/>
                  </a:lnTo>
                  <a:lnTo>
                    <a:pt x="845022" y="359291"/>
                  </a:lnTo>
                  <a:lnTo>
                    <a:pt x="838762" y="359291"/>
                  </a:lnTo>
                  <a:lnTo>
                    <a:pt x="832503" y="359291"/>
                  </a:lnTo>
                  <a:lnTo>
                    <a:pt x="826243" y="359291"/>
                  </a:lnTo>
                  <a:lnTo>
                    <a:pt x="819984" y="359291"/>
                  </a:lnTo>
                  <a:lnTo>
                    <a:pt x="813725" y="359291"/>
                  </a:lnTo>
                  <a:lnTo>
                    <a:pt x="807465" y="359291"/>
                  </a:lnTo>
                  <a:lnTo>
                    <a:pt x="801206" y="359291"/>
                  </a:lnTo>
                  <a:lnTo>
                    <a:pt x="794946" y="359291"/>
                  </a:lnTo>
                  <a:lnTo>
                    <a:pt x="788687" y="359291"/>
                  </a:lnTo>
                  <a:lnTo>
                    <a:pt x="782427" y="359291"/>
                  </a:lnTo>
                  <a:lnTo>
                    <a:pt x="776168" y="359291"/>
                  </a:lnTo>
                  <a:lnTo>
                    <a:pt x="769909" y="359291"/>
                  </a:lnTo>
                  <a:lnTo>
                    <a:pt x="763649" y="359291"/>
                  </a:lnTo>
                  <a:lnTo>
                    <a:pt x="757390" y="359291"/>
                  </a:lnTo>
                  <a:lnTo>
                    <a:pt x="751130" y="359291"/>
                  </a:lnTo>
                  <a:lnTo>
                    <a:pt x="744871" y="359291"/>
                  </a:lnTo>
                  <a:lnTo>
                    <a:pt x="738611" y="359291"/>
                  </a:lnTo>
                  <a:lnTo>
                    <a:pt x="732352" y="359291"/>
                  </a:lnTo>
                  <a:lnTo>
                    <a:pt x="726093" y="359291"/>
                  </a:lnTo>
                  <a:lnTo>
                    <a:pt x="719833" y="359291"/>
                  </a:lnTo>
                  <a:lnTo>
                    <a:pt x="713574" y="359291"/>
                  </a:lnTo>
                  <a:lnTo>
                    <a:pt x="707314" y="359291"/>
                  </a:lnTo>
                  <a:lnTo>
                    <a:pt x="701055" y="359291"/>
                  </a:lnTo>
                  <a:lnTo>
                    <a:pt x="694796" y="359291"/>
                  </a:lnTo>
                  <a:lnTo>
                    <a:pt x="688536" y="359291"/>
                  </a:lnTo>
                  <a:lnTo>
                    <a:pt x="682277" y="359291"/>
                  </a:lnTo>
                  <a:lnTo>
                    <a:pt x="676017" y="359291"/>
                  </a:lnTo>
                  <a:lnTo>
                    <a:pt x="669758" y="359291"/>
                  </a:lnTo>
                  <a:lnTo>
                    <a:pt x="663498" y="359291"/>
                  </a:lnTo>
                  <a:lnTo>
                    <a:pt x="657239" y="359291"/>
                  </a:lnTo>
                  <a:lnTo>
                    <a:pt x="650980" y="359291"/>
                  </a:lnTo>
                  <a:lnTo>
                    <a:pt x="644720" y="359291"/>
                  </a:lnTo>
                  <a:lnTo>
                    <a:pt x="638461" y="359291"/>
                  </a:lnTo>
                  <a:lnTo>
                    <a:pt x="632201" y="359291"/>
                  </a:lnTo>
                  <a:lnTo>
                    <a:pt x="625942" y="359291"/>
                  </a:lnTo>
                  <a:lnTo>
                    <a:pt x="619682" y="359291"/>
                  </a:lnTo>
                  <a:lnTo>
                    <a:pt x="613423" y="359291"/>
                  </a:lnTo>
                  <a:lnTo>
                    <a:pt x="607164" y="359291"/>
                  </a:lnTo>
                  <a:lnTo>
                    <a:pt x="600904" y="359291"/>
                  </a:lnTo>
                  <a:lnTo>
                    <a:pt x="594645" y="359291"/>
                  </a:lnTo>
                  <a:lnTo>
                    <a:pt x="588385" y="359291"/>
                  </a:lnTo>
                  <a:lnTo>
                    <a:pt x="582126" y="359291"/>
                  </a:lnTo>
                  <a:lnTo>
                    <a:pt x="575866" y="359291"/>
                  </a:lnTo>
                  <a:lnTo>
                    <a:pt x="569607" y="359291"/>
                  </a:lnTo>
                  <a:lnTo>
                    <a:pt x="563348" y="359291"/>
                  </a:lnTo>
                  <a:lnTo>
                    <a:pt x="557088" y="359291"/>
                  </a:lnTo>
                  <a:lnTo>
                    <a:pt x="550829" y="359291"/>
                  </a:lnTo>
                  <a:lnTo>
                    <a:pt x="544569" y="359291"/>
                  </a:lnTo>
                  <a:lnTo>
                    <a:pt x="538310" y="359291"/>
                  </a:lnTo>
                  <a:lnTo>
                    <a:pt x="532050" y="359291"/>
                  </a:lnTo>
                  <a:lnTo>
                    <a:pt x="525791" y="359291"/>
                  </a:lnTo>
                  <a:lnTo>
                    <a:pt x="519532" y="359291"/>
                  </a:lnTo>
                  <a:lnTo>
                    <a:pt x="513272" y="359291"/>
                  </a:lnTo>
                  <a:lnTo>
                    <a:pt x="507013" y="359291"/>
                  </a:lnTo>
                  <a:lnTo>
                    <a:pt x="500753" y="359291"/>
                  </a:lnTo>
                  <a:lnTo>
                    <a:pt x="494494" y="359291"/>
                  </a:lnTo>
                  <a:lnTo>
                    <a:pt x="488235" y="359291"/>
                  </a:lnTo>
                  <a:lnTo>
                    <a:pt x="481975" y="359291"/>
                  </a:lnTo>
                  <a:lnTo>
                    <a:pt x="475716" y="359291"/>
                  </a:lnTo>
                  <a:lnTo>
                    <a:pt x="469456" y="359291"/>
                  </a:lnTo>
                  <a:lnTo>
                    <a:pt x="463197" y="359291"/>
                  </a:lnTo>
                  <a:lnTo>
                    <a:pt x="456937" y="359291"/>
                  </a:lnTo>
                  <a:lnTo>
                    <a:pt x="450678" y="359291"/>
                  </a:lnTo>
                  <a:lnTo>
                    <a:pt x="444419" y="359291"/>
                  </a:lnTo>
                  <a:lnTo>
                    <a:pt x="438159" y="359291"/>
                  </a:lnTo>
                  <a:lnTo>
                    <a:pt x="431900" y="359291"/>
                  </a:lnTo>
                  <a:lnTo>
                    <a:pt x="425640" y="359291"/>
                  </a:lnTo>
                  <a:lnTo>
                    <a:pt x="419381" y="359291"/>
                  </a:lnTo>
                  <a:lnTo>
                    <a:pt x="413121" y="359291"/>
                  </a:lnTo>
                  <a:lnTo>
                    <a:pt x="406862" y="359291"/>
                  </a:lnTo>
                  <a:lnTo>
                    <a:pt x="400603" y="359291"/>
                  </a:lnTo>
                  <a:lnTo>
                    <a:pt x="394343" y="359291"/>
                  </a:lnTo>
                  <a:lnTo>
                    <a:pt x="388084" y="359291"/>
                  </a:lnTo>
                  <a:lnTo>
                    <a:pt x="381824" y="359291"/>
                  </a:lnTo>
                  <a:lnTo>
                    <a:pt x="375565" y="359291"/>
                  </a:lnTo>
                  <a:lnTo>
                    <a:pt x="369305" y="359291"/>
                  </a:lnTo>
                  <a:lnTo>
                    <a:pt x="363046" y="359291"/>
                  </a:lnTo>
                  <a:lnTo>
                    <a:pt x="356787" y="359291"/>
                  </a:lnTo>
                  <a:lnTo>
                    <a:pt x="350527" y="359291"/>
                  </a:lnTo>
                  <a:lnTo>
                    <a:pt x="344268" y="359291"/>
                  </a:lnTo>
                  <a:lnTo>
                    <a:pt x="338008" y="359291"/>
                  </a:lnTo>
                  <a:lnTo>
                    <a:pt x="331749" y="359291"/>
                  </a:lnTo>
                  <a:lnTo>
                    <a:pt x="325490" y="359291"/>
                  </a:lnTo>
                  <a:lnTo>
                    <a:pt x="319230" y="359291"/>
                  </a:lnTo>
                  <a:lnTo>
                    <a:pt x="312971" y="359291"/>
                  </a:lnTo>
                  <a:lnTo>
                    <a:pt x="306711" y="359291"/>
                  </a:lnTo>
                  <a:lnTo>
                    <a:pt x="300452" y="359291"/>
                  </a:lnTo>
                  <a:lnTo>
                    <a:pt x="294192" y="359291"/>
                  </a:lnTo>
                  <a:lnTo>
                    <a:pt x="287933" y="359291"/>
                  </a:lnTo>
                  <a:lnTo>
                    <a:pt x="281674" y="359291"/>
                  </a:lnTo>
                  <a:lnTo>
                    <a:pt x="275414" y="359291"/>
                  </a:lnTo>
                  <a:lnTo>
                    <a:pt x="269155" y="359291"/>
                  </a:lnTo>
                  <a:lnTo>
                    <a:pt x="262895" y="359291"/>
                  </a:lnTo>
                  <a:lnTo>
                    <a:pt x="256636" y="359291"/>
                  </a:lnTo>
                  <a:lnTo>
                    <a:pt x="250376" y="359291"/>
                  </a:lnTo>
                  <a:lnTo>
                    <a:pt x="244117" y="359291"/>
                  </a:lnTo>
                  <a:lnTo>
                    <a:pt x="237858" y="359291"/>
                  </a:lnTo>
                  <a:lnTo>
                    <a:pt x="231598" y="359291"/>
                  </a:lnTo>
                  <a:lnTo>
                    <a:pt x="225339" y="359291"/>
                  </a:lnTo>
                  <a:lnTo>
                    <a:pt x="219079" y="359291"/>
                  </a:lnTo>
                  <a:lnTo>
                    <a:pt x="212820" y="359291"/>
                  </a:lnTo>
                  <a:lnTo>
                    <a:pt x="206560" y="359291"/>
                  </a:lnTo>
                  <a:lnTo>
                    <a:pt x="200301" y="359291"/>
                  </a:lnTo>
                  <a:lnTo>
                    <a:pt x="194042" y="359291"/>
                  </a:lnTo>
                  <a:lnTo>
                    <a:pt x="187782" y="359291"/>
                  </a:lnTo>
                  <a:lnTo>
                    <a:pt x="181523" y="359291"/>
                  </a:lnTo>
                  <a:lnTo>
                    <a:pt x="175263" y="359291"/>
                  </a:lnTo>
                  <a:lnTo>
                    <a:pt x="169004" y="359291"/>
                  </a:lnTo>
                  <a:lnTo>
                    <a:pt x="162745" y="359291"/>
                  </a:lnTo>
                  <a:lnTo>
                    <a:pt x="156485" y="359291"/>
                  </a:lnTo>
                  <a:lnTo>
                    <a:pt x="150226" y="359291"/>
                  </a:lnTo>
                  <a:lnTo>
                    <a:pt x="143966" y="359291"/>
                  </a:lnTo>
                  <a:lnTo>
                    <a:pt x="137707" y="359291"/>
                  </a:lnTo>
                  <a:lnTo>
                    <a:pt x="131447" y="359291"/>
                  </a:lnTo>
                  <a:lnTo>
                    <a:pt x="125188" y="359291"/>
                  </a:lnTo>
                  <a:lnTo>
                    <a:pt x="118929" y="359291"/>
                  </a:lnTo>
                  <a:lnTo>
                    <a:pt x="112669" y="359291"/>
                  </a:lnTo>
                  <a:lnTo>
                    <a:pt x="106410" y="359291"/>
                  </a:lnTo>
                  <a:lnTo>
                    <a:pt x="100150" y="359291"/>
                  </a:lnTo>
                  <a:lnTo>
                    <a:pt x="93891" y="359291"/>
                  </a:lnTo>
                  <a:lnTo>
                    <a:pt x="87631" y="359291"/>
                  </a:lnTo>
                  <a:lnTo>
                    <a:pt x="81372" y="359291"/>
                  </a:lnTo>
                  <a:lnTo>
                    <a:pt x="75113" y="359291"/>
                  </a:lnTo>
                  <a:lnTo>
                    <a:pt x="68853" y="359291"/>
                  </a:lnTo>
                  <a:lnTo>
                    <a:pt x="62594" y="359291"/>
                  </a:lnTo>
                  <a:lnTo>
                    <a:pt x="56334" y="359291"/>
                  </a:lnTo>
                  <a:lnTo>
                    <a:pt x="50075" y="359291"/>
                  </a:lnTo>
                  <a:lnTo>
                    <a:pt x="43815" y="359291"/>
                  </a:lnTo>
                  <a:lnTo>
                    <a:pt x="37556" y="359291"/>
                  </a:lnTo>
                  <a:lnTo>
                    <a:pt x="31297" y="359291"/>
                  </a:lnTo>
                  <a:lnTo>
                    <a:pt x="25037" y="359291"/>
                  </a:lnTo>
                  <a:lnTo>
                    <a:pt x="18778" y="359291"/>
                  </a:lnTo>
                  <a:lnTo>
                    <a:pt x="12518" y="359291"/>
                  </a:lnTo>
                  <a:lnTo>
                    <a:pt x="6259" y="35929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3749798" y="5696867"/>
              <a:ext cx="3198565" cy="359291"/>
            </a:xfrm>
            <a:custGeom>
              <a:avLst/>
              <a:pathLst>
                <a:path w="3198565" h="359291">
                  <a:moveTo>
                    <a:pt x="0" y="359291"/>
                  </a:moveTo>
                  <a:lnTo>
                    <a:pt x="6259" y="359291"/>
                  </a:lnTo>
                  <a:lnTo>
                    <a:pt x="12518" y="359291"/>
                  </a:lnTo>
                  <a:lnTo>
                    <a:pt x="18778" y="359291"/>
                  </a:lnTo>
                  <a:lnTo>
                    <a:pt x="25037" y="359291"/>
                  </a:lnTo>
                  <a:lnTo>
                    <a:pt x="31297" y="359291"/>
                  </a:lnTo>
                  <a:lnTo>
                    <a:pt x="37556" y="359291"/>
                  </a:lnTo>
                  <a:lnTo>
                    <a:pt x="43815" y="359291"/>
                  </a:lnTo>
                  <a:lnTo>
                    <a:pt x="50075" y="359291"/>
                  </a:lnTo>
                  <a:lnTo>
                    <a:pt x="56334" y="359291"/>
                  </a:lnTo>
                  <a:lnTo>
                    <a:pt x="62594" y="359291"/>
                  </a:lnTo>
                  <a:lnTo>
                    <a:pt x="68853" y="359291"/>
                  </a:lnTo>
                  <a:lnTo>
                    <a:pt x="75113" y="359291"/>
                  </a:lnTo>
                  <a:lnTo>
                    <a:pt x="81372" y="359291"/>
                  </a:lnTo>
                  <a:lnTo>
                    <a:pt x="87631" y="359291"/>
                  </a:lnTo>
                  <a:lnTo>
                    <a:pt x="93891" y="359291"/>
                  </a:lnTo>
                  <a:lnTo>
                    <a:pt x="100150" y="359291"/>
                  </a:lnTo>
                  <a:lnTo>
                    <a:pt x="106410" y="359291"/>
                  </a:lnTo>
                  <a:lnTo>
                    <a:pt x="112669" y="359291"/>
                  </a:lnTo>
                  <a:lnTo>
                    <a:pt x="118929" y="359291"/>
                  </a:lnTo>
                  <a:lnTo>
                    <a:pt x="125188" y="359291"/>
                  </a:lnTo>
                  <a:lnTo>
                    <a:pt x="131447" y="359291"/>
                  </a:lnTo>
                  <a:lnTo>
                    <a:pt x="137707" y="359291"/>
                  </a:lnTo>
                  <a:lnTo>
                    <a:pt x="143966" y="359291"/>
                  </a:lnTo>
                  <a:lnTo>
                    <a:pt x="150226" y="359291"/>
                  </a:lnTo>
                  <a:lnTo>
                    <a:pt x="156485" y="359291"/>
                  </a:lnTo>
                  <a:lnTo>
                    <a:pt x="162745" y="359291"/>
                  </a:lnTo>
                  <a:lnTo>
                    <a:pt x="169004" y="359291"/>
                  </a:lnTo>
                  <a:lnTo>
                    <a:pt x="175263" y="359291"/>
                  </a:lnTo>
                  <a:lnTo>
                    <a:pt x="181523" y="359291"/>
                  </a:lnTo>
                  <a:lnTo>
                    <a:pt x="187782" y="359291"/>
                  </a:lnTo>
                  <a:lnTo>
                    <a:pt x="194042" y="359291"/>
                  </a:lnTo>
                  <a:lnTo>
                    <a:pt x="200301" y="359291"/>
                  </a:lnTo>
                  <a:lnTo>
                    <a:pt x="206560" y="359291"/>
                  </a:lnTo>
                  <a:lnTo>
                    <a:pt x="212820" y="359291"/>
                  </a:lnTo>
                  <a:lnTo>
                    <a:pt x="219079" y="359291"/>
                  </a:lnTo>
                  <a:lnTo>
                    <a:pt x="225339" y="359291"/>
                  </a:lnTo>
                  <a:lnTo>
                    <a:pt x="231598" y="359291"/>
                  </a:lnTo>
                  <a:lnTo>
                    <a:pt x="237858" y="359291"/>
                  </a:lnTo>
                  <a:lnTo>
                    <a:pt x="244117" y="359291"/>
                  </a:lnTo>
                  <a:lnTo>
                    <a:pt x="250376" y="359291"/>
                  </a:lnTo>
                  <a:lnTo>
                    <a:pt x="256636" y="359290"/>
                  </a:lnTo>
                  <a:lnTo>
                    <a:pt x="262895" y="359287"/>
                  </a:lnTo>
                  <a:lnTo>
                    <a:pt x="269155" y="359273"/>
                  </a:lnTo>
                  <a:lnTo>
                    <a:pt x="275414" y="359227"/>
                  </a:lnTo>
                  <a:lnTo>
                    <a:pt x="281674" y="359115"/>
                  </a:lnTo>
                  <a:lnTo>
                    <a:pt x="287933" y="358919"/>
                  </a:lnTo>
                  <a:lnTo>
                    <a:pt x="294192" y="358689"/>
                  </a:lnTo>
                  <a:lnTo>
                    <a:pt x="300452" y="358551"/>
                  </a:lnTo>
                  <a:lnTo>
                    <a:pt x="306711" y="358594"/>
                  </a:lnTo>
                  <a:lnTo>
                    <a:pt x="312971" y="358782"/>
                  </a:lnTo>
                  <a:lnTo>
                    <a:pt x="319230" y="358992"/>
                  </a:lnTo>
                  <a:lnTo>
                    <a:pt x="325490" y="359115"/>
                  </a:lnTo>
                  <a:lnTo>
                    <a:pt x="331749" y="359100"/>
                  </a:lnTo>
                  <a:lnTo>
                    <a:pt x="338008" y="358925"/>
                  </a:lnTo>
                  <a:lnTo>
                    <a:pt x="344268" y="358590"/>
                  </a:lnTo>
                  <a:lnTo>
                    <a:pt x="350527" y="358113"/>
                  </a:lnTo>
                  <a:lnTo>
                    <a:pt x="356787" y="357524"/>
                  </a:lnTo>
                  <a:lnTo>
                    <a:pt x="363046" y="356893"/>
                  </a:lnTo>
                  <a:lnTo>
                    <a:pt x="369305" y="356350"/>
                  </a:lnTo>
                  <a:lnTo>
                    <a:pt x="375565" y="355997"/>
                  </a:lnTo>
                  <a:lnTo>
                    <a:pt x="381824" y="355755"/>
                  </a:lnTo>
                  <a:lnTo>
                    <a:pt x="388084" y="355394"/>
                  </a:lnTo>
                  <a:lnTo>
                    <a:pt x="394343" y="354785"/>
                  </a:lnTo>
                  <a:lnTo>
                    <a:pt x="400603" y="354099"/>
                  </a:lnTo>
                  <a:lnTo>
                    <a:pt x="406862" y="353658"/>
                  </a:lnTo>
                  <a:lnTo>
                    <a:pt x="413121" y="353611"/>
                  </a:lnTo>
                  <a:lnTo>
                    <a:pt x="419381" y="353755"/>
                  </a:lnTo>
                  <a:lnTo>
                    <a:pt x="425640" y="353672"/>
                  </a:lnTo>
                  <a:lnTo>
                    <a:pt x="431900" y="352960"/>
                  </a:lnTo>
                  <a:lnTo>
                    <a:pt x="438159" y="351373"/>
                  </a:lnTo>
                  <a:lnTo>
                    <a:pt x="444419" y="348721"/>
                  </a:lnTo>
                  <a:lnTo>
                    <a:pt x="450678" y="344493"/>
                  </a:lnTo>
                  <a:lnTo>
                    <a:pt x="456937" y="337340"/>
                  </a:lnTo>
                  <a:lnTo>
                    <a:pt x="463197" y="325116"/>
                  </a:lnTo>
                  <a:lnTo>
                    <a:pt x="469456" y="306164"/>
                  </a:lnTo>
                  <a:lnTo>
                    <a:pt x="475716" y="280876"/>
                  </a:lnTo>
                  <a:lnTo>
                    <a:pt x="481975" y="251666"/>
                  </a:lnTo>
                  <a:lnTo>
                    <a:pt x="488235" y="221838"/>
                  </a:lnTo>
                  <a:lnTo>
                    <a:pt x="494494" y="195136"/>
                  </a:lnTo>
                  <a:lnTo>
                    <a:pt x="500753" y="174940"/>
                  </a:lnTo>
                  <a:lnTo>
                    <a:pt x="507013" y="160601"/>
                  </a:lnTo>
                  <a:lnTo>
                    <a:pt x="513272" y="142788"/>
                  </a:lnTo>
                  <a:lnTo>
                    <a:pt x="519532" y="108751"/>
                  </a:lnTo>
                  <a:lnTo>
                    <a:pt x="525791" y="58197"/>
                  </a:lnTo>
                  <a:lnTo>
                    <a:pt x="532050" y="12253"/>
                  </a:lnTo>
                  <a:lnTo>
                    <a:pt x="538310" y="0"/>
                  </a:lnTo>
                  <a:lnTo>
                    <a:pt x="544569" y="34657"/>
                  </a:lnTo>
                  <a:lnTo>
                    <a:pt x="550829" y="105481"/>
                  </a:lnTo>
                  <a:lnTo>
                    <a:pt x="557088" y="188522"/>
                  </a:lnTo>
                  <a:lnTo>
                    <a:pt x="563348" y="261061"/>
                  </a:lnTo>
                  <a:lnTo>
                    <a:pt x="569607" y="310832"/>
                  </a:lnTo>
                  <a:lnTo>
                    <a:pt x="575866" y="337854"/>
                  </a:lnTo>
                  <a:lnTo>
                    <a:pt x="582126" y="349181"/>
                  </a:lnTo>
                  <a:lnTo>
                    <a:pt x="588385" y="351954"/>
                  </a:lnTo>
                  <a:lnTo>
                    <a:pt x="594645" y="350573"/>
                  </a:lnTo>
                  <a:lnTo>
                    <a:pt x="600904" y="347811"/>
                  </a:lnTo>
                  <a:lnTo>
                    <a:pt x="607164" y="345988"/>
                  </a:lnTo>
                  <a:lnTo>
                    <a:pt x="613423" y="346330"/>
                  </a:lnTo>
                  <a:lnTo>
                    <a:pt x="619682" y="348158"/>
                  </a:lnTo>
                  <a:lnTo>
                    <a:pt x="625942" y="349732"/>
                  </a:lnTo>
                  <a:lnTo>
                    <a:pt x="632201" y="349973"/>
                  </a:lnTo>
                  <a:lnTo>
                    <a:pt x="638461" y="349074"/>
                  </a:lnTo>
                  <a:lnTo>
                    <a:pt x="644720" y="347813"/>
                  </a:lnTo>
                  <a:lnTo>
                    <a:pt x="650980" y="346925"/>
                  </a:lnTo>
                  <a:lnTo>
                    <a:pt x="657239" y="347091"/>
                  </a:lnTo>
                  <a:lnTo>
                    <a:pt x="663498" y="348746"/>
                  </a:lnTo>
                  <a:lnTo>
                    <a:pt x="669758" y="351582"/>
                  </a:lnTo>
                  <a:lnTo>
                    <a:pt x="676017" y="354605"/>
                  </a:lnTo>
                  <a:lnTo>
                    <a:pt x="682277" y="356914"/>
                  </a:lnTo>
                  <a:lnTo>
                    <a:pt x="688536" y="358267"/>
                  </a:lnTo>
                  <a:lnTo>
                    <a:pt x="694796" y="358910"/>
                  </a:lnTo>
                  <a:lnTo>
                    <a:pt x="701055" y="359169"/>
                  </a:lnTo>
                  <a:lnTo>
                    <a:pt x="707314" y="359258"/>
                  </a:lnTo>
                  <a:lnTo>
                    <a:pt x="713574" y="359284"/>
                  </a:lnTo>
                  <a:lnTo>
                    <a:pt x="719833" y="359290"/>
                  </a:lnTo>
                  <a:lnTo>
                    <a:pt x="726093" y="359291"/>
                  </a:lnTo>
                  <a:lnTo>
                    <a:pt x="732352" y="359291"/>
                  </a:lnTo>
                  <a:lnTo>
                    <a:pt x="738611" y="359291"/>
                  </a:lnTo>
                  <a:lnTo>
                    <a:pt x="744871" y="359291"/>
                  </a:lnTo>
                  <a:lnTo>
                    <a:pt x="751130" y="359291"/>
                  </a:lnTo>
                  <a:lnTo>
                    <a:pt x="757390" y="359291"/>
                  </a:lnTo>
                  <a:lnTo>
                    <a:pt x="763649" y="359291"/>
                  </a:lnTo>
                  <a:lnTo>
                    <a:pt x="769909" y="359291"/>
                  </a:lnTo>
                  <a:lnTo>
                    <a:pt x="776168" y="359291"/>
                  </a:lnTo>
                  <a:lnTo>
                    <a:pt x="782427" y="359291"/>
                  </a:lnTo>
                  <a:lnTo>
                    <a:pt x="788687" y="359291"/>
                  </a:lnTo>
                  <a:lnTo>
                    <a:pt x="794946" y="359291"/>
                  </a:lnTo>
                  <a:lnTo>
                    <a:pt x="801206" y="359291"/>
                  </a:lnTo>
                  <a:lnTo>
                    <a:pt x="807465" y="359291"/>
                  </a:lnTo>
                  <a:lnTo>
                    <a:pt x="813725" y="359291"/>
                  </a:lnTo>
                  <a:lnTo>
                    <a:pt x="819984" y="359291"/>
                  </a:lnTo>
                  <a:lnTo>
                    <a:pt x="826243" y="359291"/>
                  </a:lnTo>
                  <a:lnTo>
                    <a:pt x="832503" y="359291"/>
                  </a:lnTo>
                  <a:lnTo>
                    <a:pt x="838762" y="359291"/>
                  </a:lnTo>
                  <a:lnTo>
                    <a:pt x="845022" y="359291"/>
                  </a:lnTo>
                  <a:lnTo>
                    <a:pt x="851281" y="359291"/>
                  </a:lnTo>
                  <a:lnTo>
                    <a:pt x="857541" y="359291"/>
                  </a:lnTo>
                  <a:lnTo>
                    <a:pt x="863800" y="359291"/>
                  </a:lnTo>
                  <a:lnTo>
                    <a:pt x="870059" y="359291"/>
                  </a:lnTo>
                  <a:lnTo>
                    <a:pt x="876319" y="359291"/>
                  </a:lnTo>
                  <a:lnTo>
                    <a:pt x="882578" y="359291"/>
                  </a:lnTo>
                  <a:lnTo>
                    <a:pt x="888838" y="359291"/>
                  </a:lnTo>
                  <a:lnTo>
                    <a:pt x="895097" y="359291"/>
                  </a:lnTo>
                  <a:lnTo>
                    <a:pt x="901356" y="359291"/>
                  </a:lnTo>
                  <a:lnTo>
                    <a:pt x="907616" y="359291"/>
                  </a:lnTo>
                  <a:lnTo>
                    <a:pt x="913875" y="359291"/>
                  </a:lnTo>
                  <a:lnTo>
                    <a:pt x="920135" y="359291"/>
                  </a:lnTo>
                  <a:lnTo>
                    <a:pt x="926394" y="359291"/>
                  </a:lnTo>
                  <a:lnTo>
                    <a:pt x="932654" y="359291"/>
                  </a:lnTo>
                  <a:lnTo>
                    <a:pt x="938913" y="359291"/>
                  </a:lnTo>
                  <a:lnTo>
                    <a:pt x="945172" y="359291"/>
                  </a:lnTo>
                  <a:lnTo>
                    <a:pt x="951432" y="359291"/>
                  </a:lnTo>
                  <a:lnTo>
                    <a:pt x="957691" y="359291"/>
                  </a:lnTo>
                  <a:lnTo>
                    <a:pt x="963951" y="359291"/>
                  </a:lnTo>
                  <a:lnTo>
                    <a:pt x="970210" y="359291"/>
                  </a:lnTo>
                  <a:lnTo>
                    <a:pt x="976470" y="359291"/>
                  </a:lnTo>
                  <a:lnTo>
                    <a:pt x="982729" y="359291"/>
                  </a:lnTo>
                  <a:lnTo>
                    <a:pt x="988988" y="359291"/>
                  </a:lnTo>
                  <a:lnTo>
                    <a:pt x="995248" y="359291"/>
                  </a:lnTo>
                  <a:lnTo>
                    <a:pt x="1001507" y="359291"/>
                  </a:lnTo>
                  <a:lnTo>
                    <a:pt x="1007767" y="359291"/>
                  </a:lnTo>
                  <a:lnTo>
                    <a:pt x="1014026" y="359291"/>
                  </a:lnTo>
                  <a:lnTo>
                    <a:pt x="1020286" y="359291"/>
                  </a:lnTo>
                  <a:lnTo>
                    <a:pt x="1026545" y="359291"/>
                  </a:lnTo>
                  <a:lnTo>
                    <a:pt x="1032804" y="359291"/>
                  </a:lnTo>
                  <a:lnTo>
                    <a:pt x="1039064" y="359291"/>
                  </a:lnTo>
                  <a:lnTo>
                    <a:pt x="1045323" y="359291"/>
                  </a:lnTo>
                  <a:lnTo>
                    <a:pt x="1051583" y="359291"/>
                  </a:lnTo>
                  <a:lnTo>
                    <a:pt x="1057842" y="359291"/>
                  </a:lnTo>
                  <a:lnTo>
                    <a:pt x="1064101" y="359291"/>
                  </a:lnTo>
                  <a:lnTo>
                    <a:pt x="1070361" y="359291"/>
                  </a:lnTo>
                  <a:lnTo>
                    <a:pt x="1076620" y="359291"/>
                  </a:lnTo>
                  <a:lnTo>
                    <a:pt x="1082880" y="359291"/>
                  </a:lnTo>
                  <a:lnTo>
                    <a:pt x="1089139" y="359291"/>
                  </a:lnTo>
                  <a:lnTo>
                    <a:pt x="1095399" y="359291"/>
                  </a:lnTo>
                  <a:lnTo>
                    <a:pt x="1101658" y="359291"/>
                  </a:lnTo>
                  <a:lnTo>
                    <a:pt x="1107917" y="359291"/>
                  </a:lnTo>
                  <a:lnTo>
                    <a:pt x="1114177" y="359291"/>
                  </a:lnTo>
                  <a:lnTo>
                    <a:pt x="1120436" y="359291"/>
                  </a:lnTo>
                  <a:lnTo>
                    <a:pt x="1126696" y="359291"/>
                  </a:lnTo>
                  <a:lnTo>
                    <a:pt x="1132955" y="359291"/>
                  </a:lnTo>
                  <a:lnTo>
                    <a:pt x="1139215" y="359291"/>
                  </a:lnTo>
                  <a:lnTo>
                    <a:pt x="1145474" y="359291"/>
                  </a:lnTo>
                  <a:lnTo>
                    <a:pt x="1151733" y="359291"/>
                  </a:lnTo>
                  <a:lnTo>
                    <a:pt x="1157993" y="359291"/>
                  </a:lnTo>
                  <a:lnTo>
                    <a:pt x="1164252" y="359291"/>
                  </a:lnTo>
                  <a:lnTo>
                    <a:pt x="1170512" y="359291"/>
                  </a:lnTo>
                  <a:lnTo>
                    <a:pt x="1176771" y="359291"/>
                  </a:lnTo>
                  <a:lnTo>
                    <a:pt x="1183031" y="359291"/>
                  </a:lnTo>
                  <a:lnTo>
                    <a:pt x="1189290" y="359291"/>
                  </a:lnTo>
                  <a:lnTo>
                    <a:pt x="1195549" y="359291"/>
                  </a:lnTo>
                  <a:lnTo>
                    <a:pt x="1201809" y="359291"/>
                  </a:lnTo>
                  <a:lnTo>
                    <a:pt x="1208068" y="359291"/>
                  </a:lnTo>
                  <a:lnTo>
                    <a:pt x="1214328" y="359291"/>
                  </a:lnTo>
                  <a:lnTo>
                    <a:pt x="1220587" y="359291"/>
                  </a:lnTo>
                  <a:lnTo>
                    <a:pt x="1226846" y="359291"/>
                  </a:lnTo>
                  <a:lnTo>
                    <a:pt x="1233106" y="359291"/>
                  </a:lnTo>
                  <a:lnTo>
                    <a:pt x="1239365" y="359291"/>
                  </a:lnTo>
                  <a:lnTo>
                    <a:pt x="1245625" y="359291"/>
                  </a:lnTo>
                  <a:lnTo>
                    <a:pt x="1251884" y="359291"/>
                  </a:lnTo>
                  <a:lnTo>
                    <a:pt x="1258144" y="359291"/>
                  </a:lnTo>
                  <a:lnTo>
                    <a:pt x="1264403" y="359291"/>
                  </a:lnTo>
                  <a:lnTo>
                    <a:pt x="1270662" y="359291"/>
                  </a:lnTo>
                  <a:lnTo>
                    <a:pt x="1276922" y="359291"/>
                  </a:lnTo>
                  <a:lnTo>
                    <a:pt x="1283181" y="359291"/>
                  </a:lnTo>
                  <a:lnTo>
                    <a:pt x="1289441" y="359291"/>
                  </a:lnTo>
                  <a:lnTo>
                    <a:pt x="1295700" y="359291"/>
                  </a:lnTo>
                  <a:lnTo>
                    <a:pt x="1301960" y="359291"/>
                  </a:lnTo>
                  <a:lnTo>
                    <a:pt x="1308219" y="359291"/>
                  </a:lnTo>
                  <a:lnTo>
                    <a:pt x="1314478" y="359291"/>
                  </a:lnTo>
                  <a:lnTo>
                    <a:pt x="1320738" y="359291"/>
                  </a:lnTo>
                  <a:lnTo>
                    <a:pt x="1326997" y="359291"/>
                  </a:lnTo>
                  <a:lnTo>
                    <a:pt x="1333257" y="359291"/>
                  </a:lnTo>
                  <a:lnTo>
                    <a:pt x="1339516" y="359291"/>
                  </a:lnTo>
                  <a:lnTo>
                    <a:pt x="1345776" y="359291"/>
                  </a:lnTo>
                  <a:lnTo>
                    <a:pt x="1352035" y="359291"/>
                  </a:lnTo>
                  <a:lnTo>
                    <a:pt x="1358294" y="359291"/>
                  </a:lnTo>
                  <a:lnTo>
                    <a:pt x="1364554" y="359291"/>
                  </a:lnTo>
                  <a:lnTo>
                    <a:pt x="1370813" y="359291"/>
                  </a:lnTo>
                  <a:lnTo>
                    <a:pt x="1377073" y="359291"/>
                  </a:lnTo>
                  <a:lnTo>
                    <a:pt x="1383332" y="359291"/>
                  </a:lnTo>
                  <a:lnTo>
                    <a:pt x="1389592" y="359291"/>
                  </a:lnTo>
                  <a:lnTo>
                    <a:pt x="1395851" y="359291"/>
                  </a:lnTo>
                  <a:lnTo>
                    <a:pt x="1402110" y="359291"/>
                  </a:lnTo>
                  <a:lnTo>
                    <a:pt x="1408370" y="359291"/>
                  </a:lnTo>
                  <a:lnTo>
                    <a:pt x="1414629" y="359291"/>
                  </a:lnTo>
                  <a:lnTo>
                    <a:pt x="1420889" y="359291"/>
                  </a:lnTo>
                  <a:lnTo>
                    <a:pt x="1427148" y="359291"/>
                  </a:lnTo>
                  <a:lnTo>
                    <a:pt x="1433407" y="359291"/>
                  </a:lnTo>
                  <a:lnTo>
                    <a:pt x="1439667" y="359291"/>
                  </a:lnTo>
                  <a:lnTo>
                    <a:pt x="1445926" y="359291"/>
                  </a:lnTo>
                  <a:lnTo>
                    <a:pt x="1452186" y="359291"/>
                  </a:lnTo>
                  <a:lnTo>
                    <a:pt x="1458445" y="359291"/>
                  </a:lnTo>
                  <a:lnTo>
                    <a:pt x="1464705" y="359291"/>
                  </a:lnTo>
                  <a:lnTo>
                    <a:pt x="1470964" y="359291"/>
                  </a:lnTo>
                  <a:lnTo>
                    <a:pt x="1477223" y="359291"/>
                  </a:lnTo>
                  <a:lnTo>
                    <a:pt x="1483483" y="359291"/>
                  </a:lnTo>
                  <a:lnTo>
                    <a:pt x="1489742" y="359291"/>
                  </a:lnTo>
                  <a:lnTo>
                    <a:pt x="1496002" y="359291"/>
                  </a:lnTo>
                  <a:lnTo>
                    <a:pt x="1502261" y="359291"/>
                  </a:lnTo>
                  <a:lnTo>
                    <a:pt x="1508521" y="359291"/>
                  </a:lnTo>
                  <a:lnTo>
                    <a:pt x="1514780" y="359291"/>
                  </a:lnTo>
                  <a:lnTo>
                    <a:pt x="1521039" y="359291"/>
                  </a:lnTo>
                  <a:lnTo>
                    <a:pt x="1527299" y="359291"/>
                  </a:lnTo>
                  <a:lnTo>
                    <a:pt x="1533558" y="359291"/>
                  </a:lnTo>
                  <a:lnTo>
                    <a:pt x="1539818" y="359291"/>
                  </a:lnTo>
                  <a:lnTo>
                    <a:pt x="1546077" y="359291"/>
                  </a:lnTo>
                  <a:lnTo>
                    <a:pt x="1552337" y="359291"/>
                  </a:lnTo>
                  <a:lnTo>
                    <a:pt x="1558596" y="359291"/>
                  </a:lnTo>
                  <a:lnTo>
                    <a:pt x="1564855" y="359291"/>
                  </a:lnTo>
                  <a:lnTo>
                    <a:pt x="1571115" y="359291"/>
                  </a:lnTo>
                  <a:lnTo>
                    <a:pt x="1577374" y="359291"/>
                  </a:lnTo>
                  <a:lnTo>
                    <a:pt x="1583634" y="359291"/>
                  </a:lnTo>
                  <a:lnTo>
                    <a:pt x="1589893" y="359291"/>
                  </a:lnTo>
                  <a:lnTo>
                    <a:pt x="1596152" y="359291"/>
                  </a:lnTo>
                  <a:lnTo>
                    <a:pt x="1602412" y="359291"/>
                  </a:lnTo>
                  <a:lnTo>
                    <a:pt x="1608671" y="359291"/>
                  </a:lnTo>
                  <a:lnTo>
                    <a:pt x="1614931" y="359291"/>
                  </a:lnTo>
                  <a:lnTo>
                    <a:pt x="1621190" y="359291"/>
                  </a:lnTo>
                  <a:lnTo>
                    <a:pt x="1627450" y="359291"/>
                  </a:lnTo>
                  <a:lnTo>
                    <a:pt x="1633709" y="359291"/>
                  </a:lnTo>
                  <a:lnTo>
                    <a:pt x="1639968" y="359291"/>
                  </a:lnTo>
                  <a:lnTo>
                    <a:pt x="1646228" y="359291"/>
                  </a:lnTo>
                  <a:lnTo>
                    <a:pt x="1652487" y="359291"/>
                  </a:lnTo>
                  <a:lnTo>
                    <a:pt x="1658747" y="359291"/>
                  </a:lnTo>
                  <a:lnTo>
                    <a:pt x="1665006" y="359291"/>
                  </a:lnTo>
                  <a:lnTo>
                    <a:pt x="1671266" y="359291"/>
                  </a:lnTo>
                  <a:lnTo>
                    <a:pt x="1677525" y="359291"/>
                  </a:lnTo>
                  <a:lnTo>
                    <a:pt x="1683784" y="359291"/>
                  </a:lnTo>
                  <a:lnTo>
                    <a:pt x="1690044" y="359291"/>
                  </a:lnTo>
                  <a:lnTo>
                    <a:pt x="1696303" y="359291"/>
                  </a:lnTo>
                  <a:lnTo>
                    <a:pt x="1702563" y="359291"/>
                  </a:lnTo>
                  <a:lnTo>
                    <a:pt x="1708822" y="359291"/>
                  </a:lnTo>
                  <a:lnTo>
                    <a:pt x="1715082" y="359291"/>
                  </a:lnTo>
                  <a:lnTo>
                    <a:pt x="1721341" y="359291"/>
                  </a:lnTo>
                  <a:lnTo>
                    <a:pt x="1727600" y="359291"/>
                  </a:lnTo>
                  <a:lnTo>
                    <a:pt x="1733860" y="359291"/>
                  </a:lnTo>
                  <a:lnTo>
                    <a:pt x="1740119" y="359291"/>
                  </a:lnTo>
                  <a:lnTo>
                    <a:pt x="1746379" y="359291"/>
                  </a:lnTo>
                  <a:lnTo>
                    <a:pt x="1752638" y="359291"/>
                  </a:lnTo>
                  <a:lnTo>
                    <a:pt x="1758897" y="359291"/>
                  </a:lnTo>
                  <a:lnTo>
                    <a:pt x="1765157" y="359291"/>
                  </a:lnTo>
                  <a:lnTo>
                    <a:pt x="1771416" y="359291"/>
                  </a:lnTo>
                  <a:lnTo>
                    <a:pt x="1777676" y="359291"/>
                  </a:lnTo>
                  <a:lnTo>
                    <a:pt x="1783935" y="359291"/>
                  </a:lnTo>
                  <a:lnTo>
                    <a:pt x="1790195" y="359291"/>
                  </a:lnTo>
                  <a:lnTo>
                    <a:pt x="1796454" y="359291"/>
                  </a:lnTo>
                  <a:lnTo>
                    <a:pt x="1802713" y="359291"/>
                  </a:lnTo>
                  <a:lnTo>
                    <a:pt x="1808973" y="359291"/>
                  </a:lnTo>
                  <a:lnTo>
                    <a:pt x="1815232" y="359291"/>
                  </a:lnTo>
                  <a:lnTo>
                    <a:pt x="1821492" y="359291"/>
                  </a:lnTo>
                  <a:lnTo>
                    <a:pt x="1827751" y="359291"/>
                  </a:lnTo>
                  <a:lnTo>
                    <a:pt x="1834011" y="359291"/>
                  </a:lnTo>
                  <a:lnTo>
                    <a:pt x="1840270" y="359291"/>
                  </a:lnTo>
                  <a:lnTo>
                    <a:pt x="1846529" y="359291"/>
                  </a:lnTo>
                  <a:lnTo>
                    <a:pt x="1852789" y="359291"/>
                  </a:lnTo>
                  <a:lnTo>
                    <a:pt x="1859048" y="359291"/>
                  </a:lnTo>
                  <a:lnTo>
                    <a:pt x="1865308" y="359291"/>
                  </a:lnTo>
                  <a:lnTo>
                    <a:pt x="1871567" y="359291"/>
                  </a:lnTo>
                  <a:lnTo>
                    <a:pt x="1877827" y="359291"/>
                  </a:lnTo>
                  <a:lnTo>
                    <a:pt x="1884086" y="359291"/>
                  </a:lnTo>
                  <a:lnTo>
                    <a:pt x="1890345" y="359291"/>
                  </a:lnTo>
                  <a:lnTo>
                    <a:pt x="1896605" y="359291"/>
                  </a:lnTo>
                  <a:lnTo>
                    <a:pt x="1902864" y="359291"/>
                  </a:lnTo>
                  <a:lnTo>
                    <a:pt x="1909124" y="359291"/>
                  </a:lnTo>
                  <a:lnTo>
                    <a:pt x="1915383" y="359291"/>
                  </a:lnTo>
                  <a:lnTo>
                    <a:pt x="1921642" y="359291"/>
                  </a:lnTo>
                  <a:lnTo>
                    <a:pt x="1927902" y="359291"/>
                  </a:lnTo>
                  <a:lnTo>
                    <a:pt x="1934161" y="359291"/>
                  </a:lnTo>
                  <a:lnTo>
                    <a:pt x="1940421" y="359291"/>
                  </a:lnTo>
                  <a:lnTo>
                    <a:pt x="1946680" y="359291"/>
                  </a:lnTo>
                  <a:lnTo>
                    <a:pt x="1952940" y="359291"/>
                  </a:lnTo>
                  <a:lnTo>
                    <a:pt x="1959199" y="359291"/>
                  </a:lnTo>
                  <a:lnTo>
                    <a:pt x="1965458" y="359291"/>
                  </a:lnTo>
                  <a:lnTo>
                    <a:pt x="1971718" y="359291"/>
                  </a:lnTo>
                  <a:lnTo>
                    <a:pt x="1977977" y="359291"/>
                  </a:lnTo>
                  <a:lnTo>
                    <a:pt x="1984237" y="359291"/>
                  </a:lnTo>
                  <a:lnTo>
                    <a:pt x="1990496" y="359291"/>
                  </a:lnTo>
                  <a:lnTo>
                    <a:pt x="1996756" y="359291"/>
                  </a:lnTo>
                  <a:lnTo>
                    <a:pt x="2003015" y="359291"/>
                  </a:lnTo>
                  <a:lnTo>
                    <a:pt x="2009274" y="359291"/>
                  </a:lnTo>
                  <a:lnTo>
                    <a:pt x="2015534" y="359291"/>
                  </a:lnTo>
                  <a:lnTo>
                    <a:pt x="2021793" y="359291"/>
                  </a:lnTo>
                  <a:lnTo>
                    <a:pt x="2028053" y="359291"/>
                  </a:lnTo>
                  <a:lnTo>
                    <a:pt x="2034312" y="359291"/>
                  </a:lnTo>
                  <a:lnTo>
                    <a:pt x="2040572" y="359291"/>
                  </a:lnTo>
                  <a:lnTo>
                    <a:pt x="2046831" y="359291"/>
                  </a:lnTo>
                  <a:lnTo>
                    <a:pt x="2053090" y="359291"/>
                  </a:lnTo>
                  <a:lnTo>
                    <a:pt x="2059350" y="359291"/>
                  </a:lnTo>
                  <a:lnTo>
                    <a:pt x="2065609" y="359291"/>
                  </a:lnTo>
                  <a:lnTo>
                    <a:pt x="2071869" y="359291"/>
                  </a:lnTo>
                  <a:lnTo>
                    <a:pt x="2078128" y="359291"/>
                  </a:lnTo>
                  <a:lnTo>
                    <a:pt x="2084388" y="359291"/>
                  </a:lnTo>
                  <a:lnTo>
                    <a:pt x="2090647" y="359291"/>
                  </a:lnTo>
                  <a:lnTo>
                    <a:pt x="2096906" y="359291"/>
                  </a:lnTo>
                  <a:lnTo>
                    <a:pt x="2103166" y="359291"/>
                  </a:lnTo>
                  <a:lnTo>
                    <a:pt x="2109425" y="359291"/>
                  </a:lnTo>
                  <a:lnTo>
                    <a:pt x="2115685" y="359291"/>
                  </a:lnTo>
                  <a:lnTo>
                    <a:pt x="2121944" y="359291"/>
                  </a:lnTo>
                  <a:lnTo>
                    <a:pt x="2128203" y="359291"/>
                  </a:lnTo>
                  <a:lnTo>
                    <a:pt x="2134463" y="359291"/>
                  </a:lnTo>
                  <a:lnTo>
                    <a:pt x="2140722" y="359291"/>
                  </a:lnTo>
                  <a:lnTo>
                    <a:pt x="2146982" y="359291"/>
                  </a:lnTo>
                  <a:lnTo>
                    <a:pt x="2153241" y="359291"/>
                  </a:lnTo>
                  <a:lnTo>
                    <a:pt x="2159501" y="359291"/>
                  </a:lnTo>
                  <a:lnTo>
                    <a:pt x="2165760" y="359291"/>
                  </a:lnTo>
                  <a:lnTo>
                    <a:pt x="2172019" y="359291"/>
                  </a:lnTo>
                  <a:lnTo>
                    <a:pt x="2178279" y="359291"/>
                  </a:lnTo>
                  <a:lnTo>
                    <a:pt x="2184538" y="359291"/>
                  </a:lnTo>
                  <a:lnTo>
                    <a:pt x="2190798" y="359291"/>
                  </a:lnTo>
                  <a:lnTo>
                    <a:pt x="2197057" y="359291"/>
                  </a:lnTo>
                  <a:lnTo>
                    <a:pt x="2203317" y="359291"/>
                  </a:lnTo>
                  <a:lnTo>
                    <a:pt x="2209576" y="359291"/>
                  </a:lnTo>
                  <a:lnTo>
                    <a:pt x="2215835" y="359291"/>
                  </a:lnTo>
                  <a:lnTo>
                    <a:pt x="2222095" y="359291"/>
                  </a:lnTo>
                  <a:lnTo>
                    <a:pt x="2228354" y="359291"/>
                  </a:lnTo>
                  <a:lnTo>
                    <a:pt x="2234614" y="359291"/>
                  </a:lnTo>
                  <a:lnTo>
                    <a:pt x="2240873" y="359291"/>
                  </a:lnTo>
                  <a:lnTo>
                    <a:pt x="2247133" y="359291"/>
                  </a:lnTo>
                  <a:lnTo>
                    <a:pt x="2253392" y="359291"/>
                  </a:lnTo>
                  <a:lnTo>
                    <a:pt x="2259651" y="359291"/>
                  </a:lnTo>
                  <a:lnTo>
                    <a:pt x="2265911" y="359291"/>
                  </a:lnTo>
                  <a:lnTo>
                    <a:pt x="2272170" y="359291"/>
                  </a:lnTo>
                  <a:lnTo>
                    <a:pt x="2278430" y="359291"/>
                  </a:lnTo>
                  <a:lnTo>
                    <a:pt x="2284689" y="359291"/>
                  </a:lnTo>
                  <a:lnTo>
                    <a:pt x="2290948" y="359291"/>
                  </a:lnTo>
                  <a:lnTo>
                    <a:pt x="2297208" y="359291"/>
                  </a:lnTo>
                  <a:lnTo>
                    <a:pt x="2303467" y="359291"/>
                  </a:lnTo>
                  <a:lnTo>
                    <a:pt x="2309727" y="359291"/>
                  </a:lnTo>
                  <a:lnTo>
                    <a:pt x="2315986" y="359291"/>
                  </a:lnTo>
                  <a:lnTo>
                    <a:pt x="2322246" y="359291"/>
                  </a:lnTo>
                  <a:lnTo>
                    <a:pt x="2328505" y="359291"/>
                  </a:lnTo>
                  <a:lnTo>
                    <a:pt x="2334764" y="359291"/>
                  </a:lnTo>
                  <a:lnTo>
                    <a:pt x="2341024" y="359291"/>
                  </a:lnTo>
                  <a:lnTo>
                    <a:pt x="2347283" y="359291"/>
                  </a:lnTo>
                  <a:lnTo>
                    <a:pt x="2353543" y="359291"/>
                  </a:lnTo>
                  <a:lnTo>
                    <a:pt x="2359802" y="359291"/>
                  </a:lnTo>
                  <a:lnTo>
                    <a:pt x="2366062" y="359291"/>
                  </a:lnTo>
                  <a:lnTo>
                    <a:pt x="2372321" y="359291"/>
                  </a:lnTo>
                  <a:lnTo>
                    <a:pt x="2378580" y="359291"/>
                  </a:lnTo>
                  <a:lnTo>
                    <a:pt x="2384840" y="359291"/>
                  </a:lnTo>
                  <a:lnTo>
                    <a:pt x="2391099" y="359291"/>
                  </a:lnTo>
                  <a:lnTo>
                    <a:pt x="2397359" y="359291"/>
                  </a:lnTo>
                  <a:lnTo>
                    <a:pt x="2403618" y="359291"/>
                  </a:lnTo>
                  <a:lnTo>
                    <a:pt x="2409878" y="359291"/>
                  </a:lnTo>
                  <a:lnTo>
                    <a:pt x="2416137" y="359291"/>
                  </a:lnTo>
                  <a:lnTo>
                    <a:pt x="2422396" y="359291"/>
                  </a:lnTo>
                  <a:lnTo>
                    <a:pt x="2428656" y="359291"/>
                  </a:lnTo>
                  <a:lnTo>
                    <a:pt x="2434915" y="359291"/>
                  </a:lnTo>
                  <a:lnTo>
                    <a:pt x="2441175" y="359291"/>
                  </a:lnTo>
                  <a:lnTo>
                    <a:pt x="2447434" y="359291"/>
                  </a:lnTo>
                  <a:lnTo>
                    <a:pt x="2453693" y="359291"/>
                  </a:lnTo>
                  <a:lnTo>
                    <a:pt x="2459953" y="359291"/>
                  </a:lnTo>
                  <a:lnTo>
                    <a:pt x="2466212" y="359291"/>
                  </a:lnTo>
                  <a:lnTo>
                    <a:pt x="2472472" y="359291"/>
                  </a:lnTo>
                  <a:lnTo>
                    <a:pt x="2478731" y="359291"/>
                  </a:lnTo>
                  <a:lnTo>
                    <a:pt x="2484991" y="359291"/>
                  </a:lnTo>
                  <a:lnTo>
                    <a:pt x="2491250" y="359291"/>
                  </a:lnTo>
                  <a:lnTo>
                    <a:pt x="2497509" y="359291"/>
                  </a:lnTo>
                  <a:lnTo>
                    <a:pt x="2503769" y="359291"/>
                  </a:lnTo>
                  <a:lnTo>
                    <a:pt x="2510028" y="359291"/>
                  </a:lnTo>
                  <a:lnTo>
                    <a:pt x="2516288" y="359291"/>
                  </a:lnTo>
                  <a:lnTo>
                    <a:pt x="2522547" y="359291"/>
                  </a:lnTo>
                  <a:lnTo>
                    <a:pt x="2528807" y="359291"/>
                  </a:lnTo>
                  <a:lnTo>
                    <a:pt x="2535066" y="359291"/>
                  </a:lnTo>
                  <a:lnTo>
                    <a:pt x="2541325" y="359291"/>
                  </a:lnTo>
                  <a:lnTo>
                    <a:pt x="2547585" y="359291"/>
                  </a:lnTo>
                  <a:lnTo>
                    <a:pt x="2553844" y="359291"/>
                  </a:lnTo>
                  <a:lnTo>
                    <a:pt x="2560104" y="359291"/>
                  </a:lnTo>
                  <a:lnTo>
                    <a:pt x="2566363" y="359291"/>
                  </a:lnTo>
                  <a:lnTo>
                    <a:pt x="2572623" y="359291"/>
                  </a:lnTo>
                  <a:lnTo>
                    <a:pt x="2578882" y="359291"/>
                  </a:lnTo>
                  <a:lnTo>
                    <a:pt x="2585141" y="359291"/>
                  </a:lnTo>
                  <a:lnTo>
                    <a:pt x="2591401" y="359291"/>
                  </a:lnTo>
                  <a:lnTo>
                    <a:pt x="2597660" y="359291"/>
                  </a:lnTo>
                  <a:lnTo>
                    <a:pt x="2603920" y="359291"/>
                  </a:lnTo>
                  <a:lnTo>
                    <a:pt x="2610179" y="359291"/>
                  </a:lnTo>
                  <a:lnTo>
                    <a:pt x="2616438" y="359291"/>
                  </a:lnTo>
                  <a:lnTo>
                    <a:pt x="2622698" y="359291"/>
                  </a:lnTo>
                  <a:lnTo>
                    <a:pt x="2628957" y="359291"/>
                  </a:lnTo>
                  <a:lnTo>
                    <a:pt x="2635217" y="359291"/>
                  </a:lnTo>
                  <a:lnTo>
                    <a:pt x="2641476" y="359291"/>
                  </a:lnTo>
                  <a:lnTo>
                    <a:pt x="2647736" y="359291"/>
                  </a:lnTo>
                  <a:lnTo>
                    <a:pt x="2653995" y="359291"/>
                  </a:lnTo>
                  <a:lnTo>
                    <a:pt x="2660254" y="359291"/>
                  </a:lnTo>
                  <a:lnTo>
                    <a:pt x="2666514" y="359291"/>
                  </a:lnTo>
                  <a:lnTo>
                    <a:pt x="2672773" y="359291"/>
                  </a:lnTo>
                  <a:lnTo>
                    <a:pt x="2679033" y="359291"/>
                  </a:lnTo>
                  <a:lnTo>
                    <a:pt x="2685292" y="359291"/>
                  </a:lnTo>
                  <a:lnTo>
                    <a:pt x="2691552" y="359291"/>
                  </a:lnTo>
                  <a:lnTo>
                    <a:pt x="2697811" y="359291"/>
                  </a:lnTo>
                  <a:lnTo>
                    <a:pt x="2704070" y="359291"/>
                  </a:lnTo>
                  <a:lnTo>
                    <a:pt x="2710330" y="359291"/>
                  </a:lnTo>
                  <a:lnTo>
                    <a:pt x="2716589" y="359291"/>
                  </a:lnTo>
                  <a:lnTo>
                    <a:pt x="2722849" y="359291"/>
                  </a:lnTo>
                  <a:lnTo>
                    <a:pt x="2729108" y="359291"/>
                  </a:lnTo>
                  <a:lnTo>
                    <a:pt x="2735368" y="359291"/>
                  </a:lnTo>
                  <a:lnTo>
                    <a:pt x="2741627" y="359291"/>
                  </a:lnTo>
                  <a:lnTo>
                    <a:pt x="2747886" y="359290"/>
                  </a:lnTo>
                  <a:lnTo>
                    <a:pt x="2754146" y="359287"/>
                  </a:lnTo>
                  <a:lnTo>
                    <a:pt x="2760405" y="359273"/>
                  </a:lnTo>
                  <a:lnTo>
                    <a:pt x="2766665" y="359226"/>
                  </a:lnTo>
                  <a:lnTo>
                    <a:pt x="2772924" y="359115"/>
                  </a:lnTo>
                  <a:lnTo>
                    <a:pt x="2779184" y="358927"/>
                  </a:lnTo>
                  <a:lnTo>
                    <a:pt x="2785443" y="358708"/>
                  </a:lnTo>
                  <a:lnTo>
                    <a:pt x="2791702" y="358568"/>
                  </a:lnTo>
                  <a:lnTo>
                    <a:pt x="2797962" y="358594"/>
                  </a:lnTo>
                  <a:lnTo>
                    <a:pt x="2804221" y="358770"/>
                  </a:lnTo>
                  <a:lnTo>
                    <a:pt x="2810481" y="358990"/>
                  </a:lnTo>
                  <a:lnTo>
                    <a:pt x="2816740" y="359157"/>
                  </a:lnTo>
                  <a:lnTo>
                    <a:pt x="2822999" y="359246"/>
                  </a:lnTo>
                  <a:lnTo>
                    <a:pt x="2829259" y="359280"/>
                  </a:lnTo>
                  <a:lnTo>
                    <a:pt x="2835518" y="359289"/>
                  </a:lnTo>
                  <a:lnTo>
                    <a:pt x="2841778" y="359291"/>
                  </a:lnTo>
                  <a:lnTo>
                    <a:pt x="2848037" y="359291"/>
                  </a:lnTo>
                  <a:lnTo>
                    <a:pt x="2854297" y="359291"/>
                  </a:lnTo>
                  <a:lnTo>
                    <a:pt x="2860556" y="359291"/>
                  </a:lnTo>
                  <a:lnTo>
                    <a:pt x="2866815" y="359291"/>
                  </a:lnTo>
                  <a:lnTo>
                    <a:pt x="2873075" y="359291"/>
                  </a:lnTo>
                  <a:lnTo>
                    <a:pt x="2879334" y="359291"/>
                  </a:lnTo>
                  <a:lnTo>
                    <a:pt x="2885594" y="359291"/>
                  </a:lnTo>
                  <a:lnTo>
                    <a:pt x="2891853" y="359291"/>
                  </a:lnTo>
                  <a:lnTo>
                    <a:pt x="2898113" y="359291"/>
                  </a:lnTo>
                  <a:lnTo>
                    <a:pt x="2904372" y="359291"/>
                  </a:lnTo>
                  <a:lnTo>
                    <a:pt x="2910631" y="359291"/>
                  </a:lnTo>
                  <a:lnTo>
                    <a:pt x="2916891" y="359291"/>
                  </a:lnTo>
                  <a:lnTo>
                    <a:pt x="2923150" y="359291"/>
                  </a:lnTo>
                  <a:lnTo>
                    <a:pt x="2929410" y="359291"/>
                  </a:lnTo>
                  <a:lnTo>
                    <a:pt x="2935669" y="359291"/>
                  </a:lnTo>
                  <a:lnTo>
                    <a:pt x="2941929" y="359291"/>
                  </a:lnTo>
                  <a:lnTo>
                    <a:pt x="2948188" y="359291"/>
                  </a:lnTo>
                  <a:lnTo>
                    <a:pt x="2954447" y="359291"/>
                  </a:lnTo>
                  <a:lnTo>
                    <a:pt x="2960707" y="359291"/>
                  </a:lnTo>
                  <a:lnTo>
                    <a:pt x="2966966" y="359291"/>
                  </a:lnTo>
                  <a:lnTo>
                    <a:pt x="2973226" y="359291"/>
                  </a:lnTo>
                  <a:lnTo>
                    <a:pt x="2979485" y="359291"/>
                  </a:lnTo>
                  <a:lnTo>
                    <a:pt x="2985744" y="359291"/>
                  </a:lnTo>
                  <a:lnTo>
                    <a:pt x="2992004" y="359291"/>
                  </a:lnTo>
                  <a:lnTo>
                    <a:pt x="2998263" y="359291"/>
                  </a:lnTo>
                  <a:lnTo>
                    <a:pt x="3004523" y="359291"/>
                  </a:lnTo>
                  <a:lnTo>
                    <a:pt x="3010782" y="359291"/>
                  </a:lnTo>
                  <a:lnTo>
                    <a:pt x="3017042" y="359291"/>
                  </a:lnTo>
                  <a:lnTo>
                    <a:pt x="3023301" y="359291"/>
                  </a:lnTo>
                  <a:lnTo>
                    <a:pt x="3029560" y="359291"/>
                  </a:lnTo>
                  <a:lnTo>
                    <a:pt x="3035820" y="359291"/>
                  </a:lnTo>
                  <a:lnTo>
                    <a:pt x="3042079" y="359291"/>
                  </a:lnTo>
                  <a:lnTo>
                    <a:pt x="3048339" y="359291"/>
                  </a:lnTo>
                  <a:lnTo>
                    <a:pt x="3054598" y="359291"/>
                  </a:lnTo>
                  <a:lnTo>
                    <a:pt x="3060858" y="359291"/>
                  </a:lnTo>
                  <a:lnTo>
                    <a:pt x="3067117" y="359291"/>
                  </a:lnTo>
                  <a:lnTo>
                    <a:pt x="3073376" y="359291"/>
                  </a:lnTo>
                  <a:lnTo>
                    <a:pt x="3079636" y="359291"/>
                  </a:lnTo>
                  <a:lnTo>
                    <a:pt x="3085895" y="359291"/>
                  </a:lnTo>
                  <a:lnTo>
                    <a:pt x="3092155" y="359291"/>
                  </a:lnTo>
                  <a:lnTo>
                    <a:pt x="3098414" y="359291"/>
                  </a:lnTo>
                  <a:lnTo>
                    <a:pt x="3104674" y="359291"/>
                  </a:lnTo>
                  <a:lnTo>
                    <a:pt x="3110933" y="359291"/>
                  </a:lnTo>
                  <a:lnTo>
                    <a:pt x="3117192" y="359291"/>
                  </a:lnTo>
                  <a:lnTo>
                    <a:pt x="3123452" y="359291"/>
                  </a:lnTo>
                  <a:lnTo>
                    <a:pt x="3129711" y="359291"/>
                  </a:lnTo>
                  <a:lnTo>
                    <a:pt x="3135971" y="359291"/>
                  </a:lnTo>
                  <a:lnTo>
                    <a:pt x="3142230" y="359291"/>
                  </a:lnTo>
                  <a:lnTo>
                    <a:pt x="3148489" y="359291"/>
                  </a:lnTo>
                  <a:lnTo>
                    <a:pt x="3154749" y="359291"/>
                  </a:lnTo>
                  <a:lnTo>
                    <a:pt x="3161008" y="359291"/>
                  </a:lnTo>
                  <a:lnTo>
                    <a:pt x="3167268" y="359291"/>
                  </a:lnTo>
                  <a:lnTo>
                    <a:pt x="3173527" y="359291"/>
                  </a:lnTo>
                  <a:lnTo>
                    <a:pt x="3179787" y="359291"/>
                  </a:lnTo>
                  <a:lnTo>
                    <a:pt x="3186046" y="359291"/>
                  </a:lnTo>
                  <a:lnTo>
                    <a:pt x="3192305" y="359291"/>
                  </a:lnTo>
                  <a:lnTo>
                    <a:pt x="3198565" y="359291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3749798" y="5887960"/>
              <a:ext cx="3198565" cy="168199"/>
            </a:xfrm>
            <a:custGeom>
              <a:avLst/>
              <a:pathLst>
                <a:path w="3198565" h="168199">
                  <a:moveTo>
                    <a:pt x="0" y="168199"/>
                  </a:moveTo>
                  <a:lnTo>
                    <a:pt x="6259" y="168199"/>
                  </a:lnTo>
                  <a:lnTo>
                    <a:pt x="12518" y="168199"/>
                  </a:lnTo>
                  <a:lnTo>
                    <a:pt x="18778" y="168199"/>
                  </a:lnTo>
                  <a:lnTo>
                    <a:pt x="25037" y="168199"/>
                  </a:lnTo>
                  <a:lnTo>
                    <a:pt x="31297" y="168199"/>
                  </a:lnTo>
                  <a:lnTo>
                    <a:pt x="37556" y="168199"/>
                  </a:lnTo>
                  <a:lnTo>
                    <a:pt x="43815" y="168199"/>
                  </a:lnTo>
                  <a:lnTo>
                    <a:pt x="50075" y="168199"/>
                  </a:lnTo>
                  <a:lnTo>
                    <a:pt x="56334" y="168199"/>
                  </a:lnTo>
                  <a:lnTo>
                    <a:pt x="62594" y="168199"/>
                  </a:lnTo>
                  <a:lnTo>
                    <a:pt x="68853" y="168199"/>
                  </a:lnTo>
                  <a:lnTo>
                    <a:pt x="75113" y="168199"/>
                  </a:lnTo>
                  <a:lnTo>
                    <a:pt x="81372" y="168199"/>
                  </a:lnTo>
                  <a:lnTo>
                    <a:pt x="87631" y="168199"/>
                  </a:lnTo>
                  <a:lnTo>
                    <a:pt x="93891" y="168199"/>
                  </a:lnTo>
                  <a:lnTo>
                    <a:pt x="100150" y="168199"/>
                  </a:lnTo>
                  <a:lnTo>
                    <a:pt x="106410" y="168199"/>
                  </a:lnTo>
                  <a:lnTo>
                    <a:pt x="112669" y="168199"/>
                  </a:lnTo>
                  <a:lnTo>
                    <a:pt x="118929" y="168199"/>
                  </a:lnTo>
                  <a:lnTo>
                    <a:pt x="125188" y="168199"/>
                  </a:lnTo>
                  <a:lnTo>
                    <a:pt x="131447" y="168199"/>
                  </a:lnTo>
                  <a:lnTo>
                    <a:pt x="137707" y="168199"/>
                  </a:lnTo>
                  <a:lnTo>
                    <a:pt x="143966" y="168199"/>
                  </a:lnTo>
                  <a:lnTo>
                    <a:pt x="150226" y="168199"/>
                  </a:lnTo>
                  <a:lnTo>
                    <a:pt x="156485" y="168199"/>
                  </a:lnTo>
                  <a:lnTo>
                    <a:pt x="162745" y="168199"/>
                  </a:lnTo>
                  <a:lnTo>
                    <a:pt x="169004" y="168199"/>
                  </a:lnTo>
                  <a:lnTo>
                    <a:pt x="175263" y="168199"/>
                  </a:lnTo>
                  <a:lnTo>
                    <a:pt x="181523" y="168199"/>
                  </a:lnTo>
                  <a:lnTo>
                    <a:pt x="187782" y="168199"/>
                  </a:lnTo>
                  <a:lnTo>
                    <a:pt x="194042" y="168199"/>
                  </a:lnTo>
                  <a:lnTo>
                    <a:pt x="200301" y="168199"/>
                  </a:lnTo>
                  <a:lnTo>
                    <a:pt x="206560" y="168199"/>
                  </a:lnTo>
                  <a:lnTo>
                    <a:pt x="212820" y="168199"/>
                  </a:lnTo>
                  <a:lnTo>
                    <a:pt x="219079" y="168199"/>
                  </a:lnTo>
                  <a:lnTo>
                    <a:pt x="225339" y="168199"/>
                  </a:lnTo>
                  <a:lnTo>
                    <a:pt x="231598" y="168199"/>
                  </a:lnTo>
                  <a:lnTo>
                    <a:pt x="237858" y="168199"/>
                  </a:lnTo>
                  <a:lnTo>
                    <a:pt x="244117" y="168199"/>
                  </a:lnTo>
                  <a:lnTo>
                    <a:pt x="250376" y="168199"/>
                  </a:lnTo>
                  <a:lnTo>
                    <a:pt x="256636" y="168199"/>
                  </a:lnTo>
                  <a:lnTo>
                    <a:pt x="262895" y="168199"/>
                  </a:lnTo>
                  <a:lnTo>
                    <a:pt x="269155" y="168199"/>
                  </a:lnTo>
                  <a:lnTo>
                    <a:pt x="275414" y="168199"/>
                  </a:lnTo>
                  <a:lnTo>
                    <a:pt x="281674" y="168199"/>
                  </a:lnTo>
                  <a:lnTo>
                    <a:pt x="287933" y="168199"/>
                  </a:lnTo>
                  <a:lnTo>
                    <a:pt x="294192" y="168199"/>
                  </a:lnTo>
                  <a:lnTo>
                    <a:pt x="300452" y="168199"/>
                  </a:lnTo>
                  <a:lnTo>
                    <a:pt x="306711" y="168199"/>
                  </a:lnTo>
                  <a:lnTo>
                    <a:pt x="312971" y="168199"/>
                  </a:lnTo>
                  <a:lnTo>
                    <a:pt x="319230" y="168199"/>
                  </a:lnTo>
                  <a:lnTo>
                    <a:pt x="325490" y="168199"/>
                  </a:lnTo>
                  <a:lnTo>
                    <a:pt x="331749" y="168199"/>
                  </a:lnTo>
                  <a:lnTo>
                    <a:pt x="338008" y="168199"/>
                  </a:lnTo>
                  <a:lnTo>
                    <a:pt x="344268" y="168199"/>
                  </a:lnTo>
                  <a:lnTo>
                    <a:pt x="350527" y="168199"/>
                  </a:lnTo>
                  <a:lnTo>
                    <a:pt x="356787" y="168199"/>
                  </a:lnTo>
                  <a:lnTo>
                    <a:pt x="363046" y="168199"/>
                  </a:lnTo>
                  <a:lnTo>
                    <a:pt x="369305" y="168199"/>
                  </a:lnTo>
                  <a:lnTo>
                    <a:pt x="375565" y="168199"/>
                  </a:lnTo>
                  <a:lnTo>
                    <a:pt x="381824" y="168199"/>
                  </a:lnTo>
                  <a:lnTo>
                    <a:pt x="388084" y="168199"/>
                  </a:lnTo>
                  <a:lnTo>
                    <a:pt x="394343" y="168199"/>
                  </a:lnTo>
                  <a:lnTo>
                    <a:pt x="400603" y="168199"/>
                  </a:lnTo>
                  <a:lnTo>
                    <a:pt x="406862" y="168199"/>
                  </a:lnTo>
                  <a:lnTo>
                    <a:pt x="413121" y="168199"/>
                  </a:lnTo>
                  <a:lnTo>
                    <a:pt x="419381" y="168199"/>
                  </a:lnTo>
                  <a:lnTo>
                    <a:pt x="425640" y="168199"/>
                  </a:lnTo>
                  <a:lnTo>
                    <a:pt x="431900" y="168199"/>
                  </a:lnTo>
                  <a:lnTo>
                    <a:pt x="438159" y="168199"/>
                  </a:lnTo>
                  <a:lnTo>
                    <a:pt x="444419" y="168199"/>
                  </a:lnTo>
                  <a:lnTo>
                    <a:pt x="450678" y="168199"/>
                  </a:lnTo>
                  <a:lnTo>
                    <a:pt x="456937" y="168199"/>
                  </a:lnTo>
                  <a:lnTo>
                    <a:pt x="463197" y="168199"/>
                  </a:lnTo>
                  <a:lnTo>
                    <a:pt x="469456" y="168199"/>
                  </a:lnTo>
                  <a:lnTo>
                    <a:pt x="475716" y="168199"/>
                  </a:lnTo>
                  <a:lnTo>
                    <a:pt x="481975" y="168198"/>
                  </a:lnTo>
                  <a:lnTo>
                    <a:pt x="488235" y="168198"/>
                  </a:lnTo>
                  <a:lnTo>
                    <a:pt x="494494" y="168197"/>
                  </a:lnTo>
                  <a:lnTo>
                    <a:pt x="500753" y="168195"/>
                  </a:lnTo>
                  <a:lnTo>
                    <a:pt x="507013" y="168190"/>
                  </a:lnTo>
                  <a:lnTo>
                    <a:pt x="513272" y="168179"/>
                  </a:lnTo>
                  <a:lnTo>
                    <a:pt x="519532" y="168155"/>
                  </a:lnTo>
                  <a:lnTo>
                    <a:pt x="525791" y="168109"/>
                  </a:lnTo>
                  <a:lnTo>
                    <a:pt x="532050" y="168029"/>
                  </a:lnTo>
                  <a:lnTo>
                    <a:pt x="538310" y="167903"/>
                  </a:lnTo>
                  <a:lnTo>
                    <a:pt x="544569" y="167721"/>
                  </a:lnTo>
                  <a:lnTo>
                    <a:pt x="550829" y="167475"/>
                  </a:lnTo>
                  <a:lnTo>
                    <a:pt x="557088" y="167170"/>
                  </a:lnTo>
                  <a:lnTo>
                    <a:pt x="563348" y="166813"/>
                  </a:lnTo>
                  <a:lnTo>
                    <a:pt x="569607" y="166420"/>
                  </a:lnTo>
                  <a:lnTo>
                    <a:pt x="575866" y="166007"/>
                  </a:lnTo>
                  <a:lnTo>
                    <a:pt x="582126" y="165595"/>
                  </a:lnTo>
                  <a:lnTo>
                    <a:pt x="588385" y="165213"/>
                  </a:lnTo>
                  <a:lnTo>
                    <a:pt x="594645" y="164894"/>
                  </a:lnTo>
                  <a:lnTo>
                    <a:pt x="600904" y="164671"/>
                  </a:lnTo>
                  <a:lnTo>
                    <a:pt x="607164" y="164563"/>
                  </a:lnTo>
                  <a:lnTo>
                    <a:pt x="613423" y="164558"/>
                  </a:lnTo>
                  <a:lnTo>
                    <a:pt x="619682" y="164606"/>
                  </a:lnTo>
                  <a:lnTo>
                    <a:pt x="625942" y="164626"/>
                  </a:lnTo>
                  <a:lnTo>
                    <a:pt x="632201" y="164537"/>
                  </a:lnTo>
                  <a:lnTo>
                    <a:pt x="638461" y="164308"/>
                  </a:lnTo>
                  <a:lnTo>
                    <a:pt x="644720" y="163965"/>
                  </a:lnTo>
                  <a:lnTo>
                    <a:pt x="650980" y="163580"/>
                  </a:lnTo>
                  <a:lnTo>
                    <a:pt x="657239" y="163238"/>
                  </a:lnTo>
                  <a:lnTo>
                    <a:pt x="663498" y="163006"/>
                  </a:lnTo>
                  <a:lnTo>
                    <a:pt x="669758" y="162910"/>
                  </a:lnTo>
                  <a:lnTo>
                    <a:pt x="676017" y="162928"/>
                  </a:lnTo>
                  <a:lnTo>
                    <a:pt x="682277" y="163009"/>
                  </a:lnTo>
                  <a:lnTo>
                    <a:pt x="688536" y="163094"/>
                  </a:lnTo>
                  <a:lnTo>
                    <a:pt x="694796" y="163142"/>
                  </a:lnTo>
                  <a:lnTo>
                    <a:pt x="701055" y="163137"/>
                  </a:lnTo>
                  <a:lnTo>
                    <a:pt x="707314" y="163095"/>
                  </a:lnTo>
                  <a:lnTo>
                    <a:pt x="713574" y="163048"/>
                  </a:lnTo>
                  <a:lnTo>
                    <a:pt x="719833" y="163034"/>
                  </a:lnTo>
                  <a:lnTo>
                    <a:pt x="726093" y="163082"/>
                  </a:lnTo>
                  <a:lnTo>
                    <a:pt x="732352" y="163204"/>
                  </a:lnTo>
                  <a:lnTo>
                    <a:pt x="738611" y="163392"/>
                  </a:lnTo>
                  <a:lnTo>
                    <a:pt x="744871" y="163630"/>
                  </a:lnTo>
                  <a:lnTo>
                    <a:pt x="751130" y="163895"/>
                  </a:lnTo>
                  <a:lnTo>
                    <a:pt x="757390" y="164167"/>
                  </a:lnTo>
                  <a:lnTo>
                    <a:pt x="763649" y="164435"/>
                  </a:lnTo>
                  <a:lnTo>
                    <a:pt x="769909" y="164695"/>
                  </a:lnTo>
                  <a:lnTo>
                    <a:pt x="776168" y="164954"/>
                  </a:lnTo>
                  <a:lnTo>
                    <a:pt x="782427" y="165219"/>
                  </a:lnTo>
                  <a:lnTo>
                    <a:pt x="788687" y="165499"/>
                  </a:lnTo>
                  <a:lnTo>
                    <a:pt x="794946" y="165792"/>
                  </a:lnTo>
                  <a:lnTo>
                    <a:pt x="801206" y="166089"/>
                  </a:lnTo>
                  <a:lnTo>
                    <a:pt x="807465" y="166369"/>
                  </a:lnTo>
                  <a:lnTo>
                    <a:pt x="813725" y="166611"/>
                  </a:lnTo>
                  <a:lnTo>
                    <a:pt x="819984" y="166798"/>
                  </a:lnTo>
                  <a:lnTo>
                    <a:pt x="826243" y="166923"/>
                  </a:lnTo>
                  <a:lnTo>
                    <a:pt x="832503" y="166995"/>
                  </a:lnTo>
                  <a:lnTo>
                    <a:pt x="838762" y="167034"/>
                  </a:lnTo>
                  <a:lnTo>
                    <a:pt x="845022" y="167063"/>
                  </a:lnTo>
                  <a:lnTo>
                    <a:pt x="851281" y="167103"/>
                  </a:lnTo>
                  <a:lnTo>
                    <a:pt x="857541" y="167159"/>
                  </a:lnTo>
                  <a:lnTo>
                    <a:pt x="863800" y="167223"/>
                  </a:lnTo>
                  <a:lnTo>
                    <a:pt x="870059" y="167273"/>
                  </a:lnTo>
                  <a:lnTo>
                    <a:pt x="876319" y="167279"/>
                  </a:lnTo>
                  <a:lnTo>
                    <a:pt x="882578" y="167219"/>
                  </a:lnTo>
                  <a:lnTo>
                    <a:pt x="888838" y="167081"/>
                  </a:lnTo>
                  <a:lnTo>
                    <a:pt x="895097" y="166865"/>
                  </a:lnTo>
                  <a:lnTo>
                    <a:pt x="901356" y="166575"/>
                  </a:lnTo>
                  <a:lnTo>
                    <a:pt x="907616" y="166210"/>
                  </a:lnTo>
                  <a:lnTo>
                    <a:pt x="913875" y="165754"/>
                  </a:lnTo>
                  <a:lnTo>
                    <a:pt x="920135" y="165174"/>
                  </a:lnTo>
                  <a:lnTo>
                    <a:pt x="926394" y="164418"/>
                  </a:lnTo>
                  <a:lnTo>
                    <a:pt x="932654" y="163413"/>
                  </a:lnTo>
                  <a:lnTo>
                    <a:pt x="938913" y="162078"/>
                  </a:lnTo>
                  <a:lnTo>
                    <a:pt x="945172" y="160322"/>
                  </a:lnTo>
                  <a:lnTo>
                    <a:pt x="951432" y="158047"/>
                  </a:lnTo>
                  <a:lnTo>
                    <a:pt x="957691" y="155149"/>
                  </a:lnTo>
                  <a:lnTo>
                    <a:pt x="963951" y="151520"/>
                  </a:lnTo>
                  <a:lnTo>
                    <a:pt x="970210" y="147055"/>
                  </a:lnTo>
                  <a:lnTo>
                    <a:pt x="976470" y="141655"/>
                  </a:lnTo>
                  <a:lnTo>
                    <a:pt x="982729" y="135243"/>
                  </a:lnTo>
                  <a:lnTo>
                    <a:pt x="988988" y="127761"/>
                  </a:lnTo>
                  <a:lnTo>
                    <a:pt x="995248" y="119128"/>
                  </a:lnTo>
                  <a:lnTo>
                    <a:pt x="1001507" y="109407"/>
                  </a:lnTo>
                  <a:lnTo>
                    <a:pt x="1007767" y="98631"/>
                  </a:lnTo>
                  <a:lnTo>
                    <a:pt x="1014026" y="86879"/>
                  </a:lnTo>
                  <a:lnTo>
                    <a:pt x="1020286" y="74299"/>
                  </a:lnTo>
                  <a:lnTo>
                    <a:pt x="1026545" y="61153"/>
                  </a:lnTo>
                  <a:lnTo>
                    <a:pt x="1032804" y="47839"/>
                  </a:lnTo>
                  <a:lnTo>
                    <a:pt x="1039064" y="34905"/>
                  </a:lnTo>
                  <a:lnTo>
                    <a:pt x="1045323" y="23024"/>
                  </a:lnTo>
                  <a:lnTo>
                    <a:pt x="1051583" y="12932"/>
                  </a:lnTo>
                  <a:lnTo>
                    <a:pt x="1057842" y="5349"/>
                  </a:lnTo>
                  <a:lnTo>
                    <a:pt x="1064101" y="894"/>
                  </a:lnTo>
                  <a:lnTo>
                    <a:pt x="1070361" y="0"/>
                  </a:lnTo>
                  <a:lnTo>
                    <a:pt x="1076620" y="2863"/>
                  </a:lnTo>
                  <a:lnTo>
                    <a:pt x="1082880" y="9418"/>
                  </a:lnTo>
                  <a:lnTo>
                    <a:pt x="1089139" y="19338"/>
                  </a:lnTo>
                  <a:lnTo>
                    <a:pt x="1095399" y="32062"/>
                  </a:lnTo>
                  <a:lnTo>
                    <a:pt x="1101658" y="46844"/>
                  </a:lnTo>
                  <a:lnTo>
                    <a:pt x="1107917" y="62807"/>
                  </a:lnTo>
                  <a:lnTo>
                    <a:pt x="1114177" y="78995"/>
                  </a:lnTo>
                  <a:lnTo>
                    <a:pt x="1120436" y="94446"/>
                  </a:lnTo>
                  <a:lnTo>
                    <a:pt x="1126696" y="108430"/>
                  </a:lnTo>
                  <a:lnTo>
                    <a:pt x="1132955" y="120455"/>
                  </a:lnTo>
                  <a:lnTo>
                    <a:pt x="1139215" y="130299"/>
                  </a:lnTo>
                  <a:lnTo>
                    <a:pt x="1145474" y="137979"/>
                  </a:lnTo>
                  <a:lnTo>
                    <a:pt x="1151733" y="143687"/>
                  </a:lnTo>
                  <a:lnTo>
                    <a:pt x="1157993" y="147691"/>
                  </a:lnTo>
                  <a:lnTo>
                    <a:pt x="1164252" y="150269"/>
                  </a:lnTo>
                  <a:lnTo>
                    <a:pt x="1170512" y="151657"/>
                  </a:lnTo>
                  <a:lnTo>
                    <a:pt x="1176771" y="152057"/>
                  </a:lnTo>
                  <a:lnTo>
                    <a:pt x="1183031" y="151652"/>
                  </a:lnTo>
                  <a:lnTo>
                    <a:pt x="1189290" y="150640"/>
                  </a:lnTo>
                  <a:lnTo>
                    <a:pt x="1195549" y="149236"/>
                  </a:lnTo>
                  <a:lnTo>
                    <a:pt x="1201809" y="147665"/>
                  </a:lnTo>
                  <a:lnTo>
                    <a:pt x="1208068" y="146134"/>
                  </a:lnTo>
                  <a:lnTo>
                    <a:pt x="1214328" y="144804"/>
                  </a:lnTo>
                  <a:lnTo>
                    <a:pt x="1220587" y="143772"/>
                  </a:lnTo>
                  <a:lnTo>
                    <a:pt x="1226846" y="143084"/>
                  </a:lnTo>
                  <a:lnTo>
                    <a:pt x="1233106" y="142748"/>
                  </a:lnTo>
                  <a:lnTo>
                    <a:pt x="1239365" y="142780"/>
                  </a:lnTo>
                  <a:lnTo>
                    <a:pt x="1245625" y="143154"/>
                  </a:lnTo>
                  <a:lnTo>
                    <a:pt x="1251884" y="143854"/>
                  </a:lnTo>
                  <a:lnTo>
                    <a:pt x="1258144" y="144837"/>
                  </a:lnTo>
                  <a:lnTo>
                    <a:pt x="1264403" y="146033"/>
                  </a:lnTo>
                  <a:lnTo>
                    <a:pt x="1270662" y="147355"/>
                  </a:lnTo>
                  <a:lnTo>
                    <a:pt x="1276922" y="148723"/>
                  </a:lnTo>
                  <a:lnTo>
                    <a:pt x="1283181" y="150087"/>
                  </a:lnTo>
                  <a:lnTo>
                    <a:pt x="1289441" y="151435"/>
                  </a:lnTo>
                  <a:lnTo>
                    <a:pt x="1295700" y="152786"/>
                  </a:lnTo>
                  <a:lnTo>
                    <a:pt x="1301960" y="154172"/>
                  </a:lnTo>
                  <a:lnTo>
                    <a:pt x="1308219" y="155616"/>
                  </a:lnTo>
                  <a:lnTo>
                    <a:pt x="1314478" y="157114"/>
                  </a:lnTo>
                  <a:lnTo>
                    <a:pt x="1320738" y="158640"/>
                  </a:lnTo>
                  <a:lnTo>
                    <a:pt x="1326997" y="160150"/>
                  </a:lnTo>
                  <a:lnTo>
                    <a:pt x="1333257" y="161597"/>
                  </a:lnTo>
                  <a:lnTo>
                    <a:pt x="1339516" y="162935"/>
                  </a:lnTo>
                  <a:lnTo>
                    <a:pt x="1345776" y="164130"/>
                  </a:lnTo>
                  <a:lnTo>
                    <a:pt x="1352035" y="165158"/>
                  </a:lnTo>
                  <a:lnTo>
                    <a:pt x="1358294" y="166004"/>
                  </a:lnTo>
                  <a:lnTo>
                    <a:pt x="1364554" y="166669"/>
                  </a:lnTo>
                  <a:lnTo>
                    <a:pt x="1370813" y="167175"/>
                  </a:lnTo>
                  <a:lnTo>
                    <a:pt x="1377073" y="167541"/>
                  </a:lnTo>
                  <a:lnTo>
                    <a:pt x="1383332" y="167796"/>
                  </a:lnTo>
                  <a:lnTo>
                    <a:pt x="1389592" y="167963"/>
                  </a:lnTo>
                  <a:lnTo>
                    <a:pt x="1395851" y="168068"/>
                  </a:lnTo>
                  <a:lnTo>
                    <a:pt x="1402110" y="168131"/>
                  </a:lnTo>
                  <a:lnTo>
                    <a:pt x="1408370" y="168165"/>
                  </a:lnTo>
                  <a:lnTo>
                    <a:pt x="1414629" y="168183"/>
                  </a:lnTo>
                  <a:lnTo>
                    <a:pt x="1420889" y="168192"/>
                  </a:lnTo>
                  <a:lnTo>
                    <a:pt x="1427148" y="168196"/>
                  </a:lnTo>
                  <a:lnTo>
                    <a:pt x="1433407" y="168198"/>
                  </a:lnTo>
                  <a:lnTo>
                    <a:pt x="1439667" y="168198"/>
                  </a:lnTo>
                  <a:lnTo>
                    <a:pt x="1445926" y="168198"/>
                  </a:lnTo>
                  <a:lnTo>
                    <a:pt x="1452186" y="168199"/>
                  </a:lnTo>
                  <a:lnTo>
                    <a:pt x="1458445" y="168199"/>
                  </a:lnTo>
                  <a:lnTo>
                    <a:pt x="1464705" y="168199"/>
                  </a:lnTo>
                  <a:lnTo>
                    <a:pt x="1470964" y="168199"/>
                  </a:lnTo>
                  <a:lnTo>
                    <a:pt x="1477223" y="168199"/>
                  </a:lnTo>
                  <a:lnTo>
                    <a:pt x="1483483" y="168199"/>
                  </a:lnTo>
                  <a:lnTo>
                    <a:pt x="1489742" y="168199"/>
                  </a:lnTo>
                  <a:lnTo>
                    <a:pt x="1496002" y="168199"/>
                  </a:lnTo>
                  <a:lnTo>
                    <a:pt x="1502261" y="168199"/>
                  </a:lnTo>
                  <a:lnTo>
                    <a:pt x="1508521" y="168199"/>
                  </a:lnTo>
                  <a:lnTo>
                    <a:pt x="1514780" y="168199"/>
                  </a:lnTo>
                  <a:lnTo>
                    <a:pt x="1521039" y="168199"/>
                  </a:lnTo>
                  <a:lnTo>
                    <a:pt x="1527299" y="168199"/>
                  </a:lnTo>
                  <a:lnTo>
                    <a:pt x="1533558" y="168199"/>
                  </a:lnTo>
                  <a:lnTo>
                    <a:pt x="1539818" y="168199"/>
                  </a:lnTo>
                  <a:lnTo>
                    <a:pt x="1546077" y="168199"/>
                  </a:lnTo>
                  <a:lnTo>
                    <a:pt x="1552337" y="168199"/>
                  </a:lnTo>
                  <a:lnTo>
                    <a:pt x="1558596" y="168199"/>
                  </a:lnTo>
                  <a:lnTo>
                    <a:pt x="1564855" y="168199"/>
                  </a:lnTo>
                  <a:lnTo>
                    <a:pt x="1571115" y="168199"/>
                  </a:lnTo>
                  <a:lnTo>
                    <a:pt x="1577374" y="168199"/>
                  </a:lnTo>
                  <a:lnTo>
                    <a:pt x="1583634" y="168199"/>
                  </a:lnTo>
                  <a:lnTo>
                    <a:pt x="1589893" y="168199"/>
                  </a:lnTo>
                  <a:lnTo>
                    <a:pt x="1596152" y="168199"/>
                  </a:lnTo>
                  <a:lnTo>
                    <a:pt x="1602412" y="168199"/>
                  </a:lnTo>
                  <a:lnTo>
                    <a:pt x="1608671" y="168199"/>
                  </a:lnTo>
                  <a:lnTo>
                    <a:pt x="1614931" y="168199"/>
                  </a:lnTo>
                  <a:lnTo>
                    <a:pt x="1621190" y="168199"/>
                  </a:lnTo>
                  <a:lnTo>
                    <a:pt x="1627450" y="168199"/>
                  </a:lnTo>
                  <a:lnTo>
                    <a:pt x="1633709" y="168199"/>
                  </a:lnTo>
                  <a:lnTo>
                    <a:pt x="1639968" y="168199"/>
                  </a:lnTo>
                  <a:lnTo>
                    <a:pt x="1646228" y="168199"/>
                  </a:lnTo>
                  <a:lnTo>
                    <a:pt x="1652487" y="168199"/>
                  </a:lnTo>
                  <a:lnTo>
                    <a:pt x="1658747" y="168199"/>
                  </a:lnTo>
                  <a:lnTo>
                    <a:pt x="1665006" y="168199"/>
                  </a:lnTo>
                  <a:lnTo>
                    <a:pt x="1671266" y="168199"/>
                  </a:lnTo>
                  <a:lnTo>
                    <a:pt x="1677525" y="168199"/>
                  </a:lnTo>
                  <a:lnTo>
                    <a:pt x="1683784" y="168199"/>
                  </a:lnTo>
                  <a:lnTo>
                    <a:pt x="1690044" y="168199"/>
                  </a:lnTo>
                  <a:lnTo>
                    <a:pt x="1696303" y="168199"/>
                  </a:lnTo>
                  <a:lnTo>
                    <a:pt x="1702563" y="168199"/>
                  </a:lnTo>
                  <a:lnTo>
                    <a:pt x="1708822" y="168199"/>
                  </a:lnTo>
                  <a:lnTo>
                    <a:pt x="1715082" y="168199"/>
                  </a:lnTo>
                  <a:lnTo>
                    <a:pt x="1721341" y="168199"/>
                  </a:lnTo>
                  <a:lnTo>
                    <a:pt x="1727600" y="168199"/>
                  </a:lnTo>
                  <a:lnTo>
                    <a:pt x="1733860" y="168199"/>
                  </a:lnTo>
                  <a:lnTo>
                    <a:pt x="1740119" y="168199"/>
                  </a:lnTo>
                  <a:lnTo>
                    <a:pt x="1746379" y="168199"/>
                  </a:lnTo>
                  <a:lnTo>
                    <a:pt x="1752638" y="168199"/>
                  </a:lnTo>
                  <a:lnTo>
                    <a:pt x="1758897" y="168199"/>
                  </a:lnTo>
                  <a:lnTo>
                    <a:pt x="1765157" y="168199"/>
                  </a:lnTo>
                  <a:lnTo>
                    <a:pt x="1771416" y="168199"/>
                  </a:lnTo>
                  <a:lnTo>
                    <a:pt x="1777676" y="168199"/>
                  </a:lnTo>
                  <a:lnTo>
                    <a:pt x="1783935" y="168199"/>
                  </a:lnTo>
                  <a:lnTo>
                    <a:pt x="1790195" y="168199"/>
                  </a:lnTo>
                  <a:lnTo>
                    <a:pt x="1796454" y="168199"/>
                  </a:lnTo>
                  <a:lnTo>
                    <a:pt x="1802713" y="168199"/>
                  </a:lnTo>
                  <a:lnTo>
                    <a:pt x="1808973" y="168199"/>
                  </a:lnTo>
                  <a:lnTo>
                    <a:pt x="1815232" y="168199"/>
                  </a:lnTo>
                  <a:lnTo>
                    <a:pt x="1821492" y="168199"/>
                  </a:lnTo>
                  <a:lnTo>
                    <a:pt x="1827751" y="168199"/>
                  </a:lnTo>
                  <a:lnTo>
                    <a:pt x="1834011" y="168199"/>
                  </a:lnTo>
                  <a:lnTo>
                    <a:pt x="1840270" y="168199"/>
                  </a:lnTo>
                  <a:lnTo>
                    <a:pt x="1846529" y="168199"/>
                  </a:lnTo>
                  <a:lnTo>
                    <a:pt x="1852789" y="168199"/>
                  </a:lnTo>
                  <a:lnTo>
                    <a:pt x="1859048" y="168199"/>
                  </a:lnTo>
                  <a:lnTo>
                    <a:pt x="1865308" y="168199"/>
                  </a:lnTo>
                  <a:lnTo>
                    <a:pt x="1871567" y="168199"/>
                  </a:lnTo>
                  <a:lnTo>
                    <a:pt x="1877827" y="168199"/>
                  </a:lnTo>
                  <a:lnTo>
                    <a:pt x="1884086" y="168199"/>
                  </a:lnTo>
                  <a:lnTo>
                    <a:pt x="1890345" y="168199"/>
                  </a:lnTo>
                  <a:lnTo>
                    <a:pt x="1896605" y="168199"/>
                  </a:lnTo>
                  <a:lnTo>
                    <a:pt x="1902864" y="168199"/>
                  </a:lnTo>
                  <a:lnTo>
                    <a:pt x="1909124" y="168199"/>
                  </a:lnTo>
                  <a:lnTo>
                    <a:pt x="1915383" y="168199"/>
                  </a:lnTo>
                  <a:lnTo>
                    <a:pt x="1921642" y="168199"/>
                  </a:lnTo>
                  <a:lnTo>
                    <a:pt x="1927902" y="168199"/>
                  </a:lnTo>
                  <a:lnTo>
                    <a:pt x="1934161" y="168199"/>
                  </a:lnTo>
                  <a:lnTo>
                    <a:pt x="1940421" y="168199"/>
                  </a:lnTo>
                  <a:lnTo>
                    <a:pt x="1946680" y="168199"/>
                  </a:lnTo>
                  <a:lnTo>
                    <a:pt x="1952940" y="168199"/>
                  </a:lnTo>
                  <a:lnTo>
                    <a:pt x="1959199" y="168199"/>
                  </a:lnTo>
                  <a:lnTo>
                    <a:pt x="1965458" y="168199"/>
                  </a:lnTo>
                  <a:lnTo>
                    <a:pt x="1971718" y="168199"/>
                  </a:lnTo>
                  <a:lnTo>
                    <a:pt x="1977977" y="168199"/>
                  </a:lnTo>
                  <a:lnTo>
                    <a:pt x="1984237" y="168199"/>
                  </a:lnTo>
                  <a:lnTo>
                    <a:pt x="1990496" y="168199"/>
                  </a:lnTo>
                  <a:lnTo>
                    <a:pt x="1996756" y="168199"/>
                  </a:lnTo>
                  <a:lnTo>
                    <a:pt x="2003015" y="168199"/>
                  </a:lnTo>
                  <a:lnTo>
                    <a:pt x="2009274" y="168199"/>
                  </a:lnTo>
                  <a:lnTo>
                    <a:pt x="2015534" y="168199"/>
                  </a:lnTo>
                  <a:lnTo>
                    <a:pt x="2021793" y="168199"/>
                  </a:lnTo>
                  <a:lnTo>
                    <a:pt x="2028053" y="168199"/>
                  </a:lnTo>
                  <a:lnTo>
                    <a:pt x="2034312" y="168199"/>
                  </a:lnTo>
                  <a:lnTo>
                    <a:pt x="2040572" y="168199"/>
                  </a:lnTo>
                  <a:lnTo>
                    <a:pt x="2046831" y="168199"/>
                  </a:lnTo>
                  <a:lnTo>
                    <a:pt x="2053090" y="168199"/>
                  </a:lnTo>
                  <a:lnTo>
                    <a:pt x="2059350" y="168199"/>
                  </a:lnTo>
                  <a:lnTo>
                    <a:pt x="2065609" y="168199"/>
                  </a:lnTo>
                  <a:lnTo>
                    <a:pt x="2071869" y="168199"/>
                  </a:lnTo>
                  <a:lnTo>
                    <a:pt x="2078128" y="168199"/>
                  </a:lnTo>
                  <a:lnTo>
                    <a:pt x="2084388" y="168199"/>
                  </a:lnTo>
                  <a:lnTo>
                    <a:pt x="2090647" y="168199"/>
                  </a:lnTo>
                  <a:lnTo>
                    <a:pt x="2096906" y="168199"/>
                  </a:lnTo>
                  <a:lnTo>
                    <a:pt x="2103166" y="168199"/>
                  </a:lnTo>
                  <a:lnTo>
                    <a:pt x="2109425" y="168199"/>
                  </a:lnTo>
                  <a:lnTo>
                    <a:pt x="2115685" y="168199"/>
                  </a:lnTo>
                  <a:lnTo>
                    <a:pt x="2121944" y="168199"/>
                  </a:lnTo>
                  <a:lnTo>
                    <a:pt x="2128203" y="168199"/>
                  </a:lnTo>
                  <a:lnTo>
                    <a:pt x="2134463" y="168199"/>
                  </a:lnTo>
                  <a:lnTo>
                    <a:pt x="2140722" y="168199"/>
                  </a:lnTo>
                  <a:lnTo>
                    <a:pt x="2146982" y="168199"/>
                  </a:lnTo>
                  <a:lnTo>
                    <a:pt x="2153241" y="168199"/>
                  </a:lnTo>
                  <a:lnTo>
                    <a:pt x="2159501" y="168199"/>
                  </a:lnTo>
                  <a:lnTo>
                    <a:pt x="2165760" y="168199"/>
                  </a:lnTo>
                  <a:lnTo>
                    <a:pt x="2172019" y="168199"/>
                  </a:lnTo>
                  <a:lnTo>
                    <a:pt x="2178279" y="168199"/>
                  </a:lnTo>
                  <a:lnTo>
                    <a:pt x="2184538" y="168199"/>
                  </a:lnTo>
                  <a:lnTo>
                    <a:pt x="2190798" y="168199"/>
                  </a:lnTo>
                  <a:lnTo>
                    <a:pt x="2197057" y="168199"/>
                  </a:lnTo>
                  <a:lnTo>
                    <a:pt x="2203317" y="168199"/>
                  </a:lnTo>
                  <a:lnTo>
                    <a:pt x="2209576" y="168199"/>
                  </a:lnTo>
                  <a:lnTo>
                    <a:pt x="2215835" y="168199"/>
                  </a:lnTo>
                  <a:lnTo>
                    <a:pt x="2222095" y="168199"/>
                  </a:lnTo>
                  <a:lnTo>
                    <a:pt x="2228354" y="168199"/>
                  </a:lnTo>
                  <a:lnTo>
                    <a:pt x="2234614" y="168199"/>
                  </a:lnTo>
                  <a:lnTo>
                    <a:pt x="2240873" y="168199"/>
                  </a:lnTo>
                  <a:lnTo>
                    <a:pt x="2247133" y="168199"/>
                  </a:lnTo>
                  <a:lnTo>
                    <a:pt x="2253392" y="168199"/>
                  </a:lnTo>
                  <a:lnTo>
                    <a:pt x="2259651" y="168199"/>
                  </a:lnTo>
                  <a:lnTo>
                    <a:pt x="2265911" y="168199"/>
                  </a:lnTo>
                  <a:lnTo>
                    <a:pt x="2272170" y="168199"/>
                  </a:lnTo>
                  <a:lnTo>
                    <a:pt x="2278430" y="168199"/>
                  </a:lnTo>
                  <a:lnTo>
                    <a:pt x="2284689" y="168199"/>
                  </a:lnTo>
                  <a:lnTo>
                    <a:pt x="2290948" y="168199"/>
                  </a:lnTo>
                  <a:lnTo>
                    <a:pt x="2297208" y="168199"/>
                  </a:lnTo>
                  <a:lnTo>
                    <a:pt x="2303467" y="168199"/>
                  </a:lnTo>
                  <a:lnTo>
                    <a:pt x="2309727" y="168199"/>
                  </a:lnTo>
                  <a:lnTo>
                    <a:pt x="2315986" y="168199"/>
                  </a:lnTo>
                  <a:lnTo>
                    <a:pt x="2322246" y="168199"/>
                  </a:lnTo>
                  <a:lnTo>
                    <a:pt x="2328505" y="168199"/>
                  </a:lnTo>
                  <a:lnTo>
                    <a:pt x="2334764" y="168199"/>
                  </a:lnTo>
                  <a:lnTo>
                    <a:pt x="2341024" y="168199"/>
                  </a:lnTo>
                  <a:lnTo>
                    <a:pt x="2347283" y="168199"/>
                  </a:lnTo>
                  <a:lnTo>
                    <a:pt x="2353543" y="168199"/>
                  </a:lnTo>
                  <a:lnTo>
                    <a:pt x="2359802" y="168199"/>
                  </a:lnTo>
                  <a:lnTo>
                    <a:pt x="2366062" y="168199"/>
                  </a:lnTo>
                  <a:lnTo>
                    <a:pt x="2372321" y="168199"/>
                  </a:lnTo>
                  <a:lnTo>
                    <a:pt x="2378580" y="168199"/>
                  </a:lnTo>
                  <a:lnTo>
                    <a:pt x="2384840" y="168199"/>
                  </a:lnTo>
                  <a:lnTo>
                    <a:pt x="2391099" y="168199"/>
                  </a:lnTo>
                  <a:lnTo>
                    <a:pt x="2397359" y="168199"/>
                  </a:lnTo>
                  <a:lnTo>
                    <a:pt x="2403618" y="168199"/>
                  </a:lnTo>
                  <a:lnTo>
                    <a:pt x="2409878" y="168199"/>
                  </a:lnTo>
                  <a:lnTo>
                    <a:pt x="2416137" y="168199"/>
                  </a:lnTo>
                  <a:lnTo>
                    <a:pt x="2422396" y="168199"/>
                  </a:lnTo>
                  <a:lnTo>
                    <a:pt x="2428656" y="168199"/>
                  </a:lnTo>
                  <a:lnTo>
                    <a:pt x="2434915" y="168199"/>
                  </a:lnTo>
                  <a:lnTo>
                    <a:pt x="2441175" y="168199"/>
                  </a:lnTo>
                  <a:lnTo>
                    <a:pt x="2447434" y="168199"/>
                  </a:lnTo>
                  <a:lnTo>
                    <a:pt x="2453693" y="168199"/>
                  </a:lnTo>
                  <a:lnTo>
                    <a:pt x="2459953" y="168199"/>
                  </a:lnTo>
                  <a:lnTo>
                    <a:pt x="2466212" y="168199"/>
                  </a:lnTo>
                  <a:lnTo>
                    <a:pt x="2472472" y="168199"/>
                  </a:lnTo>
                  <a:lnTo>
                    <a:pt x="2478731" y="168199"/>
                  </a:lnTo>
                  <a:lnTo>
                    <a:pt x="2484991" y="168199"/>
                  </a:lnTo>
                  <a:lnTo>
                    <a:pt x="2491250" y="168199"/>
                  </a:lnTo>
                  <a:lnTo>
                    <a:pt x="2497509" y="168199"/>
                  </a:lnTo>
                  <a:lnTo>
                    <a:pt x="2503769" y="168199"/>
                  </a:lnTo>
                  <a:lnTo>
                    <a:pt x="2510028" y="168199"/>
                  </a:lnTo>
                  <a:lnTo>
                    <a:pt x="2516288" y="168199"/>
                  </a:lnTo>
                  <a:lnTo>
                    <a:pt x="2522547" y="168199"/>
                  </a:lnTo>
                  <a:lnTo>
                    <a:pt x="2528807" y="168199"/>
                  </a:lnTo>
                  <a:lnTo>
                    <a:pt x="2535066" y="168199"/>
                  </a:lnTo>
                  <a:lnTo>
                    <a:pt x="2541325" y="168199"/>
                  </a:lnTo>
                  <a:lnTo>
                    <a:pt x="2547585" y="168199"/>
                  </a:lnTo>
                  <a:lnTo>
                    <a:pt x="2553844" y="168199"/>
                  </a:lnTo>
                  <a:lnTo>
                    <a:pt x="2560104" y="168199"/>
                  </a:lnTo>
                  <a:lnTo>
                    <a:pt x="2566363" y="168199"/>
                  </a:lnTo>
                  <a:lnTo>
                    <a:pt x="2572623" y="168199"/>
                  </a:lnTo>
                  <a:lnTo>
                    <a:pt x="2578882" y="168199"/>
                  </a:lnTo>
                  <a:lnTo>
                    <a:pt x="2585141" y="168199"/>
                  </a:lnTo>
                  <a:lnTo>
                    <a:pt x="2591401" y="168199"/>
                  </a:lnTo>
                  <a:lnTo>
                    <a:pt x="2597660" y="168199"/>
                  </a:lnTo>
                  <a:lnTo>
                    <a:pt x="2603920" y="168199"/>
                  </a:lnTo>
                  <a:lnTo>
                    <a:pt x="2610179" y="168199"/>
                  </a:lnTo>
                  <a:lnTo>
                    <a:pt x="2616438" y="168199"/>
                  </a:lnTo>
                  <a:lnTo>
                    <a:pt x="2622698" y="168199"/>
                  </a:lnTo>
                  <a:lnTo>
                    <a:pt x="2628957" y="168199"/>
                  </a:lnTo>
                  <a:lnTo>
                    <a:pt x="2635217" y="168199"/>
                  </a:lnTo>
                  <a:lnTo>
                    <a:pt x="2641476" y="168199"/>
                  </a:lnTo>
                  <a:lnTo>
                    <a:pt x="2647736" y="168199"/>
                  </a:lnTo>
                  <a:lnTo>
                    <a:pt x="2653995" y="168199"/>
                  </a:lnTo>
                  <a:lnTo>
                    <a:pt x="2660254" y="168199"/>
                  </a:lnTo>
                  <a:lnTo>
                    <a:pt x="2666514" y="168199"/>
                  </a:lnTo>
                  <a:lnTo>
                    <a:pt x="2672773" y="168199"/>
                  </a:lnTo>
                  <a:lnTo>
                    <a:pt x="2679033" y="168199"/>
                  </a:lnTo>
                  <a:lnTo>
                    <a:pt x="2685292" y="168199"/>
                  </a:lnTo>
                  <a:lnTo>
                    <a:pt x="2691552" y="168199"/>
                  </a:lnTo>
                  <a:lnTo>
                    <a:pt x="2697811" y="168199"/>
                  </a:lnTo>
                  <a:lnTo>
                    <a:pt x="2704070" y="168199"/>
                  </a:lnTo>
                  <a:lnTo>
                    <a:pt x="2710330" y="168199"/>
                  </a:lnTo>
                  <a:lnTo>
                    <a:pt x="2716589" y="168199"/>
                  </a:lnTo>
                  <a:lnTo>
                    <a:pt x="2722849" y="168199"/>
                  </a:lnTo>
                  <a:lnTo>
                    <a:pt x="2729108" y="168199"/>
                  </a:lnTo>
                  <a:lnTo>
                    <a:pt x="2735368" y="168199"/>
                  </a:lnTo>
                  <a:lnTo>
                    <a:pt x="2741627" y="168199"/>
                  </a:lnTo>
                  <a:lnTo>
                    <a:pt x="2747886" y="168199"/>
                  </a:lnTo>
                  <a:lnTo>
                    <a:pt x="2754146" y="168199"/>
                  </a:lnTo>
                  <a:lnTo>
                    <a:pt x="2760405" y="168199"/>
                  </a:lnTo>
                  <a:lnTo>
                    <a:pt x="2766665" y="168199"/>
                  </a:lnTo>
                  <a:lnTo>
                    <a:pt x="2772924" y="168199"/>
                  </a:lnTo>
                  <a:lnTo>
                    <a:pt x="2779184" y="168199"/>
                  </a:lnTo>
                  <a:lnTo>
                    <a:pt x="2785443" y="168199"/>
                  </a:lnTo>
                  <a:lnTo>
                    <a:pt x="2791702" y="168199"/>
                  </a:lnTo>
                  <a:lnTo>
                    <a:pt x="2797962" y="168199"/>
                  </a:lnTo>
                  <a:lnTo>
                    <a:pt x="2804221" y="168199"/>
                  </a:lnTo>
                  <a:lnTo>
                    <a:pt x="2810481" y="168199"/>
                  </a:lnTo>
                  <a:lnTo>
                    <a:pt x="2816740" y="168199"/>
                  </a:lnTo>
                  <a:lnTo>
                    <a:pt x="2822999" y="168199"/>
                  </a:lnTo>
                  <a:lnTo>
                    <a:pt x="2829259" y="168199"/>
                  </a:lnTo>
                  <a:lnTo>
                    <a:pt x="2835518" y="168199"/>
                  </a:lnTo>
                  <a:lnTo>
                    <a:pt x="2841778" y="168199"/>
                  </a:lnTo>
                  <a:lnTo>
                    <a:pt x="2848037" y="168199"/>
                  </a:lnTo>
                  <a:lnTo>
                    <a:pt x="2854297" y="168199"/>
                  </a:lnTo>
                  <a:lnTo>
                    <a:pt x="2860556" y="168199"/>
                  </a:lnTo>
                  <a:lnTo>
                    <a:pt x="2866815" y="168199"/>
                  </a:lnTo>
                  <a:lnTo>
                    <a:pt x="2873075" y="168199"/>
                  </a:lnTo>
                  <a:lnTo>
                    <a:pt x="2879334" y="168199"/>
                  </a:lnTo>
                  <a:lnTo>
                    <a:pt x="2885594" y="168199"/>
                  </a:lnTo>
                  <a:lnTo>
                    <a:pt x="2891853" y="168199"/>
                  </a:lnTo>
                  <a:lnTo>
                    <a:pt x="2898113" y="168199"/>
                  </a:lnTo>
                  <a:lnTo>
                    <a:pt x="2904372" y="168199"/>
                  </a:lnTo>
                  <a:lnTo>
                    <a:pt x="2910631" y="168199"/>
                  </a:lnTo>
                  <a:lnTo>
                    <a:pt x="2916891" y="168199"/>
                  </a:lnTo>
                  <a:lnTo>
                    <a:pt x="2923150" y="168199"/>
                  </a:lnTo>
                  <a:lnTo>
                    <a:pt x="2929410" y="168199"/>
                  </a:lnTo>
                  <a:lnTo>
                    <a:pt x="2935669" y="168199"/>
                  </a:lnTo>
                  <a:lnTo>
                    <a:pt x="2941929" y="168199"/>
                  </a:lnTo>
                  <a:lnTo>
                    <a:pt x="2948188" y="168199"/>
                  </a:lnTo>
                  <a:lnTo>
                    <a:pt x="2954447" y="168199"/>
                  </a:lnTo>
                  <a:lnTo>
                    <a:pt x="2960707" y="168199"/>
                  </a:lnTo>
                  <a:lnTo>
                    <a:pt x="2966966" y="168199"/>
                  </a:lnTo>
                  <a:lnTo>
                    <a:pt x="2973226" y="168199"/>
                  </a:lnTo>
                  <a:lnTo>
                    <a:pt x="2979485" y="168199"/>
                  </a:lnTo>
                  <a:lnTo>
                    <a:pt x="2985744" y="168199"/>
                  </a:lnTo>
                  <a:lnTo>
                    <a:pt x="2992004" y="168199"/>
                  </a:lnTo>
                  <a:lnTo>
                    <a:pt x="2998263" y="168199"/>
                  </a:lnTo>
                  <a:lnTo>
                    <a:pt x="3004523" y="168199"/>
                  </a:lnTo>
                  <a:lnTo>
                    <a:pt x="3010782" y="168199"/>
                  </a:lnTo>
                  <a:lnTo>
                    <a:pt x="3017042" y="168199"/>
                  </a:lnTo>
                  <a:lnTo>
                    <a:pt x="3023301" y="168199"/>
                  </a:lnTo>
                  <a:lnTo>
                    <a:pt x="3029560" y="168199"/>
                  </a:lnTo>
                  <a:lnTo>
                    <a:pt x="3035820" y="168199"/>
                  </a:lnTo>
                  <a:lnTo>
                    <a:pt x="3042079" y="168199"/>
                  </a:lnTo>
                  <a:lnTo>
                    <a:pt x="3048339" y="168199"/>
                  </a:lnTo>
                  <a:lnTo>
                    <a:pt x="3054598" y="168199"/>
                  </a:lnTo>
                  <a:lnTo>
                    <a:pt x="3060858" y="168199"/>
                  </a:lnTo>
                  <a:lnTo>
                    <a:pt x="3067117" y="168199"/>
                  </a:lnTo>
                  <a:lnTo>
                    <a:pt x="3073376" y="168199"/>
                  </a:lnTo>
                  <a:lnTo>
                    <a:pt x="3079636" y="168199"/>
                  </a:lnTo>
                  <a:lnTo>
                    <a:pt x="3085895" y="168199"/>
                  </a:lnTo>
                  <a:lnTo>
                    <a:pt x="3092155" y="168199"/>
                  </a:lnTo>
                  <a:lnTo>
                    <a:pt x="3098414" y="168199"/>
                  </a:lnTo>
                  <a:lnTo>
                    <a:pt x="3104674" y="168199"/>
                  </a:lnTo>
                  <a:lnTo>
                    <a:pt x="3110933" y="168199"/>
                  </a:lnTo>
                  <a:lnTo>
                    <a:pt x="3117192" y="168199"/>
                  </a:lnTo>
                  <a:lnTo>
                    <a:pt x="3123452" y="168199"/>
                  </a:lnTo>
                  <a:lnTo>
                    <a:pt x="3129711" y="168199"/>
                  </a:lnTo>
                  <a:lnTo>
                    <a:pt x="3135971" y="168199"/>
                  </a:lnTo>
                  <a:lnTo>
                    <a:pt x="3142230" y="168199"/>
                  </a:lnTo>
                  <a:lnTo>
                    <a:pt x="3148489" y="168199"/>
                  </a:lnTo>
                  <a:lnTo>
                    <a:pt x="3154749" y="168199"/>
                  </a:lnTo>
                  <a:lnTo>
                    <a:pt x="3161008" y="168199"/>
                  </a:lnTo>
                  <a:lnTo>
                    <a:pt x="3167268" y="168199"/>
                  </a:lnTo>
                  <a:lnTo>
                    <a:pt x="3173527" y="168199"/>
                  </a:lnTo>
                  <a:lnTo>
                    <a:pt x="3179787" y="168199"/>
                  </a:lnTo>
                  <a:lnTo>
                    <a:pt x="3186046" y="168199"/>
                  </a:lnTo>
                  <a:lnTo>
                    <a:pt x="3192305" y="168199"/>
                  </a:lnTo>
                  <a:lnTo>
                    <a:pt x="3198565" y="168199"/>
                  </a:lnTo>
                  <a:lnTo>
                    <a:pt x="3192305" y="168199"/>
                  </a:lnTo>
                  <a:lnTo>
                    <a:pt x="3186046" y="168199"/>
                  </a:lnTo>
                  <a:lnTo>
                    <a:pt x="3179787" y="168199"/>
                  </a:lnTo>
                  <a:lnTo>
                    <a:pt x="3173527" y="168199"/>
                  </a:lnTo>
                  <a:lnTo>
                    <a:pt x="3167268" y="168199"/>
                  </a:lnTo>
                  <a:lnTo>
                    <a:pt x="3161008" y="168199"/>
                  </a:lnTo>
                  <a:lnTo>
                    <a:pt x="3154749" y="168199"/>
                  </a:lnTo>
                  <a:lnTo>
                    <a:pt x="3148489" y="168199"/>
                  </a:lnTo>
                  <a:lnTo>
                    <a:pt x="3142230" y="168199"/>
                  </a:lnTo>
                  <a:lnTo>
                    <a:pt x="3135971" y="168199"/>
                  </a:lnTo>
                  <a:lnTo>
                    <a:pt x="3129711" y="168199"/>
                  </a:lnTo>
                  <a:lnTo>
                    <a:pt x="3123452" y="168199"/>
                  </a:lnTo>
                  <a:lnTo>
                    <a:pt x="3117192" y="168199"/>
                  </a:lnTo>
                  <a:lnTo>
                    <a:pt x="3110933" y="168199"/>
                  </a:lnTo>
                  <a:lnTo>
                    <a:pt x="3104674" y="168199"/>
                  </a:lnTo>
                  <a:lnTo>
                    <a:pt x="3098414" y="168199"/>
                  </a:lnTo>
                  <a:lnTo>
                    <a:pt x="3092155" y="168199"/>
                  </a:lnTo>
                  <a:lnTo>
                    <a:pt x="3085895" y="168199"/>
                  </a:lnTo>
                  <a:lnTo>
                    <a:pt x="3079636" y="168199"/>
                  </a:lnTo>
                  <a:lnTo>
                    <a:pt x="3073376" y="168199"/>
                  </a:lnTo>
                  <a:lnTo>
                    <a:pt x="3067117" y="168199"/>
                  </a:lnTo>
                  <a:lnTo>
                    <a:pt x="3060858" y="168199"/>
                  </a:lnTo>
                  <a:lnTo>
                    <a:pt x="3054598" y="168199"/>
                  </a:lnTo>
                  <a:lnTo>
                    <a:pt x="3048339" y="168199"/>
                  </a:lnTo>
                  <a:lnTo>
                    <a:pt x="3042079" y="168199"/>
                  </a:lnTo>
                  <a:lnTo>
                    <a:pt x="3035820" y="168199"/>
                  </a:lnTo>
                  <a:lnTo>
                    <a:pt x="3029560" y="168199"/>
                  </a:lnTo>
                  <a:lnTo>
                    <a:pt x="3023301" y="168199"/>
                  </a:lnTo>
                  <a:lnTo>
                    <a:pt x="3017042" y="168199"/>
                  </a:lnTo>
                  <a:lnTo>
                    <a:pt x="3010782" y="168199"/>
                  </a:lnTo>
                  <a:lnTo>
                    <a:pt x="3004523" y="168199"/>
                  </a:lnTo>
                  <a:lnTo>
                    <a:pt x="2998263" y="168199"/>
                  </a:lnTo>
                  <a:lnTo>
                    <a:pt x="2992004" y="168199"/>
                  </a:lnTo>
                  <a:lnTo>
                    <a:pt x="2985744" y="168199"/>
                  </a:lnTo>
                  <a:lnTo>
                    <a:pt x="2979485" y="168199"/>
                  </a:lnTo>
                  <a:lnTo>
                    <a:pt x="2973226" y="168199"/>
                  </a:lnTo>
                  <a:lnTo>
                    <a:pt x="2966966" y="168199"/>
                  </a:lnTo>
                  <a:lnTo>
                    <a:pt x="2960707" y="168199"/>
                  </a:lnTo>
                  <a:lnTo>
                    <a:pt x="2954447" y="168199"/>
                  </a:lnTo>
                  <a:lnTo>
                    <a:pt x="2948188" y="168199"/>
                  </a:lnTo>
                  <a:lnTo>
                    <a:pt x="2941929" y="168199"/>
                  </a:lnTo>
                  <a:lnTo>
                    <a:pt x="2935669" y="168199"/>
                  </a:lnTo>
                  <a:lnTo>
                    <a:pt x="2929410" y="168199"/>
                  </a:lnTo>
                  <a:lnTo>
                    <a:pt x="2923150" y="168199"/>
                  </a:lnTo>
                  <a:lnTo>
                    <a:pt x="2916891" y="168199"/>
                  </a:lnTo>
                  <a:lnTo>
                    <a:pt x="2910631" y="168199"/>
                  </a:lnTo>
                  <a:lnTo>
                    <a:pt x="2904372" y="168199"/>
                  </a:lnTo>
                  <a:lnTo>
                    <a:pt x="2898113" y="168199"/>
                  </a:lnTo>
                  <a:lnTo>
                    <a:pt x="2891853" y="168199"/>
                  </a:lnTo>
                  <a:lnTo>
                    <a:pt x="2885594" y="168199"/>
                  </a:lnTo>
                  <a:lnTo>
                    <a:pt x="2879334" y="168199"/>
                  </a:lnTo>
                  <a:lnTo>
                    <a:pt x="2873075" y="168199"/>
                  </a:lnTo>
                  <a:lnTo>
                    <a:pt x="2866815" y="168199"/>
                  </a:lnTo>
                  <a:lnTo>
                    <a:pt x="2860556" y="168199"/>
                  </a:lnTo>
                  <a:lnTo>
                    <a:pt x="2854297" y="168199"/>
                  </a:lnTo>
                  <a:lnTo>
                    <a:pt x="2848037" y="168199"/>
                  </a:lnTo>
                  <a:lnTo>
                    <a:pt x="2841778" y="168199"/>
                  </a:lnTo>
                  <a:lnTo>
                    <a:pt x="2835518" y="168199"/>
                  </a:lnTo>
                  <a:lnTo>
                    <a:pt x="2829259" y="168199"/>
                  </a:lnTo>
                  <a:lnTo>
                    <a:pt x="2822999" y="168199"/>
                  </a:lnTo>
                  <a:lnTo>
                    <a:pt x="2816740" y="168199"/>
                  </a:lnTo>
                  <a:lnTo>
                    <a:pt x="2810481" y="168199"/>
                  </a:lnTo>
                  <a:lnTo>
                    <a:pt x="2804221" y="168199"/>
                  </a:lnTo>
                  <a:lnTo>
                    <a:pt x="2797962" y="168199"/>
                  </a:lnTo>
                  <a:lnTo>
                    <a:pt x="2791702" y="168199"/>
                  </a:lnTo>
                  <a:lnTo>
                    <a:pt x="2785443" y="168199"/>
                  </a:lnTo>
                  <a:lnTo>
                    <a:pt x="2779184" y="168199"/>
                  </a:lnTo>
                  <a:lnTo>
                    <a:pt x="2772924" y="168199"/>
                  </a:lnTo>
                  <a:lnTo>
                    <a:pt x="2766665" y="168199"/>
                  </a:lnTo>
                  <a:lnTo>
                    <a:pt x="2760405" y="168199"/>
                  </a:lnTo>
                  <a:lnTo>
                    <a:pt x="2754146" y="168199"/>
                  </a:lnTo>
                  <a:lnTo>
                    <a:pt x="2747886" y="168199"/>
                  </a:lnTo>
                  <a:lnTo>
                    <a:pt x="2741627" y="168199"/>
                  </a:lnTo>
                  <a:lnTo>
                    <a:pt x="2735368" y="168199"/>
                  </a:lnTo>
                  <a:lnTo>
                    <a:pt x="2729108" y="168199"/>
                  </a:lnTo>
                  <a:lnTo>
                    <a:pt x="2722849" y="168199"/>
                  </a:lnTo>
                  <a:lnTo>
                    <a:pt x="2716589" y="168199"/>
                  </a:lnTo>
                  <a:lnTo>
                    <a:pt x="2710330" y="168199"/>
                  </a:lnTo>
                  <a:lnTo>
                    <a:pt x="2704070" y="168199"/>
                  </a:lnTo>
                  <a:lnTo>
                    <a:pt x="2697811" y="168199"/>
                  </a:lnTo>
                  <a:lnTo>
                    <a:pt x="2691552" y="168199"/>
                  </a:lnTo>
                  <a:lnTo>
                    <a:pt x="2685292" y="168199"/>
                  </a:lnTo>
                  <a:lnTo>
                    <a:pt x="2679033" y="168199"/>
                  </a:lnTo>
                  <a:lnTo>
                    <a:pt x="2672773" y="168199"/>
                  </a:lnTo>
                  <a:lnTo>
                    <a:pt x="2666514" y="168199"/>
                  </a:lnTo>
                  <a:lnTo>
                    <a:pt x="2660254" y="168199"/>
                  </a:lnTo>
                  <a:lnTo>
                    <a:pt x="2653995" y="168199"/>
                  </a:lnTo>
                  <a:lnTo>
                    <a:pt x="2647736" y="168199"/>
                  </a:lnTo>
                  <a:lnTo>
                    <a:pt x="2641476" y="168199"/>
                  </a:lnTo>
                  <a:lnTo>
                    <a:pt x="2635217" y="168199"/>
                  </a:lnTo>
                  <a:lnTo>
                    <a:pt x="2628957" y="168199"/>
                  </a:lnTo>
                  <a:lnTo>
                    <a:pt x="2622698" y="168199"/>
                  </a:lnTo>
                  <a:lnTo>
                    <a:pt x="2616438" y="168199"/>
                  </a:lnTo>
                  <a:lnTo>
                    <a:pt x="2610179" y="168199"/>
                  </a:lnTo>
                  <a:lnTo>
                    <a:pt x="2603920" y="168199"/>
                  </a:lnTo>
                  <a:lnTo>
                    <a:pt x="2597660" y="168199"/>
                  </a:lnTo>
                  <a:lnTo>
                    <a:pt x="2591401" y="168199"/>
                  </a:lnTo>
                  <a:lnTo>
                    <a:pt x="2585141" y="168199"/>
                  </a:lnTo>
                  <a:lnTo>
                    <a:pt x="2578882" y="168199"/>
                  </a:lnTo>
                  <a:lnTo>
                    <a:pt x="2572623" y="168199"/>
                  </a:lnTo>
                  <a:lnTo>
                    <a:pt x="2566363" y="168199"/>
                  </a:lnTo>
                  <a:lnTo>
                    <a:pt x="2560104" y="168199"/>
                  </a:lnTo>
                  <a:lnTo>
                    <a:pt x="2553844" y="168199"/>
                  </a:lnTo>
                  <a:lnTo>
                    <a:pt x="2547585" y="168199"/>
                  </a:lnTo>
                  <a:lnTo>
                    <a:pt x="2541325" y="168199"/>
                  </a:lnTo>
                  <a:lnTo>
                    <a:pt x="2535066" y="168199"/>
                  </a:lnTo>
                  <a:lnTo>
                    <a:pt x="2528807" y="168199"/>
                  </a:lnTo>
                  <a:lnTo>
                    <a:pt x="2522547" y="168199"/>
                  </a:lnTo>
                  <a:lnTo>
                    <a:pt x="2516288" y="168199"/>
                  </a:lnTo>
                  <a:lnTo>
                    <a:pt x="2510028" y="168199"/>
                  </a:lnTo>
                  <a:lnTo>
                    <a:pt x="2503769" y="168199"/>
                  </a:lnTo>
                  <a:lnTo>
                    <a:pt x="2497509" y="168199"/>
                  </a:lnTo>
                  <a:lnTo>
                    <a:pt x="2491250" y="168199"/>
                  </a:lnTo>
                  <a:lnTo>
                    <a:pt x="2484991" y="168199"/>
                  </a:lnTo>
                  <a:lnTo>
                    <a:pt x="2478731" y="168199"/>
                  </a:lnTo>
                  <a:lnTo>
                    <a:pt x="2472472" y="168199"/>
                  </a:lnTo>
                  <a:lnTo>
                    <a:pt x="2466212" y="168199"/>
                  </a:lnTo>
                  <a:lnTo>
                    <a:pt x="2459953" y="168199"/>
                  </a:lnTo>
                  <a:lnTo>
                    <a:pt x="2453693" y="168199"/>
                  </a:lnTo>
                  <a:lnTo>
                    <a:pt x="2447434" y="168199"/>
                  </a:lnTo>
                  <a:lnTo>
                    <a:pt x="2441175" y="168199"/>
                  </a:lnTo>
                  <a:lnTo>
                    <a:pt x="2434915" y="168199"/>
                  </a:lnTo>
                  <a:lnTo>
                    <a:pt x="2428656" y="168199"/>
                  </a:lnTo>
                  <a:lnTo>
                    <a:pt x="2422396" y="168199"/>
                  </a:lnTo>
                  <a:lnTo>
                    <a:pt x="2416137" y="168199"/>
                  </a:lnTo>
                  <a:lnTo>
                    <a:pt x="2409878" y="168199"/>
                  </a:lnTo>
                  <a:lnTo>
                    <a:pt x="2403618" y="168199"/>
                  </a:lnTo>
                  <a:lnTo>
                    <a:pt x="2397359" y="168199"/>
                  </a:lnTo>
                  <a:lnTo>
                    <a:pt x="2391099" y="168199"/>
                  </a:lnTo>
                  <a:lnTo>
                    <a:pt x="2384840" y="168199"/>
                  </a:lnTo>
                  <a:lnTo>
                    <a:pt x="2378580" y="168199"/>
                  </a:lnTo>
                  <a:lnTo>
                    <a:pt x="2372321" y="168199"/>
                  </a:lnTo>
                  <a:lnTo>
                    <a:pt x="2366062" y="168199"/>
                  </a:lnTo>
                  <a:lnTo>
                    <a:pt x="2359802" y="168199"/>
                  </a:lnTo>
                  <a:lnTo>
                    <a:pt x="2353543" y="168199"/>
                  </a:lnTo>
                  <a:lnTo>
                    <a:pt x="2347283" y="168199"/>
                  </a:lnTo>
                  <a:lnTo>
                    <a:pt x="2341024" y="168199"/>
                  </a:lnTo>
                  <a:lnTo>
                    <a:pt x="2334764" y="168199"/>
                  </a:lnTo>
                  <a:lnTo>
                    <a:pt x="2328505" y="168199"/>
                  </a:lnTo>
                  <a:lnTo>
                    <a:pt x="2322246" y="168199"/>
                  </a:lnTo>
                  <a:lnTo>
                    <a:pt x="2315986" y="168199"/>
                  </a:lnTo>
                  <a:lnTo>
                    <a:pt x="2309727" y="168199"/>
                  </a:lnTo>
                  <a:lnTo>
                    <a:pt x="2303467" y="168199"/>
                  </a:lnTo>
                  <a:lnTo>
                    <a:pt x="2297208" y="168199"/>
                  </a:lnTo>
                  <a:lnTo>
                    <a:pt x="2290948" y="168199"/>
                  </a:lnTo>
                  <a:lnTo>
                    <a:pt x="2284689" y="168199"/>
                  </a:lnTo>
                  <a:lnTo>
                    <a:pt x="2278430" y="168199"/>
                  </a:lnTo>
                  <a:lnTo>
                    <a:pt x="2272170" y="168199"/>
                  </a:lnTo>
                  <a:lnTo>
                    <a:pt x="2265911" y="168199"/>
                  </a:lnTo>
                  <a:lnTo>
                    <a:pt x="2259651" y="168199"/>
                  </a:lnTo>
                  <a:lnTo>
                    <a:pt x="2253392" y="168199"/>
                  </a:lnTo>
                  <a:lnTo>
                    <a:pt x="2247133" y="168199"/>
                  </a:lnTo>
                  <a:lnTo>
                    <a:pt x="2240873" y="168199"/>
                  </a:lnTo>
                  <a:lnTo>
                    <a:pt x="2234614" y="168199"/>
                  </a:lnTo>
                  <a:lnTo>
                    <a:pt x="2228354" y="168199"/>
                  </a:lnTo>
                  <a:lnTo>
                    <a:pt x="2222095" y="168199"/>
                  </a:lnTo>
                  <a:lnTo>
                    <a:pt x="2215835" y="168199"/>
                  </a:lnTo>
                  <a:lnTo>
                    <a:pt x="2209576" y="168199"/>
                  </a:lnTo>
                  <a:lnTo>
                    <a:pt x="2203317" y="168199"/>
                  </a:lnTo>
                  <a:lnTo>
                    <a:pt x="2197057" y="168199"/>
                  </a:lnTo>
                  <a:lnTo>
                    <a:pt x="2190798" y="168199"/>
                  </a:lnTo>
                  <a:lnTo>
                    <a:pt x="2184538" y="168199"/>
                  </a:lnTo>
                  <a:lnTo>
                    <a:pt x="2178279" y="168199"/>
                  </a:lnTo>
                  <a:lnTo>
                    <a:pt x="2172019" y="168199"/>
                  </a:lnTo>
                  <a:lnTo>
                    <a:pt x="2165760" y="168199"/>
                  </a:lnTo>
                  <a:lnTo>
                    <a:pt x="2159501" y="168199"/>
                  </a:lnTo>
                  <a:lnTo>
                    <a:pt x="2153241" y="168199"/>
                  </a:lnTo>
                  <a:lnTo>
                    <a:pt x="2146982" y="168199"/>
                  </a:lnTo>
                  <a:lnTo>
                    <a:pt x="2140722" y="168199"/>
                  </a:lnTo>
                  <a:lnTo>
                    <a:pt x="2134463" y="168199"/>
                  </a:lnTo>
                  <a:lnTo>
                    <a:pt x="2128203" y="168199"/>
                  </a:lnTo>
                  <a:lnTo>
                    <a:pt x="2121944" y="168199"/>
                  </a:lnTo>
                  <a:lnTo>
                    <a:pt x="2115685" y="168199"/>
                  </a:lnTo>
                  <a:lnTo>
                    <a:pt x="2109425" y="168199"/>
                  </a:lnTo>
                  <a:lnTo>
                    <a:pt x="2103166" y="168199"/>
                  </a:lnTo>
                  <a:lnTo>
                    <a:pt x="2096906" y="168199"/>
                  </a:lnTo>
                  <a:lnTo>
                    <a:pt x="2090647" y="168199"/>
                  </a:lnTo>
                  <a:lnTo>
                    <a:pt x="2084388" y="168199"/>
                  </a:lnTo>
                  <a:lnTo>
                    <a:pt x="2078128" y="168199"/>
                  </a:lnTo>
                  <a:lnTo>
                    <a:pt x="2071869" y="168199"/>
                  </a:lnTo>
                  <a:lnTo>
                    <a:pt x="2065609" y="168199"/>
                  </a:lnTo>
                  <a:lnTo>
                    <a:pt x="2059350" y="168199"/>
                  </a:lnTo>
                  <a:lnTo>
                    <a:pt x="2053090" y="168199"/>
                  </a:lnTo>
                  <a:lnTo>
                    <a:pt x="2046831" y="168199"/>
                  </a:lnTo>
                  <a:lnTo>
                    <a:pt x="2040572" y="168199"/>
                  </a:lnTo>
                  <a:lnTo>
                    <a:pt x="2034312" y="168199"/>
                  </a:lnTo>
                  <a:lnTo>
                    <a:pt x="2028053" y="168199"/>
                  </a:lnTo>
                  <a:lnTo>
                    <a:pt x="2021793" y="168199"/>
                  </a:lnTo>
                  <a:lnTo>
                    <a:pt x="2015534" y="168199"/>
                  </a:lnTo>
                  <a:lnTo>
                    <a:pt x="2009274" y="168199"/>
                  </a:lnTo>
                  <a:lnTo>
                    <a:pt x="2003015" y="168199"/>
                  </a:lnTo>
                  <a:lnTo>
                    <a:pt x="1996756" y="168199"/>
                  </a:lnTo>
                  <a:lnTo>
                    <a:pt x="1990496" y="168199"/>
                  </a:lnTo>
                  <a:lnTo>
                    <a:pt x="1984237" y="168199"/>
                  </a:lnTo>
                  <a:lnTo>
                    <a:pt x="1977977" y="168199"/>
                  </a:lnTo>
                  <a:lnTo>
                    <a:pt x="1971718" y="168199"/>
                  </a:lnTo>
                  <a:lnTo>
                    <a:pt x="1965458" y="168199"/>
                  </a:lnTo>
                  <a:lnTo>
                    <a:pt x="1959199" y="168199"/>
                  </a:lnTo>
                  <a:lnTo>
                    <a:pt x="1952940" y="168199"/>
                  </a:lnTo>
                  <a:lnTo>
                    <a:pt x="1946680" y="168199"/>
                  </a:lnTo>
                  <a:lnTo>
                    <a:pt x="1940421" y="168199"/>
                  </a:lnTo>
                  <a:lnTo>
                    <a:pt x="1934161" y="168199"/>
                  </a:lnTo>
                  <a:lnTo>
                    <a:pt x="1927902" y="168199"/>
                  </a:lnTo>
                  <a:lnTo>
                    <a:pt x="1921642" y="168199"/>
                  </a:lnTo>
                  <a:lnTo>
                    <a:pt x="1915383" y="168199"/>
                  </a:lnTo>
                  <a:lnTo>
                    <a:pt x="1909124" y="168199"/>
                  </a:lnTo>
                  <a:lnTo>
                    <a:pt x="1902864" y="168199"/>
                  </a:lnTo>
                  <a:lnTo>
                    <a:pt x="1896605" y="168199"/>
                  </a:lnTo>
                  <a:lnTo>
                    <a:pt x="1890345" y="168199"/>
                  </a:lnTo>
                  <a:lnTo>
                    <a:pt x="1884086" y="168199"/>
                  </a:lnTo>
                  <a:lnTo>
                    <a:pt x="1877827" y="168199"/>
                  </a:lnTo>
                  <a:lnTo>
                    <a:pt x="1871567" y="168199"/>
                  </a:lnTo>
                  <a:lnTo>
                    <a:pt x="1865308" y="168199"/>
                  </a:lnTo>
                  <a:lnTo>
                    <a:pt x="1859048" y="168199"/>
                  </a:lnTo>
                  <a:lnTo>
                    <a:pt x="1852789" y="168199"/>
                  </a:lnTo>
                  <a:lnTo>
                    <a:pt x="1846529" y="168199"/>
                  </a:lnTo>
                  <a:lnTo>
                    <a:pt x="1840270" y="168199"/>
                  </a:lnTo>
                  <a:lnTo>
                    <a:pt x="1834011" y="168199"/>
                  </a:lnTo>
                  <a:lnTo>
                    <a:pt x="1827751" y="168199"/>
                  </a:lnTo>
                  <a:lnTo>
                    <a:pt x="1821492" y="168199"/>
                  </a:lnTo>
                  <a:lnTo>
                    <a:pt x="1815232" y="168199"/>
                  </a:lnTo>
                  <a:lnTo>
                    <a:pt x="1808973" y="168199"/>
                  </a:lnTo>
                  <a:lnTo>
                    <a:pt x="1802713" y="168199"/>
                  </a:lnTo>
                  <a:lnTo>
                    <a:pt x="1796454" y="168199"/>
                  </a:lnTo>
                  <a:lnTo>
                    <a:pt x="1790195" y="168199"/>
                  </a:lnTo>
                  <a:lnTo>
                    <a:pt x="1783935" y="168199"/>
                  </a:lnTo>
                  <a:lnTo>
                    <a:pt x="1777676" y="168199"/>
                  </a:lnTo>
                  <a:lnTo>
                    <a:pt x="1771416" y="168199"/>
                  </a:lnTo>
                  <a:lnTo>
                    <a:pt x="1765157" y="168199"/>
                  </a:lnTo>
                  <a:lnTo>
                    <a:pt x="1758897" y="168199"/>
                  </a:lnTo>
                  <a:lnTo>
                    <a:pt x="1752638" y="168199"/>
                  </a:lnTo>
                  <a:lnTo>
                    <a:pt x="1746379" y="168199"/>
                  </a:lnTo>
                  <a:lnTo>
                    <a:pt x="1740119" y="168199"/>
                  </a:lnTo>
                  <a:lnTo>
                    <a:pt x="1733860" y="168199"/>
                  </a:lnTo>
                  <a:lnTo>
                    <a:pt x="1727600" y="168199"/>
                  </a:lnTo>
                  <a:lnTo>
                    <a:pt x="1721341" y="168199"/>
                  </a:lnTo>
                  <a:lnTo>
                    <a:pt x="1715082" y="168199"/>
                  </a:lnTo>
                  <a:lnTo>
                    <a:pt x="1708822" y="168199"/>
                  </a:lnTo>
                  <a:lnTo>
                    <a:pt x="1702563" y="168199"/>
                  </a:lnTo>
                  <a:lnTo>
                    <a:pt x="1696303" y="168199"/>
                  </a:lnTo>
                  <a:lnTo>
                    <a:pt x="1690044" y="168199"/>
                  </a:lnTo>
                  <a:lnTo>
                    <a:pt x="1683784" y="168199"/>
                  </a:lnTo>
                  <a:lnTo>
                    <a:pt x="1677525" y="168199"/>
                  </a:lnTo>
                  <a:lnTo>
                    <a:pt x="1671266" y="168199"/>
                  </a:lnTo>
                  <a:lnTo>
                    <a:pt x="1665006" y="168199"/>
                  </a:lnTo>
                  <a:lnTo>
                    <a:pt x="1658747" y="168199"/>
                  </a:lnTo>
                  <a:lnTo>
                    <a:pt x="1652487" y="168199"/>
                  </a:lnTo>
                  <a:lnTo>
                    <a:pt x="1646228" y="168199"/>
                  </a:lnTo>
                  <a:lnTo>
                    <a:pt x="1639968" y="168199"/>
                  </a:lnTo>
                  <a:lnTo>
                    <a:pt x="1633709" y="168199"/>
                  </a:lnTo>
                  <a:lnTo>
                    <a:pt x="1627450" y="168199"/>
                  </a:lnTo>
                  <a:lnTo>
                    <a:pt x="1621190" y="168199"/>
                  </a:lnTo>
                  <a:lnTo>
                    <a:pt x="1614931" y="168199"/>
                  </a:lnTo>
                  <a:lnTo>
                    <a:pt x="1608671" y="168199"/>
                  </a:lnTo>
                  <a:lnTo>
                    <a:pt x="1602412" y="168199"/>
                  </a:lnTo>
                  <a:lnTo>
                    <a:pt x="1596152" y="168199"/>
                  </a:lnTo>
                  <a:lnTo>
                    <a:pt x="1589893" y="168199"/>
                  </a:lnTo>
                  <a:lnTo>
                    <a:pt x="1583634" y="168199"/>
                  </a:lnTo>
                  <a:lnTo>
                    <a:pt x="1577374" y="168199"/>
                  </a:lnTo>
                  <a:lnTo>
                    <a:pt x="1571115" y="168199"/>
                  </a:lnTo>
                  <a:lnTo>
                    <a:pt x="1564855" y="168199"/>
                  </a:lnTo>
                  <a:lnTo>
                    <a:pt x="1558596" y="168199"/>
                  </a:lnTo>
                  <a:lnTo>
                    <a:pt x="1552337" y="168199"/>
                  </a:lnTo>
                  <a:lnTo>
                    <a:pt x="1546077" y="168199"/>
                  </a:lnTo>
                  <a:lnTo>
                    <a:pt x="1539818" y="168199"/>
                  </a:lnTo>
                  <a:lnTo>
                    <a:pt x="1533558" y="168199"/>
                  </a:lnTo>
                  <a:lnTo>
                    <a:pt x="1527299" y="168199"/>
                  </a:lnTo>
                  <a:lnTo>
                    <a:pt x="1521039" y="168199"/>
                  </a:lnTo>
                  <a:lnTo>
                    <a:pt x="1514780" y="168199"/>
                  </a:lnTo>
                  <a:lnTo>
                    <a:pt x="1508521" y="168199"/>
                  </a:lnTo>
                  <a:lnTo>
                    <a:pt x="1502261" y="168199"/>
                  </a:lnTo>
                  <a:lnTo>
                    <a:pt x="1496002" y="168199"/>
                  </a:lnTo>
                  <a:lnTo>
                    <a:pt x="1489742" y="168199"/>
                  </a:lnTo>
                  <a:lnTo>
                    <a:pt x="1483483" y="168199"/>
                  </a:lnTo>
                  <a:lnTo>
                    <a:pt x="1477223" y="168199"/>
                  </a:lnTo>
                  <a:lnTo>
                    <a:pt x="1470964" y="168199"/>
                  </a:lnTo>
                  <a:lnTo>
                    <a:pt x="1464705" y="168199"/>
                  </a:lnTo>
                  <a:lnTo>
                    <a:pt x="1458445" y="168199"/>
                  </a:lnTo>
                  <a:lnTo>
                    <a:pt x="1452186" y="168199"/>
                  </a:lnTo>
                  <a:lnTo>
                    <a:pt x="1445926" y="168199"/>
                  </a:lnTo>
                  <a:lnTo>
                    <a:pt x="1439667" y="168199"/>
                  </a:lnTo>
                  <a:lnTo>
                    <a:pt x="1433407" y="168199"/>
                  </a:lnTo>
                  <a:lnTo>
                    <a:pt x="1427148" y="168199"/>
                  </a:lnTo>
                  <a:lnTo>
                    <a:pt x="1420889" y="168199"/>
                  </a:lnTo>
                  <a:lnTo>
                    <a:pt x="1414629" y="168199"/>
                  </a:lnTo>
                  <a:lnTo>
                    <a:pt x="1408370" y="168199"/>
                  </a:lnTo>
                  <a:lnTo>
                    <a:pt x="1402110" y="168199"/>
                  </a:lnTo>
                  <a:lnTo>
                    <a:pt x="1395851" y="168199"/>
                  </a:lnTo>
                  <a:lnTo>
                    <a:pt x="1389592" y="168199"/>
                  </a:lnTo>
                  <a:lnTo>
                    <a:pt x="1383332" y="168199"/>
                  </a:lnTo>
                  <a:lnTo>
                    <a:pt x="1377073" y="168199"/>
                  </a:lnTo>
                  <a:lnTo>
                    <a:pt x="1370813" y="168199"/>
                  </a:lnTo>
                  <a:lnTo>
                    <a:pt x="1364554" y="168199"/>
                  </a:lnTo>
                  <a:lnTo>
                    <a:pt x="1358294" y="168199"/>
                  </a:lnTo>
                  <a:lnTo>
                    <a:pt x="1352035" y="168199"/>
                  </a:lnTo>
                  <a:lnTo>
                    <a:pt x="1345776" y="168199"/>
                  </a:lnTo>
                  <a:lnTo>
                    <a:pt x="1339516" y="168199"/>
                  </a:lnTo>
                  <a:lnTo>
                    <a:pt x="1333257" y="168199"/>
                  </a:lnTo>
                  <a:lnTo>
                    <a:pt x="1326997" y="168199"/>
                  </a:lnTo>
                  <a:lnTo>
                    <a:pt x="1320738" y="168199"/>
                  </a:lnTo>
                  <a:lnTo>
                    <a:pt x="1314478" y="168199"/>
                  </a:lnTo>
                  <a:lnTo>
                    <a:pt x="1308219" y="168199"/>
                  </a:lnTo>
                  <a:lnTo>
                    <a:pt x="1301960" y="168199"/>
                  </a:lnTo>
                  <a:lnTo>
                    <a:pt x="1295700" y="168199"/>
                  </a:lnTo>
                  <a:lnTo>
                    <a:pt x="1289441" y="168199"/>
                  </a:lnTo>
                  <a:lnTo>
                    <a:pt x="1283181" y="168199"/>
                  </a:lnTo>
                  <a:lnTo>
                    <a:pt x="1276922" y="168199"/>
                  </a:lnTo>
                  <a:lnTo>
                    <a:pt x="1270662" y="168199"/>
                  </a:lnTo>
                  <a:lnTo>
                    <a:pt x="1264403" y="168199"/>
                  </a:lnTo>
                  <a:lnTo>
                    <a:pt x="1258144" y="168199"/>
                  </a:lnTo>
                  <a:lnTo>
                    <a:pt x="1251884" y="168199"/>
                  </a:lnTo>
                  <a:lnTo>
                    <a:pt x="1245625" y="168199"/>
                  </a:lnTo>
                  <a:lnTo>
                    <a:pt x="1239365" y="168199"/>
                  </a:lnTo>
                  <a:lnTo>
                    <a:pt x="1233106" y="168199"/>
                  </a:lnTo>
                  <a:lnTo>
                    <a:pt x="1226846" y="168199"/>
                  </a:lnTo>
                  <a:lnTo>
                    <a:pt x="1220587" y="168199"/>
                  </a:lnTo>
                  <a:lnTo>
                    <a:pt x="1214328" y="168199"/>
                  </a:lnTo>
                  <a:lnTo>
                    <a:pt x="1208068" y="168199"/>
                  </a:lnTo>
                  <a:lnTo>
                    <a:pt x="1201809" y="168199"/>
                  </a:lnTo>
                  <a:lnTo>
                    <a:pt x="1195549" y="168199"/>
                  </a:lnTo>
                  <a:lnTo>
                    <a:pt x="1189290" y="168199"/>
                  </a:lnTo>
                  <a:lnTo>
                    <a:pt x="1183031" y="168199"/>
                  </a:lnTo>
                  <a:lnTo>
                    <a:pt x="1176771" y="168199"/>
                  </a:lnTo>
                  <a:lnTo>
                    <a:pt x="1170512" y="168199"/>
                  </a:lnTo>
                  <a:lnTo>
                    <a:pt x="1164252" y="168199"/>
                  </a:lnTo>
                  <a:lnTo>
                    <a:pt x="1157993" y="168199"/>
                  </a:lnTo>
                  <a:lnTo>
                    <a:pt x="1151733" y="168199"/>
                  </a:lnTo>
                  <a:lnTo>
                    <a:pt x="1145474" y="168199"/>
                  </a:lnTo>
                  <a:lnTo>
                    <a:pt x="1139215" y="168199"/>
                  </a:lnTo>
                  <a:lnTo>
                    <a:pt x="1132955" y="168199"/>
                  </a:lnTo>
                  <a:lnTo>
                    <a:pt x="1126696" y="168199"/>
                  </a:lnTo>
                  <a:lnTo>
                    <a:pt x="1120436" y="168199"/>
                  </a:lnTo>
                  <a:lnTo>
                    <a:pt x="1114177" y="168199"/>
                  </a:lnTo>
                  <a:lnTo>
                    <a:pt x="1107917" y="168199"/>
                  </a:lnTo>
                  <a:lnTo>
                    <a:pt x="1101658" y="168199"/>
                  </a:lnTo>
                  <a:lnTo>
                    <a:pt x="1095399" y="168199"/>
                  </a:lnTo>
                  <a:lnTo>
                    <a:pt x="1089139" y="168199"/>
                  </a:lnTo>
                  <a:lnTo>
                    <a:pt x="1082880" y="168199"/>
                  </a:lnTo>
                  <a:lnTo>
                    <a:pt x="1076620" y="168199"/>
                  </a:lnTo>
                  <a:lnTo>
                    <a:pt x="1070361" y="168199"/>
                  </a:lnTo>
                  <a:lnTo>
                    <a:pt x="1064101" y="168199"/>
                  </a:lnTo>
                  <a:lnTo>
                    <a:pt x="1057842" y="168199"/>
                  </a:lnTo>
                  <a:lnTo>
                    <a:pt x="1051583" y="168199"/>
                  </a:lnTo>
                  <a:lnTo>
                    <a:pt x="1045323" y="168199"/>
                  </a:lnTo>
                  <a:lnTo>
                    <a:pt x="1039064" y="168199"/>
                  </a:lnTo>
                  <a:lnTo>
                    <a:pt x="1032804" y="168199"/>
                  </a:lnTo>
                  <a:lnTo>
                    <a:pt x="1026545" y="168199"/>
                  </a:lnTo>
                  <a:lnTo>
                    <a:pt x="1020286" y="168199"/>
                  </a:lnTo>
                  <a:lnTo>
                    <a:pt x="1014026" y="168199"/>
                  </a:lnTo>
                  <a:lnTo>
                    <a:pt x="1007767" y="168199"/>
                  </a:lnTo>
                  <a:lnTo>
                    <a:pt x="1001507" y="168199"/>
                  </a:lnTo>
                  <a:lnTo>
                    <a:pt x="995248" y="168199"/>
                  </a:lnTo>
                  <a:lnTo>
                    <a:pt x="988988" y="168199"/>
                  </a:lnTo>
                  <a:lnTo>
                    <a:pt x="982729" y="168199"/>
                  </a:lnTo>
                  <a:lnTo>
                    <a:pt x="976470" y="168199"/>
                  </a:lnTo>
                  <a:lnTo>
                    <a:pt x="970210" y="168199"/>
                  </a:lnTo>
                  <a:lnTo>
                    <a:pt x="963951" y="168199"/>
                  </a:lnTo>
                  <a:lnTo>
                    <a:pt x="957691" y="168199"/>
                  </a:lnTo>
                  <a:lnTo>
                    <a:pt x="951432" y="168199"/>
                  </a:lnTo>
                  <a:lnTo>
                    <a:pt x="945172" y="168199"/>
                  </a:lnTo>
                  <a:lnTo>
                    <a:pt x="938913" y="168199"/>
                  </a:lnTo>
                  <a:lnTo>
                    <a:pt x="932654" y="168199"/>
                  </a:lnTo>
                  <a:lnTo>
                    <a:pt x="926394" y="168199"/>
                  </a:lnTo>
                  <a:lnTo>
                    <a:pt x="920135" y="168199"/>
                  </a:lnTo>
                  <a:lnTo>
                    <a:pt x="913875" y="168199"/>
                  </a:lnTo>
                  <a:lnTo>
                    <a:pt x="907616" y="168199"/>
                  </a:lnTo>
                  <a:lnTo>
                    <a:pt x="901356" y="168199"/>
                  </a:lnTo>
                  <a:lnTo>
                    <a:pt x="895097" y="168199"/>
                  </a:lnTo>
                  <a:lnTo>
                    <a:pt x="888838" y="168199"/>
                  </a:lnTo>
                  <a:lnTo>
                    <a:pt x="882578" y="168199"/>
                  </a:lnTo>
                  <a:lnTo>
                    <a:pt x="876319" y="168199"/>
                  </a:lnTo>
                  <a:lnTo>
                    <a:pt x="870059" y="168199"/>
                  </a:lnTo>
                  <a:lnTo>
                    <a:pt x="863800" y="168199"/>
                  </a:lnTo>
                  <a:lnTo>
                    <a:pt x="857541" y="168199"/>
                  </a:lnTo>
                  <a:lnTo>
                    <a:pt x="851281" y="168199"/>
                  </a:lnTo>
                  <a:lnTo>
                    <a:pt x="845022" y="168199"/>
                  </a:lnTo>
                  <a:lnTo>
                    <a:pt x="838762" y="168199"/>
                  </a:lnTo>
                  <a:lnTo>
                    <a:pt x="832503" y="168199"/>
                  </a:lnTo>
                  <a:lnTo>
                    <a:pt x="826243" y="168199"/>
                  </a:lnTo>
                  <a:lnTo>
                    <a:pt x="819984" y="168199"/>
                  </a:lnTo>
                  <a:lnTo>
                    <a:pt x="813725" y="168199"/>
                  </a:lnTo>
                  <a:lnTo>
                    <a:pt x="807465" y="168199"/>
                  </a:lnTo>
                  <a:lnTo>
                    <a:pt x="801206" y="168199"/>
                  </a:lnTo>
                  <a:lnTo>
                    <a:pt x="794946" y="168199"/>
                  </a:lnTo>
                  <a:lnTo>
                    <a:pt x="788687" y="168199"/>
                  </a:lnTo>
                  <a:lnTo>
                    <a:pt x="782427" y="168199"/>
                  </a:lnTo>
                  <a:lnTo>
                    <a:pt x="776168" y="168199"/>
                  </a:lnTo>
                  <a:lnTo>
                    <a:pt x="769909" y="168199"/>
                  </a:lnTo>
                  <a:lnTo>
                    <a:pt x="763649" y="168199"/>
                  </a:lnTo>
                  <a:lnTo>
                    <a:pt x="757390" y="168199"/>
                  </a:lnTo>
                  <a:lnTo>
                    <a:pt x="751130" y="168199"/>
                  </a:lnTo>
                  <a:lnTo>
                    <a:pt x="744871" y="168199"/>
                  </a:lnTo>
                  <a:lnTo>
                    <a:pt x="738611" y="168199"/>
                  </a:lnTo>
                  <a:lnTo>
                    <a:pt x="732352" y="168199"/>
                  </a:lnTo>
                  <a:lnTo>
                    <a:pt x="726093" y="168199"/>
                  </a:lnTo>
                  <a:lnTo>
                    <a:pt x="719833" y="168199"/>
                  </a:lnTo>
                  <a:lnTo>
                    <a:pt x="713574" y="168199"/>
                  </a:lnTo>
                  <a:lnTo>
                    <a:pt x="707314" y="168199"/>
                  </a:lnTo>
                  <a:lnTo>
                    <a:pt x="701055" y="168199"/>
                  </a:lnTo>
                  <a:lnTo>
                    <a:pt x="694796" y="168199"/>
                  </a:lnTo>
                  <a:lnTo>
                    <a:pt x="688536" y="168199"/>
                  </a:lnTo>
                  <a:lnTo>
                    <a:pt x="682277" y="168199"/>
                  </a:lnTo>
                  <a:lnTo>
                    <a:pt x="676017" y="168199"/>
                  </a:lnTo>
                  <a:lnTo>
                    <a:pt x="669758" y="168199"/>
                  </a:lnTo>
                  <a:lnTo>
                    <a:pt x="663498" y="168199"/>
                  </a:lnTo>
                  <a:lnTo>
                    <a:pt x="657239" y="168199"/>
                  </a:lnTo>
                  <a:lnTo>
                    <a:pt x="650980" y="168199"/>
                  </a:lnTo>
                  <a:lnTo>
                    <a:pt x="644720" y="168199"/>
                  </a:lnTo>
                  <a:lnTo>
                    <a:pt x="638461" y="168199"/>
                  </a:lnTo>
                  <a:lnTo>
                    <a:pt x="632201" y="168199"/>
                  </a:lnTo>
                  <a:lnTo>
                    <a:pt x="625942" y="168199"/>
                  </a:lnTo>
                  <a:lnTo>
                    <a:pt x="619682" y="168199"/>
                  </a:lnTo>
                  <a:lnTo>
                    <a:pt x="613423" y="168199"/>
                  </a:lnTo>
                  <a:lnTo>
                    <a:pt x="607164" y="168199"/>
                  </a:lnTo>
                  <a:lnTo>
                    <a:pt x="600904" y="168199"/>
                  </a:lnTo>
                  <a:lnTo>
                    <a:pt x="594645" y="168199"/>
                  </a:lnTo>
                  <a:lnTo>
                    <a:pt x="588385" y="168199"/>
                  </a:lnTo>
                  <a:lnTo>
                    <a:pt x="582126" y="168199"/>
                  </a:lnTo>
                  <a:lnTo>
                    <a:pt x="575866" y="168199"/>
                  </a:lnTo>
                  <a:lnTo>
                    <a:pt x="569607" y="168199"/>
                  </a:lnTo>
                  <a:lnTo>
                    <a:pt x="563348" y="168199"/>
                  </a:lnTo>
                  <a:lnTo>
                    <a:pt x="557088" y="168199"/>
                  </a:lnTo>
                  <a:lnTo>
                    <a:pt x="550829" y="168199"/>
                  </a:lnTo>
                  <a:lnTo>
                    <a:pt x="544569" y="168199"/>
                  </a:lnTo>
                  <a:lnTo>
                    <a:pt x="538310" y="168199"/>
                  </a:lnTo>
                  <a:lnTo>
                    <a:pt x="532050" y="168199"/>
                  </a:lnTo>
                  <a:lnTo>
                    <a:pt x="525791" y="168199"/>
                  </a:lnTo>
                  <a:lnTo>
                    <a:pt x="519532" y="168199"/>
                  </a:lnTo>
                  <a:lnTo>
                    <a:pt x="513272" y="168199"/>
                  </a:lnTo>
                  <a:lnTo>
                    <a:pt x="507013" y="168199"/>
                  </a:lnTo>
                  <a:lnTo>
                    <a:pt x="500753" y="168199"/>
                  </a:lnTo>
                  <a:lnTo>
                    <a:pt x="494494" y="168199"/>
                  </a:lnTo>
                  <a:lnTo>
                    <a:pt x="488235" y="168199"/>
                  </a:lnTo>
                  <a:lnTo>
                    <a:pt x="481975" y="168199"/>
                  </a:lnTo>
                  <a:lnTo>
                    <a:pt x="475716" y="168199"/>
                  </a:lnTo>
                  <a:lnTo>
                    <a:pt x="469456" y="168199"/>
                  </a:lnTo>
                  <a:lnTo>
                    <a:pt x="463197" y="168199"/>
                  </a:lnTo>
                  <a:lnTo>
                    <a:pt x="456937" y="168199"/>
                  </a:lnTo>
                  <a:lnTo>
                    <a:pt x="450678" y="168199"/>
                  </a:lnTo>
                  <a:lnTo>
                    <a:pt x="444419" y="168199"/>
                  </a:lnTo>
                  <a:lnTo>
                    <a:pt x="438159" y="168199"/>
                  </a:lnTo>
                  <a:lnTo>
                    <a:pt x="431900" y="168199"/>
                  </a:lnTo>
                  <a:lnTo>
                    <a:pt x="425640" y="168199"/>
                  </a:lnTo>
                  <a:lnTo>
                    <a:pt x="419381" y="168199"/>
                  </a:lnTo>
                  <a:lnTo>
                    <a:pt x="413121" y="168199"/>
                  </a:lnTo>
                  <a:lnTo>
                    <a:pt x="406862" y="168199"/>
                  </a:lnTo>
                  <a:lnTo>
                    <a:pt x="400603" y="168199"/>
                  </a:lnTo>
                  <a:lnTo>
                    <a:pt x="394343" y="168199"/>
                  </a:lnTo>
                  <a:lnTo>
                    <a:pt x="388084" y="168199"/>
                  </a:lnTo>
                  <a:lnTo>
                    <a:pt x="381824" y="168199"/>
                  </a:lnTo>
                  <a:lnTo>
                    <a:pt x="375565" y="168199"/>
                  </a:lnTo>
                  <a:lnTo>
                    <a:pt x="369305" y="168199"/>
                  </a:lnTo>
                  <a:lnTo>
                    <a:pt x="363046" y="168199"/>
                  </a:lnTo>
                  <a:lnTo>
                    <a:pt x="356787" y="168199"/>
                  </a:lnTo>
                  <a:lnTo>
                    <a:pt x="350527" y="168199"/>
                  </a:lnTo>
                  <a:lnTo>
                    <a:pt x="344268" y="168199"/>
                  </a:lnTo>
                  <a:lnTo>
                    <a:pt x="338008" y="168199"/>
                  </a:lnTo>
                  <a:lnTo>
                    <a:pt x="331749" y="168199"/>
                  </a:lnTo>
                  <a:lnTo>
                    <a:pt x="325490" y="168199"/>
                  </a:lnTo>
                  <a:lnTo>
                    <a:pt x="319230" y="168199"/>
                  </a:lnTo>
                  <a:lnTo>
                    <a:pt x="312971" y="168199"/>
                  </a:lnTo>
                  <a:lnTo>
                    <a:pt x="306711" y="168199"/>
                  </a:lnTo>
                  <a:lnTo>
                    <a:pt x="300452" y="168199"/>
                  </a:lnTo>
                  <a:lnTo>
                    <a:pt x="294192" y="168199"/>
                  </a:lnTo>
                  <a:lnTo>
                    <a:pt x="287933" y="168199"/>
                  </a:lnTo>
                  <a:lnTo>
                    <a:pt x="281674" y="168199"/>
                  </a:lnTo>
                  <a:lnTo>
                    <a:pt x="275414" y="168199"/>
                  </a:lnTo>
                  <a:lnTo>
                    <a:pt x="269155" y="168199"/>
                  </a:lnTo>
                  <a:lnTo>
                    <a:pt x="262895" y="168199"/>
                  </a:lnTo>
                  <a:lnTo>
                    <a:pt x="256636" y="168199"/>
                  </a:lnTo>
                  <a:lnTo>
                    <a:pt x="250376" y="168199"/>
                  </a:lnTo>
                  <a:lnTo>
                    <a:pt x="244117" y="168199"/>
                  </a:lnTo>
                  <a:lnTo>
                    <a:pt x="237858" y="168199"/>
                  </a:lnTo>
                  <a:lnTo>
                    <a:pt x="231598" y="168199"/>
                  </a:lnTo>
                  <a:lnTo>
                    <a:pt x="225339" y="168199"/>
                  </a:lnTo>
                  <a:lnTo>
                    <a:pt x="219079" y="168199"/>
                  </a:lnTo>
                  <a:lnTo>
                    <a:pt x="212820" y="168199"/>
                  </a:lnTo>
                  <a:lnTo>
                    <a:pt x="206560" y="168199"/>
                  </a:lnTo>
                  <a:lnTo>
                    <a:pt x="200301" y="168199"/>
                  </a:lnTo>
                  <a:lnTo>
                    <a:pt x="194042" y="168199"/>
                  </a:lnTo>
                  <a:lnTo>
                    <a:pt x="187782" y="168199"/>
                  </a:lnTo>
                  <a:lnTo>
                    <a:pt x="181523" y="168199"/>
                  </a:lnTo>
                  <a:lnTo>
                    <a:pt x="175263" y="168199"/>
                  </a:lnTo>
                  <a:lnTo>
                    <a:pt x="169004" y="168199"/>
                  </a:lnTo>
                  <a:lnTo>
                    <a:pt x="162745" y="168199"/>
                  </a:lnTo>
                  <a:lnTo>
                    <a:pt x="156485" y="168199"/>
                  </a:lnTo>
                  <a:lnTo>
                    <a:pt x="150226" y="168199"/>
                  </a:lnTo>
                  <a:lnTo>
                    <a:pt x="143966" y="168199"/>
                  </a:lnTo>
                  <a:lnTo>
                    <a:pt x="137707" y="168199"/>
                  </a:lnTo>
                  <a:lnTo>
                    <a:pt x="131447" y="168199"/>
                  </a:lnTo>
                  <a:lnTo>
                    <a:pt x="125188" y="168199"/>
                  </a:lnTo>
                  <a:lnTo>
                    <a:pt x="118929" y="168199"/>
                  </a:lnTo>
                  <a:lnTo>
                    <a:pt x="112669" y="168199"/>
                  </a:lnTo>
                  <a:lnTo>
                    <a:pt x="106410" y="168199"/>
                  </a:lnTo>
                  <a:lnTo>
                    <a:pt x="100150" y="168199"/>
                  </a:lnTo>
                  <a:lnTo>
                    <a:pt x="93891" y="168199"/>
                  </a:lnTo>
                  <a:lnTo>
                    <a:pt x="87631" y="168199"/>
                  </a:lnTo>
                  <a:lnTo>
                    <a:pt x="81372" y="168199"/>
                  </a:lnTo>
                  <a:lnTo>
                    <a:pt x="75113" y="168199"/>
                  </a:lnTo>
                  <a:lnTo>
                    <a:pt x="68853" y="168199"/>
                  </a:lnTo>
                  <a:lnTo>
                    <a:pt x="62594" y="168199"/>
                  </a:lnTo>
                  <a:lnTo>
                    <a:pt x="56334" y="168199"/>
                  </a:lnTo>
                  <a:lnTo>
                    <a:pt x="50075" y="168199"/>
                  </a:lnTo>
                  <a:lnTo>
                    <a:pt x="43815" y="168199"/>
                  </a:lnTo>
                  <a:lnTo>
                    <a:pt x="37556" y="168199"/>
                  </a:lnTo>
                  <a:lnTo>
                    <a:pt x="31297" y="168199"/>
                  </a:lnTo>
                  <a:lnTo>
                    <a:pt x="25037" y="168199"/>
                  </a:lnTo>
                  <a:lnTo>
                    <a:pt x="18778" y="168199"/>
                  </a:lnTo>
                  <a:lnTo>
                    <a:pt x="12518" y="168199"/>
                  </a:lnTo>
                  <a:lnTo>
                    <a:pt x="6259" y="16819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749798" y="5887960"/>
              <a:ext cx="3198565" cy="168199"/>
            </a:xfrm>
            <a:custGeom>
              <a:avLst/>
              <a:pathLst>
                <a:path w="3198565" h="168199">
                  <a:moveTo>
                    <a:pt x="0" y="168199"/>
                  </a:moveTo>
                  <a:lnTo>
                    <a:pt x="6259" y="168199"/>
                  </a:lnTo>
                  <a:lnTo>
                    <a:pt x="12518" y="168199"/>
                  </a:lnTo>
                  <a:lnTo>
                    <a:pt x="18778" y="168199"/>
                  </a:lnTo>
                  <a:lnTo>
                    <a:pt x="25037" y="168199"/>
                  </a:lnTo>
                  <a:lnTo>
                    <a:pt x="31297" y="168199"/>
                  </a:lnTo>
                  <a:lnTo>
                    <a:pt x="37556" y="168199"/>
                  </a:lnTo>
                  <a:lnTo>
                    <a:pt x="43815" y="168199"/>
                  </a:lnTo>
                  <a:lnTo>
                    <a:pt x="50075" y="168199"/>
                  </a:lnTo>
                  <a:lnTo>
                    <a:pt x="56334" y="168199"/>
                  </a:lnTo>
                  <a:lnTo>
                    <a:pt x="62594" y="168199"/>
                  </a:lnTo>
                  <a:lnTo>
                    <a:pt x="68853" y="168199"/>
                  </a:lnTo>
                  <a:lnTo>
                    <a:pt x="75113" y="168199"/>
                  </a:lnTo>
                  <a:lnTo>
                    <a:pt x="81372" y="168199"/>
                  </a:lnTo>
                  <a:lnTo>
                    <a:pt x="87631" y="168199"/>
                  </a:lnTo>
                  <a:lnTo>
                    <a:pt x="93891" y="168199"/>
                  </a:lnTo>
                  <a:lnTo>
                    <a:pt x="100150" y="168199"/>
                  </a:lnTo>
                  <a:lnTo>
                    <a:pt x="106410" y="168199"/>
                  </a:lnTo>
                  <a:lnTo>
                    <a:pt x="112669" y="168199"/>
                  </a:lnTo>
                  <a:lnTo>
                    <a:pt x="118929" y="168199"/>
                  </a:lnTo>
                  <a:lnTo>
                    <a:pt x="125188" y="168199"/>
                  </a:lnTo>
                  <a:lnTo>
                    <a:pt x="131447" y="168199"/>
                  </a:lnTo>
                  <a:lnTo>
                    <a:pt x="137707" y="168199"/>
                  </a:lnTo>
                  <a:lnTo>
                    <a:pt x="143966" y="168199"/>
                  </a:lnTo>
                  <a:lnTo>
                    <a:pt x="150226" y="168199"/>
                  </a:lnTo>
                  <a:lnTo>
                    <a:pt x="156485" y="168199"/>
                  </a:lnTo>
                  <a:lnTo>
                    <a:pt x="162745" y="168199"/>
                  </a:lnTo>
                  <a:lnTo>
                    <a:pt x="169004" y="168199"/>
                  </a:lnTo>
                  <a:lnTo>
                    <a:pt x="175263" y="168199"/>
                  </a:lnTo>
                  <a:lnTo>
                    <a:pt x="181523" y="168199"/>
                  </a:lnTo>
                  <a:lnTo>
                    <a:pt x="187782" y="168199"/>
                  </a:lnTo>
                  <a:lnTo>
                    <a:pt x="194042" y="168199"/>
                  </a:lnTo>
                  <a:lnTo>
                    <a:pt x="200301" y="168199"/>
                  </a:lnTo>
                  <a:lnTo>
                    <a:pt x="206560" y="168199"/>
                  </a:lnTo>
                  <a:lnTo>
                    <a:pt x="212820" y="168199"/>
                  </a:lnTo>
                  <a:lnTo>
                    <a:pt x="219079" y="168199"/>
                  </a:lnTo>
                  <a:lnTo>
                    <a:pt x="225339" y="168199"/>
                  </a:lnTo>
                  <a:lnTo>
                    <a:pt x="231598" y="168199"/>
                  </a:lnTo>
                  <a:lnTo>
                    <a:pt x="237858" y="168199"/>
                  </a:lnTo>
                  <a:lnTo>
                    <a:pt x="244117" y="168199"/>
                  </a:lnTo>
                  <a:lnTo>
                    <a:pt x="250376" y="168199"/>
                  </a:lnTo>
                  <a:lnTo>
                    <a:pt x="256636" y="168199"/>
                  </a:lnTo>
                  <a:lnTo>
                    <a:pt x="262895" y="168199"/>
                  </a:lnTo>
                  <a:lnTo>
                    <a:pt x="269155" y="168199"/>
                  </a:lnTo>
                  <a:lnTo>
                    <a:pt x="275414" y="168199"/>
                  </a:lnTo>
                  <a:lnTo>
                    <a:pt x="281674" y="168199"/>
                  </a:lnTo>
                  <a:lnTo>
                    <a:pt x="287933" y="168199"/>
                  </a:lnTo>
                  <a:lnTo>
                    <a:pt x="294192" y="168199"/>
                  </a:lnTo>
                  <a:lnTo>
                    <a:pt x="300452" y="168199"/>
                  </a:lnTo>
                  <a:lnTo>
                    <a:pt x="306711" y="168199"/>
                  </a:lnTo>
                  <a:lnTo>
                    <a:pt x="312971" y="168199"/>
                  </a:lnTo>
                  <a:lnTo>
                    <a:pt x="319230" y="168199"/>
                  </a:lnTo>
                  <a:lnTo>
                    <a:pt x="325490" y="168199"/>
                  </a:lnTo>
                  <a:lnTo>
                    <a:pt x="331749" y="168199"/>
                  </a:lnTo>
                  <a:lnTo>
                    <a:pt x="338008" y="168199"/>
                  </a:lnTo>
                  <a:lnTo>
                    <a:pt x="344268" y="168199"/>
                  </a:lnTo>
                  <a:lnTo>
                    <a:pt x="350527" y="168199"/>
                  </a:lnTo>
                  <a:lnTo>
                    <a:pt x="356787" y="168199"/>
                  </a:lnTo>
                  <a:lnTo>
                    <a:pt x="363046" y="168199"/>
                  </a:lnTo>
                  <a:lnTo>
                    <a:pt x="369305" y="168199"/>
                  </a:lnTo>
                  <a:lnTo>
                    <a:pt x="375565" y="168199"/>
                  </a:lnTo>
                  <a:lnTo>
                    <a:pt x="381824" y="168199"/>
                  </a:lnTo>
                  <a:lnTo>
                    <a:pt x="388084" y="168199"/>
                  </a:lnTo>
                  <a:lnTo>
                    <a:pt x="394343" y="168199"/>
                  </a:lnTo>
                  <a:lnTo>
                    <a:pt x="400603" y="168199"/>
                  </a:lnTo>
                  <a:lnTo>
                    <a:pt x="406862" y="168199"/>
                  </a:lnTo>
                  <a:lnTo>
                    <a:pt x="413121" y="168199"/>
                  </a:lnTo>
                  <a:lnTo>
                    <a:pt x="419381" y="168199"/>
                  </a:lnTo>
                  <a:lnTo>
                    <a:pt x="425640" y="168199"/>
                  </a:lnTo>
                  <a:lnTo>
                    <a:pt x="431900" y="168199"/>
                  </a:lnTo>
                  <a:lnTo>
                    <a:pt x="438159" y="168199"/>
                  </a:lnTo>
                  <a:lnTo>
                    <a:pt x="444419" y="168199"/>
                  </a:lnTo>
                  <a:lnTo>
                    <a:pt x="450678" y="168199"/>
                  </a:lnTo>
                  <a:lnTo>
                    <a:pt x="456937" y="168199"/>
                  </a:lnTo>
                  <a:lnTo>
                    <a:pt x="463197" y="168199"/>
                  </a:lnTo>
                  <a:lnTo>
                    <a:pt x="469456" y="168199"/>
                  </a:lnTo>
                  <a:lnTo>
                    <a:pt x="475716" y="168199"/>
                  </a:lnTo>
                  <a:lnTo>
                    <a:pt x="481975" y="168198"/>
                  </a:lnTo>
                  <a:lnTo>
                    <a:pt x="488235" y="168198"/>
                  </a:lnTo>
                  <a:lnTo>
                    <a:pt x="494494" y="168197"/>
                  </a:lnTo>
                  <a:lnTo>
                    <a:pt x="500753" y="168195"/>
                  </a:lnTo>
                  <a:lnTo>
                    <a:pt x="507013" y="168190"/>
                  </a:lnTo>
                  <a:lnTo>
                    <a:pt x="513272" y="168179"/>
                  </a:lnTo>
                  <a:lnTo>
                    <a:pt x="519532" y="168155"/>
                  </a:lnTo>
                  <a:lnTo>
                    <a:pt x="525791" y="168109"/>
                  </a:lnTo>
                  <a:lnTo>
                    <a:pt x="532050" y="168029"/>
                  </a:lnTo>
                  <a:lnTo>
                    <a:pt x="538310" y="167903"/>
                  </a:lnTo>
                  <a:lnTo>
                    <a:pt x="544569" y="167721"/>
                  </a:lnTo>
                  <a:lnTo>
                    <a:pt x="550829" y="167475"/>
                  </a:lnTo>
                  <a:lnTo>
                    <a:pt x="557088" y="167170"/>
                  </a:lnTo>
                  <a:lnTo>
                    <a:pt x="563348" y="166813"/>
                  </a:lnTo>
                  <a:lnTo>
                    <a:pt x="569607" y="166420"/>
                  </a:lnTo>
                  <a:lnTo>
                    <a:pt x="575866" y="166007"/>
                  </a:lnTo>
                  <a:lnTo>
                    <a:pt x="582126" y="165595"/>
                  </a:lnTo>
                  <a:lnTo>
                    <a:pt x="588385" y="165213"/>
                  </a:lnTo>
                  <a:lnTo>
                    <a:pt x="594645" y="164894"/>
                  </a:lnTo>
                  <a:lnTo>
                    <a:pt x="600904" y="164671"/>
                  </a:lnTo>
                  <a:lnTo>
                    <a:pt x="607164" y="164563"/>
                  </a:lnTo>
                  <a:lnTo>
                    <a:pt x="613423" y="164558"/>
                  </a:lnTo>
                  <a:lnTo>
                    <a:pt x="619682" y="164606"/>
                  </a:lnTo>
                  <a:lnTo>
                    <a:pt x="625942" y="164626"/>
                  </a:lnTo>
                  <a:lnTo>
                    <a:pt x="632201" y="164537"/>
                  </a:lnTo>
                  <a:lnTo>
                    <a:pt x="638461" y="164308"/>
                  </a:lnTo>
                  <a:lnTo>
                    <a:pt x="644720" y="163965"/>
                  </a:lnTo>
                  <a:lnTo>
                    <a:pt x="650980" y="163580"/>
                  </a:lnTo>
                  <a:lnTo>
                    <a:pt x="657239" y="163238"/>
                  </a:lnTo>
                  <a:lnTo>
                    <a:pt x="663498" y="163006"/>
                  </a:lnTo>
                  <a:lnTo>
                    <a:pt x="669758" y="162910"/>
                  </a:lnTo>
                  <a:lnTo>
                    <a:pt x="676017" y="162928"/>
                  </a:lnTo>
                  <a:lnTo>
                    <a:pt x="682277" y="163009"/>
                  </a:lnTo>
                  <a:lnTo>
                    <a:pt x="688536" y="163094"/>
                  </a:lnTo>
                  <a:lnTo>
                    <a:pt x="694796" y="163142"/>
                  </a:lnTo>
                  <a:lnTo>
                    <a:pt x="701055" y="163137"/>
                  </a:lnTo>
                  <a:lnTo>
                    <a:pt x="707314" y="163095"/>
                  </a:lnTo>
                  <a:lnTo>
                    <a:pt x="713574" y="163048"/>
                  </a:lnTo>
                  <a:lnTo>
                    <a:pt x="719833" y="163034"/>
                  </a:lnTo>
                  <a:lnTo>
                    <a:pt x="726093" y="163082"/>
                  </a:lnTo>
                  <a:lnTo>
                    <a:pt x="732352" y="163204"/>
                  </a:lnTo>
                  <a:lnTo>
                    <a:pt x="738611" y="163392"/>
                  </a:lnTo>
                  <a:lnTo>
                    <a:pt x="744871" y="163630"/>
                  </a:lnTo>
                  <a:lnTo>
                    <a:pt x="751130" y="163895"/>
                  </a:lnTo>
                  <a:lnTo>
                    <a:pt x="757390" y="164167"/>
                  </a:lnTo>
                  <a:lnTo>
                    <a:pt x="763649" y="164435"/>
                  </a:lnTo>
                  <a:lnTo>
                    <a:pt x="769909" y="164695"/>
                  </a:lnTo>
                  <a:lnTo>
                    <a:pt x="776168" y="164954"/>
                  </a:lnTo>
                  <a:lnTo>
                    <a:pt x="782427" y="165219"/>
                  </a:lnTo>
                  <a:lnTo>
                    <a:pt x="788687" y="165499"/>
                  </a:lnTo>
                  <a:lnTo>
                    <a:pt x="794946" y="165792"/>
                  </a:lnTo>
                  <a:lnTo>
                    <a:pt x="801206" y="166089"/>
                  </a:lnTo>
                  <a:lnTo>
                    <a:pt x="807465" y="166369"/>
                  </a:lnTo>
                  <a:lnTo>
                    <a:pt x="813725" y="166611"/>
                  </a:lnTo>
                  <a:lnTo>
                    <a:pt x="819984" y="166798"/>
                  </a:lnTo>
                  <a:lnTo>
                    <a:pt x="826243" y="166923"/>
                  </a:lnTo>
                  <a:lnTo>
                    <a:pt x="832503" y="166995"/>
                  </a:lnTo>
                  <a:lnTo>
                    <a:pt x="838762" y="167034"/>
                  </a:lnTo>
                  <a:lnTo>
                    <a:pt x="845022" y="167063"/>
                  </a:lnTo>
                  <a:lnTo>
                    <a:pt x="851281" y="167103"/>
                  </a:lnTo>
                  <a:lnTo>
                    <a:pt x="857541" y="167159"/>
                  </a:lnTo>
                  <a:lnTo>
                    <a:pt x="863800" y="167223"/>
                  </a:lnTo>
                  <a:lnTo>
                    <a:pt x="870059" y="167273"/>
                  </a:lnTo>
                  <a:lnTo>
                    <a:pt x="876319" y="167279"/>
                  </a:lnTo>
                  <a:lnTo>
                    <a:pt x="882578" y="167219"/>
                  </a:lnTo>
                  <a:lnTo>
                    <a:pt x="888838" y="167081"/>
                  </a:lnTo>
                  <a:lnTo>
                    <a:pt x="895097" y="166865"/>
                  </a:lnTo>
                  <a:lnTo>
                    <a:pt x="901356" y="166575"/>
                  </a:lnTo>
                  <a:lnTo>
                    <a:pt x="907616" y="166210"/>
                  </a:lnTo>
                  <a:lnTo>
                    <a:pt x="913875" y="165754"/>
                  </a:lnTo>
                  <a:lnTo>
                    <a:pt x="920135" y="165174"/>
                  </a:lnTo>
                  <a:lnTo>
                    <a:pt x="926394" y="164418"/>
                  </a:lnTo>
                  <a:lnTo>
                    <a:pt x="932654" y="163413"/>
                  </a:lnTo>
                  <a:lnTo>
                    <a:pt x="938913" y="162078"/>
                  </a:lnTo>
                  <a:lnTo>
                    <a:pt x="945172" y="160322"/>
                  </a:lnTo>
                  <a:lnTo>
                    <a:pt x="951432" y="158047"/>
                  </a:lnTo>
                  <a:lnTo>
                    <a:pt x="957691" y="155149"/>
                  </a:lnTo>
                  <a:lnTo>
                    <a:pt x="963951" y="151520"/>
                  </a:lnTo>
                  <a:lnTo>
                    <a:pt x="970210" y="147055"/>
                  </a:lnTo>
                  <a:lnTo>
                    <a:pt x="976470" y="141655"/>
                  </a:lnTo>
                  <a:lnTo>
                    <a:pt x="982729" y="135243"/>
                  </a:lnTo>
                  <a:lnTo>
                    <a:pt x="988988" y="127761"/>
                  </a:lnTo>
                  <a:lnTo>
                    <a:pt x="995248" y="119128"/>
                  </a:lnTo>
                  <a:lnTo>
                    <a:pt x="1001507" y="109407"/>
                  </a:lnTo>
                  <a:lnTo>
                    <a:pt x="1007767" y="98631"/>
                  </a:lnTo>
                  <a:lnTo>
                    <a:pt x="1014026" y="86879"/>
                  </a:lnTo>
                  <a:lnTo>
                    <a:pt x="1020286" y="74299"/>
                  </a:lnTo>
                  <a:lnTo>
                    <a:pt x="1026545" y="61153"/>
                  </a:lnTo>
                  <a:lnTo>
                    <a:pt x="1032804" y="47839"/>
                  </a:lnTo>
                  <a:lnTo>
                    <a:pt x="1039064" y="34905"/>
                  </a:lnTo>
                  <a:lnTo>
                    <a:pt x="1045323" y="23024"/>
                  </a:lnTo>
                  <a:lnTo>
                    <a:pt x="1051583" y="12932"/>
                  </a:lnTo>
                  <a:lnTo>
                    <a:pt x="1057842" y="5349"/>
                  </a:lnTo>
                  <a:lnTo>
                    <a:pt x="1064101" y="894"/>
                  </a:lnTo>
                  <a:lnTo>
                    <a:pt x="1070361" y="0"/>
                  </a:lnTo>
                  <a:lnTo>
                    <a:pt x="1076620" y="2863"/>
                  </a:lnTo>
                  <a:lnTo>
                    <a:pt x="1082880" y="9418"/>
                  </a:lnTo>
                  <a:lnTo>
                    <a:pt x="1089139" y="19338"/>
                  </a:lnTo>
                  <a:lnTo>
                    <a:pt x="1095399" y="32062"/>
                  </a:lnTo>
                  <a:lnTo>
                    <a:pt x="1101658" y="46844"/>
                  </a:lnTo>
                  <a:lnTo>
                    <a:pt x="1107917" y="62807"/>
                  </a:lnTo>
                  <a:lnTo>
                    <a:pt x="1114177" y="78995"/>
                  </a:lnTo>
                  <a:lnTo>
                    <a:pt x="1120436" y="94446"/>
                  </a:lnTo>
                  <a:lnTo>
                    <a:pt x="1126696" y="108430"/>
                  </a:lnTo>
                  <a:lnTo>
                    <a:pt x="1132955" y="120455"/>
                  </a:lnTo>
                  <a:lnTo>
                    <a:pt x="1139215" y="130299"/>
                  </a:lnTo>
                  <a:lnTo>
                    <a:pt x="1145474" y="137979"/>
                  </a:lnTo>
                  <a:lnTo>
                    <a:pt x="1151733" y="143687"/>
                  </a:lnTo>
                  <a:lnTo>
                    <a:pt x="1157993" y="147691"/>
                  </a:lnTo>
                  <a:lnTo>
                    <a:pt x="1164252" y="150269"/>
                  </a:lnTo>
                  <a:lnTo>
                    <a:pt x="1170512" y="151657"/>
                  </a:lnTo>
                  <a:lnTo>
                    <a:pt x="1176771" y="152057"/>
                  </a:lnTo>
                  <a:lnTo>
                    <a:pt x="1183031" y="151652"/>
                  </a:lnTo>
                  <a:lnTo>
                    <a:pt x="1189290" y="150640"/>
                  </a:lnTo>
                  <a:lnTo>
                    <a:pt x="1195549" y="149236"/>
                  </a:lnTo>
                  <a:lnTo>
                    <a:pt x="1201809" y="147665"/>
                  </a:lnTo>
                  <a:lnTo>
                    <a:pt x="1208068" y="146134"/>
                  </a:lnTo>
                  <a:lnTo>
                    <a:pt x="1214328" y="144804"/>
                  </a:lnTo>
                  <a:lnTo>
                    <a:pt x="1220587" y="143772"/>
                  </a:lnTo>
                  <a:lnTo>
                    <a:pt x="1226846" y="143084"/>
                  </a:lnTo>
                  <a:lnTo>
                    <a:pt x="1233106" y="142748"/>
                  </a:lnTo>
                  <a:lnTo>
                    <a:pt x="1239365" y="142780"/>
                  </a:lnTo>
                  <a:lnTo>
                    <a:pt x="1245625" y="143154"/>
                  </a:lnTo>
                  <a:lnTo>
                    <a:pt x="1251884" y="143854"/>
                  </a:lnTo>
                  <a:lnTo>
                    <a:pt x="1258144" y="144837"/>
                  </a:lnTo>
                  <a:lnTo>
                    <a:pt x="1264403" y="146033"/>
                  </a:lnTo>
                  <a:lnTo>
                    <a:pt x="1270662" y="147355"/>
                  </a:lnTo>
                  <a:lnTo>
                    <a:pt x="1276922" y="148723"/>
                  </a:lnTo>
                  <a:lnTo>
                    <a:pt x="1283181" y="150087"/>
                  </a:lnTo>
                  <a:lnTo>
                    <a:pt x="1289441" y="151435"/>
                  </a:lnTo>
                  <a:lnTo>
                    <a:pt x="1295700" y="152786"/>
                  </a:lnTo>
                  <a:lnTo>
                    <a:pt x="1301960" y="154172"/>
                  </a:lnTo>
                  <a:lnTo>
                    <a:pt x="1308219" y="155616"/>
                  </a:lnTo>
                  <a:lnTo>
                    <a:pt x="1314478" y="157114"/>
                  </a:lnTo>
                  <a:lnTo>
                    <a:pt x="1320738" y="158640"/>
                  </a:lnTo>
                  <a:lnTo>
                    <a:pt x="1326997" y="160150"/>
                  </a:lnTo>
                  <a:lnTo>
                    <a:pt x="1333257" y="161597"/>
                  </a:lnTo>
                  <a:lnTo>
                    <a:pt x="1339516" y="162935"/>
                  </a:lnTo>
                  <a:lnTo>
                    <a:pt x="1345776" y="164130"/>
                  </a:lnTo>
                  <a:lnTo>
                    <a:pt x="1352035" y="165158"/>
                  </a:lnTo>
                  <a:lnTo>
                    <a:pt x="1358294" y="166004"/>
                  </a:lnTo>
                  <a:lnTo>
                    <a:pt x="1364554" y="166669"/>
                  </a:lnTo>
                  <a:lnTo>
                    <a:pt x="1370813" y="167175"/>
                  </a:lnTo>
                  <a:lnTo>
                    <a:pt x="1377073" y="167541"/>
                  </a:lnTo>
                  <a:lnTo>
                    <a:pt x="1383332" y="167796"/>
                  </a:lnTo>
                  <a:lnTo>
                    <a:pt x="1389592" y="167963"/>
                  </a:lnTo>
                  <a:lnTo>
                    <a:pt x="1395851" y="168068"/>
                  </a:lnTo>
                  <a:lnTo>
                    <a:pt x="1402110" y="168131"/>
                  </a:lnTo>
                  <a:lnTo>
                    <a:pt x="1408370" y="168165"/>
                  </a:lnTo>
                  <a:lnTo>
                    <a:pt x="1414629" y="168183"/>
                  </a:lnTo>
                  <a:lnTo>
                    <a:pt x="1420889" y="168192"/>
                  </a:lnTo>
                  <a:lnTo>
                    <a:pt x="1427148" y="168196"/>
                  </a:lnTo>
                  <a:lnTo>
                    <a:pt x="1433407" y="168198"/>
                  </a:lnTo>
                  <a:lnTo>
                    <a:pt x="1439667" y="168198"/>
                  </a:lnTo>
                  <a:lnTo>
                    <a:pt x="1445926" y="168198"/>
                  </a:lnTo>
                  <a:lnTo>
                    <a:pt x="1452186" y="168199"/>
                  </a:lnTo>
                  <a:lnTo>
                    <a:pt x="1458445" y="168199"/>
                  </a:lnTo>
                  <a:lnTo>
                    <a:pt x="1464705" y="168199"/>
                  </a:lnTo>
                  <a:lnTo>
                    <a:pt x="1470964" y="168199"/>
                  </a:lnTo>
                  <a:lnTo>
                    <a:pt x="1477223" y="168199"/>
                  </a:lnTo>
                  <a:lnTo>
                    <a:pt x="1483483" y="168199"/>
                  </a:lnTo>
                  <a:lnTo>
                    <a:pt x="1489742" y="168199"/>
                  </a:lnTo>
                  <a:lnTo>
                    <a:pt x="1496002" y="168199"/>
                  </a:lnTo>
                  <a:lnTo>
                    <a:pt x="1502261" y="168199"/>
                  </a:lnTo>
                  <a:lnTo>
                    <a:pt x="1508521" y="168199"/>
                  </a:lnTo>
                  <a:lnTo>
                    <a:pt x="1514780" y="168199"/>
                  </a:lnTo>
                  <a:lnTo>
                    <a:pt x="1521039" y="168199"/>
                  </a:lnTo>
                  <a:lnTo>
                    <a:pt x="1527299" y="168199"/>
                  </a:lnTo>
                  <a:lnTo>
                    <a:pt x="1533558" y="168199"/>
                  </a:lnTo>
                  <a:lnTo>
                    <a:pt x="1539818" y="168199"/>
                  </a:lnTo>
                  <a:lnTo>
                    <a:pt x="1546077" y="168199"/>
                  </a:lnTo>
                  <a:lnTo>
                    <a:pt x="1552337" y="168199"/>
                  </a:lnTo>
                  <a:lnTo>
                    <a:pt x="1558596" y="168199"/>
                  </a:lnTo>
                  <a:lnTo>
                    <a:pt x="1564855" y="168199"/>
                  </a:lnTo>
                  <a:lnTo>
                    <a:pt x="1571115" y="168199"/>
                  </a:lnTo>
                  <a:lnTo>
                    <a:pt x="1577374" y="168199"/>
                  </a:lnTo>
                  <a:lnTo>
                    <a:pt x="1583634" y="168199"/>
                  </a:lnTo>
                  <a:lnTo>
                    <a:pt x="1589893" y="168199"/>
                  </a:lnTo>
                  <a:lnTo>
                    <a:pt x="1596152" y="168199"/>
                  </a:lnTo>
                  <a:lnTo>
                    <a:pt x="1602412" y="168199"/>
                  </a:lnTo>
                  <a:lnTo>
                    <a:pt x="1608671" y="168199"/>
                  </a:lnTo>
                  <a:lnTo>
                    <a:pt x="1614931" y="168199"/>
                  </a:lnTo>
                  <a:lnTo>
                    <a:pt x="1621190" y="168199"/>
                  </a:lnTo>
                  <a:lnTo>
                    <a:pt x="1627450" y="168199"/>
                  </a:lnTo>
                  <a:lnTo>
                    <a:pt x="1633709" y="168199"/>
                  </a:lnTo>
                  <a:lnTo>
                    <a:pt x="1639968" y="168199"/>
                  </a:lnTo>
                  <a:lnTo>
                    <a:pt x="1646228" y="168199"/>
                  </a:lnTo>
                  <a:lnTo>
                    <a:pt x="1652487" y="168199"/>
                  </a:lnTo>
                  <a:lnTo>
                    <a:pt x="1658747" y="168199"/>
                  </a:lnTo>
                  <a:lnTo>
                    <a:pt x="1665006" y="168199"/>
                  </a:lnTo>
                  <a:lnTo>
                    <a:pt x="1671266" y="168199"/>
                  </a:lnTo>
                  <a:lnTo>
                    <a:pt x="1677525" y="168199"/>
                  </a:lnTo>
                  <a:lnTo>
                    <a:pt x="1683784" y="168199"/>
                  </a:lnTo>
                  <a:lnTo>
                    <a:pt x="1690044" y="168199"/>
                  </a:lnTo>
                  <a:lnTo>
                    <a:pt x="1696303" y="168199"/>
                  </a:lnTo>
                  <a:lnTo>
                    <a:pt x="1702563" y="168199"/>
                  </a:lnTo>
                  <a:lnTo>
                    <a:pt x="1708822" y="168199"/>
                  </a:lnTo>
                  <a:lnTo>
                    <a:pt x="1715082" y="168199"/>
                  </a:lnTo>
                  <a:lnTo>
                    <a:pt x="1721341" y="168199"/>
                  </a:lnTo>
                  <a:lnTo>
                    <a:pt x="1727600" y="168199"/>
                  </a:lnTo>
                  <a:lnTo>
                    <a:pt x="1733860" y="168199"/>
                  </a:lnTo>
                  <a:lnTo>
                    <a:pt x="1740119" y="168199"/>
                  </a:lnTo>
                  <a:lnTo>
                    <a:pt x="1746379" y="168199"/>
                  </a:lnTo>
                  <a:lnTo>
                    <a:pt x="1752638" y="168199"/>
                  </a:lnTo>
                  <a:lnTo>
                    <a:pt x="1758897" y="168199"/>
                  </a:lnTo>
                  <a:lnTo>
                    <a:pt x="1765157" y="168199"/>
                  </a:lnTo>
                  <a:lnTo>
                    <a:pt x="1771416" y="168199"/>
                  </a:lnTo>
                  <a:lnTo>
                    <a:pt x="1777676" y="168199"/>
                  </a:lnTo>
                  <a:lnTo>
                    <a:pt x="1783935" y="168199"/>
                  </a:lnTo>
                  <a:lnTo>
                    <a:pt x="1790195" y="168199"/>
                  </a:lnTo>
                  <a:lnTo>
                    <a:pt x="1796454" y="168199"/>
                  </a:lnTo>
                  <a:lnTo>
                    <a:pt x="1802713" y="168199"/>
                  </a:lnTo>
                  <a:lnTo>
                    <a:pt x="1808973" y="168199"/>
                  </a:lnTo>
                  <a:lnTo>
                    <a:pt x="1815232" y="168199"/>
                  </a:lnTo>
                  <a:lnTo>
                    <a:pt x="1821492" y="168199"/>
                  </a:lnTo>
                  <a:lnTo>
                    <a:pt x="1827751" y="168199"/>
                  </a:lnTo>
                  <a:lnTo>
                    <a:pt x="1834011" y="168199"/>
                  </a:lnTo>
                  <a:lnTo>
                    <a:pt x="1840270" y="168199"/>
                  </a:lnTo>
                  <a:lnTo>
                    <a:pt x="1846529" y="168199"/>
                  </a:lnTo>
                  <a:lnTo>
                    <a:pt x="1852789" y="168199"/>
                  </a:lnTo>
                  <a:lnTo>
                    <a:pt x="1859048" y="168199"/>
                  </a:lnTo>
                  <a:lnTo>
                    <a:pt x="1865308" y="168199"/>
                  </a:lnTo>
                  <a:lnTo>
                    <a:pt x="1871567" y="168199"/>
                  </a:lnTo>
                  <a:lnTo>
                    <a:pt x="1877827" y="168199"/>
                  </a:lnTo>
                  <a:lnTo>
                    <a:pt x="1884086" y="168199"/>
                  </a:lnTo>
                  <a:lnTo>
                    <a:pt x="1890345" y="168199"/>
                  </a:lnTo>
                  <a:lnTo>
                    <a:pt x="1896605" y="168199"/>
                  </a:lnTo>
                  <a:lnTo>
                    <a:pt x="1902864" y="168199"/>
                  </a:lnTo>
                  <a:lnTo>
                    <a:pt x="1909124" y="168199"/>
                  </a:lnTo>
                  <a:lnTo>
                    <a:pt x="1915383" y="168199"/>
                  </a:lnTo>
                  <a:lnTo>
                    <a:pt x="1921642" y="168199"/>
                  </a:lnTo>
                  <a:lnTo>
                    <a:pt x="1927902" y="168199"/>
                  </a:lnTo>
                  <a:lnTo>
                    <a:pt x="1934161" y="168199"/>
                  </a:lnTo>
                  <a:lnTo>
                    <a:pt x="1940421" y="168199"/>
                  </a:lnTo>
                  <a:lnTo>
                    <a:pt x="1946680" y="168199"/>
                  </a:lnTo>
                  <a:lnTo>
                    <a:pt x="1952940" y="168199"/>
                  </a:lnTo>
                  <a:lnTo>
                    <a:pt x="1959199" y="168199"/>
                  </a:lnTo>
                  <a:lnTo>
                    <a:pt x="1965458" y="168199"/>
                  </a:lnTo>
                  <a:lnTo>
                    <a:pt x="1971718" y="168199"/>
                  </a:lnTo>
                  <a:lnTo>
                    <a:pt x="1977977" y="168199"/>
                  </a:lnTo>
                  <a:lnTo>
                    <a:pt x="1984237" y="168199"/>
                  </a:lnTo>
                  <a:lnTo>
                    <a:pt x="1990496" y="168199"/>
                  </a:lnTo>
                  <a:lnTo>
                    <a:pt x="1996756" y="168199"/>
                  </a:lnTo>
                  <a:lnTo>
                    <a:pt x="2003015" y="168199"/>
                  </a:lnTo>
                  <a:lnTo>
                    <a:pt x="2009274" y="168199"/>
                  </a:lnTo>
                  <a:lnTo>
                    <a:pt x="2015534" y="168199"/>
                  </a:lnTo>
                  <a:lnTo>
                    <a:pt x="2021793" y="168199"/>
                  </a:lnTo>
                  <a:lnTo>
                    <a:pt x="2028053" y="168199"/>
                  </a:lnTo>
                  <a:lnTo>
                    <a:pt x="2034312" y="168199"/>
                  </a:lnTo>
                  <a:lnTo>
                    <a:pt x="2040572" y="168199"/>
                  </a:lnTo>
                  <a:lnTo>
                    <a:pt x="2046831" y="168199"/>
                  </a:lnTo>
                  <a:lnTo>
                    <a:pt x="2053090" y="168199"/>
                  </a:lnTo>
                  <a:lnTo>
                    <a:pt x="2059350" y="168199"/>
                  </a:lnTo>
                  <a:lnTo>
                    <a:pt x="2065609" y="168199"/>
                  </a:lnTo>
                  <a:lnTo>
                    <a:pt x="2071869" y="168199"/>
                  </a:lnTo>
                  <a:lnTo>
                    <a:pt x="2078128" y="168199"/>
                  </a:lnTo>
                  <a:lnTo>
                    <a:pt x="2084388" y="168199"/>
                  </a:lnTo>
                  <a:lnTo>
                    <a:pt x="2090647" y="168199"/>
                  </a:lnTo>
                  <a:lnTo>
                    <a:pt x="2096906" y="168199"/>
                  </a:lnTo>
                  <a:lnTo>
                    <a:pt x="2103166" y="168199"/>
                  </a:lnTo>
                  <a:lnTo>
                    <a:pt x="2109425" y="168199"/>
                  </a:lnTo>
                  <a:lnTo>
                    <a:pt x="2115685" y="168199"/>
                  </a:lnTo>
                  <a:lnTo>
                    <a:pt x="2121944" y="168199"/>
                  </a:lnTo>
                  <a:lnTo>
                    <a:pt x="2128203" y="168199"/>
                  </a:lnTo>
                  <a:lnTo>
                    <a:pt x="2134463" y="168199"/>
                  </a:lnTo>
                  <a:lnTo>
                    <a:pt x="2140722" y="168199"/>
                  </a:lnTo>
                  <a:lnTo>
                    <a:pt x="2146982" y="168199"/>
                  </a:lnTo>
                  <a:lnTo>
                    <a:pt x="2153241" y="168199"/>
                  </a:lnTo>
                  <a:lnTo>
                    <a:pt x="2159501" y="168199"/>
                  </a:lnTo>
                  <a:lnTo>
                    <a:pt x="2165760" y="168199"/>
                  </a:lnTo>
                  <a:lnTo>
                    <a:pt x="2172019" y="168199"/>
                  </a:lnTo>
                  <a:lnTo>
                    <a:pt x="2178279" y="168199"/>
                  </a:lnTo>
                  <a:lnTo>
                    <a:pt x="2184538" y="168199"/>
                  </a:lnTo>
                  <a:lnTo>
                    <a:pt x="2190798" y="168199"/>
                  </a:lnTo>
                  <a:lnTo>
                    <a:pt x="2197057" y="168199"/>
                  </a:lnTo>
                  <a:lnTo>
                    <a:pt x="2203317" y="168199"/>
                  </a:lnTo>
                  <a:lnTo>
                    <a:pt x="2209576" y="168199"/>
                  </a:lnTo>
                  <a:lnTo>
                    <a:pt x="2215835" y="168199"/>
                  </a:lnTo>
                  <a:lnTo>
                    <a:pt x="2222095" y="168199"/>
                  </a:lnTo>
                  <a:lnTo>
                    <a:pt x="2228354" y="168199"/>
                  </a:lnTo>
                  <a:lnTo>
                    <a:pt x="2234614" y="168199"/>
                  </a:lnTo>
                  <a:lnTo>
                    <a:pt x="2240873" y="168199"/>
                  </a:lnTo>
                  <a:lnTo>
                    <a:pt x="2247133" y="168199"/>
                  </a:lnTo>
                  <a:lnTo>
                    <a:pt x="2253392" y="168199"/>
                  </a:lnTo>
                  <a:lnTo>
                    <a:pt x="2259651" y="168199"/>
                  </a:lnTo>
                  <a:lnTo>
                    <a:pt x="2265911" y="168199"/>
                  </a:lnTo>
                  <a:lnTo>
                    <a:pt x="2272170" y="168199"/>
                  </a:lnTo>
                  <a:lnTo>
                    <a:pt x="2278430" y="168199"/>
                  </a:lnTo>
                  <a:lnTo>
                    <a:pt x="2284689" y="168199"/>
                  </a:lnTo>
                  <a:lnTo>
                    <a:pt x="2290948" y="168199"/>
                  </a:lnTo>
                  <a:lnTo>
                    <a:pt x="2297208" y="168199"/>
                  </a:lnTo>
                  <a:lnTo>
                    <a:pt x="2303467" y="168199"/>
                  </a:lnTo>
                  <a:lnTo>
                    <a:pt x="2309727" y="168199"/>
                  </a:lnTo>
                  <a:lnTo>
                    <a:pt x="2315986" y="168199"/>
                  </a:lnTo>
                  <a:lnTo>
                    <a:pt x="2322246" y="168199"/>
                  </a:lnTo>
                  <a:lnTo>
                    <a:pt x="2328505" y="168199"/>
                  </a:lnTo>
                  <a:lnTo>
                    <a:pt x="2334764" y="168199"/>
                  </a:lnTo>
                  <a:lnTo>
                    <a:pt x="2341024" y="168199"/>
                  </a:lnTo>
                  <a:lnTo>
                    <a:pt x="2347283" y="168199"/>
                  </a:lnTo>
                  <a:lnTo>
                    <a:pt x="2353543" y="168199"/>
                  </a:lnTo>
                  <a:lnTo>
                    <a:pt x="2359802" y="168199"/>
                  </a:lnTo>
                  <a:lnTo>
                    <a:pt x="2366062" y="168199"/>
                  </a:lnTo>
                  <a:lnTo>
                    <a:pt x="2372321" y="168199"/>
                  </a:lnTo>
                  <a:lnTo>
                    <a:pt x="2378580" y="168199"/>
                  </a:lnTo>
                  <a:lnTo>
                    <a:pt x="2384840" y="168199"/>
                  </a:lnTo>
                  <a:lnTo>
                    <a:pt x="2391099" y="168199"/>
                  </a:lnTo>
                  <a:lnTo>
                    <a:pt x="2397359" y="168199"/>
                  </a:lnTo>
                  <a:lnTo>
                    <a:pt x="2403618" y="168199"/>
                  </a:lnTo>
                  <a:lnTo>
                    <a:pt x="2409878" y="168199"/>
                  </a:lnTo>
                  <a:lnTo>
                    <a:pt x="2416137" y="168199"/>
                  </a:lnTo>
                  <a:lnTo>
                    <a:pt x="2422396" y="168199"/>
                  </a:lnTo>
                  <a:lnTo>
                    <a:pt x="2428656" y="168199"/>
                  </a:lnTo>
                  <a:lnTo>
                    <a:pt x="2434915" y="168199"/>
                  </a:lnTo>
                  <a:lnTo>
                    <a:pt x="2441175" y="168199"/>
                  </a:lnTo>
                  <a:lnTo>
                    <a:pt x="2447434" y="168199"/>
                  </a:lnTo>
                  <a:lnTo>
                    <a:pt x="2453693" y="168199"/>
                  </a:lnTo>
                  <a:lnTo>
                    <a:pt x="2459953" y="168199"/>
                  </a:lnTo>
                  <a:lnTo>
                    <a:pt x="2466212" y="168199"/>
                  </a:lnTo>
                  <a:lnTo>
                    <a:pt x="2472472" y="168199"/>
                  </a:lnTo>
                  <a:lnTo>
                    <a:pt x="2478731" y="168199"/>
                  </a:lnTo>
                  <a:lnTo>
                    <a:pt x="2484991" y="168199"/>
                  </a:lnTo>
                  <a:lnTo>
                    <a:pt x="2491250" y="168199"/>
                  </a:lnTo>
                  <a:lnTo>
                    <a:pt x="2497509" y="168199"/>
                  </a:lnTo>
                  <a:lnTo>
                    <a:pt x="2503769" y="168199"/>
                  </a:lnTo>
                  <a:lnTo>
                    <a:pt x="2510028" y="168199"/>
                  </a:lnTo>
                  <a:lnTo>
                    <a:pt x="2516288" y="168199"/>
                  </a:lnTo>
                  <a:lnTo>
                    <a:pt x="2522547" y="168199"/>
                  </a:lnTo>
                  <a:lnTo>
                    <a:pt x="2528807" y="168199"/>
                  </a:lnTo>
                  <a:lnTo>
                    <a:pt x="2535066" y="168199"/>
                  </a:lnTo>
                  <a:lnTo>
                    <a:pt x="2541325" y="168199"/>
                  </a:lnTo>
                  <a:lnTo>
                    <a:pt x="2547585" y="168199"/>
                  </a:lnTo>
                  <a:lnTo>
                    <a:pt x="2553844" y="168199"/>
                  </a:lnTo>
                  <a:lnTo>
                    <a:pt x="2560104" y="168199"/>
                  </a:lnTo>
                  <a:lnTo>
                    <a:pt x="2566363" y="168199"/>
                  </a:lnTo>
                  <a:lnTo>
                    <a:pt x="2572623" y="168199"/>
                  </a:lnTo>
                  <a:lnTo>
                    <a:pt x="2578882" y="168199"/>
                  </a:lnTo>
                  <a:lnTo>
                    <a:pt x="2585141" y="168199"/>
                  </a:lnTo>
                  <a:lnTo>
                    <a:pt x="2591401" y="168199"/>
                  </a:lnTo>
                  <a:lnTo>
                    <a:pt x="2597660" y="168199"/>
                  </a:lnTo>
                  <a:lnTo>
                    <a:pt x="2603920" y="168199"/>
                  </a:lnTo>
                  <a:lnTo>
                    <a:pt x="2610179" y="168199"/>
                  </a:lnTo>
                  <a:lnTo>
                    <a:pt x="2616438" y="168199"/>
                  </a:lnTo>
                  <a:lnTo>
                    <a:pt x="2622698" y="168199"/>
                  </a:lnTo>
                  <a:lnTo>
                    <a:pt x="2628957" y="168199"/>
                  </a:lnTo>
                  <a:lnTo>
                    <a:pt x="2635217" y="168199"/>
                  </a:lnTo>
                  <a:lnTo>
                    <a:pt x="2641476" y="168199"/>
                  </a:lnTo>
                  <a:lnTo>
                    <a:pt x="2647736" y="168199"/>
                  </a:lnTo>
                  <a:lnTo>
                    <a:pt x="2653995" y="168199"/>
                  </a:lnTo>
                  <a:lnTo>
                    <a:pt x="2660254" y="168199"/>
                  </a:lnTo>
                  <a:lnTo>
                    <a:pt x="2666514" y="168199"/>
                  </a:lnTo>
                  <a:lnTo>
                    <a:pt x="2672773" y="168199"/>
                  </a:lnTo>
                  <a:lnTo>
                    <a:pt x="2679033" y="168199"/>
                  </a:lnTo>
                  <a:lnTo>
                    <a:pt x="2685292" y="168199"/>
                  </a:lnTo>
                  <a:lnTo>
                    <a:pt x="2691552" y="168199"/>
                  </a:lnTo>
                  <a:lnTo>
                    <a:pt x="2697811" y="168199"/>
                  </a:lnTo>
                  <a:lnTo>
                    <a:pt x="2704070" y="168199"/>
                  </a:lnTo>
                  <a:lnTo>
                    <a:pt x="2710330" y="168199"/>
                  </a:lnTo>
                  <a:lnTo>
                    <a:pt x="2716589" y="168199"/>
                  </a:lnTo>
                  <a:lnTo>
                    <a:pt x="2722849" y="168199"/>
                  </a:lnTo>
                  <a:lnTo>
                    <a:pt x="2729108" y="168199"/>
                  </a:lnTo>
                  <a:lnTo>
                    <a:pt x="2735368" y="168199"/>
                  </a:lnTo>
                  <a:lnTo>
                    <a:pt x="2741627" y="168199"/>
                  </a:lnTo>
                  <a:lnTo>
                    <a:pt x="2747886" y="168199"/>
                  </a:lnTo>
                  <a:lnTo>
                    <a:pt x="2754146" y="168199"/>
                  </a:lnTo>
                  <a:lnTo>
                    <a:pt x="2760405" y="168199"/>
                  </a:lnTo>
                  <a:lnTo>
                    <a:pt x="2766665" y="168199"/>
                  </a:lnTo>
                  <a:lnTo>
                    <a:pt x="2772924" y="168199"/>
                  </a:lnTo>
                  <a:lnTo>
                    <a:pt x="2779184" y="168199"/>
                  </a:lnTo>
                  <a:lnTo>
                    <a:pt x="2785443" y="168199"/>
                  </a:lnTo>
                  <a:lnTo>
                    <a:pt x="2791702" y="168199"/>
                  </a:lnTo>
                  <a:lnTo>
                    <a:pt x="2797962" y="168199"/>
                  </a:lnTo>
                  <a:lnTo>
                    <a:pt x="2804221" y="168199"/>
                  </a:lnTo>
                  <a:lnTo>
                    <a:pt x="2810481" y="168199"/>
                  </a:lnTo>
                  <a:lnTo>
                    <a:pt x="2816740" y="168199"/>
                  </a:lnTo>
                  <a:lnTo>
                    <a:pt x="2822999" y="168199"/>
                  </a:lnTo>
                  <a:lnTo>
                    <a:pt x="2829259" y="168199"/>
                  </a:lnTo>
                  <a:lnTo>
                    <a:pt x="2835518" y="168199"/>
                  </a:lnTo>
                  <a:lnTo>
                    <a:pt x="2841778" y="168199"/>
                  </a:lnTo>
                  <a:lnTo>
                    <a:pt x="2848037" y="168199"/>
                  </a:lnTo>
                  <a:lnTo>
                    <a:pt x="2854297" y="168199"/>
                  </a:lnTo>
                  <a:lnTo>
                    <a:pt x="2860556" y="168199"/>
                  </a:lnTo>
                  <a:lnTo>
                    <a:pt x="2866815" y="168199"/>
                  </a:lnTo>
                  <a:lnTo>
                    <a:pt x="2873075" y="168199"/>
                  </a:lnTo>
                  <a:lnTo>
                    <a:pt x="2879334" y="168199"/>
                  </a:lnTo>
                  <a:lnTo>
                    <a:pt x="2885594" y="168199"/>
                  </a:lnTo>
                  <a:lnTo>
                    <a:pt x="2891853" y="168199"/>
                  </a:lnTo>
                  <a:lnTo>
                    <a:pt x="2898113" y="168199"/>
                  </a:lnTo>
                  <a:lnTo>
                    <a:pt x="2904372" y="168199"/>
                  </a:lnTo>
                  <a:lnTo>
                    <a:pt x="2910631" y="168199"/>
                  </a:lnTo>
                  <a:lnTo>
                    <a:pt x="2916891" y="168199"/>
                  </a:lnTo>
                  <a:lnTo>
                    <a:pt x="2923150" y="168199"/>
                  </a:lnTo>
                  <a:lnTo>
                    <a:pt x="2929410" y="168199"/>
                  </a:lnTo>
                  <a:lnTo>
                    <a:pt x="2935669" y="168199"/>
                  </a:lnTo>
                  <a:lnTo>
                    <a:pt x="2941929" y="168199"/>
                  </a:lnTo>
                  <a:lnTo>
                    <a:pt x="2948188" y="168199"/>
                  </a:lnTo>
                  <a:lnTo>
                    <a:pt x="2954447" y="168199"/>
                  </a:lnTo>
                  <a:lnTo>
                    <a:pt x="2960707" y="168199"/>
                  </a:lnTo>
                  <a:lnTo>
                    <a:pt x="2966966" y="168199"/>
                  </a:lnTo>
                  <a:lnTo>
                    <a:pt x="2973226" y="168199"/>
                  </a:lnTo>
                  <a:lnTo>
                    <a:pt x="2979485" y="168199"/>
                  </a:lnTo>
                  <a:lnTo>
                    <a:pt x="2985744" y="168199"/>
                  </a:lnTo>
                  <a:lnTo>
                    <a:pt x="2992004" y="168199"/>
                  </a:lnTo>
                  <a:lnTo>
                    <a:pt x="2998263" y="168199"/>
                  </a:lnTo>
                  <a:lnTo>
                    <a:pt x="3004523" y="168199"/>
                  </a:lnTo>
                  <a:lnTo>
                    <a:pt x="3010782" y="168199"/>
                  </a:lnTo>
                  <a:lnTo>
                    <a:pt x="3017042" y="168199"/>
                  </a:lnTo>
                  <a:lnTo>
                    <a:pt x="3023301" y="168199"/>
                  </a:lnTo>
                  <a:lnTo>
                    <a:pt x="3029560" y="168199"/>
                  </a:lnTo>
                  <a:lnTo>
                    <a:pt x="3035820" y="168199"/>
                  </a:lnTo>
                  <a:lnTo>
                    <a:pt x="3042079" y="168199"/>
                  </a:lnTo>
                  <a:lnTo>
                    <a:pt x="3048339" y="168199"/>
                  </a:lnTo>
                  <a:lnTo>
                    <a:pt x="3054598" y="168199"/>
                  </a:lnTo>
                  <a:lnTo>
                    <a:pt x="3060858" y="168199"/>
                  </a:lnTo>
                  <a:lnTo>
                    <a:pt x="3067117" y="168199"/>
                  </a:lnTo>
                  <a:lnTo>
                    <a:pt x="3073376" y="168199"/>
                  </a:lnTo>
                  <a:lnTo>
                    <a:pt x="3079636" y="168199"/>
                  </a:lnTo>
                  <a:lnTo>
                    <a:pt x="3085895" y="168199"/>
                  </a:lnTo>
                  <a:lnTo>
                    <a:pt x="3092155" y="168199"/>
                  </a:lnTo>
                  <a:lnTo>
                    <a:pt x="3098414" y="168199"/>
                  </a:lnTo>
                  <a:lnTo>
                    <a:pt x="3104674" y="168199"/>
                  </a:lnTo>
                  <a:lnTo>
                    <a:pt x="3110933" y="168199"/>
                  </a:lnTo>
                  <a:lnTo>
                    <a:pt x="3117192" y="168199"/>
                  </a:lnTo>
                  <a:lnTo>
                    <a:pt x="3123452" y="168199"/>
                  </a:lnTo>
                  <a:lnTo>
                    <a:pt x="3129711" y="168199"/>
                  </a:lnTo>
                  <a:lnTo>
                    <a:pt x="3135971" y="168199"/>
                  </a:lnTo>
                  <a:lnTo>
                    <a:pt x="3142230" y="168199"/>
                  </a:lnTo>
                  <a:lnTo>
                    <a:pt x="3148489" y="168199"/>
                  </a:lnTo>
                  <a:lnTo>
                    <a:pt x="3154749" y="168199"/>
                  </a:lnTo>
                  <a:lnTo>
                    <a:pt x="3161008" y="168199"/>
                  </a:lnTo>
                  <a:lnTo>
                    <a:pt x="3167268" y="168199"/>
                  </a:lnTo>
                  <a:lnTo>
                    <a:pt x="3173527" y="168199"/>
                  </a:lnTo>
                  <a:lnTo>
                    <a:pt x="3179787" y="168199"/>
                  </a:lnTo>
                  <a:lnTo>
                    <a:pt x="3186046" y="168199"/>
                  </a:lnTo>
                  <a:lnTo>
                    <a:pt x="3192305" y="168199"/>
                  </a:lnTo>
                  <a:lnTo>
                    <a:pt x="3198565" y="168199"/>
                  </a:lnTo>
                </a:path>
              </a:pathLst>
            </a:cu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3749798" y="5919504"/>
              <a:ext cx="3198565" cy="136654"/>
            </a:xfrm>
            <a:custGeom>
              <a:avLst/>
              <a:pathLst>
                <a:path w="3198565" h="136654">
                  <a:moveTo>
                    <a:pt x="0" y="136654"/>
                  </a:moveTo>
                  <a:lnTo>
                    <a:pt x="6259" y="136654"/>
                  </a:lnTo>
                  <a:lnTo>
                    <a:pt x="12518" y="136654"/>
                  </a:lnTo>
                  <a:lnTo>
                    <a:pt x="18778" y="136654"/>
                  </a:lnTo>
                  <a:lnTo>
                    <a:pt x="25037" y="136654"/>
                  </a:lnTo>
                  <a:lnTo>
                    <a:pt x="31297" y="136654"/>
                  </a:lnTo>
                  <a:lnTo>
                    <a:pt x="37556" y="136654"/>
                  </a:lnTo>
                  <a:lnTo>
                    <a:pt x="43815" y="136654"/>
                  </a:lnTo>
                  <a:lnTo>
                    <a:pt x="50075" y="136654"/>
                  </a:lnTo>
                  <a:lnTo>
                    <a:pt x="56334" y="136654"/>
                  </a:lnTo>
                  <a:lnTo>
                    <a:pt x="62594" y="136654"/>
                  </a:lnTo>
                  <a:lnTo>
                    <a:pt x="68853" y="136654"/>
                  </a:lnTo>
                  <a:lnTo>
                    <a:pt x="75113" y="136654"/>
                  </a:lnTo>
                  <a:lnTo>
                    <a:pt x="81372" y="136654"/>
                  </a:lnTo>
                  <a:lnTo>
                    <a:pt x="87631" y="136654"/>
                  </a:lnTo>
                  <a:lnTo>
                    <a:pt x="93891" y="136654"/>
                  </a:lnTo>
                  <a:lnTo>
                    <a:pt x="100150" y="136654"/>
                  </a:lnTo>
                  <a:lnTo>
                    <a:pt x="106410" y="136654"/>
                  </a:lnTo>
                  <a:lnTo>
                    <a:pt x="112669" y="136654"/>
                  </a:lnTo>
                  <a:lnTo>
                    <a:pt x="118929" y="136654"/>
                  </a:lnTo>
                  <a:lnTo>
                    <a:pt x="125188" y="136654"/>
                  </a:lnTo>
                  <a:lnTo>
                    <a:pt x="131447" y="136654"/>
                  </a:lnTo>
                  <a:lnTo>
                    <a:pt x="137707" y="136654"/>
                  </a:lnTo>
                  <a:lnTo>
                    <a:pt x="143966" y="136654"/>
                  </a:lnTo>
                  <a:lnTo>
                    <a:pt x="150226" y="136654"/>
                  </a:lnTo>
                  <a:lnTo>
                    <a:pt x="156485" y="136654"/>
                  </a:lnTo>
                  <a:lnTo>
                    <a:pt x="162745" y="136654"/>
                  </a:lnTo>
                  <a:lnTo>
                    <a:pt x="169004" y="136654"/>
                  </a:lnTo>
                  <a:lnTo>
                    <a:pt x="175263" y="136654"/>
                  </a:lnTo>
                  <a:lnTo>
                    <a:pt x="181523" y="136654"/>
                  </a:lnTo>
                  <a:lnTo>
                    <a:pt x="187782" y="136654"/>
                  </a:lnTo>
                  <a:lnTo>
                    <a:pt x="194042" y="136654"/>
                  </a:lnTo>
                  <a:lnTo>
                    <a:pt x="200301" y="136654"/>
                  </a:lnTo>
                  <a:lnTo>
                    <a:pt x="206560" y="136654"/>
                  </a:lnTo>
                  <a:lnTo>
                    <a:pt x="212820" y="136654"/>
                  </a:lnTo>
                  <a:lnTo>
                    <a:pt x="219079" y="136654"/>
                  </a:lnTo>
                  <a:lnTo>
                    <a:pt x="225339" y="136654"/>
                  </a:lnTo>
                  <a:lnTo>
                    <a:pt x="231598" y="136654"/>
                  </a:lnTo>
                  <a:lnTo>
                    <a:pt x="237858" y="136654"/>
                  </a:lnTo>
                  <a:lnTo>
                    <a:pt x="244117" y="136654"/>
                  </a:lnTo>
                  <a:lnTo>
                    <a:pt x="250376" y="136654"/>
                  </a:lnTo>
                  <a:lnTo>
                    <a:pt x="256636" y="136654"/>
                  </a:lnTo>
                  <a:lnTo>
                    <a:pt x="262895" y="136654"/>
                  </a:lnTo>
                  <a:lnTo>
                    <a:pt x="269155" y="136654"/>
                  </a:lnTo>
                  <a:lnTo>
                    <a:pt x="275414" y="136654"/>
                  </a:lnTo>
                  <a:lnTo>
                    <a:pt x="281674" y="136654"/>
                  </a:lnTo>
                  <a:lnTo>
                    <a:pt x="287933" y="136654"/>
                  </a:lnTo>
                  <a:lnTo>
                    <a:pt x="294192" y="136654"/>
                  </a:lnTo>
                  <a:lnTo>
                    <a:pt x="300452" y="136654"/>
                  </a:lnTo>
                  <a:lnTo>
                    <a:pt x="306711" y="136654"/>
                  </a:lnTo>
                  <a:lnTo>
                    <a:pt x="312971" y="136654"/>
                  </a:lnTo>
                  <a:lnTo>
                    <a:pt x="319230" y="136654"/>
                  </a:lnTo>
                  <a:lnTo>
                    <a:pt x="325490" y="136654"/>
                  </a:lnTo>
                  <a:lnTo>
                    <a:pt x="331749" y="136654"/>
                  </a:lnTo>
                  <a:lnTo>
                    <a:pt x="338008" y="136654"/>
                  </a:lnTo>
                  <a:lnTo>
                    <a:pt x="344268" y="136654"/>
                  </a:lnTo>
                  <a:lnTo>
                    <a:pt x="350527" y="136654"/>
                  </a:lnTo>
                  <a:lnTo>
                    <a:pt x="356787" y="136654"/>
                  </a:lnTo>
                  <a:lnTo>
                    <a:pt x="363046" y="136654"/>
                  </a:lnTo>
                  <a:lnTo>
                    <a:pt x="369305" y="136654"/>
                  </a:lnTo>
                  <a:lnTo>
                    <a:pt x="375565" y="136654"/>
                  </a:lnTo>
                  <a:lnTo>
                    <a:pt x="381824" y="136654"/>
                  </a:lnTo>
                  <a:lnTo>
                    <a:pt x="388084" y="136654"/>
                  </a:lnTo>
                  <a:lnTo>
                    <a:pt x="394343" y="136654"/>
                  </a:lnTo>
                  <a:lnTo>
                    <a:pt x="400603" y="136654"/>
                  </a:lnTo>
                  <a:lnTo>
                    <a:pt x="406862" y="136654"/>
                  </a:lnTo>
                  <a:lnTo>
                    <a:pt x="413121" y="136654"/>
                  </a:lnTo>
                  <a:lnTo>
                    <a:pt x="419381" y="136654"/>
                  </a:lnTo>
                  <a:lnTo>
                    <a:pt x="425640" y="136654"/>
                  </a:lnTo>
                  <a:lnTo>
                    <a:pt x="431900" y="136654"/>
                  </a:lnTo>
                  <a:lnTo>
                    <a:pt x="438159" y="136654"/>
                  </a:lnTo>
                  <a:lnTo>
                    <a:pt x="444419" y="136654"/>
                  </a:lnTo>
                  <a:lnTo>
                    <a:pt x="450678" y="136654"/>
                  </a:lnTo>
                  <a:lnTo>
                    <a:pt x="456937" y="136654"/>
                  </a:lnTo>
                  <a:lnTo>
                    <a:pt x="463197" y="136654"/>
                  </a:lnTo>
                  <a:lnTo>
                    <a:pt x="469456" y="136654"/>
                  </a:lnTo>
                  <a:lnTo>
                    <a:pt x="475716" y="136654"/>
                  </a:lnTo>
                  <a:lnTo>
                    <a:pt x="481975" y="136654"/>
                  </a:lnTo>
                  <a:lnTo>
                    <a:pt x="488235" y="136654"/>
                  </a:lnTo>
                  <a:lnTo>
                    <a:pt x="494494" y="136654"/>
                  </a:lnTo>
                  <a:lnTo>
                    <a:pt x="500753" y="136654"/>
                  </a:lnTo>
                  <a:lnTo>
                    <a:pt x="507013" y="136654"/>
                  </a:lnTo>
                  <a:lnTo>
                    <a:pt x="513272" y="136654"/>
                  </a:lnTo>
                  <a:lnTo>
                    <a:pt x="519532" y="136654"/>
                  </a:lnTo>
                  <a:lnTo>
                    <a:pt x="525791" y="136654"/>
                  </a:lnTo>
                  <a:lnTo>
                    <a:pt x="532050" y="136654"/>
                  </a:lnTo>
                  <a:lnTo>
                    <a:pt x="538310" y="136654"/>
                  </a:lnTo>
                  <a:lnTo>
                    <a:pt x="544569" y="136654"/>
                  </a:lnTo>
                  <a:lnTo>
                    <a:pt x="550829" y="136654"/>
                  </a:lnTo>
                  <a:lnTo>
                    <a:pt x="557088" y="136654"/>
                  </a:lnTo>
                  <a:lnTo>
                    <a:pt x="563348" y="136654"/>
                  </a:lnTo>
                  <a:lnTo>
                    <a:pt x="569607" y="136654"/>
                  </a:lnTo>
                  <a:lnTo>
                    <a:pt x="575866" y="136654"/>
                  </a:lnTo>
                  <a:lnTo>
                    <a:pt x="582126" y="136654"/>
                  </a:lnTo>
                  <a:lnTo>
                    <a:pt x="588385" y="136654"/>
                  </a:lnTo>
                  <a:lnTo>
                    <a:pt x="594645" y="136654"/>
                  </a:lnTo>
                  <a:lnTo>
                    <a:pt x="600904" y="136654"/>
                  </a:lnTo>
                  <a:lnTo>
                    <a:pt x="607164" y="136654"/>
                  </a:lnTo>
                  <a:lnTo>
                    <a:pt x="613423" y="136654"/>
                  </a:lnTo>
                  <a:lnTo>
                    <a:pt x="619682" y="136654"/>
                  </a:lnTo>
                  <a:lnTo>
                    <a:pt x="625942" y="136654"/>
                  </a:lnTo>
                  <a:lnTo>
                    <a:pt x="632201" y="136654"/>
                  </a:lnTo>
                  <a:lnTo>
                    <a:pt x="638461" y="136654"/>
                  </a:lnTo>
                  <a:lnTo>
                    <a:pt x="644720" y="136654"/>
                  </a:lnTo>
                  <a:lnTo>
                    <a:pt x="650980" y="136654"/>
                  </a:lnTo>
                  <a:lnTo>
                    <a:pt x="657239" y="136654"/>
                  </a:lnTo>
                  <a:lnTo>
                    <a:pt x="663498" y="136654"/>
                  </a:lnTo>
                  <a:lnTo>
                    <a:pt x="669758" y="136654"/>
                  </a:lnTo>
                  <a:lnTo>
                    <a:pt x="676017" y="136654"/>
                  </a:lnTo>
                  <a:lnTo>
                    <a:pt x="682277" y="136654"/>
                  </a:lnTo>
                  <a:lnTo>
                    <a:pt x="688536" y="136654"/>
                  </a:lnTo>
                  <a:lnTo>
                    <a:pt x="694796" y="136654"/>
                  </a:lnTo>
                  <a:lnTo>
                    <a:pt x="701055" y="136654"/>
                  </a:lnTo>
                  <a:lnTo>
                    <a:pt x="707314" y="136654"/>
                  </a:lnTo>
                  <a:lnTo>
                    <a:pt x="713574" y="136654"/>
                  </a:lnTo>
                  <a:lnTo>
                    <a:pt x="719833" y="136654"/>
                  </a:lnTo>
                  <a:lnTo>
                    <a:pt x="726093" y="136654"/>
                  </a:lnTo>
                  <a:lnTo>
                    <a:pt x="732352" y="136654"/>
                  </a:lnTo>
                  <a:lnTo>
                    <a:pt x="738611" y="136654"/>
                  </a:lnTo>
                  <a:lnTo>
                    <a:pt x="744871" y="136654"/>
                  </a:lnTo>
                  <a:lnTo>
                    <a:pt x="751130" y="136654"/>
                  </a:lnTo>
                  <a:lnTo>
                    <a:pt x="757390" y="136654"/>
                  </a:lnTo>
                  <a:lnTo>
                    <a:pt x="763649" y="136654"/>
                  </a:lnTo>
                  <a:lnTo>
                    <a:pt x="769909" y="136654"/>
                  </a:lnTo>
                  <a:lnTo>
                    <a:pt x="776168" y="136654"/>
                  </a:lnTo>
                  <a:lnTo>
                    <a:pt x="782427" y="136654"/>
                  </a:lnTo>
                  <a:lnTo>
                    <a:pt x="788687" y="136654"/>
                  </a:lnTo>
                  <a:lnTo>
                    <a:pt x="794946" y="136654"/>
                  </a:lnTo>
                  <a:lnTo>
                    <a:pt x="801206" y="136654"/>
                  </a:lnTo>
                  <a:lnTo>
                    <a:pt x="807465" y="136654"/>
                  </a:lnTo>
                  <a:lnTo>
                    <a:pt x="813725" y="136654"/>
                  </a:lnTo>
                  <a:lnTo>
                    <a:pt x="819984" y="136654"/>
                  </a:lnTo>
                  <a:lnTo>
                    <a:pt x="826243" y="136654"/>
                  </a:lnTo>
                  <a:lnTo>
                    <a:pt x="832503" y="136654"/>
                  </a:lnTo>
                  <a:lnTo>
                    <a:pt x="838762" y="136654"/>
                  </a:lnTo>
                  <a:lnTo>
                    <a:pt x="845022" y="136654"/>
                  </a:lnTo>
                  <a:lnTo>
                    <a:pt x="851281" y="136654"/>
                  </a:lnTo>
                  <a:lnTo>
                    <a:pt x="857541" y="136654"/>
                  </a:lnTo>
                  <a:lnTo>
                    <a:pt x="863800" y="136654"/>
                  </a:lnTo>
                  <a:lnTo>
                    <a:pt x="870059" y="136654"/>
                  </a:lnTo>
                  <a:lnTo>
                    <a:pt x="876319" y="136654"/>
                  </a:lnTo>
                  <a:lnTo>
                    <a:pt x="882578" y="136654"/>
                  </a:lnTo>
                  <a:lnTo>
                    <a:pt x="888838" y="136654"/>
                  </a:lnTo>
                  <a:lnTo>
                    <a:pt x="895097" y="136654"/>
                  </a:lnTo>
                  <a:lnTo>
                    <a:pt x="901356" y="136654"/>
                  </a:lnTo>
                  <a:lnTo>
                    <a:pt x="907616" y="136654"/>
                  </a:lnTo>
                  <a:lnTo>
                    <a:pt x="913875" y="136653"/>
                  </a:lnTo>
                  <a:lnTo>
                    <a:pt x="920135" y="136651"/>
                  </a:lnTo>
                  <a:lnTo>
                    <a:pt x="926394" y="136649"/>
                  </a:lnTo>
                  <a:lnTo>
                    <a:pt x="932654" y="136643"/>
                  </a:lnTo>
                  <a:lnTo>
                    <a:pt x="938913" y="136633"/>
                  </a:lnTo>
                  <a:lnTo>
                    <a:pt x="945172" y="136618"/>
                  </a:lnTo>
                  <a:lnTo>
                    <a:pt x="951432" y="136593"/>
                  </a:lnTo>
                  <a:lnTo>
                    <a:pt x="957691" y="136557"/>
                  </a:lnTo>
                  <a:lnTo>
                    <a:pt x="963951" y="136508"/>
                  </a:lnTo>
                  <a:lnTo>
                    <a:pt x="970210" y="136445"/>
                  </a:lnTo>
                  <a:lnTo>
                    <a:pt x="976470" y="136369"/>
                  </a:lnTo>
                  <a:lnTo>
                    <a:pt x="982729" y="136283"/>
                  </a:lnTo>
                  <a:lnTo>
                    <a:pt x="988988" y="136193"/>
                  </a:lnTo>
                  <a:lnTo>
                    <a:pt x="995248" y="136105"/>
                  </a:lnTo>
                  <a:lnTo>
                    <a:pt x="1001507" y="136027"/>
                  </a:lnTo>
                  <a:lnTo>
                    <a:pt x="1007767" y="135965"/>
                  </a:lnTo>
                  <a:lnTo>
                    <a:pt x="1014026" y="135920"/>
                  </a:lnTo>
                  <a:lnTo>
                    <a:pt x="1020286" y="135891"/>
                  </a:lnTo>
                  <a:lnTo>
                    <a:pt x="1026545" y="135871"/>
                  </a:lnTo>
                  <a:lnTo>
                    <a:pt x="1032804" y="135849"/>
                  </a:lnTo>
                  <a:lnTo>
                    <a:pt x="1039064" y="135814"/>
                  </a:lnTo>
                  <a:lnTo>
                    <a:pt x="1045323" y="135758"/>
                  </a:lnTo>
                  <a:lnTo>
                    <a:pt x="1051583" y="135677"/>
                  </a:lnTo>
                  <a:lnTo>
                    <a:pt x="1057842" y="135574"/>
                  </a:lnTo>
                  <a:lnTo>
                    <a:pt x="1064101" y="135453"/>
                  </a:lnTo>
                  <a:lnTo>
                    <a:pt x="1070361" y="135324"/>
                  </a:lnTo>
                  <a:lnTo>
                    <a:pt x="1076620" y="135199"/>
                  </a:lnTo>
                  <a:lnTo>
                    <a:pt x="1082880" y="135088"/>
                  </a:lnTo>
                  <a:lnTo>
                    <a:pt x="1089139" y="134999"/>
                  </a:lnTo>
                  <a:lnTo>
                    <a:pt x="1095399" y="134938"/>
                  </a:lnTo>
                  <a:lnTo>
                    <a:pt x="1101658" y="134905"/>
                  </a:lnTo>
                  <a:lnTo>
                    <a:pt x="1107917" y="134896"/>
                  </a:lnTo>
                  <a:lnTo>
                    <a:pt x="1114177" y="134901"/>
                  </a:lnTo>
                  <a:lnTo>
                    <a:pt x="1120436" y="134909"/>
                  </a:lnTo>
                  <a:lnTo>
                    <a:pt x="1126696" y="134901"/>
                  </a:lnTo>
                  <a:lnTo>
                    <a:pt x="1132955" y="134862"/>
                  </a:lnTo>
                  <a:lnTo>
                    <a:pt x="1139215" y="134780"/>
                  </a:lnTo>
                  <a:lnTo>
                    <a:pt x="1145474" y="134646"/>
                  </a:lnTo>
                  <a:lnTo>
                    <a:pt x="1151733" y="134460"/>
                  </a:lnTo>
                  <a:lnTo>
                    <a:pt x="1157993" y="134230"/>
                  </a:lnTo>
                  <a:lnTo>
                    <a:pt x="1164252" y="133971"/>
                  </a:lnTo>
                  <a:lnTo>
                    <a:pt x="1170512" y="133706"/>
                  </a:lnTo>
                  <a:lnTo>
                    <a:pt x="1176771" y="133460"/>
                  </a:lnTo>
                  <a:lnTo>
                    <a:pt x="1183031" y="133259"/>
                  </a:lnTo>
                  <a:lnTo>
                    <a:pt x="1189290" y="133120"/>
                  </a:lnTo>
                  <a:lnTo>
                    <a:pt x="1195549" y="133053"/>
                  </a:lnTo>
                  <a:lnTo>
                    <a:pt x="1201809" y="133053"/>
                  </a:lnTo>
                  <a:lnTo>
                    <a:pt x="1208068" y="133108"/>
                  </a:lnTo>
                  <a:lnTo>
                    <a:pt x="1214328" y="133195"/>
                  </a:lnTo>
                  <a:lnTo>
                    <a:pt x="1220587" y="133284"/>
                  </a:lnTo>
                  <a:lnTo>
                    <a:pt x="1226846" y="133349"/>
                  </a:lnTo>
                  <a:lnTo>
                    <a:pt x="1233106" y="133373"/>
                  </a:lnTo>
                  <a:lnTo>
                    <a:pt x="1239365" y="133351"/>
                  </a:lnTo>
                  <a:lnTo>
                    <a:pt x="1245625" y="133289"/>
                  </a:lnTo>
                  <a:lnTo>
                    <a:pt x="1251884" y="133203"/>
                  </a:lnTo>
                  <a:lnTo>
                    <a:pt x="1258144" y="133117"/>
                  </a:lnTo>
                  <a:lnTo>
                    <a:pt x="1264403" y="133057"/>
                  </a:lnTo>
                  <a:lnTo>
                    <a:pt x="1270662" y="133045"/>
                  </a:lnTo>
                  <a:lnTo>
                    <a:pt x="1276922" y="133098"/>
                  </a:lnTo>
                  <a:lnTo>
                    <a:pt x="1283181" y="133220"/>
                  </a:lnTo>
                  <a:lnTo>
                    <a:pt x="1289441" y="133403"/>
                  </a:lnTo>
                  <a:lnTo>
                    <a:pt x="1295700" y="133631"/>
                  </a:lnTo>
                  <a:lnTo>
                    <a:pt x="1301960" y="133880"/>
                  </a:lnTo>
                  <a:lnTo>
                    <a:pt x="1308219" y="134127"/>
                  </a:lnTo>
                  <a:lnTo>
                    <a:pt x="1314478" y="134346"/>
                  </a:lnTo>
                  <a:lnTo>
                    <a:pt x="1320738" y="134527"/>
                  </a:lnTo>
                  <a:lnTo>
                    <a:pt x="1326997" y="134669"/>
                  </a:lnTo>
                  <a:lnTo>
                    <a:pt x="1333257" y="134779"/>
                  </a:lnTo>
                  <a:lnTo>
                    <a:pt x="1339516" y="134871"/>
                  </a:lnTo>
                  <a:lnTo>
                    <a:pt x="1345776" y="134960"/>
                  </a:lnTo>
                  <a:lnTo>
                    <a:pt x="1352035" y="135057"/>
                  </a:lnTo>
                  <a:lnTo>
                    <a:pt x="1358294" y="135167"/>
                  </a:lnTo>
                  <a:lnTo>
                    <a:pt x="1364554" y="135284"/>
                  </a:lnTo>
                  <a:lnTo>
                    <a:pt x="1370813" y="135396"/>
                  </a:lnTo>
                  <a:lnTo>
                    <a:pt x="1377073" y="135484"/>
                  </a:lnTo>
                  <a:lnTo>
                    <a:pt x="1383332" y="135524"/>
                  </a:lnTo>
                  <a:lnTo>
                    <a:pt x="1389592" y="135491"/>
                  </a:lnTo>
                  <a:lnTo>
                    <a:pt x="1395851" y="135363"/>
                  </a:lnTo>
                  <a:lnTo>
                    <a:pt x="1402110" y="135121"/>
                  </a:lnTo>
                  <a:lnTo>
                    <a:pt x="1408370" y="134743"/>
                  </a:lnTo>
                  <a:lnTo>
                    <a:pt x="1414629" y="134209"/>
                  </a:lnTo>
                  <a:lnTo>
                    <a:pt x="1420889" y="133505"/>
                  </a:lnTo>
                  <a:lnTo>
                    <a:pt x="1427148" y="132604"/>
                  </a:lnTo>
                  <a:lnTo>
                    <a:pt x="1433407" y="131470"/>
                  </a:lnTo>
                  <a:lnTo>
                    <a:pt x="1439667" y="130052"/>
                  </a:lnTo>
                  <a:lnTo>
                    <a:pt x="1445926" y="128289"/>
                  </a:lnTo>
                  <a:lnTo>
                    <a:pt x="1452186" y="126109"/>
                  </a:lnTo>
                  <a:lnTo>
                    <a:pt x="1458445" y="123431"/>
                  </a:lnTo>
                  <a:lnTo>
                    <a:pt x="1464705" y="120171"/>
                  </a:lnTo>
                  <a:lnTo>
                    <a:pt x="1470964" y="116247"/>
                  </a:lnTo>
                  <a:lnTo>
                    <a:pt x="1477223" y="111584"/>
                  </a:lnTo>
                  <a:lnTo>
                    <a:pt x="1483483" y="106119"/>
                  </a:lnTo>
                  <a:lnTo>
                    <a:pt x="1489742" y="99810"/>
                  </a:lnTo>
                  <a:lnTo>
                    <a:pt x="1496002" y="92647"/>
                  </a:lnTo>
                  <a:lnTo>
                    <a:pt x="1502261" y="84660"/>
                  </a:lnTo>
                  <a:lnTo>
                    <a:pt x="1508521" y="75890"/>
                  </a:lnTo>
                  <a:lnTo>
                    <a:pt x="1514780" y="66546"/>
                  </a:lnTo>
                  <a:lnTo>
                    <a:pt x="1521039" y="56851"/>
                  </a:lnTo>
                  <a:lnTo>
                    <a:pt x="1527299" y="47068"/>
                  </a:lnTo>
                  <a:lnTo>
                    <a:pt x="1533558" y="37500"/>
                  </a:lnTo>
                  <a:lnTo>
                    <a:pt x="1539818" y="28458"/>
                  </a:lnTo>
                  <a:lnTo>
                    <a:pt x="1546077" y="20250"/>
                  </a:lnTo>
                  <a:lnTo>
                    <a:pt x="1552337" y="13156"/>
                  </a:lnTo>
                  <a:lnTo>
                    <a:pt x="1558596" y="7417"/>
                  </a:lnTo>
                  <a:lnTo>
                    <a:pt x="1564855" y="3227"/>
                  </a:lnTo>
                  <a:lnTo>
                    <a:pt x="1571115" y="727"/>
                  </a:lnTo>
                  <a:lnTo>
                    <a:pt x="1577374" y="0"/>
                  </a:lnTo>
                  <a:lnTo>
                    <a:pt x="1583634" y="1074"/>
                  </a:lnTo>
                  <a:lnTo>
                    <a:pt x="1589893" y="3920"/>
                  </a:lnTo>
                  <a:lnTo>
                    <a:pt x="1596152" y="8449"/>
                  </a:lnTo>
                  <a:lnTo>
                    <a:pt x="1602412" y="14566"/>
                  </a:lnTo>
                  <a:lnTo>
                    <a:pt x="1608671" y="22042"/>
                  </a:lnTo>
                  <a:lnTo>
                    <a:pt x="1614931" y="30567"/>
                  </a:lnTo>
                  <a:lnTo>
                    <a:pt x="1621190" y="39861"/>
                  </a:lnTo>
                  <a:lnTo>
                    <a:pt x="1627450" y="49627"/>
                  </a:lnTo>
                  <a:lnTo>
                    <a:pt x="1633709" y="59565"/>
                  </a:lnTo>
                  <a:lnTo>
                    <a:pt x="1639968" y="69391"/>
                  </a:lnTo>
                  <a:lnTo>
                    <a:pt x="1646228" y="78851"/>
                  </a:lnTo>
                  <a:lnTo>
                    <a:pt x="1652487" y="87726"/>
                  </a:lnTo>
                  <a:lnTo>
                    <a:pt x="1658747" y="95850"/>
                  </a:lnTo>
                  <a:lnTo>
                    <a:pt x="1665006" y="103109"/>
                  </a:lnTo>
                  <a:lnTo>
                    <a:pt x="1671266" y="109444"/>
                  </a:lnTo>
                  <a:lnTo>
                    <a:pt x="1677525" y="114846"/>
                  </a:lnTo>
                  <a:lnTo>
                    <a:pt x="1683784" y="119350"/>
                  </a:lnTo>
                  <a:lnTo>
                    <a:pt x="1690044" y="123024"/>
                  </a:lnTo>
                  <a:lnTo>
                    <a:pt x="1696303" y="125956"/>
                  </a:lnTo>
                  <a:lnTo>
                    <a:pt x="1702563" y="128219"/>
                  </a:lnTo>
                  <a:lnTo>
                    <a:pt x="1708822" y="129971"/>
                  </a:lnTo>
                  <a:lnTo>
                    <a:pt x="1715082" y="131311"/>
                  </a:lnTo>
                  <a:lnTo>
                    <a:pt x="1721341" y="132327"/>
                  </a:lnTo>
                  <a:lnTo>
                    <a:pt x="1727600" y="133095"/>
                  </a:lnTo>
                  <a:lnTo>
                    <a:pt x="1733860" y="133679"/>
                  </a:lnTo>
                  <a:lnTo>
                    <a:pt x="1740119" y="134127"/>
                  </a:lnTo>
                  <a:lnTo>
                    <a:pt x="1746379" y="134478"/>
                  </a:lnTo>
                  <a:lnTo>
                    <a:pt x="1752638" y="134760"/>
                  </a:lnTo>
                  <a:lnTo>
                    <a:pt x="1758897" y="134993"/>
                  </a:lnTo>
                  <a:lnTo>
                    <a:pt x="1765157" y="135190"/>
                  </a:lnTo>
                  <a:lnTo>
                    <a:pt x="1771416" y="135361"/>
                  </a:lnTo>
                  <a:lnTo>
                    <a:pt x="1777676" y="135512"/>
                  </a:lnTo>
                  <a:lnTo>
                    <a:pt x="1783935" y="135647"/>
                  </a:lnTo>
                  <a:lnTo>
                    <a:pt x="1790195" y="135768"/>
                  </a:lnTo>
                  <a:lnTo>
                    <a:pt x="1796454" y="135880"/>
                  </a:lnTo>
                  <a:lnTo>
                    <a:pt x="1802713" y="135983"/>
                  </a:lnTo>
                  <a:lnTo>
                    <a:pt x="1808973" y="136080"/>
                  </a:lnTo>
                  <a:lnTo>
                    <a:pt x="1815232" y="136171"/>
                  </a:lnTo>
                  <a:lnTo>
                    <a:pt x="1821492" y="136257"/>
                  </a:lnTo>
                  <a:lnTo>
                    <a:pt x="1827751" y="136336"/>
                  </a:lnTo>
                  <a:lnTo>
                    <a:pt x="1834011" y="136407"/>
                  </a:lnTo>
                  <a:lnTo>
                    <a:pt x="1840270" y="136469"/>
                  </a:lnTo>
                  <a:lnTo>
                    <a:pt x="1846529" y="136521"/>
                  </a:lnTo>
                  <a:lnTo>
                    <a:pt x="1852789" y="136561"/>
                  </a:lnTo>
                  <a:lnTo>
                    <a:pt x="1859048" y="136591"/>
                  </a:lnTo>
                  <a:lnTo>
                    <a:pt x="1865308" y="136612"/>
                  </a:lnTo>
                  <a:lnTo>
                    <a:pt x="1871567" y="136623"/>
                  </a:lnTo>
                  <a:lnTo>
                    <a:pt x="1877827" y="136627"/>
                  </a:lnTo>
                  <a:lnTo>
                    <a:pt x="1884086" y="136624"/>
                  </a:lnTo>
                  <a:lnTo>
                    <a:pt x="1890345" y="136612"/>
                  </a:lnTo>
                  <a:lnTo>
                    <a:pt x="1896605" y="136593"/>
                  </a:lnTo>
                  <a:lnTo>
                    <a:pt x="1902864" y="136565"/>
                  </a:lnTo>
                  <a:lnTo>
                    <a:pt x="1909124" y="136530"/>
                  </a:lnTo>
                  <a:lnTo>
                    <a:pt x="1915383" y="136489"/>
                  </a:lnTo>
                  <a:lnTo>
                    <a:pt x="1921642" y="136443"/>
                  </a:lnTo>
                  <a:lnTo>
                    <a:pt x="1927902" y="136397"/>
                  </a:lnTo>
                  <a:lnTo>
                    <a:pt x="1934161" y="136352"/>
                  </a:lnTo>
                  <a:lnTo>
                    <a:pt x="1940421" y="136311"/>
                  </a:lnTo>
                  <a:lnTo>
                    <a:pt x="1946680" y="136273"/>
                  </a:lnTo>
                  <a:lnTo>
                    <a:pt x="1952940" y="136232"/>
                  </a:lnTo>
                  <a:lnTo>
                    <a:pt x="1959199" y="136181"/>
                  </a:lnTo>
                  <a:lnTo>
                    <a:pt x="1965458" y="136108"/>
                  </a:lnTo>
                  <a:lnTo>
                    <a:pt x="1971718" y="135996"/>
                  </a:lnTo>
                  <a:lnTo>
                    <a:pt x="1977977" y="135832"/>
                  </a:lnTo>
                  <a:lnTo>
                    <a:pt x="1984237" y="135599"/>
                  </a:lnTo>
                  <a:lnTo>
                    <a:pt x="1990496" y="135281"/>
                  </a:lnTo>
                  <a:lnTo>
                    <a:pt x="1996756" y="134877"/>
                  </a:lnTo>
                  <a:lnTo>
                    <a:pt x="2003015" y="134387"/>
                  </a:lnTo>
                  <a:lnTo>
                    <a:pt x="2009274" y="133815"/>
                  </a:lnTo>
                  <a:lnTo>
                    <a:pt x="2015534" y="133165"/>
                  </a:lnTo>
                  <a:lnTo>
                    <a:pt x="2021793" y="132445"/>
                  </a:lnTo>
                  <a:lnTo>
                    <a:pt x="2028053" y="131660"/>
                  </a:lnTo>
                  <a:lnTo>
                    <a:pt x="2034312" y="130814"/>
                  </a:lnTo>
                  <a:lnTo>
                    <a:pt x="2040572" y="129912"/>
                  </a:lnTo>
                  <a:lnTo>
                    <a:pt x="2046831" y="128958"/>
                  </a:lnTo>
                  <a:lnTo>
                    <a:pt x="2053090" y="127956"/>
                  </a:lnTo>
                  <a:lnTo>
                    <a:pt x="2059350" y="126914"/>
                  </a:lnTo>
                  <a:lnTo>
                    <a:pt x="2065609" y="125841"/>
                  </a:lnTo>
                  <a:lnTo>
                    <a:pt x="2071869" y="124743"/>
                  </a:lnTo>
                  <a:lnTo>
                    <a:pt x="2078128" y="123630"/>
                  </a:lnTo>
                  <a:lnTo>
                    <a:pt x="2084388" y="122505"/>
                  </a:lnTo>
                  <a:lnTo>
                    <a:pt x="2090647" y="121376"/>
                  </a:lnTo>
                  <a:lnTo>
                    <a:pt x="2096906" y="120252"/>
                  </a:lnTo>
                  <a:lnTo>
                    <a:pt x="2103166" y="119151"/>
                  </a:lnTo>
                  <a:lnTo>
                    <a:pt x="2109425" y="118104"/>
                  </a:lnTo>
                  <a:lnTo>
                    <a:pt x="2115685" y="117155"/>
                  </a:lnTo>
                  <a:lnTo>
                    <a:pt x="2121944" y="116361"/>
                  </a:lnTo>
                  <a:lnTo>
                    <a:pt x="2128203" y="115782"/>
                  </a:lnTo>
                  <a:lnTo>
                    <a:pt x="2134463" y="115471"/>
                  </a:lnTo>
                  <a:lnTo>
                    <a:pt x="2140722" y="115462"/>
                  </a:lnTo>
                  <a:lnTo>
                    <a:pt x="2146982" y="115765"/>
                  </a:lnTo>
                  <a:lnTo>
                    <a:pt x="2153241" y="116355"/>
                  </a:lnTo>
                  <a:lnTo>
                    <a:pt x="2159501" y="117180"/>
                  </a:lnTo>
                  <a:lnTo>
                    <a:pt x="2165760" y="118164"/>
                  </a:lnTo>
                  <a:lnTo>
                    <a:pt x="2172019" y="119224"/>
                  </a:lnTo>
                  <a:lnTo>
                    <a:pt x="2178279" y="120282"/>
                  </a:lnTo>
                  <a:lnTo>
                    <a:pt x="2184538" y="121273"/>
                  </a:lnTo>
                  <a:lnTo>
                    <a:pt x="2190798" y="122176"/>
                  </a:lnTo>
                  <a:lnTo>
                    <a:pt x="2197057" y="122998"/>
                  </a:lnTo>
                  <a:lnTo>
                    <a:pt x="2203317" y="123770"/>
                  </a:lnTo>
                  <a:lnTo>
                    <a:pt x="2209576" y="124534"/>
                  </a:lnTo>
                  <a:lnTo>
                    <a:pt x="2215835" y="125334"/>
                  </a:lnTo>
                  <a:lnTo>
                    <a:pt x="2222095" y="126205"/>
                  </a:lnTo>
                  <a:lnTo>
                    <a:pt x="2228354" y="127163"/>
                  </a:lnTo>
                  <a:lnTo>
                    <a:pt x="2234614" y="128205"/>
                  </a:lnTo>
                  <a:lnTo>
                    <a:pt x="2240873" y="129305"/>
                  </a:lnTo>
                  <a:lnTo>
                    <a:pt x="2247133" y="130424"/>
                  </a:lnTo>
                  <a:lnTo>
                    <a:pt x="2253392" y="131517"/>
                  </a:lnTo>
                  <a:lnTo>
                    <a:pt x="2259651" y="132539"/>
                  </a:lnTo>
                  <a:lnTo>
                    <a:pt x="2265911" y="133454"/>
                  </a:lnTo>
                  <a:lnTo>
                    <a:pt x="2272170" y="134238"/>
                  </a:lnTo>
                  <a:lnTo>
                    <a:pt x="2278430" y="134878"/>
                  </a:lnTo>
                  <a:lnTo>
                    <a:pt x="2284689" y="135380"/>
                  </a:lnTo>
                  <a:lnTo>
                    <a:pt x="2290948" y="135764"/>
                  </a:lnTo>
                  <a:lnTo>
                    <a:pt x="2297208" y="136048"/>
                  </a:lnTo>
                  <a:lnTo>
                    <a:pt x="2303467" y="136253"/>
                  </a:lnTo>
                  <a:lnTo>
                    <a:pt x="2309727" y="136395"/>
                  </a:lnTo>
                  <a:lnTo>
                    <a:pt x="2315986" y="136492"/>
                  </a:lnTo>
                  <a:lnTo>
                    <a:pt x="2322246" y="136556"/>
                  </a:lnTo>
                  <a:lnTo>
                    <a:pt x="2328505" y="136596"/>
                  </a:lnTo>
                  <a:lnTo>
                    <a:pt x="2334764" y="136621"/>
                  </a:lnTo>
                  <a:lnTo>
                    <a:pt x="2341024" y="136636"/>
                  </a:lnTo>
                  <a:lnTo>
                    <a:pt x="2347283" y="136645"/>
                  </a:lnTo>
                  <a:lnTo>
                    <a:pt x="2353543" y="136650"/>
                  </a:lnTo>
                  <a:lnTo>
                    <a:pt x="2359802" y="136652"/>
                  </a:lnTo>
                  <a:lnTo>
                    <a:pt x="2366062" y="136653"/>
                  </a:lnTo>
                  <a:lnTo>
                    <a:pt x="2372321" y="136654"/>
                  </a:lnTo>
                  <a:lnTo>
                    <a:pt x="2378580" y="136654"/>
                  </a:lnTo>
                  <a:lnTo>
                    <a:pt x="2384840" y="136654"/>
                  </a:lnTo>
                  <a:lnTo>
                    <a:pt x="2391099" y="136654"/>
                  </a:lnTo>
                  <a:lnTo>
                    <a:pt x="2397359" y="136654"/>
                  </a:lnTo>
                  <a:lnTo>
                    <a:pt x="2403618" y="136654"/>
                  </a:lnTo>
                  <a:lnTo>
                    <a:pt x="2409878" y="136654"/>
                  </a:lnTo>
                  <a:lnTo>
                    <a:pt x="2416137" y="136654"/>
                  </a:lnTo>
                  <a:lnTo>
                    <a:pt x="2422396" y="136654"/>
                  </a:lnTo>
                  <a:lnTo>
                    <a:pt x="2428656" y="136654"/>
                  </a:lnTo>
                  <a:lnTo>
                    <a:pt x="2434915" y="136654"/>
                  </a:lnTo>
                  <a:lnTo>
                    <a:pt x="2441175" y="136654"/>
                  </a:lnTo>
                  <a:lnTo>
                    <a:pt x="2447434" y="136654"/>
                  </a:lnTo>
                  <a:lnTo>
                    <a:pt x="2453693" y="136654"/>
                  </a:lnTo>
                  <a:lnTo>
                    <a:pt x="2459953" y="136654"/>
                  </a:lnTo>
                  <a:lnTo>
                    <a:pt x="2466212" y="136654"/>
                  </a:lnTo>
                  <a:lnTo>
                    <a:pt x="2472472" y="136654"/>
                  </a:lnTo>
                  <a:lnTo>
                    <a:pt x="2478731" y="136654"/>
                  </a:lnTo>
                  <a:lnTo>
                    <a:pt x="2484991" y="136654"/>
                  </a:lnTo>
                  <a:lnTo>
                    <a:pt x="2491250" y="136654"/>
                  </a:lnTo>
                  <a:lnTo>
                    <a:pt x="2497509" y="136654"/>
                  </a:lnTo>
                  <a:lnTo>
                    <a:pt x="2503769" y="136654"/>
                  </a:lnTo>
                  <a:lnTo>
                    <a:pt x="2510028" y="136654"/>
                  </a:lnTo>
                  <a:lnTo>
                    <a:pt x="2516288" y="136654"/>
                  </a:lnTo>
                  <a:lnTo>
                    <a:pt x="2522547" y="136654"/>
                  </a:lnTo>
                  <a:lnTo>
                    <a:pt x="2528807" y="136654"/>
                  </a:lnTo>
                  <a:lnTo>
                    <a:pt x="2535066" y="136654"/>
                  </a:lnTo>
                  <a:lnTo>
                    <a:pt x="2541325" y="136654"/>
                  </a:lnTo>
                  <a:lnTo>
                    <a:pt x="2547585" y="136654"/>
                  </a:lnTo>
                  <a:lnTo>
                    <a:pt x="2553844" y="136654"/>
                  </a:lnTo>
                  <a:lnTo>
                    <a:pt x="2560104" y="136654"/>
                  </a:lnTo>
                  <a:lnTo>
                    <a:pt x="2566363" y="136654"/>
                  </a:lnTo>
                  <a:lnTo>
                    <a:pt x="2572623" y="136654"/>
                  </a:lnTo>
                  <a:lnTo>
                    <a:pt x="2578882" y="136654"/>
                  </a:lnTo>
                  <a:lnTo>
                    <a:pt x="2585141" y="136654"/>
                  </a:lnTo>
                  <a:lnTo>
                    <a:pt x="2591401" y="136654"/>
                  </a:lnTo>
                  <a:lnTo>
                    <a:pt x="2597660" y="136654"/>
                  </a:lnTo>
                  <a:lnTo>
                    <a:pt x="2603920" y="136654"/>
                  </a:lnTo>
                  <a:lnTo>
                    <a:pt x="2610179" y="136654"/>
                  </a:lnTo>
                  <a:lnTo>
                    <a:pt x="2616438" y="136654"/>
                  </a:lnTo>
                  <a:lnTo>
                    <a:pt x="2622698" y="136654"/>
                  </a:lnTo>
                  <a:lnTo>
                    <a:pt x="2628957" y="136654"/>
                  </a:lnTo>
                  <a:lnTo>
                    <a:pt x="2635217" y="136654"/>
                  </a:lnTo>
                  <a:lnTo>
                    <a:pt x="2641476" y="136654"/>
                  </a:lnTo>
                  <a:lnTo>
                    <a:pt x="2647736" y="136654"/>
                  </a:lnTo>
                  <a:lnTo>
                    <a:pt x="2653995" y="136654"/>
                  </a:lnTo>
                  <a:lnTo>
                    <a:pt x="2660254" y="136654"/>
                  </a:lnTo>
                  <a:lnTo>
                    <a:pt x="2666514" y="136654"/>
                  </a:lnTo>
                  <a:lnTo>
                    <a:pt x="2672773" y="136654"/>
                  </a:lnTo>
                  <a:lnTo>
                    <a:pt x="2679033" y="136654"/>
                  </a:lnTo>
                  <a:lnTo>
                    <a:pt x="2685292" y="136654"/>
                  </a:lnTo>
                  <a:lnTo>
                    <a:pt x="2691552" y="136654"/>
                  </a:lnTo>
                  <a:lnTo>
                    <a:pt x="2697811" y="136654"/>
                  </a:lnTo>
                  <a:lnTo>
                    <a:pt x="2704070" y="136654"/>
                  </a:lnTo>
                  <a:lnTo>
                    <a:pt x="2710330" y="136654"/>
                  </a:lnTo>
                  <a:lnTo>
                    <a:pt x="2716589" y="136654"/>
                  </a:lnTo>
                  <a:lnTo>
                    <a:pt x="2722849" y="136654"/>
                  </a:lnTo>
                  <a:lnTo>
                    <a:pt x="2729108" y="136654"/>
                  </a:lnTo>
                  <a:lnTo>
                    <a:pt x="2735368" y="136654"/>
                  </a:lnTo>
                  <a:lnTo>
                    <a:pt x="2741627" y="136654"/>
                  </a:lnTo>
                  <a:lnTo>
                    <a:pt x="2747886" y="136654"/>
                  </a:lnTo>
                  <a:lnTo>
                    <a:pt x="2754146" y="136654"/>
                  </a:lnTo>
                  <a:lnTo>
                    <a:pt x="2760405" y="136654"/>
                  </a:lnTo>
                  <a:lnTo>
                    <a:pt x="2766665" y="136654"/>
                  </a:lnTo>
                  <a:lnTo>
                    <a:pt x="2772924" y="136654"/>
                  </a:lnTo>
                  <a:lnTo>
                    <a:pt x="2779184" y="136654"/>
                  </a:lnTo>
                  <a:lnTo>
                    <a:pt x="2785443" y="136654"/>
                  </a:lnTo>
                  <a:lnTo>
                    <a:pt x="2791702" y="136654"/>
                  </a:lnTo>
                  <a:lnTo>
                    <a:pt x="2797962" y="136654"/>
                  </a:lnTo>
                  <a:lnTo>
                    <a:pt x="2804221" y="136654"/>
                  </a:lnTo>
                  <a:lnTo>
                    <a:pt x="2810481" y="136654"/>
                  </a:lnTo>
                  <a:lnTo>
                    <a:pt x="2816740" y="136654"/>
                  </a:lnTo>
                  <a:lnTo>
                    <a:pt x="2822999" y="136654"/>
                  </a:lnTo>
                  <a:lnTo>
                    <a:pt x="2829259" y="136654"/>
                  </a:lnTo>
                  <a:lnTo>
                    <a:pt x="2835518" y="136654"/>
                  </a:lnTo>
                  <a:lnTo>
                    <a:pt x="2841778" y="136654"/>
                  </a:lnTo>
                  <a:lnTo>
                    <a:pt x="2848037" y="136654"/>
                  </a:lnTo>
                  <a:lnTo>
                    <a:pt x="2854297" y="136654"/>
                  </a:lnTo>
                  <a:lnTo>
                    <a:pt x="2860556" y="136654"/>
                  </a:lnTo>
                  <a:lnTo>
                    <a:pt x="2866815" y="136654"/>
                  </a:lnTo>
                  <a:lnTo>
                    <a:pt x="2873075" y="136654"/>
                  </a:lnTo>
                  <a:lnTo>
                    <a:pt x="2879334" y="136654"/>
                  </a:lnTo>
                  <a:lnTo>
                    <a:pt x="2885594" y="136654"/>
                  </a:lnTo>
                  <a:lnTo>
                    <a:pt x="2891853" y="136654"/>
                  </a:lnTo>
                  <a:lnTo>
                    <a:pt x="2898113" y="136654"/>
                  </a:lnTo>
                  <a:lnTo>
                    <a:pt x="2904372" y="136654"/>
                  </a:lnTo>
                  <a:lnTo>
                    <a:pt x="2910631" y="136654"/>
                  </a:lnTo>
                  <a:lnTo>
                    <a:pt x="2916891" y="136654"/>
                  </a:lnTo>
                  <a:lnTo>
                    <a:pt x="2923150" y="136654"/>
                  </a:lnTo>
                  <a:lnTo>
                    <a:pt x="2929410" y="136654"/>
                  </a:lnTo>
                  <a:lnTo>
                    <a:pt x="2935669" y="136654"/>
                  </a:lnTo>
                  <a:lnTo>
                    <a:pt x="2941929" y="136654"/>
                  </a:lnTo>
                  <a:lnTo>
                    <a:pt x="2948188" y="136654"/>
                  </a:lnTo>
                  <a:lnTo>
                    <a:pt x="2954447" y="136654"/>
                  </a:lnTo>
                  <a:lnTo>
                    <a:pt x="2960707" y="136654"/>
                  </a:lnTo>
                  <a:lnTo>
                    <a:pt x="2966966" y="136654"/>
                  </a:lnTo>
                  <a:lnTo>
                    <a:pt x="2973226" y="136654"/>
                  </a:lnTo>
                  <a:lnTo>
                    <a:pt x="2979485" y="136654"/>
                  </a:lnTo>
                  <a:lnTo>
                    <a:pt x="2985744" y="136654"/>
                  </a:lnTo>
                  <a:lnTo>
                    <a:pt x="2992004" y="136654"/>
                  </a:lnTo>
                  <a:lnTo>
                    <a:pt x="2998263" y="136654"/>
                  </a:lnTo>
                  <a:lnTo>
                    <a:pt x="3004523" y="136654"/>
                  </a:lnTo>
                  <a:lnTo>
                    <a:pt x="3010782" y="136654"/>
                  </a:lnTo>
                  <a:lnTo>
                    <a:pt x="3017042" y="136654"/>
                  </a:lnTo>
                  <a:lnTo>
                    <a:pt x="3023301" y="136654"/>
                  </a:lnTo>
                  <a:lnTo>
                    <a:pt x="3029560" y="136654"/>
                  </a:lnTo>
                  <a:lnTo>
                    <a:pt x="3035820" y="136654"/>
                  </a:lnTo>
                  <a:lnTo>
                    <a:pt x="3042079" y="136654"/>
                  </a:lnTo>
                  <a:lnTo>
                    <a:pt x="3048339" y="136654"/>
                  </a:lnTo>
                  <a:lnTo>
                    <a:pt x="3054598" y="136654"/>
                  </a:lnTo>
                  <a:lnTo>
                    <a:pt x="3060858" y="136654"/>
                  </a:lnTo>
                  <a:lnTo>
                    <a:pt x="3067117" y="136654"/>
                  </a:lnTo>
                  <a:lnTo>
                    <a:pt x="3073376" y="136654"/>
                  </a:lnTo>
                  <a:lnTo>
                    <a:pt x="3079636" y="136654"/>
                  </a:lnTo>
                  <a:lnTo>
                    <a:pt x="3085895" y="136654"/>
                  </a:lnTo>
                  <a:lnTo>
                    <a:pt x="3092155" y="136654"/>
                  </a:lnTo>
                  <a:lnTo>
                    <a:pt x="3098414" y="136654"/>
                  </a:lnTo>
                  <a:lnTo>
                    <a:pt x="3104674" y="136654"/>
                  </a:lnTo>
                  <a:lnTo>
                    <a:pt x="3110933" y="136654"/>
                  </a:lnTo>
                  <a:lnTo>
                    <a:pt x="3117192" y="136654"/>
                  </a:lnTo>
                  <a:lnTo>
                    <a:pt x="3123452" y="136654"/>
                  </a:lnTo>
                  <a:lnTo>
                    <a:pt x="3129711" y="136654"/>
                  </a:lnTo>
                  <a:lnTo>
                    <a:pt x="3135971" y="136654"/>
                  </a:lnTo>
                  <a:lnTo>
                    <a:pt x="3142230" y="136654"/>
                  </a:lnTo>
                  <a:lnTo>
                    <a:pt x="3148489" y="136654"/>
                  </a:lnTo>
                  <a:lnTo>
                    <a:pt x="3154749" y="136654"/>
                  </a:lnTo>
                  <a:lnTo>
                    <a:pt x="3161008" y="136654"/>
                  </a:lnTo>
                  <a:lnTo>
                    <a:pt x="3167268" y="136654"/>
                  </a:lnTo>
                  <a:lnTo>
                    <a:pt x="3173527" y="136654"/>
                  </a:lnTo>
                  <a:lnTo>
                    <a:pt x="3179787" y="136654"/>
                  </a:lnTo>
                  <a:lnTo>
                    <a:pt x="3186046" y="136654"/>
                  </a:lnTo>
                  <a:lnTo>
                    <a:pt x="3192305" y="136654"/>
                  </a:lnTo>
                  <a:lnTo>
                    <a:pt x="3198565" y="136654"/>
                  </a:lnTo>
                  <a:lnTo>
                    <a:pt x="3192305" y="136654"/>
                  </a:lnTo>
                  <a:lnTo>
                    <a:pt x="3186046" y="136654"/>
                  </a:lnTo>
                  <a:lnTo>
                    <a:pt x="3179787" y="136654"/>
                  </a:lnTo>
                  <a:lnTo>
                    <a:pt x="3173527" y="136654"/>
                  </a:lnTo>
                  <a:lnTo>
                    <a:pt x="3167268" y="136654"/>
                  </a:lnTo>
                  <a:lnTo>
                    <a:pt x="3161008" y="136654"/>
                  </a:lnTo>
                  <a:lnTo>
                    <a:pt x="3154749" y="136654"/>
                  </a:lnTo>
                  <a:lnTo>
                    <a:pt x="3148489" y="136654"/>
                  </a:lnTo>
                  <a:lnTo>
                    <a:pt x="3142230" y="136654"/>
                  </a:lnTo>
                  <a:lnTo>
                    <a:pt x="3135971" y="136654"/>
                  </a:lnTo>
                  <a:lnTo>
                    <a:pt x="3129711" y="136654"/>
                  </a:lnTo>
                  <a:lnTo>
                    <a:pt x="3123452" y="136654"/>
                  </a:lnTo>
                  <a:lnTo>
                    <a:pt x="3117192" y="136654"/>
                  </a:lnTo>
                  <a:lnTo>
                    <a:pt x="3110933" y="136654"/>
                  </a:lnTo>
                  <a:lnTo>
                    <a:pt x="3104674" y="136654"/>
                  </a:lnTo>
                  <a:lnTo>
                    <a:pt x="3098414" y="136654"/>
                  </a:lnTo>
                  <a:lnTo>
                    <a:pt x="3092155" y="136654"/>
                  </a:lnTo>
                  <a:lnTo>
                    <a:pt x="3085895" y="136654"/>
                  </a:lnTo>
                  <a:lnTo>
                    <a:pt x="3079636" y="136654"/>
                  </a:lnTo>
                  <a:lnTo>
                    <a:pt x="3073376" y="136654"/>
                  </a:lnTo>
                  <a:lnTo>
                    <a:pt x="3067117" y="136654"/>
                  </a:lnTo>
                  <a:lnTo>
                    <a:pt x="3060858" y="136654"/>
                  </a:lnTo>
                  <a:lnTo>
                    <a:pt x="3054598" y="136654"/>
                  </a:lnTo>
                  <a:lnTo>
                    <a:pt x="3048339" y="136654"/>
                  </a:lnTo>
                  <a:lnTo>
                    <a:pt x="3042079" y="136654"/>
                  </a:lnTo>
                  <a:lnTo>
                    <a:pt x="3035820" y="136654"/>
                  </a:lnTo>
                  <a:lnTo>
                    <a:pt x="3029560" y="136654"/>
                  </a:lnTo>
                  <a:lnTo>
                    <a:pt x="3023301" y="136654"/>
                  </a:lnTo>
                  <a:lnTo>
                    <a:pt x="3017042" y="136654"/>
                  </a:lnTo>
                  <a:lnTo>
                    <a:pt x="3010782" y="136654"/>
                  </a:lnTo>
                  <a:lnTo>
                    <a:pt x="3004523" y="136654"/>
                  </a:lnTo>
                  <a:lnTo>
                    <a:pt x="2998263" y="136654"/>
                  </a:lnTo>
                  <a:lnTo>
                    <a:pt x="2992004" y="136654"/>
                  </a:lnTo>
                  <a:lnTo>
                    <a:pt x="2985744" y="136654"/>
                  </a:lnTo>
                  <a:lnTo>
                    <a:pt x="2979485" y="136654"/>
                  </a:lnTo>
                  <a:lnTo>
                    <a:pt x="2973226" y="136654"/>
                  </a:lnTo>
                  <a:lnTo>
                    <a:pt x="2966966" y="136654"/>
                  </a:lnTo>
                  <a:lnTo>
                    <a:pt x="2960707" y="136654"/>
                  </a:lnTo>
                  <a:lnTo>
                    <a:pt x="2954447" y="136654"/>
                  </a:lnTo>
                  <a:lnTo>
                    <a:pt x="2948188" y="136654"/>
                  </a:lnTo>
                  <a:lnTo>
                    <a:pt x="2941929" y="136654"/>
                  </a:lnTo>
                  <a:lnTo>
                    <a:pt x="2935669" y="136654"/>
                  </a:lnTo>
                  <a:lnTo>
                    <a:pt x="2929410" y="136654"/>
                  </a:lnTo>
                  <a:lnTo>
                    <a:pt x="2923150" y="136654"/>
                  </a:lnTo>
                  <a:lnTo>
                    <a:pt x="2916891" y="136654"/>
                  </a:lnTo>
                  <a:lnTo>
                    <a:pt x="2910631" y="136654"/>
                  </a:lnTo>
                  <a:lnTo>
                    <a:pt x="2904372" y="136654"/>
                  </a:lnTo>
                  <a:lnTo>
                    <a:pt x="2898113" y="136654"/>
                  </a:lnTo>
                  <a:lnTo>
                    <a:pt x="2891853" y="136654"/>
                  </a:lnTo>
                  <a:lnTo>
                    <a:pt x="2885594" y="136654"/>
                  </a:lnTo>
                  <a:lnTo>
                    <a:pt x="2879334" y="136654"/>
                  </a:lnTo>
                  <a:lnTo>
                    <a:pt x="2873075" y="136654"/>
                  </a:lnTo>
                  <a:lnTo>
                    <a:pt x="2866815" y="136654"/>
                  </a:lnTo>
                  <a:lnTo>
                    <a:pt x="2860556" y="136654"/>
                  </a:lnTo>
                  <a:lnTo>
                    <a:pt x="2854297" y="136654"/>
                  </a:lnTo>
                  <a:lnTo>
                    <a:pt x="2848037" y="136654"/>
                  </a:lnTo>
                  <a:lnTo>
                    <a:pt x="2841778" y="136654"/>
                  </a:lnTo>
                  <a:lnTo>
                    <a:pt x="2835518" y="136654"/>
                  </a:lnTo>
                  <a:lnTo>
                    <a:pt x="2829259" y="136654"/>
                  </a:lnTo>
                  <a:lnTo>
                    <a:pt x="2822999" y="136654"/>
                  </a:lnTo>
                  <a:lnTo>
                    <a:pt x="2816740" y="136654"/>
                  </a:lnTo>
                  <a:lnTo>
                    <a:pt x="2810481" y="136654"/>
                  </a:lnTo>
                  <a:lnTo>
                    <a:pt x="2804221" y="136654"/>
                  </a:lnTo>
                  <a:lnTo>
                    <a:pt x="2797962" y="136654"/>
                  </a:lnTo>
                  <a:lnTo>
                    <a:pt x="2791702" y="136654"/>
                  </a:lnTo>
                  <a:lnTo>
                    <a:pt x="2785443" y="136654"/>
                  </a:lnTo>
                  <a:lnTo>
                    <a:pt x="2779184" y="136654"/>
                  </a:lnTo>
                  <a:lnTo>
                    <a:pt x="2772924" y="136654"/>
                  </a:lnTo>
                  <a:lnTo>
                    <a:pt x="2766665" y="136654"/>
                  </a:lnTo>
                  <a:lnTo>
                    <a:pt x="2760405" y="136654"/>
                  </a:lnTo>
                  <a:lnTo>
                    <a:pt x="2754146" y="136654"/>
                  </a:lnTo>
                  <a:lnTo>
                    <a:pt x="2747886" y="136654"/>
                  </a:lnTo>
                  <a:lnTo>
                    <a:pt x="2741627" y="136654"/>
                  </a:lnTo>
                  <a:lnTo>
                    <a:pt x="2735368" y="136654"/>
                  </a:lnTo>
                  <a:lnTo>
                    <a:pt x="2729108" y="136654"/>
                  </a:lnTo>
                  <a:lnTo>
                    <a:pt x="2722849" y="136654"/>
                  </a:lnTo>
                  <a:lnTo>
                    <a:pt x="2716589" y="136654"/>
                  </a:lnTo>
                  <a:lnTo>
                    <a:pt x="2710330" y="136654"/>
                  </a:lnTo>
                  <a:lnTo>
                    <a:pt x="2704070" y="136654"/>
                  </a:lnTo>
                  <a:lnTo>
                    <a:pt x="2697811" y="136654"/>
                  </a:lnTo>
                  <a:lnTo>
                    <a:pt x="2691552" y="136654"/>
                  </a:lnTo>
                  <a:lnTo>
                    <a:pt x="2685292" y="136654"/>
                  </a:lnTo>
                  <a:lnTo>
                    <a:pt x="2679033" y="136654"/>
                  </a:lnTo>
                  <a:lnTo>
                    <a:pt x="2672773" y="136654"/>
                  </a:lnTo>
                  <a:lnTo>
                    <a:pt x="2666514" y="136654"/>
                  </a:lnTo>
                  <a:lnTo>
                    <a:pt x="2660254" y="136654"/>
                  </a:lnTo>
                  <a:lnTo>
                    <a:pt x="2653995" y="136654"/>
                  </a:lnTo>
                  <a:lnTo>
                    <a:pt x="2647736" y="136654"/>
                  </a:lnTo>
                  <a:lnTo>
                    <a:pt x="2641476" y="136654"/>
                  </a:lnTo>
                  <a:lnTo>
                    <a:pt x="2635217" y="136654"/>
                  </a:lnTo>
                  <a:lnTo>
                    <a:pt x="2628957" y="136654"/>
                  </a:lnTo>
                  <a:lnTo>
                    <a:pt x="2622698" y="136654"/>
                  </a:lnTo>
                  <a:lnTo>
                    <a:pt x="2616438" y="136654"/>
                  </a:lnTo>
                  <a:lnTo>
                    <a:pt x="2610179" y="136654"/>
                  </a:lnTo>
                  <a:lnTo>
                    <a:pt x="2603920" y="136654"/>
                  </a:lnTo>
                  <a:lnTo>
                    <a:pt x="2597660" y="136654"/>
                  </a:lnTo>
                  <a:lnTo>
                    <a:pt x="2591401" y="136654"/>
                  </a:lnTo>
                  <a:lnTo>
                    <a:pt x="2585141" y="136654"/>
                  </a:lnTo>
                  <a:lnTo>
                    <a:pt x="2578882" y="136654"/>
                  </a:lnTo>
                  <a:lnTo>
                    <a:pt x="2572623" y="136654"/>
                  </a:lnTo>
                  <a:lnTo>
                    <a:pt x="2566363" y="136654"/>
                  </a:lnTo>
                  <a:lnTo>
                    <a:pt x="2560104" y="136654"/>
                  </a:lnTo>
                  <a:lnTo>
                    <a:pt x="2553844" y="136654"/>
                  </a:lnTo>
                  <a:lnTo>
                    <a:pt x="2547585" y="136654"/>
                  </a:lnTo>
                  <a:lnTo>
                    <a:pt x="2541325" y="136654"/>
                  </a:lnTo>
                  <a:lnTo>
                    <a:pt x="2535066" y="136654"/>
                  </a:lnTo>
                  <a:lnTo>
                    <a:pt x="2528807" y="136654"/>
                  </a:lnTo>
                  <a:lnTo>
                    <a:pt x="2522547" y="136654"/>
                  </a:lnTo>
                  <a:lnTo>
                    <a:pt x="2516288" y="136654"/>
                  </a:lnTo>
                  <a:lnTo>
                    <a:pt x="2510028" y="136654"/>
                  </a:lnTo>
                  <a:lnTo>
                    <a:pt x="2503769" y="136654"/>
                  </a:lnTo>
                  <a:lnTo>
                    <a:pt x="2497509" y="136654"/>
                  </a:lnTo>
                  <a:lnTo>
                    <a:pt x="2491250" y="136654"/>
                  </a:lnTo>
                  <a:lnTo>
                    <a:pt x="2484991" y="136654"/>
                  </a:lnTo>
                  <a:lnTo>
                    <a:pt x="2478731" y="136654"/>
                  </a:lnTo>
                  <a:lnTo>
                    <a:pt x="2472472" y="136654"/>
                  </a:lnTo>
                  <a:lnTo>
                    <a:pt x="2466212" y="136654"/>
                  </a:lnTo>
                  <a:lnTo>
                    <a:pt x="2459953" y="136654"/>
                  </a:lnTo>
                  <a:lnTo>
                    <a:pt x="2453693" y="136654"/>
                  </a:lnTo>
                  <a:lnTo>
                    <a:pt x="2447434" y="136654"/>
                  </a:lnTo>
                  <a:lnTo>
                    <a:pt x="2441175" y="136654"/>
                  </a:lnTo>
                  <a:lnTo>
                    <a:pt x="2434915" y="136654"/>
                  </a:lnTo>
                  <a:lnTo>
                    <a:pt x="2428656" y="136654"/>
                  </a:lnTo>
                  <a:lnTo>
                    <a:pt x="2422396" y="136654"/>
                  </a:lnTo>
                  <a:lnTo>
                    <a:pt x="2416137" y="136654"/>
                  </a:lnTo>
                  <a:lnTo>
                    <a:pt x="2409878" y="136654"/>
                  </a:lnTo>
                  <a:lnTo>
                    <a:pt x="2403618" y="136654"/>
                  </a:lnTo>
                  <a:lnTo>
                    <a:pt x="2397359" y="136654"/>
                  </a:lnTo>
                  <a:lnTo>
                    <a:pt x="2391099" y="136654"/>
                  </a:lnTo>
                  <a:lnTo>
                    <a:pt x="2384840" y="136654"/>
                  </a:lnTo>
                  <a:lnTo>
                    <a:pt x="2378580" y="136654"/>
                  </a:lnTo>
                  <a:lnTo>
                    <a:pt x="2372321" y="136654"/>
                  </a:lnTo>
                  <a:lnTo>
                    <a:pt x="2366062" y="136654"/>
                  </a:lnTo>
                  <a:lnTo>
                    <a:pt x="2359802" y="136654"/>
                  </a:lnTo>
                  <a:lnTo>
                    <a:pt x="2353543" y="136654"/>
                  </a:lnTo>
                  <a:lnTo>
                    <a:pt x="2347283" y="136654"/>
                  </a:lnTo>
                  <a:lnTo>
                    <a:pt x="2341024" y="136654"/>
                  </a:lnTo>
                  <a:lnTo>
                    <a:pt x="2334764" y="136654"/>
                  </a:lnTo>
                  <a:lnTo>
                    <a:pt x="2328505" y="136654"/>
                  </a:lnTo>
                  <a:lnTo>
                    <a:pt x="2322246" y="136654"/>
                  </a:lnTo>
                  <a:lnTo>
                    <a:pt x="2315986" y="136654"/>
                  </a:lnTo>
                  <a:lnTo>
                    <a:pt x="2309727" y="136654"/>
                  </a:lnTo>
                  <a:lnTo>
                    <a:pt x="2303467" y="136654"/>
                  </a:lnTo>
                  <a:lnTo>
                    <a:pt x="2297208" y="136654"/>
                  </a:lnTo>
                  <a:lnTo>
                    <a:pt x="2290948" y="136654"/>
                  </a:lnTo>
                  <a:lnTo>
                    <a:pt x="2284689" y="136654"/>
                  </a:lnTo>
                  <a:lnTo>
                    <a:pt x="2278430" y="136654"/>
                  </a:lnTo>
                  <a:lnTo>
                    <a:pt x="2272170" y="136654"/>
                  </a:lnTo>
                  <a:lnTo>
                    <a:pt x="2265911" y="136654"/>
                  </a:lnTo>
                  <a:lnTo>
                    <a:pt x="2259651" y="136654"/>
                  </a:lnTo>
                  <a:lnTo>
                    <a:pt x="2253392" y="136654"/>
                  </a:lnTo>
                  <a:lnTo>
                    <a:pt x="2247133" y="136654"/>
                  </a:lnTo>
                  <a:lnTo>
                    <a:pt x="2240873" y="136654"/>
                  </a:lnTo>
                  <a:lnTo>
                    <a:pt x="2234614" y="136654"/>
                  </a:lnTo>
                  <a:lnTo>
                    <a:pt x="2228354" y="136654"/>
                  </a:lnTo>
                  <a:lnTo>
                    <a:pt x="2222095" y="136654"/>
                  </a:lnTo>
                  <a:lnTo>
                    <a:pt x="2215835" y="136654"/>
                  </a:lnTo>
                  <a:lnTo>
                    <a:pt x="2209576" y="136654"/>
                  </a:lnTo>
                  <a:lnTo>
                    <a:pt x="2203317" y="136654"/>
                  </a:lnTo>
                  <a:lnTo>
                    <a:pt x="2197057" y="136654"/>
                  </a:lnTo>
                  <a:lnTo>
                    <a:pt x="2190798" y="136654"/>
                  </a:lnTo>
                  <a:lnTo>
                    <a:pt x="2184538" y="136654"/>
                  </a:lnTo>
                  <a:lnTo>
                    <a:pt x="2178279" y="136654"/>
                  </a:lnTo>
                  <a:lnTo>
                    <a:pt x="2172019" y="136654"/>
                  </a:lnTo>
                  <a:lnTo>
                    <a:pt x="2165760" y="136654"/>
                  </a:lnTo>
                  <a:lnTo>
                    <a:pt x="2159501" y="136654"/>
                  </a:lnTo>
                  <a:lnTo>
                    <a:pt x="2153241" y="136654"/>
                  </a:lnTo>
                  <a:lnTo>
                    <a:pt x="2146982" y="136654"/>
                  </a:lnTo>
                  <a:lnTo>
                    <a:pt x="2140722" y="136654"/>
                  </a:lnTo>
                  <a:lnTo>
                    <a:pt x="2134463" y="136654"/>
                  </a:lnTo>
                  <a:lnTo>
                    <a:pt x="2128203" y="136654"/>
                  </a:lnTo>
                  <a:lnTo>
                    <a:pt x="2121944" y="136654"/>
                  </a:lnTo>
                  <a:lnTo>
                    <a:pt x="2115685" y="136654"/>
                  </a:lnTo>
                  <a:lnTo>
                    <a:pt x="2109425" y="136654"/>
                  </a:lnTo>
                  <a:lnTo>
                    <a:pt x="2103166" y="136654"/>
                  </a:lnTo>
                  <a:lnTo>
                    <a:pt x="2096906" y="136654"/>
                  </a:lnTo>
                  <a:lnTo>
                    <a:pt x="2090647" y="136654"/>
                  </a:lnTo>
                  <a:lnTo>
                    <a:pt x="2084388" y="136654"/>
                  </a:lnTo>
                  <a:lnTo>
                    <a:pt x="2078128" y="136654"/>
                  </a:lnTo>
                  <a:lnTo>
                    <a:pt x="2071869" y="136654"/>
                  </a:lnTo>
                  <a:lnTo>
                    <a:pt x="2065609" y="136654"/>
                  </a:lnTo>
                  <a:lnTo>
                    <a:pt x="2059350" y="136654"/>
                  </a:lnTo>
                  <a:lnTo>
                    <a:pt x="2053090" y="136654"/>
                  </a:lnTo>
                  <a:lnTo>
                    <a:pt x="2046831" y="136654"/>
                  </a:lnTo>
                  <a:lnTo>
                    <a:pt x="2040572" y="136654"/>
                  </a:lnTo>
                  <a:lnTo>
                    <a:pt x="2034312" y="136654"/>
                  </a:lnTo>
                  <a:lnTo>
                    <a:pt x="2028053" y="136654"/>
                  </a:lnTo>
                  <a:lnTo>
                    <a:pt x="2021793" y="136654"/>
                  </a:lnTo>
                  <a:lnTo>
                    <a:pt x="2015534" y="136654"/>
                  </a:lnTo>
                  <a:lnTo>
                    <a:pt x="2009274" y="136654"/>
                  </a:lnTo>
                  <a:lnTo>
                    <a:pt x="2003015" y="136654"/>
                  </a:lnTo>
                  <a:lnTo>
                    <a:pt x="1996756" y="136654"/>
                  </a:lnTo>
                  <a:lnTo>
                    <a:pt x="1990496" y="136654"/>
                  </a:lnTo>
                  <a:lnTo>
                    <a:pt x="1984237" y="136654"/>
                  </a:lnTo>
                  <a:lnTo>
                    <a:pt x="1977977" y="136654"/>
                  </a:lnTo>
                  <a:lnTo>
                    <a:pt x="1971718" y="136654"/>
                  </a:lnTo>
                  <a:lnTo>
                    <a:pt x="1965458" y="136654"/>
                  </a:lnTo>
                  <a:lnTo>
                    <a:pt x="1959199" y="136654"/>
                  </a:lnTo>
                  <a:lnTo>
                    <a:pt x="1952940" y="136654"/>
                  </a:lnTo>
                  <a:lnTo>
                    <a:pt x="1946680" y="136654"/>
                  </a:lnTo>
                  <a:lnTo>
                    <a:pt x="1940421" y="136654"/>
                  </a:lnTo>
                  <a:lnTo>
                    <a:pt x="1934161" y="136654"/>
                  </a:lnTo>
                  <a:lnTo>
                    <a:pt x="1927902" y="136654"/>
                  </a:lnTo>
                  <a:lnTo>
                    <a:pt x="1921642" y="136654"/>
                  </a:lnTo>
                  <a:lnTo>
                    <a:pt x="1915383" y="136654"/>
                  </a:lnTo>
                  <a:lnTo>
                    <a:pt x="1909124" y="136654"/>
                  </a:lnTo>
                  <a:lnTo>
                    <a:pt x="1902864" y="136654"/>
                  </a:lnTo>
                  <a:lnTo>
                    <a:pt x="1896605" y="136654"/>
                  </a:lnTo>
                  <a:lnTo>
                    <a:pt x="1890345" y="136654"/>
                  </a:lnTo>
                  <a:lnTo>
                    <a:pt x="1884086" y="136654"/>
                  </a:lnTo>
                  <a:lnTo>
                    <a:pt x="1877827" y="136654"/>
                  </a:lnTo>
                  <a:lnTo>
                    <a:pt x="1871567" y="136654"/>
                  </a:lnTo>
                  <a:lnTo>
                    <a:pt x="1865308" y="136654"/>
                  </a:lnTo>
                  <a:lnTo>
                    <a:pt x="1859048" y="136654"/>
                  </a:lnTo>
                  <a:lnTo>
                    <a:pt x="1852789" y="136654"/>
                  </a:lnTo>
                  <a:lnTo>
                    <a:pt x="1846529" y="136654"/>
                  </a:lnTo>
                  <a:lnTo>
                    <a:pt x="1840270" y="136654"/>
                  </a:lnTo>
                  <a:lnTo>
                    <a:pt x="1834011" y="136654"/>
                  </a:lnTo>
                  <a:lnTo>
                    <a:pt x="1827751" y="136654"/>
                  </a:lnTo>
                  <a:lnTo>
                    <a:pt x="1821492" y="136654"/>
                  </a:lnTo>
                  <a:lnTo>
                    <a:pt x="1815232" y="136654"/>
                  </a:lnTo>
                  <a:lnTo>
                    <a:pt x="1808973" y="136654"/>
                  </a:lnTo>
                  <a:lnTo>
                    <a:pt x="1802713" y="136654"/>
                  </a:lnTo>
                  <a:lnTo>
                    <a:pt x="1796454" y="136654"/>
                  </a:lnTo>
                  <a:lnTo>
                    <a:pt x="1790195" y="136654"/>
                  </a:lnTo>
                  <a:lnTo>
                    <a:pt x="1783935" y="136654"/>
                  </a:lnTo>
                  <a:lnTo>
                    <a:pt x="1777676" y="136654"/>
                  </a:lnTo>
                  <a:lnTo>
                    <a:pt x="1771416" y="136654"/>
                  </a:lnTo>
                  <a:lnTo>
                    <a:pt x="1765157" y="136654"/>
                  </a:lnTo>
                  <a:lnTo>
                    <a:pt x="1758897" y="136654"/>
                  </a:lnTo>
                  <a:lnTo>
                    <a:pt x="1752638" y="136654"/>
                  </a:lnTo>
                  <a:lnTo>
                    <a:pt x="1746379" y="136654"/>
                  </a:lnTo>
                  <a:lnTo>
                    <a:pt x="1740119" y="136654"/>
                  </a:lnTo>
                  <a:lnTo>
                    <a:pt x="1733860" y="136654"/>
                  </a:lnTo>
                  <a:lnTo>
                    <a:pt x="1727600" y="136654"/>
                  </a:lnTo>
                  <a:lnTo>
                    <a:pt x="1721341" y="136654"/>
                  </a:lnTo>
                  <a:lnTo>
                    <a:pt x="1715082" y="136654"/>
                  </a:lnTo>
                  <a:lnTo>
                    <a:pt x="1708822" y="136654"/>
                  </a:lnTo>
                  <a:lnTo>
                    <a:pt x="1702563" y="136654"/>
                  </a:lnTo>
                  <a:lnTo>
                    <a:pt x="1696303" y="136654"/>
                  </a:lnTo>
                  <a:lnTo>
                    <a:pt x="1690044" y="136654"/>
                  </a:lnTo>
                  <a:lnTo>
                    <a:pt x="1683784" y="136654"/>
                  </a:lnTo>
                  <a:lnTo>
                    <a:pt x="1677525" y="136654"/>
                  </a:lnTo>
                  <a:lnTo>
                    <a:pt x="1671266" y="136654"/>
                  </a:lnTo>
                  <a:lnTo>
                    <a:pt x="1665006" y="136654"/>
                  </a:lnTo>
                  <a:lnTo>
                    <a:pt x="1658747" y="136654"/>
                  </a:lnTo>
                  <a:lnTo>
                    <a:pt x="1652487" y="136654"/>
                  </a:lnTo>
                  <a:lnTo>
                    <a:pt x="1646228" y="136654"/>
                  </a:lnTo>
                  <a:lnTo>
                    <a:pt x="1639968" y="136654"/>
                  </a:lnTo>
                  <a:lnTo>
                    <a:pt x="1633709" y="136654"/>
                  </a:lnTo>
                  <a:lnTo>
                    <a:pt x="1627450" y="136654"/>
                  </a:lnTo>
                  <a:lnTo>
                    <a:pt x="1621190" y="136654"/>
                  </a:lnTo>
                  <a:lnTo>
                    <a:pt x="1614931" y="136654"/>
                  </a:lnTo>
                  <a:lnTo>
                    <a:pt x="1608671" y="136654"/>
                  </a:lnTo>
                  <a:lnTo>
                    <a:pt x="1602412" y="136654"/>
                  </a:lnTo>
                  <a:lnTo>
                    <a:pt x="1596152" y="136654"/>
                  </a:lnTo>
                  <a:lnTo>
                    <a:pt x="1589893" y="136654"/>
                  </a:lnTo>
                  <a:lnTo>
                    <a:pt x="1583634" y="136654"/>
                  </a:lnTo>
                  <a:lnTo>
                    <a:pt x="1577374" y="136654"/>
                  </a:lnTo>
                  <a:lnTo>
                    <a:pt x="1571115" y="136654"/>
                  </a:lnTo>
                  <a:lnTo>
                    <a:pt x="1564855" y="136654"/>
                  </a:lnTo>
                  <a:lnTo>
                    <a:pt x="1558596" y="136654"/>
                  </a:lnTo>
                  <a:lnTo>
                    <a:pt x="1552337" y="136654"/>
                  </a:lnTo>
                  <a:lnTo>
                    <a:pt x="1546077" y="136654"/>
                  </a:lnTo>
                  <a:lnTo>
                    <a:pt x="1539818" y="136654"/>
                  </a:lnTo>
                  <a:lnTo>
                    <a:pt x="1533558" y="136654"/>
                  </a:lnTo>
                  <a:lnTo>
                    <a:pt x="1527299" y="136654"/>
                  </a:lnTo>
                  <a:lnTo>
                    <a:pt x="1521039" y="136654"/>
                  </a:lnTo>
                  <a:lnTo>
                    <a:pt x="1514780" y="136654"/>
                  </a:lnTo>
                  <a:lnTo>
                    <a:pt x="1508521" y="136654"/>
                  </a:lnTo>
                  <a:lnTo>
                    <a:pt x="1502261" y="136654"/>
                  </a:lnTo>
                  <a:lnTo>
                    <a:pt x="1496002" y="136654"/>
                  </a:lnTo>
                  <a:lnTo>
                    <a:pt x="1489742" y="136654"/>
                  </a:lnTo>
                  <a:lnTo>
                    <a:pt x="1483483" y="136654"/>
                  </a:lnTo>
                  <a:lnTo>
                    <a:pt x="1477223" y="136654"/>
                  </a:lnTo>
                  <a:lnTo>
                    <a:pt x="1470964" y="136654"/>
                  </a:lnTo>
                  <a:lnTo>
                    <a:pt x="1464705" y="136654"/>
                  </a:lnTo>
                  <a:lnTo>
                    <a:pt x="1458445" y="136654"/>
                  </a:lnTo>
                  <a:lnTo>
                    <a:pt x="1452186" y="136654"/>
                  </a:lnTo>
                  <a:lnTo>
                    <a:pt x="1445926" y="136654"/>
                  </a:lnTo>
                  <a:lnTo>
                    <a:pt x="1439667" y="136654"/>
                  </a:lnTo>
                  <a:lnTo>
                    <a:pt x="1433407" y="136654"/>
                  </a:lnTo>
                  <a:lnTo>
                    <a:pt x="1427148" y="136654"/>
                  </a:lnTo>
                  <a:lnTo>
                    <a:pt x="1420889" y="136654"/>
                  </a:lnTo>
                  <a:lnTo>
                    <a:pt x="1414629" y="136654"/>
                  </a:lnTo>
                  <a:lnTo>
                    <a:pt x="1408370" y="136654"/>
                  </a:lnTo>
                  <a:lnTo>
                    <a:pt x="1402110" y="136654"/>
                  </a:lnTo>
                  <a:lnTo>
                    <a:pt x="1395851" y="136654"/>
                  </a:lnTo>
                  <a:lnTo>
                    <a:pt x="1389592" y="136654"/>
                  </a:lnTo>
                  <a:lnTo>
                    <a:pt x="1383332" y="136654"/>
                  </a:lnTo>
                  <a:lnTo>
                    <a:pt x="1377073" y="136654"/>
                  </a:lnTo>
                  <a:lnTo>
                    <a:pt x="1370813" y="136654"/>
                  </a:lnTo>
                  <a:lnTo>
                    <a:pt x="1364554" y="136654"/>
                  </a:lnTo>
                  <a:lnTo>
                    <a:pt x="1358294" y="136654"/>
                  </a:lnTo>
                  <a:lnTo>
                    <a:pt x="1352035" y="136654"/>
                  </a:lnTo>
                  <a:lnTo>
                    <a:pt x="1345776" y="136654"/>
                  </a:lnTo>
                  <a:lnTo>
                    <a:pt x="1339516" y="136654"/>
                  </a:lnTo>
                  <a:lnTo>
                    <a:pt x="1333257" y="136654"/>
                  </a:lnTo>
                  <a:lnTo>
                    <a:pt x="1326997" y="136654"/>
                  </a:lnTo>
                  <a:lnTo>
                    <a:pt x="1320738" y="136654"/>
                  </a:lnTo>
                  <a:lnTo>
                    <a:pt x="1314478" y="136654"/>
                  </a:lnTo>
                  <a:lnTo>
                    <a:pt x="1308219" y="136654"/>
                  </a:lnTo>
                  <a:lnTo>
                    <a:pt x="1301960" y="136654"/>
                  </a:lnTo>
                  <a:lnTo>
                    <a:pt x="1295700" y="136654"/>
                  </a:lnTo>
                  <a:lnTo>
                    <a:pt x="1289441" y="136654"/>
                  </a:lnTo>
                  <a:lnTo>
                    <a:pt x="1283181" y="136654"/>
                  </a:lnTo>
                  <a:lnTo>
                    <a:pt x="1276922" y="136654"/>
                  </a:lnTo>
                  <a:lnTo>
                    <a:pt x="1270662" y="136654"/>
                  </a:lnTo>
                  <a:lnTo>
                    <a:pt x="1264403" y="136654"/>
                  </a:lnTo>
                  <a:lnTo>
                    <a:pt x="1258144" y="136654"/>
                  </a:lnTo>
                  <a:lnTo>
                    <a:pt x="1251884" y="136654"/>
                  </a:lnTo>
                  <a:lnTo>
                    <a:pt x="1245625" y="136654"/>
                  </a:lnTo>
                  <a:lnTo>
                    <a:pt x="1239365" y="136654"/>
                  </a:lnTo>
                  <a:lnTo>
                    <a:pt x="1233106" y="136654"/>
                  </a:lnTo>
                  <a:lnTo>
                    <a:pt x="1226846" y="136654"/>
                  </a:lnTo>
                  <a:lnTo>
                    <a:pt x="1220587" y="136654"/>
                  </a:lnTo>
                  <a:lnTo>
                    <a:pt x="1214328" y="136654"/>
                  </a:lnTo>
                  <a:lnTo>
                    <a:pt x="1208068" y="136654"/>
                  </a:lnTo>
                  <a:lnTo>
                    <a:pt x="1201809" y="136654"/>
                  </a:lnTo>
                  <a:lnTo>
                    <a:pt x="1195549" y="136654"/>
                  </a:lnTo>
                  <a:lnTo>
                    <a:pt x="1189290" y="136654"/>
                  </a:lnTo>
                  <a:lnTo>
                    <a:pt x="1183031" y="136654"/>
                  </a:lnTo>
                  <a:lnTo>
                    <a:pt x="1176771" y="136654"/>
                  </a:lnTo>
                  <a:lnTo>
                    <a:pt x="1170512" y="136654"/>
                  </a:lnTo>
                  <a:lnTo>
                    <a:pt x="1164252" y="136654"/>
                  </a:lnTo>
                  <a:lnTo>
                    <a:pt x="1157993" y="136654"/>
                  </a:lnTo>
                  <a:lnTo>
                    <a:pt x="1151733" y="136654"/>
                  </a:lnTo>
                  <a:lnTo>
                    <a:pt x="1145474" y="136654"/>
                  </a:lnTo>
                  <a:lnTo>
                    <a:pt x="1139215" y="136654"/>
                  </a:lnTo>
                  <a:lnTo>
                    <a:pt x="1132955" y="136654"/>
                  </a:lnTo>
                  <a:lnTo>
                    <a:pt x="1126696" y="136654"/>
                  </a:lnTo>
                  <a:lnTo>
                    <a:pt x="1120436" y="136654"/>
                  </a:lnTo>
                  <a:lnTo>
                    <a:pt x="1114177" y="136654"/>
                  </a:lnTo>
                  <a:lnTo>
                    <a:pt x="1107917" y="136654"/>
                  </a:lnTo>
                  <a:lnTo>
                    <a:pt x="1101658" y="136654"/>
                  </a:lnTo>
                  <a:lnTo>
                    <a:pt x="1095399" y="136654"/>
                  </a:lnTo>
                  <a:lnTo>
                    <a:pt x="1089139" y="136654"/>
                  </a:lnTo>
                  <a:lnTo>
                    <a:pt x="1082880" y="136654"/>
                  </a:lnTo>
                  <a:lnTo>
                    <a:pt x="1076620" y="136654"/>
                  </a:lnTo>
                  <a:lnTo>
                    <a:pt x="1070361" y="136654"/>
                  </a:lnTo>
                  <a:lnTo>
                    <a:pt x="1064101" y="136654"/>
                  </a:lnTo>
                  <a:lnTo>
                    <a:pt x="1057842" y="136654"/>
                  </a:lnTo>
                  <a:lnTo>
                    <a:pt x="1051583" y="136654"/>
                  </a:lnTo>
                  <a:lnTo>
                    <a:pt x="1045323" y="136654"/>
                  </a:lnTo>
                  <a:lnTo>
                    <a:pt x="1039064" y="136654"/>
                  </a:lnTo>
                  <a:lnTo>
                    <a:pt x="1032804" y="136654"/>
                  </a:lnTo>
                  <a:lnTo>
                    <a:pt x="1026545" y="136654"/>
                  </a:lnTo>
                  <a:lnTo>
                    <a:pt x="1020286" y="136654"/>
                  </a:lnTo>
                  <a:lnTo>
                    <a:pt x="1014026" y="136654"/>
                  </a:lnTo>
                  <a:lnTo>
                    <a:pt x="1007767" y="136654"/>
                  </a:lnTo>
                  <a:lnTo>
                    <a:pt x="1001507" y="136654"/>
                  </a:lnTo>
                  <a:lnTo>
                    <a:pt x="995248" y="136654"/>
                  </a:lnTo>
                  <a:lnTo>
                    <a:pt x="988988" y="136654"/>
                  </a:lnTo>
                  <a:lnTo>
                    <a:pt x="982729" y="136654"/>
                  </a:lnTo>
                  <a:lnTo>
                    <a:pt x="976470" y="136654"/>
                  </a:lnTo>
                  <a:lnTo>
                    <a:pt x="970210" y="136654"/>
                  </a:lnTo>
                  <a:lnTo>
                    <a:pt x="963951" y="136654"/>
                  </a:lnTo>
                  <a:lnTo>
                    <a:pt x="957691" y="136654"/>
                  </a:lnTo>
                  <a:lnTo>
                    <a:pt x="951432" y="136654"/>
                  </a:lnTo>
                  <a:lnTo>
                    <a:pt x="945172" y="136654"/>
                  </a:lnTo>
                  <a:lnTo>
                    <a:pt x="938913" y="136654"/>
                  </a:lnTo>
                  <a:lnTo>
                    <a:pt x="932654" y="136654"/>
                  </a:lnTo>
                  <a:lnTo>
                    <a:pt x="926394" y="136654"/>
                  </a:lnTo>
                  <a:lnTo>
                    <a:pt x="920135" y="136654"/>
                  </a:lnTo>
                  <a:lnTo>
                    <a:pt x="913875" y="136654"/>
                  </a:lnTo>
                  <a:lnTo>
                    <a:pt x="907616" y="136654"/>
                  </a:lnTo>
                  <a:lnTo>
                    <a:pt x="901356" y="136654"/>
                  </a:lnTo>
                  <a:lnTo>
                    <a:pt x="895097" y="136654"/>
                  </a:lnTo>
                  <a:lnTo>
                    <a:pt x="888838" y="136654"/>
                  </a:lnTo>
                  <a:lnTo>
                    <a:pt x="882578" y="136654"/>
                  </a:lnTo>
                  <a:lnTo>
                    <a:pt x="876319" y="136654"/>
                  </a:lnTo>
                  <a:lnTo>
                    <a:pt x="870059" y="136654"/>
                  </a:lnTo>
                  <a:lnTo>
                    <a:pt x="863800" y="136654"/>
                  </a:lnTo>
                  <a:lnTo>
                    <a:pt x="857541" y="136654"/>
                  </a:lnTo>
                  <a:lnTo>
                    <a:pt x="851281" y="136654"/>
                  </a:lnTo>
                  <a:lnTo>
                    <a:pt x="845022" y="136654"/>
                  </a:lnTo>
                  <a:lnTo>
                    <a:pt x="838762" y="136654"/>
                  </a:lnTo>
                  <a:lnTo>
                    <a:pt x="832503" y="136654"/>
                  </a:lnTo>
                  <a:lnTo>
                    <a:pt x="826243" y="136654"/>
                  </a:lnTo>
                  <a:lnTo>
                    <a:pt x="819984" y="136654"/>
                  </a:lnTo>
                  <a:lnTo>
                    <a:pt x="813725" y="136654"/>
                  </a:lnTo>
                  <a:lnTo>
                    <a:pt x="807465" y="136654"/>
                  </a:lnTo>
                  <a:lnTo>
                    <a:pt x="801206" y="136654"/>
                  </a:lnTo>
                  <a:lnTo>
                    <a:pt x="794946" y="136654"/>
                  </a:lnTo>
                  <a:lnTo>
                    <a:pt x="788687" y="136654"/>
                  </a:lnTo>
                  <a:lnTo>
                    <a:pt x="782427" y="136654"/>
                  </a:lnTo>
                  <a:lnTo>
                    <a:pt x="776168" y="136654"/>
                  </a:lnTo>
                  <a:lnTo>
                    <a:pt x="769909" y="136654"/>
                  </a:lnTo>
                  <a:lnTo>
                    <a:pt x="763649" y="136654"/>
                  </a:lnTo>
                  <a:lnTo>
                    <a:pt x="757390" y="136654"/>
                  </a:lnTo>
                  <a:lnTo>
                    <a:pt x="751130" y="136654"/>
                  </a:lnTo>
                  <a:lnTo>
                    <a:pt x="744871" y="136654"/>
                  </a:lnTo>
                  <a:lnTo>
                    <a:pt x="738611" y="136654"/>
                  </a:lnTo>
                  <a:lnTo>
                    <a:pt x="732352" y="136654"/>
                  </a:lnTo>
                  <a:lnTo>
                    <a:pt x="726093" y="136654"/>
                  </a:lnTo>
                  <a:lnTo>
                    <a:pt x="719833" y="136654"/>
                  </a:lnTo>
                  <a:lnTo>
                    <a:pt x="713574" y="136654"/>
                  </a:lnTo>
                  <a:lnTo>
                    <a:pt x="707314" y="136654"/>
                  </a:lnTo>
                  <a:lnTo>
                    <a:pt x="701055" y="136654"/>
                  </a:lnTo>
                  <a:lnTo>
                    <a:pt x="694796" y="136654"/>
                  </a:lnTo>
                  <a:lnTo>
                    <a:pt x="688536" y="136654"/>
                  </a:lnTo>
                  <a:lnTo>
                    <a:pt x="682277" y="136654"/>
                  </a:lnTo>
                  <a:lnTo>
                    <a:pt x="676017" y="136654"/>
                  </a:lnTo>
                  <a:lnTo>
                    <a:pt x="669758" y="136654"/>
                  </a:lnTo>
                  <a:lnTo>
                    <a:pt x="663498" y="136654"/>
                  </a:lnTo>
                  <a:lnTo>
                    <a:pt x="657239" y="136654"/>
                  </a:lnTo>
                  <a:lnTo>
                    <a:pt x="650980" y="136654"/>
                  </a:lnTo>
                  <a:lnTo>
                    <a:pt x="644720" y="136654"/>
                  </a:lnTo>
                  <a:lnTo>
                    <a:pt x="638461" y="136654"/>
                  </a:lnTo>
                  <a:lnTo>
                    <a:pt x="632201" y="136654"/>
                  </a:lnTo>
                  <a:lnTo>
                    <a:pt x="625942" y="136654"/>
                  </a:lnTo>
                  <a:lnTo>
                    <a:pt x="619682" y="136654"/>
                  </a:lnTo>
                  <a:lnTo>
                    <a:pt x="613423" y="136654"/>
                  </a:lnTo>
                  <a:lnTo>
                    <a:pt x="607164" y="136654"/>
                  </a:lnTo>
                  <a:lnTo>
                    <a:pt x="600904" y="136654"/>
                  </a:lnTo>
                  <a:lnTo>
                    <a:pt x="594645" y="136654"/>
                  </a:lnTo>
                  <a:lnTo>
                    <a:pt x="588385" y="136654"/>
                  </a:lnTo>
                  <a:lnTo>
                    <a:pt x="582126" y="136654"/>
                  </a:lnTo>
                  <a:lnTo>
                    <a:pt x="575866" y="136654"/>
                  </a:lnTo>
                  <a:lnTo>
                    <a:pt x="569607" y="136654"/>
                  </a:lnTo>
                  <a:lnTo>
                    <a:pt x="563348" y="136654"/>
                  </a:lnTo>
                  <a:lnTo>
                    <a:pt x="557088" y="136654"/>
                  </a:lnTo>
                  <a:lnTo>
                    <a:pt x="550829" y="136654"/>
                  </a:lnTo>
                  <a:lnTo>
                    <a:pt x="544569" y="136654"/>
                  </a:lnTo>
                  <a:lnTo>
                    <a:pt x="538310" y="136654"/>
                  </a:lnTo>
                  <a:lnTo>
                    <a:pt x="532050" y="136654"/>
                  </a:lnTo>
                  <a:lnTo>
                    <a:pt x="525791" y="136654"/>
                  </a:lnTo>
                  <a:lnTo>
                    <a:pt x="519532" y="136654"/>
                  </a:lnTo>
                  <a:lnTo>
                    <a:pt x="513272" y="136654"/>
                  </a:lnTo>
                  <a:lnTo>
                    <a:pt x="507013" y="136654"/>
                  </a:lnTo>
                  <a:lnTo>
                    <a:pt x="500753" y="136654"/>
                  </a:lnTo>
                  <a:lnTo>
                    <a:pt x="494494" y="136654"/>
                  </a:lnTo>
                  <a:lnTo>
                    <a:pt x="488235" y="136654"/>
                  </a:lnTo>
                  <a:lnTo>
                    <a:pt x="481975" y="136654"/>
                  </a:lnTo>
                  <a:lnTo>
                    <a:pt x="475716" y="136654"/>
                  </a:lnTo>
                  <a:lnTo>
                    <a:pt x="469456" y="136654"/>
                  </a:lnTo>
                  <a:lnTo>
                    <a:pt x="463197" y="136654"/>
                  </a:lnTo>
                  <a:lnTo>
                    <a:pt x="456937" y="136654"/>
                  </a:lnTo>
                  <a:lnTo>
                    <a:pt x="450678" y="136654"/>
                  </a:lnTo>
                  <a:lnTo>
                    <a:pt x="444419" y="136654"/>
                  </a:lnTo>
                  <a:lnTo>
                    <a:pt x="438159" y="136654"/>
                  </a:lnTo>
                  <a:lnTo>
                    <a:pt x="431900" y="136654"/>
                  </a:lnTo>
                  <a:lnTo>
                    <a:pt x="425640" y="136654"/>
                  </a:lnTo>
                  <a:lnTo>
                    <a:pt x="419381" y="136654"/>
                  </a:lnTo>
                  <a:lnTo>
                    <a:pt x="413121" y="136654"/>
                  </a:lnTo>
                  <a:lnTo>
                    <a:pt x="406862" y="136654"/>
                  </a:lnTo>
                  <a:lnTo>
                    <a:pt x="400603" y="136654"/>
                  </a:lnTo>
                  <a:lnTo>
                    <a:pt x="394343" y="136654"/>
                  </a:lnTo>
                  <a:lnTo>
                    <a:pt x="388084" y="136654"/>
                  </a:lnTo>
                  <a:lnTo>
                    <a:pt x="381824" y="136654"/>
                  </a:lnTo>
                  <a:lnTo>
                    <a:pt x="375565" y="136654"/>
                  </a:lnTo>
                  <a:lnTo>
                    <a:pt x="369305" y="136654"/>
                  </a:lnTo>
                  <a:lnTo>
                    <a:pt x="363046" y="136654"/>
                  </a:lnTo>
                  <a:lnTo>
                    <a:pt x="356787" y="136654"/>
                  </a:lnTo>
                  <a:lnTo>
                    <a:pt x="350527" y="136654"/>
                  </a:lnTo>
                  <a:lnTo>
                    <a:pt x="344268" y="136654"/>
                  </a:lnTo>
                  <a:lnTo>
                    <a:pt x="338008" y="136654"/>
                  </a:lnTo>
                  <a:lnTo>
                    <a:pt x="331749" y="136654"/>
                  </a:lnTo>
                  <a:lnTo>
                    <a:pt x="325490" y="136654"/>
                  </a:lnTo>
                  <a:lnTo>
                    <a:pt x="319230" y="136654"/>
                  </a:lnTo>
                  <a:lnTo>
                    <a:pt x="312971" y="136654"/>
                  </a:lnTo>
                  <a:lnTo>
                    <a:pt x="306711" y="136654"/>
                  </a:lnTo>
                  <a:lnTo>
                    <a:pt x="300452" y="136654"/>
                  </a:lnTo>
                  <a:lnTo>
                    <a:pt x="294192" y="136654"/>
                  </a:lnTo>
                  <a:lnTo>
                    <a:pt x="287933" y="136654"/>
                  </a:lnTo>
                  <a:lnTo>
                    <a:pt x="281674" y="136654"/>
                  </a:lnTo>
                  <a:lnTo>
                    <a:pt x="275414" y="136654"/>
                  </a:lnTo>
                  <a:lnTo>
                    <a:pt x="269155" y="136654"/>
                  </a:lnTo>
                  <a:lnTo>
                    <a:pt x="262895" y="136654"/>
                  </a:lnTo>
                  <a:lnTo>
                    <a:pt x="256636" y="136654"/>
                  </a:lnTo>
                  <a:lnTo>
                    <a:pt x="250376" y="136654"/>
                  </a:lnTo>
                  <a:lnTo>
                    <a:pt x="244117" y="136654"/>
                  </a:lnTo>
                  <a:lnTo>
                    <a:pt x="237858" y="136654"/>
                  </a:lnTo>
                  <a:lnTo>
                    <a:pt x="231598" y="136654"/>
                  </a:lnTo>
                  <a:lnTo>
                    <a:pt x="225339" y="136654"/>
                  </a:lnTo>
                  <a:lnTo>
                    <a:pt x="219079" y="136654"/>
                  </a:lnTo>
                  <a:lnTo>
                    <a:pt x="212820" y="136654"/>
                  </a:lnTo>
                  <a:lnTo>
                    <a:pt x="206560" y="136654"/>
                  </a:lnTo>
                  <a:lnTo>
                    <a:pt x="200301" y="136654"/>
                  </a:lnTo>
                  <a:lnTo>
                    <a:pt x="194042" y="136654"/>
                  </a:lnTo>
                  <a:lnTo>
                    <a:pt x="187782" y="136654"/>
                  </a:lnTo>
                  <a:lnTo>
                    <a:pt x="181523" y="136654"/>
                  </a:lnTo>
                  <a:lnTo>
                    <a:pt x="175263" y="136654"/>
                  </a:lnTo>
                  <a:lnTo>
                    <a:pt x="169004" y="136654"/>
                  </a:lnTo>
                  <a:lnTo>
                    <a:pt x="162745" y="136654"/>
                  </a:lnTo>
                  <a:lnTo>
                    <a:pt x="156485" y="136654"/>
                  </a:lnTo>
                  <a:lnTo>
                    <a:pt x="150226" y="136654"/>
                  </a:lnTo>
                  <a:lnTo>
                    <a:pt x="143966" y="136654"/>
                  </a:lnTo>
                  <a:lnTo>
                    <a:pt x="137707" y="136654"/>
                  </a:lnTo>
                  <a:lnTo>
                    <a:pt x="131447" y="136654"/>
                  </a:lnTo>
                  <a:lnTo>
                    <a:pt x="125188" y="136654"/>
                  </a:lnTo>
                  <a:lnTo>
                    <a:pt x="118929" y="136654"/>
                  </a:lnTo>
                  <a:lnTo>
                    <a:pt x="112669" y="136654"/>
                  </a:lnTo>
                  <a:lnTo>
                    <a:pt x="106410" y="136654"/>
                  </a:lnTo>
                  <a:lnTo>
                    <a:pt x="100150" y="136654"/>
                  </a:lnTo>
                  <a:lnTo>
                    <a:pt x="93891" y="136654"/>
                  </a:lnTo>
                  <a:lnTo>
                    <a:pt x="87631" y="136654"/>
                  </a:lnTo>
                  <a:lnTo>
                    <a:pt x="81372" y="136654"/>
                  </a:lnTo>
                  <a:lnTo>
                    <a:pt x="75113" y="136654"/>
                  </a:lnTo>
                  <a:lnTo>
                    <a:pt x="68853" y="136654"/>
                  </a:lnTo>
                  <a:lnTo>
                    <a:pt x="62594" y="136654"/>
                  </a:lnTo>
                  <a:lnTo>
                    <a:pt x="56334" y="136654"/>
                  </a:lnTo>
                  <a:lnTo>
                    <a:pt x="50075" y="136654"/>
                  </a:lnTo>
                  <a:lnTo>
                    <a:pt x="43815" y="136654"/>
                  </a:lnTo>
                  <a:lnTo>
                    <a:pt x="37556" y="136654"/>
                  </a:lnTo>
                  <a:lnTo>
                    <a:pt x="31297" y="136654"/>
                  </a:lnTo>
                  <a:lnTo>
                    <a:pt x="25037" y="136654"/>
                  </a:lnTo>
                  <a:lnTo>
                    <a:pt x="18778" y="136654"/>
                  </a:lnTo>
                  <a:lnTo>
                    <a:pt x="12518" y="136654"/>
                  </a:lnTo>
                  <a:lnTo>
                    <a:pt x="6259" y="136654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3749798" y="5919504"/>
              <a:ext cx="3198565" cy="136654"/>
            </a:xfrm>
            <a:custGeom>
              <a:avLst/>
              <a:pathLst>
                <a:path w="3198565" h="136654">
                  <a:moveTo>
                    <a:pt x="0" y="136654"/>
                  </a:moveTo>
                  <a:lnTo>
                    <a:pt x="6259" y="136654"/>
                  </a:lnTo>
                  <a:lnTo>
                    <a:pt x="12518" y="136654"/>
                  </a:lnTo>
                  <a:lnTo>
                    <a:pt x="18778" y="136654"/>
                  </a:lnTo>
                  <a:lnTo>
                    <a:pt x="25037" y="136654"/>
                  </a:lnTo>
                  <a:lnTo>
                    <a:pt x="31297" y="136654"/>
                  </a:lnTo>
                  <a:lnTo>
                    <a:pt x="37556" y="136654"/>
                  </a:lnTo>
                  <a:lnTo>
                    <a:pt x="43815" y="136654"/>
                  </a:lnTo>
                  <a:lnTo>
                    <a:pt x="50075" y="136654"/>
                  </a:lnTo>
                  <a:lnTo>
                    <a:pt x="56334" y="136654"/>
                  </a:lnTo>
                  <a:lnTo>
                    <a:pt x="62594" y="136654"/>
                  </a:lnTo>
                  <a:lnTo>
                    <a:pt x="68853" y="136654"/>
                  </a:lnTo>
                  <a:lnTo>
                    <a:pt x="75113" y="136654"/>
                  </a:lnTo>
                  <a:lnTo>
                    <a:pt x="81372" y="136654"/>
                  </a:lnTo>
                  <a:lnTo>
                    <a:pt x="87631" y="136654"/>
                  </a:lnTo>
                  <a:lnTo>
                    <a:pt x="93891" y="136654"/>
                  </a:lnTo>
                  <a:lnTo>
                    <a:pt x="100150" y="136654"/>
                  </a:lnTo>
                  <a:lnTo>
                    <a:pt x="106410" y="136654"/>
                  </a:lnTo>
                  <a:lnTo>
                    <a:pt x="112669" y="136654"/>
                  </a:lnTo>
                  <a:lnTo>
                    <a:pt x="118929" y="136654"/>
                  </a:lnTo>
                  <a:lnTo>
                    <a:pt x="125188" y="136654"/>
                  </a:lnTo>
                  <a:lnTo>
                    <a:pt x="131447" y="136654"/>
                  </a:lnTo>
                  <a:lnTo>
                    <a:pt x="137707" y="136654"/>
                  </a:lnTo>
                  <a:lnTo>
                    <a:pt x="143966" y="136654"/>
                  </a:lnTo>
                  <a:lnTo>
                    <a:pt x="150226" y="136654"/>
                  </a:lnTo>
                  <a:lnTo>
                    <a:pt x="156485" y="136654"/>
                  </a:lnTo>
                  <a:lnTo>
                    <a:pt x="162745" y="136654"/>
                  </a:lnTo>
                  <a:lnTo>
                    <a:pt x="169004" y="136654"/>
                  </a:lnTo>
                  <a:lnTo>
                    <a:pt x="175263" y="136654"/>
                  </a:lnTo>
                  <a:lnTo>
                    <a:pt x="181523" y="136654"/>
                  </a:lnTo>
                  <a:lnTo>
                    <a:pt x="187782" y="136654"/>
                  </a:lnTo>
                  <a:lnTo>
                    <a:pt x="194042" y="136654"/>
                  </a:lnTo>
                  <a:lnTo>
                    <a:pt x="200301" y="136654"/>
                  </a:lnTo>
                  <a:lnTo>
                    <a:pt x="206560" y="136654"/>
                  </a:lnTo>
                  <a:lnTo>
                    <a:pt x="212820" y="136654"/>
                  </a:lnTo>
                  <a:lnTo>
                    <a:pt x="219079" y="136654"/>
                  </a:lnTo>
                  <a:lnTo>
                    <a:pt x="225339" y="136654"/>
                  </a:lnTo>
                  <a:lnTo>
                    <a:pt x="231598" y="136654"/>
                  </a:lnTo>
                  <a:lnTo>
                    <a:pt x="237858" y="136654"/>
                  </a:lnTo>
                  <a:lnTo>
                    <a:pt x="244117" y="136654"/>
                  </a:lnTo>
                  <a:lnTo>
                    <a:pt x="250376" y="136654"/>
                  </a:lnTo>
                  <a:lnTo>
                    <a:pt x="256636" y="136654"/>
                  </a:lnTo>
                  <a:lnTo>
                    <a:pt x="262895" y="136654"/>
                  </a:lnTo>
                  <a:lnTo>
                    <a:pt x="269155" y="136654"/>
                  </a:lnTo>
                  <a:lnTo>
                    <a:pt x="275414" y="136654"/>
                  </a:lnTo>
                  <a:lnTo>
                    <a:pt x="281674" y="136654"/>
                  </a:lnTo>
                  <a:lnTo>
                    <a:pt x="287933" y="136654"/>
                  </a:lnTo>
                  <a:lnTo>
                    <a:pt x="294192" y="136654"/>
                  </a:lnTo>
                  <a:lnTo>
                    <a:pt x="300452" y="136654"/>
                  </a:lnTo>
                  <a:lnTo>
                    <a:pt x="306711" y="136654"/>
                  </a:lnTo>
                  <a:lnTo>
                    <a:pt x="312971" y="136654"/>
                  </a:lnTo>
                  <a:lnTo>
                    <a:pt x="319230" y="136654"/>
                  </a:lnTo>
                  <a:lnTo>
                    <a:pt x="325490" y="136654"/>
                  </a:lnTo>
                  <a:lnTo>
                    <a:pt x="331749" y="136654"/>
                  </a:lnTo>
                  <a:lnTo>
                    <a:pt x="338008" y="136654"/>
                  </a:lnTo>
                  <a:lnTo>
                    <a:pt x="344268" y="136654"/>
                  </a:lnTo>
                  <a:lnTo>
                    <a:pt x="350527" y="136654"/>
                  </a:lnTo>
                  <a:lnTo>
                    <a:pt x="356787" y="136654"/>
                  </a:lnTo>
                  <a:lnTo>
                    <a:pt x="363046" y="136654"/>
                  </a:lnTo>
                  <a:lnTo>
                    <a:pt x="369305" y="136654"/>
                  </a:lnTo>
                  <a:lnTo>
                    <a:pt x="375565" y="136654"/>
                  </a:lnTo>
                  <a:lnTo>
                    <a:pt x="381824" y="136654"/>
                  </a:lnTo>
                  <a:lnTo>
                    <a:pt x="388084" y="136654"/>
                  </a:lnTo>
                  <a:lnTo>
                    <a:pt x="394343" y="136654"/>
                  </a:lnTo>
                  <a:lnTo>
                    <a:pt x="400603" y="136654"/>
                  </a:lnTo>
                  <a:lnTo>
                    <a:pt x="406862" y="136654"/>
                  </a:lnTo>
                  <a:lnTo>
                    <a:pt x="413121" y="136654"/>
                  </a:lnTo>
                  <a:lnTo>
                    <a:pt x="419381" y="136654"/>
                  </a:lnTo>
                  <a:lnTo>
                    <a:pt x="425640" y="136654"/>
                  </a:lnTo>
                  <a:lnTo>
                    <a:pt x="431900" y="136654"/>
                  </a:lnTo>
                  <a:lnTo>
                    <a:pt x="438159" y="136654"/>
                  </a:lnTo>
                  <a:lnTo>
                    <a:pt x="444419" y="136654"/>
                  </a:lnTo>
                  <a:lnTo>
                    <a:pt x="450678" y="136654"/>
                  </a:lnTo>
                  <a:lnTo>
                    <a:pt x="456937" y="136654"/>
                  </a:lnTo>
                  <a:lnTo>
                    <a:pt x="463197" y="136654"/>
                  </a:lnTo>
                  <a:lnTo>
                    <a:pt x="469456" y="136654"/>
                  </a:lnTo>
                  <a:lnTo>
                    <a:pt x="475716" y="136654"/>
                  </a:lnTo>
                  <a:lnTo>
                    <a:pt x="481975" y="136654"/>
                  </a:lnTo>
                  <a:lnTo>
                    <a:pt x="488235" y="136654"/>
                  </a:lnTo>
                  <a:lnTo>
                    <a:pt x="494494" y="136654"/>
                  </a:lnTo>
                  <a:lnTo>
                    <a:pt x="500753" y="136654"/>
                  </a:lnTo>
                  <a:lnTo>
                    <a:pt x="507013" y="136654"/>
                  </a:lnTo>
                  <a:lnTo>
                    <a:pt x="513272" y="136654"/>
                  </a:lnTo>
                  <a:lnTo>
                    <a:pt x="519532" y="136654"/>
                  </a:lnTo>
                  <a:lnTo>
                    <a:pt x="525791" y="136654"/>
                  </a:lnTo>
                  <a:lnTo>
                    <a:pt x="532050" y="136654"/>
                  </a:lnTo>
                  <a:lnTo>
                    <a:pt x="538310" y="136654"/>
                  </a:lnTo>
                  <a:lnTo>
                    <a:pt x="544569" y="136654"/>
                  </a:lnTo>
                  <a:lnTo>
                    <a:pt x="550829" y="136654"/>
                  </a:lnTo>
                  <a:lnTo>
                    <a:pt x="557088" y="136654"/>
                  </a:lnTo>
                  <a:lnTo>
                    <a:pt x="563348" y="136654"/>
                  </a:lnTo>
                  <a:lnTo>
                    <a:pt x="569607" y="136654"/>
                  </a:lnTo>
                  <a:lnTo>
                    <a:pt x="575866" y="136654"/>
                  </a:lnTo>
                  <a:lnTo>
                    <a:pt x="582126" y="136654"/>
                  </a:lnTo>
                  <a:lnTo>
                    <a:pt x="588385" y="136654"/>
                  </a:lnTo>
                  <a:lnTo>
                    <a:pt x="594645" y="136654"/>
                  </a:lnTo>
                  <a:lnTo>
                    <a:pt x="600904" y="136654"/>
                  </a:lnTo>
                  <a:lnTo>
                    <a:pt x="607164" y="136654"/>
                  </a:lnTo>
                  <a:lnTo>
                    <a:pt x="613423" y="136654"/>
                  </a:lnTo>
                  <a:lnTo>
                    <a:pt x="619682" y="136654"/>
                  </a:lnTo>
                  <a:lnTo>
                    <a:pt x="625942" y="136654"/>
                  </a:lnTo>
                  <a:lnTo>
                    <a:pt x="632201" y="136654"/>
                  </a:lnTo>
                  <a:lnTo>
                    <a:pt x="638461" y="136654"/>
                  </a:lnTo>
                  <a:lnTo>
                    <a:pt x="644720" y="136654"/>
                  </a:lnTo>
                  <a:lnTo>
                    <a:pt x="650980" y="136654"/>
                  </a:lnTo>
                  <a:lnTo>
                    <a:pt x="657239" y="136654"/>
                  </a:lnTo>
                  <a:lnTo>
                    <a:pt x="663498" y="136654"/>
                  </a:lnTo>
                  <a:lnTo>
                    <a:pt x="669758" y="136654"/>
                  </a:lnTo>
                  <a:lnTo>
                    <a:pt x="676017" y="136654"/>
                  </a:lnTo>
                  <a:lnTo>
                    <a:pt x="682277" y="136654"/>
                  </a:lnTo>
                  <a:lnTo>
                    <a:pt x="688536" y="136654"/>
                  </a:lnTo>
                  <a:lnTo>
                    <a:pt x="694796" y="136654"/>
                  </a:lnTo>
                  <a:lnTo>
                    <a:pt x="701055" y="136654"/>
                  </a:lnTo>
                  <a:lnTo>
                    <a:pt x="707314" y="136654"/>
                  </a:lnTo>
                  <a:lnTo>
                    <a:pt x="713574" y="136654"/>
                  </a:lnTo>
                  <a:lnTo>
                    <a:pt x="719833" y="136654"/>
                  </a:lnTo>
                  <a:lnTo>
                    <a:pt x="726093" y="136654"/>
                  </a:lnTo>
                  <a:lnTo>
                    <a:pt x="732352" y="136654"/>
                  </a:lnTo>
                  <a:lnTo>
                    <a:pt x="738611" y="136654"/>
                  </a:lnTo>
                  <a:lnTo>
                    <a:pt x="744871" y="136654"/>
                  </a:lnTo>
                  <a:lnTo>
                    <a:pt x="751130" y="136654"/>
                  </a:lnTo>
                  <a:lnTo>
                    <a:pt x="757390" y="136654"/>
                  </a:lnTo>
                  <a:lnTo>
                    <a:pt x="763649" y="136654"/>
                  </a:lnTo>
                  <a:lnTo>
                    <a:pt x="769909" y="136654"/>
                  </a:lnTo>
                  <a:lnTo>
                    <a:pt x="776168" y="136654"/>
                  </a:lnTo>
                  <a:lnTo>
                    <a:pt x="782427" y="136654"/>
                  </a:lnTo>
                  <a:lnTo>
                    <a:pt x="788687" y="136654"/>
                  </a:lnTo>
                  <a:lnTo>
                    <a:pt x="794946" y="136654"/>
                  </a:lnTo>
                  <a:lnTo>
                    <a:pt x="801206" y="136654"/>
                  </a:lnTo>
                  <a:lnTo>
                    <a:pt x="807465" y="136654"/>
                  </a:lnTo>
                  <a:lnTo>
                    <a:pt x="813725" y="136654"/>
                  </a:lnTo>
                  <a:lnTo>
                    <a:pt x="819984" y="136654"/>
                  </a:lnTo>
                  <a:lnTo>
                    <a:pt x="826243" y="136654"/>
                  </a:lnTo>
                  <a:lnTo>
                    <a:pt x="832503" y="136654"/>
                  </a:lnTo>
                  <a:lnTo>
                    <a:pt x="838762" y="136654"/>
                  </a:lnTo>
                  <a:lnTo>
                    <a:pt x="845022" y="136654"/>
                  </a:lnTo>
                  <a:lnTo>
                    <a:pt x="851281" y="136654"/>
                  </a:lnTo>
                  <a:lnTo>
                    <a:pt x="857541" y="136654"/>
                  </a:lnTo>
                  <a:lnTo>
                    <a:pt x="863800" y="136654"/>
                  </a:lnTo>
                  <a:lnTo>
                    <a:pt x="870059" y="136654"/>
                  </a:lnTo>
                  <a:lnTo>
                    <a:pt x="876319" y="136654"/>
                  </a:lnTo>
                  <a:lnTo>
                    <a:pt x="882578" y="136654"/>
                  </a:lnTo>
                  <a:lnTo>
                    <a:pt x="888838" y="136654"/>
                  </a:lnTo>
                  <a:lnTo>
                    <a:pt x="895097" y="136654"/>
                  </a:lnTo>
                  <a:lnTo>
                    <a:pt x="901356" y="136654"/>
                  </a:lnTo>
                  <a:lnTo>
                    <a:pt x="907616" y="136654"/>
                  </a:lnTo>
                  <a:lnTo>
                    <a:pt x="913875" y="136653"/>
                  </a:lnTo>
                  <a:lnTo>
                    <a:pt x="920135" y="136651"/>
                  </a:lnTo>
                  <a:lnTo>
                    <a:pt x="926394" y="136649"/>
                  </a:lnTo>
                  <a:lnTo>
                    <a:pt x="932654" y="136643"/>
                  </a:lnTo>
                  <a:lnTo>
                    <a:pt x="938913" y="136633"/>
                  </a:lnTo>
                  <a:lnTo>
                    <a:pt x="945172" y="136618"/>
                  </a:lnTo>
                  <a:lnTo>
                    <a:pt x="951432" y="136593"/>
                  </a:lnTo>
                  <a:lnTo>
                    <a:pt x="957691" y="136557"/>
                  </a:lnTo>
                  <a:lnTo>
                    <a:pt x="963951" y="136508"/>
                  </a:lnTo>
                  <a:lnTo>
                    <a:pt x="970210" y="136445"/>
                  </a:lnTo>
                  <a:lnTo>
                    <a:pt x="976470" y="136369"/>
                  </a:lnTo>
                  <a:lnTo>
                    <a:pt x="982729" y="136283"/>
                  </a:lnTo>
                  <a:lnTo>
                    <a:pt x="988988" y="136193"/>
                  </a:lnTo>
                  <a:lnTo>
                    <a:pt x="995248" y="136105"/>
                  </a:lnTo>
                  <a:lnTo>
                    <a:pt x="1001507" y="136027"/>
                  </a:lnTo>
                  <a:lnTo>
                    <a:pt x="1007767" y="135965"/>
                  </a:lnTo>
                  <a:lnTo>
                    <a:pt x="1014026" y="135920"/>
                  </a:lnTo>
                  <a:lnTo>
                    <a:pt x="1020286" y="135891"/>
                  </a:lnTo>
                  <a:lnTo>
                    <a:pt x="1026545" y="135871"/>
                  </a:lnTo>
                  <a:lnTo>
                    <a:pt x="1032804" y="135849"/>
                  </a:lnTo>
                  <a:lnTo>
                    <a:pt x="1039064" y="135814"/>
                  </a:lnTo>
                  <a:lnTo>
                    <a:pt x="1045323" y="135758"/>
                  </a:lnTo>
                  <a:lnTo>
                    <a:pt x="1051583" y="135677"/>
                  </a:lnTo>
                  <a:lnTo>
                    <a:pt x="1057842" y="135574"/>
                  </a:lnTo>
                  <a:lnTo>
                    <a:pt x="1064101" y="135453"/>
                  </a:lnTo>
                  <a:lnTo>
                    <a:pt x="1070361" y="135324"/>
                  </a:lnTo>
                  <a:lnTo>
                    <a:pt x="1076620" y="135199"/>
                  </a:lnTo>
                  <a:lnTo>
                    <a:pt x="1082880" y="135088"/>
                  </a:lnTo>
                  <a:lnTo>
                    <a:pt x="1089139" y="134999"/>
                  </a:lnTo>
                  <a:lnTo>
                    <a:pt x="1095399" y="134938"/>
                  </a:lnTo>
                  <a:lnTo>
                    <a:pt x="1101658" y="134905"/>
                  </a:lnTo>
                  <a:lnTo>
                    <a:pt x="1107917" y="134896"/>
                  </a:lnTo>
                  <a:lnTo>
                    <a:pt x="1114177" y="134901"/>
                  </a:lnTo>
                  <a:lnTo>
                    <a:pt x="1120436" y="134909"/>
                  </a:lnTo>
                  <a:lnTo>
                    <a:pt x="1126696" y="134901"/>
                  </a:lnTo>
                  <a:lnTo>
                    <a:pt x="1132955" y="134862"/>
                  </a:lnTo>
                  <a:lnTo>
                    <a:pt x="1139215" y="134780"/>
                  </a:lnTo>
                  <a:lnTo>
                    <a:pt x="1145474" y="134646"/>
                  </a:lnTo>
                  <a:lnTo>
                    <a:pt x="1151733" y="134460"/>
                  </a:lnTo>
                  <a:lnTo>
                    <a:pt x="1157993" y="134230"/>
                  </a:lnTo>
                  <a:lnTo>
                    <a:pt x="1164252" y="133971"/>
                  </a:lnTo>
                  <a:lnTo>
                    <a:pt x="1170512" y="133706"/>
                  </a:lnTo>
                  <a:lnTo>
                    <a:pt x="1176771" y="133460"/>
                  </a:lnTo>
                  <a:lnTo>
                    <a:pt x="1183031" y="133259"/>
                  </a:lnTo>
                  <a:lnTo>
                    <a:pt x="1189290" y="133120"/>
                  </a:lnTo>
                  <a:lnTo>
                    <a:pt x="1195549" y="133053"/>
                  </a:lnTo>
                  <a:lnTo>
                    <a:pt x="1201809" y="133053"/>
                  </a:lnTo>
                  <a:lnTo>
                    <a:pt x="1208068" y="133108"/>
                  </a:lnTo>
                  <a:lnTo>
                    <a:pt x="1214328" y="133195"/>
                  </a:lnTo>
                  <a:lnTo>
                    <a:pt x="1220587" y="133284"/>
                  </a:lnTo>
                  <a:lnTo>
                    <a:pt x="1226846" y="133349"/>
                  </a:lnTo>
                  <a:lnTo>
                    <a:pt x="1233106" y="133373"/>
                  </a:lnTo>
                  <a:lnTo>
                    <a:pt x="1239365" y="133351"/>
                  </a:lnTo>
                  <a:lnTo>
                    <a:pt x="1245625" y="133289"/>
                  </a:lnTo>
                  <a:lnTo>
                    <a:pt x="1251884" y="133203"/>
                  </a:lnTo>
                  <a:lnTo>
                    <a:pt x="1258144" y="133117"/>
                  </a:lnTo>
                  <a:lnTo>
                    <a:pt x="1264403" y="133057"/>
                  </a:lnTo>
                  <a:lnTo>
                    <a:pt x="1270662" y="133045"/>
                  </a:lnTo>
                  <a:lnTo>
                    <a:pt x="1276922" y="133098"/>
                  </a:lnTo>
                  <a:lnTo>
                    <a:pt x="1283181" y="133220"/>
                  </a:lnTo>
                  <a:lnTo>
                    <a:pt x="1289441" y="133403"/>
                  </a:lnTo>
                  <a:lnTo>
                    <a:pt x="1295700" y="133631"/>
                  </a:lnTo>
                  <a:lnTo>
                    <a:pt x="1301960" y="133880"/>
                  </a:lnTo>
                  <a:lnTo>
                    <a:pt x="1308219" y="134127"/>
                  </a:lnTo>
                  <a:lnTo>
                    <a:pt x="1314478" y="134346"/>
                  </a:lnTo>
                  <a:lnTo>
                    <a:pt x="1320738" y="134527"/>
                  </a:lnTo>
                  <a:lnTo>
                    <a:pt x="1326997" y="134669"/>
                  </a:lnTo>
                  <a:lnTo>
                    <a:pt x="1333257" y="134779"/>
                  </a:lnTo>
                  <a:lnTo>
                    <a:pt x="1339516" y="134871"/>
                  </a:lnTo>
                  <a:lnTo>
                    <a:pt x="1345776" y="134960"/>
                  </a:lnTo>
                  <a:lnTo>
                    <a:pt x="1352035" y="135057"/>
                  </a:lnTo>
                  <a:lnTo>
                    <a:pt x="1358294" y="135167"/>
                  </a:lnTo>
                  <a:lnTo>
                    <a:pt x="1364554" y="135284"/>
                  </a:lnTo>
                  <a:lnTo>
                    <a:pt x="1370813" y="135396"/>
                  </a:lnTo>
                  <a:lnTo>
                    <a:pt x="1377073" y="135484"/>
                  </a:lnTo>
                  <a:lnTo>
                    <a:pt x="1383332" y="135524"/>
                  </a:lnTo>
                  <a:lnTo>
                    <a:pt x="1389592" y="135491"/>
                  </a:lnTo>
                  <a:lnTo>
                    <a:pt x="1395851" y="135363"/>
                  </a:lnTo>
                  <a:lnTo>
                    <a:pt x="1402110" y="135121"/>
                  </a:lnTo>
                  <a:lnTo>
                    <a:pt x="1408370" y="134743"/>
                  </a:lnTo>
                  <a:lnTo>
                    <a:pt x="1414629" y="134209"/>
                  </a:lnTo>
                  <a:lnTo>
                    <a:pt x="1420889" y="133505"/>
                  </a:lnTo>
                  <a:lnTo>
                    <a:pt x="1427148" y="132604"/>
                  </a:lnTo>
                  <a:lnTo>
                    <a:pt x="1433407" y="131470"/>
                  </a:lnTo>
                  <a:lnTo>
                    <a:pt x="1439667" y="130052"/>
                  </a:lnTo>
                  <a:lnTo>
                    <a:pt x="1445926" y="128289"/>
                  </a:lnTo>
                  <a:lnTo>
                    <a:pt x="1452186" y="126109"/>
                  </a:lnTo>
                  <a:lnTo>
                    <a:pt x="1458445" y="123431"/>
                  </a:lnTo>
                  <a:lnTo>
                    <a:pt x="1464705" y="120171"/>
                  </a:lnTo>
                  <a:lnTo>
                    <a:pt x="1470964" y="116247"/>
                  </a:lnTo>
                  <a:lnTo>
                    <a:pt x="1477223" y="111584"/>
                  </a:lnTo>
                  <a:lnTo>
                    <a:pt x="1483483" y="106119"/>
                  </a:lnTo>
                  <a:lnTo>
                    <a:pt x="1489742" y="99810"/>
                  </a:lnTo>
                  <a:lnTo>
                    <a:pt x="1496002" y="92647"/>
                  </a:lnTo>
                  <a:lnTo>
                    <a:pt x="1502261" y="84660"/>
                  </a:lnTo>
                  <a:lnTo>
                    <a:pt x="1508521" y="75890"/>
                  </a:lnTo>
                  <a:lnTo>
                    <a:pt x="1514780" y="66546"/>
                  </a:lnTo>
                  <a:lnTo>
                    <a:pt x="1521039" y="56851"/>
                  </a:lnTo>
                  <a:lnTo>
                    <a:pt x="1527299" y="47068"/>
                  </a:lnTo>
                  <a:lnTo>
                    <a:pt x="1533558" y="37500"/>
                  </a:lnTo>
                  <a:lnTo>
                    <a:pt x="1539818" y="28458"/>
                  </a:lnTo>
                  <a:lnTo>
                    <a:pt x="1546077" y="20250"/>
                  </a:lnTo>
                  <a:lnTo>
                    <a:pt x="1552337" y="13156"/>
                  </a:lnTo>
                  <a:lnTo>
                    <a:pt x="1558596" y="7417"/>
                  </a:lnTo>
                  <a:lnTo>
                    <a:pt x="1564855" y="3227"/>
                  </a:lnTo>
                  <a:lnTo>
                    <a:pt x="1571115" y="727"/>
                  </a:lnTo>
                  <a:lnTo>
                    <a:pt x="1577374" y="0"/>
                  </a:lnTo>
                  <a:lnTo>
                    <a:pt x="1583634" y="1074"/>
                  </a:lnTo>
                  <a:lnTo>
                    <a:pt x="1589893" y="3920"/>
                  </a:lnTo>
                  <a:lnTo>
                    <a:pt x="1596152" y="8449"/>
                  </a:lnTo>
                  <a:lnTo>
                    <a:pt x="1602412" y="14566"/>
                  </a:lnTo>
                  <a:lnTo>
                    <a:pt x="1608671" y="22042"/>
                  </a:lnTo>
                  <a:lnTo>
                    <a:pt x="1614931" y="30567"/>
                  </a:lnTo>
                  <a:lnTo>
                    <a:pt x="1621190" y="39861"/>
                  </a:lnTo>
                  <a:lnTo>
                    <a:pt x="1627450" y="49627"/>
                  </a:lnTo>
                  <a:lnTo>
                    <a:pt x="1633709" y="59565"/>
                  </a:lnTo>
                  <a:lnTo>
                    <a:pt x="1639968" y="69391"/>
                  </a:lnTo>
                  <a:lnTo>
                    <a:pt x="1646228" y="78851"/>
                  </a:lnTo>
                  <a:lnTo>
                    <a:pt x="1652487" y="87726"/>
                  </a:lnTo>
                  <a:lnTo>
                    <a:pt x="1658747" y="95850"/>
                  </a:lnTo>
                  <a:lnTo>
                    <a:pt x="1665006" y="103109"/>
                  </a:lnTo>
                  <a:lnTo>
                    <a:pt x="1671266" y="109444"/>
                  </a:lnTo>
                  <a:lnTo>
                    <a:pt x="1677525" y="114846"/>
                  </a:lnTo>
                  <a:lnTo>
                    <a:pt x="1683784" y="119350"/>
                  </a:lnTo>
                  <a:lnTo>
                    <a:pt x="1690044" y="123024"/>
                  </a:lnTo>
                  <a:lnTo>
                    <a:pt x="1696303" y="125956"/>
                  </a:lnTo>
                  <a:lnTo>
                    <a:pt x="1702563" y="128219"/>
                  </a:lnTo>
                  <a:lnTo>
                    <a:pt x="1708822" y="129971"/>
                  </a:lnTo>
                  <a:lnTo>
                    <a:pt x="1715082" y="131311"/>
                  </a:lnTo>
                  <a:lnTo>
                    <a:pt x="1721341" y="132327"/>
                  </a:lnTo>
                  <a:lnTo>
                    <a:pt x="1727600" y="133095"/>
                  </a:lnTo>
                  <a:lnTo>
                    <a:pt x="1733860" y="133679"/>
                  </a:lnTo>
                  <a:lnTo>
                    <a:pt x="1740119" y="134127"/>
                  </a:lnTo>
                  <a:lnTo>
                    <a:pt x="1746379" y="134478"/>
                  </a:lnTo>
                  <a:lnTo>
                    <a:pt x="1752638" y="134760"/>
                  </a:lnTo>
                  <a:lnTo>
                    <a:pt x="1758897" y="134993"/>
                  </a:lnTo>
                  <a:lnTo>
                    <a:pt x="1765157" y="135190"/>
                  </a:lnTo>
                  <a:lnTo>
                    <a:pt x="1771416" y="135361"/>
                  </a:lnTo>
                  <a:lnTo>
                    <a:pt x="1777676" y="135512"/>
                  </a:lnTo>
                  <a:lnTo>
                    <a:pt x="1783935" y="135647"/>
                  </a:lnTo>
                  <a:lnTo>
                    <a:pt x="1790195" y="135768"/>
                  </a:lnTo>
                  <a:lnTo>
                    <a:pt x="1796454" y="135880"/>
                  </a:lnTo>
                  <a:lnTo>
                    <a:pt x="1802713" y="135983"/>
                  </a:lnTo>
                  <a:lnTo>
                    <a:pt x="1808973" y="136080"/>
                  </a:lnTo>
                  <a:lnTo>
                    <a:pt x="1815232" y="136171"/>
                  </a:lnTo>
                  <a:lnTo>
                    <a:pt x="1821492" y="136257"/>
                  </a:lnTo>
                  <a:lnTo>
                    <a:pt x="1827751" y="136336"/>
                  </a:lnTo>
                  <a:lnTo>
                    <a:pt x="1834011" y="136407"/>
                  </a:lnTo>
                  <a:lnTo>
                    <a:pt x="1840270" y="136469"/>
                  </a:lnTo>
                  <a:lnTo>
                    <a:pt x="1846529" y="136521"/>
                  </a:lnTo>
                  <a:lnTo>
                    <a:pt x="1852789" y="136561"/>
                  </a:lnTo>
                  <a:lnTo>
                    <a:pt x="1859048" y="136591"/>
                  </a:lnTo>
                  <a:lnTo>
                    <a:pt x="1865308" y="136612"/>
                  </a:lnTo>
                  <a:lnTo>
                    <a:pt x="1871567" y="136623"/>
                  </a:lnTo>
                  <a:lnTo>
                    <a:pt x="1877827" y="136627"/>
                  </a:lnTo>
                  <a:lnTo>
                    <a:pt x="1884086" y="136624"/>
                  </a:lnTo>
                  <a:lnTo>
                    <a:pt x="1890345" y="136612"/>
                  </a:lnTo>
                  <a:lnTo>
                    <a:pt x="1896605" y="136593"/>
                  </a:lnTo>
                  <a:lnTo>
                    <a:pt x="1902864" y="136565"/>
                  </a:lnTo>
                  <a:lnTo>
                    <a:pt x="1909124" y="136530"/>
                  </a:lnTo>
                  <a:lnTo>
                    <a:pt x="1915383" y="136489"/>
                  </a:lnTo>
                  <a:lnTo>
                    <a:pt x="1921642" y="136443"/>
                  </a:lnTo>
                  <a:lnTo>
                    <a:pt x="1927902" y="136397"/>
                  </a:lnTo>
                  <a:lnTo>
                    <a:pt x="1934161" y="136352"/>
                  </a:lnTo>
                  <a:lnTo>
                    <a:pt x="1940421" y="136311"/>
                  </a:lnTo>
                  <a:lnTo>
                    <a:pt x="1946680" y="136273"/>
                  </a:lnTo>
                  <a:lnTo>
                    <a:pt x="1952940" y="136232"/>
                  </a:lnTo>
                  <a:lnTo>
                    <a:pt x="1959199" y="136181"/>
                  </a:lnTo>
                  <a:lnTo>
                    <a:pt x="1965458" y="136108"/>
                  </a:lnTo>
                  <a:lnTo>
                    <a:pt x="1971718" y="135996"/>
                  </a:lnTo>
                  <a:lnTo>
                    <a:pt x="1977977" y="135832"/>
                  </a:lnTo>
                  <a:lnTo>
                    <a:pt x="1984237" y="135599"/>
                  </a:lnTo>
                  <a:lnTo>
                    <a:pt x="1990496" y="135281"/>
                  </a:lnTo>
                  <a:lnTo>
                    <a:pt x="1996756" y="134877"/>
                  </a:lnTo>
                  <a:lnTo>
                    <a:pt x="2003015" y="134387"/>
                  </a:lnTo>
                  <a:lnTo>
                    <a:pt x="2009274" y="133815"/>
                  </a:lnTo>
                  <a:lnTo>
                    <a:pt x="2015534" y="133165"/>
                  </a:lnTo>
                  <a:lnTo>
                    <a:pt x="2021793" y="132445"/>
                  </a:lnTo>
                  <a:lnTo>
                    <a:pt x="2028053" y="131660"/>
                  </a:lnTo>
                  <a:lnTo>
                    <a:pt x="2034312" y="130814"/>
                  </a:lnTo>
                  <a:lnTo>
                    <a:pt x="2040572" y="129912"/>
                  </a:lnTo>
                  <a:lnTo>
                    <a:pt x="2046831" y="128958"/>
                  </a:lnTo>
                  <a:lnTo>
                    <a:pt x="2053090" y="127956"/>
                  </a:lnTo>
                  <a:lnTo>
                    <a:pt x="2059350" y="126914"/>
                  </a:lnTo>
                  <a:lnTo>
                    <a:pt x="2065609" y="125841"/>
                  </a:lnTo>
                  <a:lnTo>
                    <a:pt x="2071869" y="124743"/>
                  </a:lnTo>
                  <a:lnTo>
                    <a:pt x="2078128" y="123630"/>
                  </a:lnTo>
                  <a:lnTo>
                    <a:pt x="2084388" y="122505"/>
                  </a:lnTo>
                  <a:lnTo>
                    <a:pt x="2090647" y="121376"/>
                  </a:lnTo>
                  <a:lnTo>
                    <a:pt x="2096906" y="120252"/>
                  </a:lnTo>
                  <a:lnTo>
                    <a:pt x="2103166" y="119151"/>
                  </a:lnTo>
                  <a:lnTo>
                    <a:pt x="2109425" y="118104"/>
                  </a:lnTo>
                  <a:lnTo>
                    <a:pt x="2115685" y="117155"/>
                  </a:lnTo>
                  <a:lnTo>
                    <a:pt x="2121944" y="116361"/>
                  </a:lnTo>
                  <a:lnTo>
                    <a:pt x="2128203" y="115782"/>
                  </a:lnTo>
                  <a:lnTo>
                    <a:pt x="2134463" y="115471"/>
                  </a:lnTo>
                  <a:lnTo>
                    <a:pt x="2140722" y="115462"/>
                  </a:lnTo>
                  <a:lnTo>
                    <a:pt x="2146982" y="115765"/>
                  </a:lnTo>
                  <a:lnTo>
                    <a:pt x="2153241" y="116355"/>
                  </a:lnTo>
                  <a:lnTo>
                    <a:pt x="2159501" y="117180"/>
                  </a:lnTo>
                  <a:lnTo>
                    <a:pt x="2165760" y="118164"/>
                  </a:lnTo>
                  <a:lnTo>
                    <a:pt x="2172019" y="119224"/>
                  </a:lnTo>
                  <a:lnTo>
                    <a:pt x="2178279" y="120282"/>
                  </a:lnTo>
                  <a:lnTo>
                    <a:pt x="2184538" y="121273"/>
                  </a:lnTo>
                  <a:lnTo>
                    <a:pt x="2190798" y="122176"/>
                  </a:lnTo>
                  <a:lnTo>
                    <a:pt x="2197057" y="122998"/>
                  </a:lnTo>
                  <a:lnTo>
                    <a:pt x="2203317" y="123770"/>
                  </a:lnTo>
                  <a:lnTo>
                    <a:pt x="2209576" y="124534"/>
                  </a:lnTo>
                  <a:lnTo>
                    <a:pt x="2215835" y="125334"/>
                  </a:lnTo>
                  <a:lnTo>
                    <a:pt x="2222095" y="126205"/>
                  </a:lnTo>
                  <a:lnTo>
                    <a:pt x="2228354" y="127163"/>
                  </a:lnTo>
                  <a:lnTo>
                    <a:pt x="2234614" y="128205"/>
                  </a:lnTo>
                  <a:lnTo>
                    <a:pt x="2240873" y="129305"/>
                  </a:lnTo>
                  <a:lnTo>
                    <a:pt x="2247133" y="130424"/>
                  </a:lnTo>
                  <a:lnTo>
                    <a:pt x="2253392" y="131517"/>
                  </a:lnTo>
                  <a:lnTo>
                    <a:pt x="2259651" y="132539"/>
                  </a:lnTo>
                  <a:lnTo>
                    <a:pt x="2265911" y="133454"/>
                  </a:lnTo>
                  <a:lnTo>
                    <a:pt x="2272170" y="134238"/>
                  </a:lnTo>
                  <a:lnTo>
                    <a:pt x="2278430" y="134878"/>
                  </a:lnTo>
                  <a:lnTo>
                    <a:pt x="2284689" y="135380"/>
                  </a:lnTo>
                  <a:lnTo>
                    <a:pt x="2290948" y="135764"/>
                  </a:lnTo>
                  <a:lnTo>
                    <a:pt x="2297208" y="136048"/>
                  </a:lnTo>
                  <a:lnTo>
                    <a:pt x="2303467" y="136253"/>
                  </a:lnTo>
                  <a:lnTo>
                    <a:pt x="2309727" y="136395"/>
                  </a:lnTo>
                  <a:lnTo>
                    <a:pt x="2315986" y="136492"/>
                  </a:lnTo>
                  <a:lnTo>
                    <a:pt x="2322246" y="136556"/>
                  </a:lnTo>
                  <a:lnTo>
                    <a:pt x="2328505" y="136596"/>
                  </a:lnTo>
                  <a:lnTo>
                    <a:pt x="2334764" y="136621"/>
                  </a:lnTo>
                  <a:lnTo>
                    <a:pt x="2341024" y="136636"/>
                  </a:lnTo>
                  <a:lnTo>
                    <a:pt x="2347283" y="136645"/>
                  </a:lnTo>
                  <a:lnTo>
                    <a:pt x="2353543" y="136650"/>
                  </a:lnTo>
                  <a:lnTo>
                    <a:pt x="2359802" y="136652"/>
                  </a:lnTo>
                  <a:lnTo>
                    <a:pt x="2366062" y="136653"/>
                  </a:lnTo>
                  <a:lnTo>
                    <a:pt x="2372321" y="136654"/>
                  </a:lnTo>
                  <a:lnTo>
                    <a:pt x="2378580" y="136654"/>
                  </a:lnTo>
                  <a:lnTo>
                    <a:pt x="2384840" y="136654"/>
                  </a:lnTo>
                  <a:lnTo>
                    <a:pt x="2391099" y="136654"/>
                  </a:lnTo>
                  <a:lnTo>
                    <a:pt x="2397359" y="136654"/>
                  </a:lnTo>
                  <a:lnTo>
                    <a:pt x="2403618" y="136654"/>
                  </a:lnTo>
                  <a:lnTo>
                    <a:pt x="2409878" y="136654"/>
                  </a:lnTo>
                  <a:lnTo>
                    <a:pt x="2416137" y="136654"/>
                  </a:lnTo>
                  <a:lnTo>
                    <a:pt x="2422396" y="136654"/>
                  </a:lnTo>
                  <a:lnTo>
                    <a:pt x="2428656" y="136654"/>
                  </a:lnTo>
                  <a:lnTo>
                    <a:pt x="2434915" y="136654"/>
                  </a:lnTo>
                  <a:lnTo>
                    <a:pt x="2441175" y="136654"/>
                  </a:lnTo>
                  <a:lnTo>
                    <a:pt x="2447434" y="136654"/>
                  </a:lnTo>
                  <a:lnTo>
                    <a:pt x="2453693" y="136654"/>
                  </a:lnTo>
                  <a:lnTo>
                    <a:pt x="2459953" y="136654"/>
                  </a:lnTo>
                  <a:lnTo>
                    <a:pt x="2466212" y="136654"/>
                  </a:lnTo>
                  <a:lnTo>
                    <a:pt x="2472472" y="136654"/>
                  </a:lnTo>
                  <a:lnTo>
                    <a:pt x="2478731" y="136654"/>
                  </a:lnTo>
                  <a:lnTo>
                    <a:pt x="2484991" y="136654"/>
                  </a:lnTo>
                  <a:lnTo>
                    <a:pt x="2491250" y="136654"/>
                  </a:lnTo>
                  <a:lnTo>
                    <a:pt x="2497509" y="136654"/>
                  </a:lnTo>
                  <a:lnTo>
                    <a:pt x="2503769" y="136654"/>
                  </a:lnTo>
                  <a:lnTo>
                    <a:pt x="2510028" y="136654"/>
                  </a:lnTo>
                  <a:lnTo>
                    <a:pt x="2516288" y="136654"/>
                  </a:lnTo>
                  <a:lnTo>
                    <a:pt x="2522547" y="136654"/>
                  </a:lnTo>
                  <a:lnTo>
                    <a:pt x="2528807" y="136654"/>
                  </a:lnTo>
                  <a:lnTo>
                    <a:pt x="2535066" y="136654"/>
                  </a:lnTo>
                  <a:lnTo>
                    <a:pt x="2541325" y="136654"/>
                  </a:lnTo>
                  <a:lnTo>
                    <a:pt x="2547585" y="136654"/>
                  </a:lnTo>
                  <a:lnTo>
                    <a:pt x="2553844" y="136654"/>
                  </a:lnTo>
                  <a:lnTo>
                    <a:pt x="2560104" y="136654"/>
                  </a:lnTo>
                  <a:lnTo>
                    <a:pt x="2566363" y="136654"/>
                  </a:lnTo>
                  <a:lnTo>
                    <a:pt x="2572623" y="136654"/>
                  </a:lnTo>
                  <a:lnTo>
                    <a:pt x="2578882" y="136654"/>
                  </a:lnTo>
                  <a:lnTo>
                    <a:pt x="2585141" y="136654"/>
                  </a:lnTo>
                  <a:lnTo>
                    <a:pt x="2591401" y="136654"/>
                  </a:lnTo>
                  <a:lnTo>
                    <a:pt x="2597660" y="136654"/>
                  </a:lnTo>
                  <a:lnTo>
                    <a:pt x="2603920" y="136654"/>
                  </a:lnTo>
                  <a:lnTo>
                    <a:pt x="2610179" y="136654"/>
                  </a:lnTo>
                  <a:lnTo>
                    <a:pt x="2616438" y="136654"/>
                  </a:lnTo>
                  <a:lnTo>
                    <a:pt x="2622698" y="136654"/>
                  </a:lnTo>
                  <a:lnTo>
                    <a:pt x="2628957" y="136654"/>
                  </a:lnTo>
                  <a:lnTo>
                    <a:pt x="2635217" y="136654"/>
                  </a:lnTo>
                  <a:lnTo>
                    <a:pt x="2641476" y="136654"/>
                  </a:lnTo>
                  <a:lnTo>
                    <a:pt x="2647736" y="136654"/>
                  </a:lnTo>
                  <a:lnTo>
                    <a:pt x="2653995" y="136654"/>
                  </a:lnTo>
                  <a:lnTo>
                    <a:pt x="2660254" y="136654"/>
                  </a:lnTo>
                  <a:lnTo>
                    <a:pt x="2666514" y="136654"/>
                  </a:lnTo>
                  <a:lnTo>
                    <a:pt x="2672773" y="136654"/>
                  </a:lnTo>
                  <a:lnTo>
                    <a:pt x="2679033" y="136654"/>
                  </a:lnTo>
                  <a:lnTo>
                    <a:pt x="2685292" y="136654"/>
                  </a:lnTo>
                  <a:lnTo>
                    <a:pt x="2691552" y="136654"/>
                  </a:lnTo>
                  <a:lnTo>
                    <a:pt x="2697811" y="136654"/>
                  </a:lnTo>
                  <a:lnTo>
                    <a:pt x="2704070" y="136654"/>
                  </a:lnTo>
                  <a:lnTo>
                    <a:pt x="2710330" y="136654"/>
                  </a:lnTo>
                  <a:lnTo>
                    <a:pt x="2716589" y="136654"/>
                  </a:lnTo>
                  <a:lnTo>
                    <a:pt x="2722849" y="136654"/>
                  </a:lnTo>
                  <a:lnTo>
                    <a:pt x="2729108" y="136654"/>
                  </a:lnTo>
                  <a:lnTo>
                    <a:pt x="2735368" y="136654"/>
                  </a:lnTo>
                  <a:lnTo>
                    <a:pt x="2741627" y="136654"/>
                  </a:lnTo>
                  <a:lnTo>
                    <a:pt x="2747886" y="136654"/>
                  </a:lnTo>
                  <a:lnTo>
                    <a:pt x="2754146" y="136654"/>
                  </a:lnTo>
                  <a:lnTo>
                    <a:pt x="2760405" y="136654"/>
                  </a:lnTo>
                  <a:lnTo>
                    <a:pt x="2766665" y="136654"/>
                  </a:lnTo>
                  <a:lnTo>
                    <a:pt x="2772924" y="136654"/>
                  </a:lnTo>
                  <a:lnTo>
                    <a:pt x="2779184" y="136654"/>
                  </a:lnTo>
                  <a:lnTo>
                    <a:pt x="2785443" y="136654"/>
                  </a:lnTo>
                  <a:lnTo>
                    <a:pt x="2791702" y="136654"/>
                  </a:lnTo>
                  <a:lnTo>
                    <a:pt x="2797962" y="136654"/>
                  </a:lnTo>
                  <a:lnTo>
                    <a:pt x="2804221" y="136654"/>
                  </a:lnTo>
                  <a:lnTo>
                    <a:pt x="2810481" y="136654"/>
                  </a:lnTo>
                  <a:lnTo>
                    <a:pt x="2816740" y="136654"/>
                  </a:lnTo>
                  <a:lnTo>
                    <a:pt x="2822999" y="136654"/>
                  </a:lnTo>
                  <a:lnTo>
                    <a:pt x="2829259" y="136654"/>
                  </a:lnTo>
                  <a:lnTo>
                    <a:pt x="2835518" y="136654"/>
                  </a:lnTo>
                  <a:lnTo>
                    <a:pt x="2841778" y="136654"/>
                  </a:lnTo>
                  <a:lnTo>
                    <a:pt x="2848037" y="136654"/>
                  </a:lnTo>
                  <a:lnTo>
                    <a:pt x="2854297" y="136654"/>
                  </a:lnTo>
                  <a:lnTo>
                    <a:pt x="2860556" y="136654"/>
                  </a:lnTo>
                  <a:lnTo>
                    <a:pt x="2866815" y="136654"/>
                  </a:lnTo>
                  <a:lnTo>
                    <a:pt x="2873075" y="136654"/>
                  </a:lnTo>
                  <a:lnTo>
                    <a:pt x="2879334" y="136654"/>
                  </a:lnTo>
                  <a:lnTo>
                    <a:pt x="2885594" y="136654"/>
                  </a:lnTo>
                  <a:lnTo>
                    <a:pt x="2891853" y="136654"/>
                  </a:lnTo>
                  <a:lnTo>
                    <a:pt x="2898113" y="136654"/>
                  </a:lnTo>
                  <a:lnTo>
                    <a:pt x="2904372" y="136654"/>
                  </a:lnTo>
                  <a:lnTo>
                    <a:pt x="2910631" y="136654"/>
                  </a:lnTo>
                  <a:lnTo>
                    <a:pt x="2916891" y="136654"/>
                  </a:lnTo>
                  <a:lnTo>
                    <a:pt x="2923150" y="136654"/>
                  </a:lnTo>
                  <a:lnTo>
                    <a:pt x="2929410" y="136654"/>
                  </a:lnTo>
                  <a:lnTo>
                    <a:pt x="2935669" y="136654"/>
                  </a:lnTo>
                  <a:lnTo>
                    <a:pt x="2941929" y="136654"/>
                  </a:lnTo>
                  <a:lnTo>
                    <a:pt x="2948188" y="136654"/>
                  </a:lnTo>
                  <a:lnTo>
                    <a:pt x="2954447" y="136654"/>
                  </a:lnTo>
                  <a:lnTo>
                    <a:pt x="2960707" y="136654"/>
                  </a:lnTo>
                  <a:lnTo>
                    <a:pt x="2966966" y="136654"/>
                  </a:lnTo>
                  <a:lnTo>
                    <a:pt x="2973226" y="136654"/>
                  </a:lnTo>
                  <a:lnTo>
                    <a:pt x="2979485" y="136654"/>
                  </a:lnTo>
                  <a:lnTo>
                    <a:pt x="2985744" y="136654"/>
                  </a:lnTo>
                  <a:lnTo>
                    <a:pt x="2992004" y="136654"/>
                  </a:lnTo>
                  <a:lnTo>
                    <a:pt x="2998263" y="136654"/>
                  </a:lnTo>
                  <a:lnTo>
                    <a:pt x="3004523" y="136654"/>
                  </a:lnTo>
                  <a:lnTo>
                    <a:pt x="3010782" y="136654"/>
                  </a:lnTo>
                  <a:lnTo>
                    <a:pt x="3017042" y="136654"/>
                  </a:lnTo>
                  <a:lnTo>
                    <a:pt x="3023301" y="136654"/>
                  </a:lnTo>
                  <a:lnTo>
                    <a:pt x="3029560" y="136654"/>
                  </a:lnTo>
                  <a:lnTo>
                    <a:pt x="3035820" y="136654"/>
                  </a:lnTo>
                  <a:lnTo>
                    <a:pt x="3042079" y="136654"/>
                  </a:lnTo>
                  <a:lnTo>
                    <a:pt x="3048339" y="136654"/>
                  </a:lnTo>
                  <a:lnTo>
                    <a:pt x="3054598" y="136654"/>
                  </a:lnTo>
                  <a:lnTo>
                    <a:pt x="3060858" y="136654"/>
                  </a:lnTo>
                  <a:lnTo>
                    <a:pt x="3067117" y="136654"/>
                  </a:lnTo>
                  <a:lnTo>
                    <a:pt x="3073376" y="136654"/>
                  </a:lnTo>
                  <a:lnTo>
                    <a:pt x="3079636" y="136654"/>
                  </a:lnTo>
                  <a:lnTo>
                    <a:pt x="3085895" y="136654"/>
                  </a:lnTo>
                  <a:lnTo>
                    <a:pt x="3092155" y="136654"/>
                  </a:lnTo>
                  <a:lnTo>
                    <a:pt x="3098414" y="136654"/>
                  </a:lnTo>
                  <a:lnTo>
                    <a:pt x="3104674" y="136654"/>
                  </a:lnTo>
                  <a:lnTo>
                    <a:pt x="3110933" y="136654"/>
                  </a:lnTo>
                  <a:lnTo>
                    <a:pt x="3117192" y="136654"/>
                  </a:lnTo>
                  <a:lnTo>
                    <a:pt x="3123452" y="136654"/>
                  </a:lnTo>
                  <a:lnTo>
                    <a:pt x="3129711" y="136654"/>
                  </a:lnTo>
                  <a:lnTo>
                    <a:pt x="3135971" y="136654"/>
                  </a:lnTo>
                  <a:lnTo>
                    <a:pt x="3142230" y="136654"/>
                  </a:lnTo>
                  <a:lnTo>
                    <a:pt x="3148489" y="136654"/>
                  </a:lnTo>
                  <a:lnTo>
                    <a:pt x="3154749" y="136654"/>
                  </a:lnTo>
                  <a:lnTo>
                    <a:pt x="3161008" y="136654"/>
                  </a:lnTo>
                  <a:lnTo>
                    <a:pt x="3167268" y="136654"/>
                  </a:lnTo>
                  <a:lnTo>
                    <a:pt x="3173527" y="136654"/>
                  </a:lnTo>
                  <a:lnTo>
                    <a:pt x="3179787" y="136654"/>
                  </a:lnTo>
                  <a:lnTo>
                    <a:pt x="3186046" y="136654"/>
                  </a:lnTo>
                  <a:lnTo>
                    <a:pt x="3192305" y="136654"/>
                  </a:lnTo>
                  <a:lnTo>
                    <a:pt x="3198565" y="136654"/>
                  </a:lnTo>
                </a:path>
              </a:pathLst>
            </a:cu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3749798" y="5952861"/>
              <a:ext cx="3198565" cy="103297"/>
            </a:xfrm>
            <a:custGeom>
              <a:avLst/>
              <a:pathLst>
                <a:path w="3198565" h="103297">
                  <a:moveTo>
                    <a:pt x="0" y="103297"/>
                  </a:moveTo>
                  <a:lnTo>
                    <a:pt x="6259" y="103297"/>
                  </a:lnTo>
                  <a:lnTo>
                    <a:pt x="12518" y="103297"/>
                  </a:lnTo>
                  <a:lnTo>
                    <a:pt x="18778" y="103297"/>
                  </a:lnTo>
                  <a:lnTo>
                    <a:pt x="25037" y="103297"/>
                  </a:lnTo>
                  <a:lnTo>
                    <a:pt x="31297" y="103297"/>
                  </a:lnTo>
                  <a:lnTo>
                    <a:pt x="37556" y="103297"/>
                  </a:lnTo>
                  <a:lnTo>
                    <a:pt x="43815" y="103297"/>
                  </a:lnTo>
                  <a:lnTo>
                    <a:pt x="50075" y="103297"/>
                  </a:lnTo>
                  <a:lnTo>
                    <a:pt x="56334" y="103297"/>
                  </a:lnTo>
                  <a:lnTo>
                    <a:pt x="62594" y="103297"/>
                  </a:lnTo>
                  <a:lnTo>
                    <a:pt x="68853" y="103297"/>
                  </a:lnTo>
                  <a:lnTo>
                    <a:pt x="75113" y="103297"/>
                  </a:lnTo>
                  <a:lnTo>
                    <a:pt x="81372" y="103297"/>
                  </a:lnTo>
                  <a:lnTo>
                    <a:pt x="87631" y="103297"/>
                  </a:lnTo>
                  <a:lnTo>
                    <a:pt x="93891" y="103297"/>
                  </a:lnTo>
                  <a:lnTo>
                    <a:pt x="100150" y="103297"/>
                  </a:lnTo>
                  <a:lnTo>
                    <a:pt x="106410" y="103297"/>
                  </a:lnTo>
                  <a:lnTo>
                    <a:pt x="112669" y="103297"/>
                  </a:lnTo>
                  <a:lnTo>
                    <a:pt x="118929" y="103297"/>
                  </a:lnTo>
                  <a:lnTo>
                    <a:pt x="125188" y="103297"/>
                  </a:lnTo>
                  <a:lnTo>
                    <a:pt x="131447" y="103297"/>
                  </a:lnTo>
                  <a:lnTo>
                    <a:pt x="137707" y="103297"/>
                  </a:lnTo>
                  <a:lnTo>
                    <a:pt x="143966" y="103297"/>
                  </a:lnTo>
                  <a:lnTo>
                    <a:pt x="150226" y="103297"/>
                  </a:lnTo>
                  <a:lnTo>
                    <a:pt x="156485" y="103297"/>
                  </a:lnTo>
                  <a:lnTo>
                    <a:pt x="162745" y="103297"/>
                  </a:lnTo>
                  <a:lnTo>
                    <a:pt x="169004" y="103297"/>
                  </a:lnTo>
                  <a:lnTo>
                    <a:pt x="175263" y="103297"/>
                  </a:lnTo>
                  <a:lnTo>
                    <a:pt x="181523" y="103297"/>
                  </a:lnTo>
                  <a:lnTo>
                    <a:pt x="187782" y="103297"/>
                  </a:lnTo>
                  <a:lnTo>
                    <a:pt x="194042" y="103297"/>
                  </a:lnTo>
                  <a:lnTo>
                    <a:pt x="200301" y="103297"/>
                  </a:lnTo>
                  <a:lnTo>
                    <a:pt x="206560" y="103297"/>
                  </a:lnTo>
                  <a:lnTo>
                    <a:pt x="212820" y="103297"/>
                  </a:lnTo>
                  <a:lnTo>
                    <a:pt x="219079" y="103297"/>
                  </a:lnTo>
                  <a:lnTo>
                    <a:pt x="225339" y="103297"/>
                  </a:lnTo>
                  <a:lnTo>
                    <a:pt x="231598" y="103297"/>
                  </a:lnTo>
                  <a:lnTo>
                    <a:pt x="237858" y="103297"/>
                  </a:lnTo>
                  <a:lnTo>
                    <a:pt x="244117" y="103297"/>
                  </a:lnTo>
                  <a:lnTo>
                    <a:pt x="250376" y="103297"/>
                  </a:lnTo>
                  <a:lnTo>
                    <a:pt x="256636" y="103297"/>
                  </a:lnTo>
                  <a:lnTo>
                    <a:pt x="262895" y="103297"/>
                  </a:lnTo>
                  <a:lnTo>
                    <a:pt x="269155" y="103297"/>
                  </a:lnTo>
                  <a:lnTo>
                    <a:pt x="275414" y="103297"/>
                  </a:lnTo>
                  <a:lnTo>
                    <a:pt x="281674" y="103297"/>
                  </a:lnTo>
                  <a:lnTo>
                    <a:pt x="287933" y="103297"/>
                  </a:lnTo>
                  <a:lnTo>
                    <a:pt x="294192" y="103297"/>
                  </a:lnTo>
                  <a:lnTo>
                    <a:pt x="300452" y="103297"/>
                  </a:lnTo>
                  <a:lnTo>
                    <a:pt x="306711" y="103297"/>
                  </a:lnTo>
                  <a:lnTo>
                    <a:pt x="312971" y="103297"/>
                  </a:lnTo>
                  <a:lnTo>
                    <a:pt x="319230" y="103297"/>
                  </a:lnTo>
                  <a:lnTo>
                    <a:pt x="325490" y="103297"/>
                  </a:lnTo>
                  <a:lnTo>
                    <a:pt x="331749" y="103297"/>
                  </a:lnTo>
                  <a:lnTo>
                    <a:pt x="338008" y="103297"/>
                  </a:lnTo>
                  <a:lnTo>
                    <a:pt x="344268" y="103297"/>
                  </a:lnTo>
                  <a:lnTo>
                    <a:pt x="350527" y="103297"/>
                  </a:lnTo>
                  <a:lnTo>
                    <a:pt x="356787" y="103297"/>
                  </a:lnTo>
                  <a:lnTo>
                    <a:pt x="363046" y="103297"/>
                  </a:lnTo>
                  <a:lnTo>
                    <a:pt x="369305" y="103297"/>
                  </a:lnTo>
                  <a:lnTo>
                    <a:pt x="375565" y="103297"/>
                  </a:lnTo>
                  <a:lnTo>
                    <a:pt x="381824" y="103297"/>
                  </a:lnTo>
                  <a:lnTo>
                    <a:pt x="388084" y="103297"/>
                  </a:lnTo>
                  <a:lnTo>
                    <a:pt x="394343" y="103297"/>
                  </a:lnTo>
                  <a:lnTo>
                    <a:pt x="400603" y="103297"/>
                  </a:lnTo>
                  <a:lnTo>
                    <a:pt x="406862" y="103297"/>
                  </a:lnTo>
                  <a:lnTo>
                    <a:pt x="413121" y="103297"/>
                  </a:lnTo>
                  <a:lnTo>
                    <a:pt x="419381" y="103297"/>
                  </a:lnTo>
                  <a:lnTo>
                    <a:pt x="425640" y="103297"/>
                  </a:lnTo>
                  <a:lnTo>
                    <a:pt x="431900" y="103297"/>
                  </a:lnTo>
                  <a:lnTo>
                    <a:pt x="438159" y="103297"/>
                  </a:lnTo>
                  <a:lnTo>
                    <a:pt x="444419" y="103297"/>
                  </a:lnTo>
                  <a:lnTo>
                    <a:pt x="450678" y="103297"/>
                  </a:lnTo>
                  <a:lnTo>
                    <a:pt x="456937" y="103297"/>
                  </a:lnTo>
                  <a:lnTo>
                    <a:pt x="463197" y="103297"/>
                  </a:lnTo>
                  <a:lnTo>
                    <a:pt x="469456" y="103297"/>
                  </a:lnTo>
                  <a:lnTo>
                    <a:pt x="475716" y="103297"/>
                  </a:lnTo>
                  <a:lnTo>
                    <a:pt x="481975" y="103297"/>
                  </a:lnTo>
                  <a:lnTo>
                    <a:pt x="488235" y="103297"/>
                  </a:lnTo>
                  <a:lnTo>
                    <a:pt x="494494" y="103297"/>
                  </a:lnTo>
                  <a:lnTo>
                    <a:pt x="500753" y="103297"/>
                  </a:lnTo>
                  <a:lnTo>
                    <a:pt x="507013" y="103297"/>
                  </a:lnTo>
                  <a:lnTo>
                    <a:pt x="513272" y="103297"/>
                  </a:lnTo>
                  <a:lnTo>
                    <a:pt x="519532" y="103297"/>
                  </a:lnTo>
                  <a:lnTo>
                    <a:pt x="525791" y="103297"/>
                  </a:lnTo>
                  <a:lnTo>
                    <a:pt x="532050" y="103297"/>
                  </a:lnTo>
                  <a:lnTo>
                    <a:pt x="538310" y="103297"/>
                  </a:lnTo>
                  <a:lnTo>
                    <a:pt x="544569" y="103297"/>
                  </a:lnTo>
                  <a:lnTo>
                    <a:pt x="550829" y="103297"/>
                  </a:lnTo>
                  <a:lnTo>
                    <a:pt x="557088" y="103297"/>
                  </a:lnTo>
                  <a:lnTo>
                    <a:pt x="563348" y="103297"/>
                  </a:lnTo>
                  <a:lnTo>
                    <a:pt x="569607" y="103297"/>
                  </a:lnTo>
                  <a:lnTo>
                    <a:pt x="575866" y="103297"/>
                  </a:lnTo>
                  <a:lnTo>
                    <a:pt x="582126" y="103297"/>
                  </a:lnTo>
                  <a:lnTo>
                    <a:pt x="588385" y="103297"/>
                  </a:lnTo>
                  <a:lnTo>
                    <a:pt x="594645" y="103297"/>
                  </a:lnTo>
                  <a:lnTo>
                    <a:pt x="600904" y="103297"/>
                  </a:lnTo>
                  <a:lnTo>
                    <a:pt x="607164" y="103297"/>
                  </a:lnTo>
                  <a:lnTo>
                    <a:pt x="613423" y="103297"/>
                  </a:lnTo>
                  <a:lnTo>
                    <a:pt x="619682" y="103297"/>
                  </a:lnTo>
                  <a:lnTo>
                    <a:pt x="625942" y="103297"/>
                  </a:lnTo>
                  <a:lnTo>
                    <a:pt x="632201" y="103297"/>
                  </a:lnTo>
                  <a:lnTo>
                    <a:pt x="638461" y="103297"/>
                  </a:lnTo>
                  <a:lnTo>
                    <a:pt x="644720" y="103297"/>
                  </a:lnTo>
                  <a:lnTo>
                    <a:pt x="650980" y="103297"/>
                  </a:lnTo>
                  <a:lnTo>
                    <a:pt x="657239" y="103297"/>
                  </a:lnTo>
                  <a:lnTo>
                    <a:pt x="663498" y="103297"/>
                  </a:lnTo>
                  <a:lnTo>
                    <a:pt x="669758" y="103297"/>
                  </a:lnTo>
                  <a:lnTo>
                    <a:pt x="676017" y="103297"/>
                  </a:lnTo>
                  <a:lnTo>
                    <a:pt x="682277" y="103297"/>
                  </a:lnTo>
                  <a:lnTo>
                    <a:pt x="688536" y="103297"/>
                  </a:lnTo>
                  <a:lnTo>
                    <a:pt x="694796" y="103297"/>
                  </a:lnTo>
                  <a:lnTo>
                    <a:pt x="701055" y="103297"/>
                  </a:lnTo>
                  <a:lnTo>
                    <a:pt x="707314" y="103297"/>
                  </a:lnTo>
                  <a:lnTo>
                    <a:pt x="713574" y="103297"/>
                  </a:lnTo>
                  <a:lnTo>
                    <a:pt x="719833" y="103297"/>
                  </a:lnTo>
                  <a:lnTo>
                    <a:pt x="726093" y="103297"/>
                  </a:lnTo>
                  <a:lnTo>
                    <a:pt x="732352" y="103297"/>
                  </a:lnTo>
                  <a:lnTo>
                    <a:pt x="738611" y="103297"/>
                  </a:lnTo>
                  <a:lnTo>
                    <a:pt x="744871" y="103297"/>
                  </a:lnTo>
                  <a:lnTo>
                    <a:pt x="751130" y="103297"/>
                  </a:lnTo>
                  <a:lnTo>
                    <a:pt x="757390" y="103297"/>
                  </a:lnTo>
                  <a:lnTo>
                    <a:pt x="763649" y="103297"/>
                  </a:lnTo>
                  <a:lnTo>
                    <a:pt x="769909" y="103297"/>
                  </a:lnTo>
                  <a:lnTo>
                    <a:pt x="776168" y="103297"/>
                  </a:lnTo>
                  <a:lnTo>
                    <a:pt x="782427" y="103297"/>
                  </a:lnTo>
                  <a:lnTo>
                    <a:pt x="788687" y="103297"/>
                  </a:lnTo>
                  <a:lnTo>
                    <a:pt x="794946" y="103297"/>
                  </a:lnTo>
                  <a:lnTo>
                    <a:pt x="801206" y="103297"/>
                  </a:lnTo>
                  <a:lnTo>
                    <a:pt x="807465" y="103297"/>
                  </a:lnTo>
                  <a:lnTo>
                    <a:pt x="813725" y="103297"/>
                  </a:lnTo>
                  <a:lnTo>
                    <a:pt x="819984" y="103297"/>
                  </a:lnTo>
                  <a:lnTo>
                    <a:pt x="826243" y="103297"/>
                  </a:lnTo>
                  <a:lnTo>
                    <a:pt x="832503" y="103297"/>
                  </a:lnTo>
                  <a:lnTo>
                    <a:pt x="838762" y="103297"/>
                  </a:lnTo>
                  <a:lnTo>
                    <a:pt x="845022" y="103297"/>
                  </a:lnTo>
                  <a:lnTo>
                    <a:pt x="851281" y="103297"/>
                  </a:lnTo>
                  <a:lnTo>
                    <a:pt x="857541" y="103297"/>
                  </a:lnTo>
                  <a:lnTo>
                    <a:pt x="863800" y="103297"/>
                  </a:lnTo>
                  <a:lnTo>
                    <a:pt x="870059" y="103297"/>
                  </a:lnTo>
                  <a:lnTo>
                    <a:pt x="876319" y="103297"/>
                  </a:lnTo>
                  <a:lnTo>
                    <a:pt x="882578" y="103297"/>
                  </a:lnTo>
                  <a:lnTo>
                    <a:pt x="888838" y="103297"/>
                  </a:lnTo>
                  <a:lnTo>
                    <a:pt x="895097" y="103297"/>
                  </a:lnTo>
                  <a:lnTo>
                    <a:pt x="901356" y="103297"/>
                  </a:lnTo>
                  <a:lnTo>
                    <a:pt x="907616" y="103297"/>
                  </a:lnTo>
                  <a:lnTo>
                    <a:pt x="913875" y="103297"/>
                  </a:lnTo>
                  <a:lnTo>
                    <a:pt x="920135" y="103297"/>
                  </a:lnTo>
                  <a:lnTo>
                    <a:pt x="926394" y="103297"/>
                  </a:lnTo>
                  <a:lnTo>
                    <a:pt x="932654" y="103297"/>
                  </a:lnTo>
                  <a:lnTo>
                    <a:pt x="938913" y="103297"/>
                  </a:lnTo>
                  <a:lnTo>
                    <a:pt x="945172" y="103297"/>
                  </a:lnTo>
                  <a:lnTo>
                    <a:pt x="951432" y="103297"/>
                  </a:lnTo>
                  <a:lnTo>
                    <a:pt x="957691" y="103297"/>
                  </a:lnTo>
                  <a:lnTo>
                    <a:pt x="963951" y="103297"/>
                  </a:lnTo>
                  <a:lnTo>
                    <a:pt x="970210" y="103297"/>
                  </a:lnTo>
                  <a:lnTo>
                    <a:pt x="976470" y="103297"/>
                  </a:lnTo>
                  <a:lnTo>
                    <a:pt x="982729" y="103297"/>
                  </a:lnTo>
                  <a:lnTo>
                    <a:pt x="988988" y="103297"/>
                  </a:lnTo>
                  <a:lnTo>
                    <a:pt x="995248" y="103297"/>
                  </a:lnTo>
                  <a:lnTo>
                    <a:pt x="1001507" y="103297"/>
                  </a:lnTo>
                  <a:lnTo>
                    <a:pt x="1007767" y="103297"/>
                  </a:lnTo>
                  <a:lnTo>
                    <a:pt x="1014026" y="103297"/>
                  </a:lnTo>
                  <a:lnTo>
                    <a:pt x="1020286" y="103297"/>
                  </a:lnTo>
                  <a:lnTo>
                    <a:pt x="1026545" y="103297"/>
                  </a:lnTo>
                  <a:lnTo>
                    <a:pt x="1032804" y="103297"/>
                  </a:lnTo>
                  <a:lnTo>
                    <a:pt x="1039064" y="103297"/>
                  </a:lnTo>
                  <a:lnTo>
                    <a:pt x="1045323" y="103297"/>
                  </a:lnTo>
                  <a:lnTo>
                    <a:pt x="1051583" y="103297"/>
                  </a:lnTo>
                  <a:lnTo>
                    <a:pt x="1057842" y="103297"/>
                  </a:lnTo>
                  <a:lnTo>
                    <a:pt x="1064101" y="103297"/>
                  </a:lnTo>
                  <a:lnTo>
                    <a:pt x="1070361" y="103297"/>
                  </a:lnTo>
                  <a:lnTo>
                    <a:pt x="1076620" y="103297"/>
                  </a:lnTo>
                  <a:lnTo>
                    <a:pt x="1082880" y="103297"/>
                  </a:lnTo>
                  <a:lnTo>
                    <a:pt x="1089139" y="103297"/>
                  </a:lnTo>
                  <a:lnTo>
                    <a:pt x="1095399" y="103297"/>
                  </a:lnTo>
                  <a:lnTo>
                    <a:pt x="1101658" y="103297"/>
                  </a:lnTo>
                  <a:lnTo>
                    <a:pt x="1107917" y="103297"/>
                  </a:lnTo>
                  <a:lnTo>
                    <a:pt x="1114177" y="103297"/>
                  </a:lnTo>
                  <a:lnTo>
                    <a:pt x="1120436" y="103297"/>
                  </a:lnTo>
                  <a:lnTo>
                    <a:pt x="1126696" y="103297"/>
                  </a:lnTo>
                  <a:lnTo>
                    <a:pt x="1132955" y="103297"/>
                  </a:lnTo>
                  <a:lnTo>
                    <a:pt x="1139215" y="103297"/>
                  </a:lnTo>
                  <a:lnTo>
                    <a:pt x="1145474" y="103297"/>
                  </a:lnTo>
                  <a:lnTo>
                    <a:pt x="1151733" y="103297"/>
                  </a:lnTo>
                  <a:lnTo>
                    <a:pt x="1157993" y="103297"/>
                  </a:lnTo>
                  <a:lnTo>
                    <a:pt x="1164252" y="103297"/>
                  </a:lnTo>
                  <a:lnTo>
                    <a:pt x="1170512" y="103297"/>
                  </a:lnTo>
                  <a:lnTo>
                    <a:pt x="1176771" y="103297"/>
                  </a:lnTo>
                  <a:lnTo>
                    <a:pt x="1183031" y="103297"/>
                  </a:lnTo>
                  <a:lnTo>
                    <a:pt x="1189290" y="103297"/>
                  </a:lnTo>
                  <a:lnTo>
                    <a:pt x="1195549" y="103297"/>
                  </a:lnTo>
                  <a:lnTo>
                    <a:pt x="1201809" y="103297"/>
                  </a:lnTo>
                  <a:lnTo>
                    <a:pt x="1208068" y="103297"/>
                  </a:lnTo>
                  <a:lnTo>
                    <a:pt x="1214328" y="103297"/>
                  </a:lnTo>
                  <a:lnTo>
                    <a:pt x="1220587" y="103297"/>
                  </a:lnTo>
                  <a:lnTo>
                    <a:pt x="1226846" y="103297"/>
                  </a:lnTo>
                  <a:lnTo>
                    <a:pt x="1233106" y="103297"/>
                  </a:lnTo>
                  <a:lnTo>
                    <a:pt x="1239365" y="103297"/>
                  </a:lnTo>
                  <a:lnTo>
                    <a:pt x="1245625" y="103297"/>
                  </a:lnTo>
                  <a:lnTo>
                    <a:pt x="1251884" y="103297"/>
                  </a:lnTo>
                  <a:lnTo>
                    <a:pt x="1258144" y="103297"/>
                  </a:lnTo>
                  <a:lnTo>
                    <a:pt x="1264403" y="103297"/>
                  </a:lnTo>
                  <a:lnTo>
                    <a:pt x="1270662" y="103297"/>
                  </a:lnTo>
                  <a:lnTo>
                    <a:pt x="1276922" y="103297"/>
                  </a:lnTo>
                  <a:lnTo>
                    <a:pt x="1283181" y="103297"/>
                  </a:lnTo>
                  <a:lnTo>
                    <a:pt x="1289441" y="103297"/>
                  </a:lnTo>
                  <a:lnTo>
                    <a:pt x="1295700" y="103297"/>
                  </a:lnTo>
                  <a:lnTo>
                    <a:pt x="1301960" y="103297"/>
                  </a:lnTo>
                  <a:lnTo>
                    <a:pt x="1308219" y="103297"/>
                  </a:lnTo>
                  <a:lnTo>
                    <a:pt x="1314478" y="103297"/>
                  </a:lnTo>
                  <a:lnTo>
                    <a:pt x="1320738" y="103297"/>
                  </a:lnTo>
                  <a:lnTo>
                    <a:pt x="1326997" y="103297"/>
                  </a:lnTo>
                  <a:lnTo>
                    <a:pt x="1333257" y="103297"/>
                  </a:lnTo>
                  <a:lnTo>
                    <a:pt x="1339516" y="103297"/>
                  </a:lnTo>
                  <a:lnTo>
                    <a:pt x="1345776" y="103297"/>
                  </a:lnTo>
                  <a:lnTo>
                    <a:pt x="1352035" y="103297"/>
                  </a:lnTo>
                  <a:lnTo>
                    <a:pt x="1358294" y="103297"/>
                  </a:lnTo>
                  <a:lnTo>
                    <a:pt x="1364554" y="103297"/>
                  </a:lnTo>
                  <a:lnTo>
                    <a:pt x="1370813" y="103297"/>
                  </a:lnTo>
                  <a:lnTo>
                    <a:pt x="1377073" y="103297"/>
                  </a:lnTo>
                  <a:lnTo>
                    <a:pt x="1383332" y="103297"/>
                  </a:lnTo>
                  <a:lnTo>
                    <a:pt x="1389592" y="103296"/>
                  </a:lnTo>
                  <a:lnTo>
                    <a:pt x="1395851" y="103296"/>
                  </a:lnTo>
                  <a:lnTo>
                    <a:pt x="1402110" y="103295"/>
                  </a:lnTo>
                  <a:lnTo>
                    <a:pt x="1408370" y="103293"/>
                  </a:lnTo>
                  <a:lnTo>
                    <a:pt x="1414629" y="103291"/>
                  </a:lnTo>
                  <a:lnTo>
                    <a:pt x="1420889" y="103287"/>
                  </a:lnTo>
                  <a:lnTo>
                    <a:pt x="1427148" y="103281"/>
                  </a:lnTo>
                  <a:lnTo>
                    <a:pt x="1433407" y="103273"/>
                  </a:lnTo>
                  <a:lnTo>
                    <a:pt x="1439667" y="103261"/>
                  </a:lnTo>
                  <a:lnTo>
                    <a:pt x="1445926" y="103244"/>
                  </a:lnTo>
                  <a:lnTo>
                    <a:pt x="1452186" y="103222"/>
                  </a:lnTo>
                  <a:lnTo>
                    <a:pt x="1458445" y="103193"/>
                  </a:lnTo>
                  <a:lnTo>
                    <a:pt x="1464705" y="103157"/>
                  </a:lnTo>
                  <a:lnTo>
                    <a:pt x="1470964" y="103113"/>
                  </a:lnTo>
                  <a:lnTo>
                    <a:pt x="1477223" y="103061"/>
                  </a:lnTo>
                  <a:lnTo>
                    <a:pt x="1483483" y="103002"/>
                  </a:lnTo>
                  <a:lnTo>
                    <a:pt x="1489742" y="102936"/>
                  </a:lnTo>
                  <a:lnTo>
                    <a:pt x="1496002" y="102866"/>
                  </a:lnTo>
                  <a:lnTo>
                    <a:pt x="1502261" y="102793"/>
                  </a:lnTo>
                  <a:lnTo>
                    <a:pt x="1508521" y="102719"/>
                  </a:lnTo>
                  <a:lnTo>
                    <a:pt x="1514780" y="102646"/>
                  </a:lnTo>
                  <a:lnTo>
                    <a:pt x="1521039" y="102577"/>
                  </a:lnTo>
                  <a:lnTo>
                    <a:pt x="1527299" y="102513"/>
                  </a:lnTo>
                  <a:lnTo>
                    <a:pt x="1533558" y="102456"/>
                  </a:lnTo>
                  <a:lnTo>
                    <a:pt x="1539818" y="102405"/>
                  </a:lnTo>
                  <a:lnTo>
                    <a:pt x="1546077" y="102361"/>
                  </a:lnTo>
                  <a:lnTo>
                    <a:pt x="1552337" y="102323"/>
                  </a:lnTo>
                  <a:lnTo>
                    <a:pt x="1558596" y="102289"/>
                  </a:lnTo>
                  <a:lnTo>
                    <a:pt x="1564855" y="102258"/>
                  </a:lnTo>
                  <a:lnTo>
                    <a:pt x="1571115" y="102229"/>
                  </a:lnTo>
                  <a:lnTo>
                    <a:pt x="1577374" y="102200"/>
                  </a:lnTo>
                  <a:lnTo>
                    <a:pt x="1583634" y="102170"/>
                  </a:lnTo>
                  <a:lnTo>
                    <a:pt x="1589893" y="102136"/>
                  </a:lnTo>
                  <a:lnTo>
                    <a:pt x="1596152" y="102097"/>
                  </a:lnTo>
                  <a:lnTo>
                    <a:pt x="1602412" y="102050"/>
                  </a:lnTo>
                  <a:lnTo>
                    <a:pt x="1608671" y="101993"/>
                  </a:lnTo>
                  <a:lnTo>
                    <a:pt x="1614931" y="101923"/>
                  </a:lnTo>
                  <a:lnTo>
                    <a:pt x="1621190" y="101839"/>
                  </a:lnTo>
                  <a:lnTo>
                    <a:pt x="1627450" y="101740"/>
                  </a:lnTo>
                  <a:lnTo>
                    <a:pt x="1633709" y="101624"/>
                  </a:lnTo>
                  <a:lnTo>
                    <a:pt x="1639968" y="101492"/>
                  </a:lnTo>
                  <a:lnTo>
                    <a:pt x="1646228" y="101344"/>
                  </a:lnTo>
                  <a:lnTo>
                    <a:pt x="1652487" y="101185"/>
                  </a:lnTo>
                  <a:lnTo>
                    <a:pt x="1658747" y="101018"/>
                  </a:lnTo>
                  <a:lnTo>
                    <a:pt x="1665006" y="100849"/>
                  </a:lnTo>
                  <a:lnTo>
                    <a:pt x="1671266" y="100685"/>
                  </a:lnTo>
                  <a:lnTo>
                    <a:pt x="1677525" y="100536"/>
                  </a:lnTo>
                  <a:lnTo>
                    <a:pt x="1683784" y="100408"/>
                  </a:lnTo>
                  <a:lnTo>
                    <a:pt x="1690044" y="100307"/>
                  </a:lnTo>
                  <a:lnTo>
                    <a:pt x="1696303" y="100238"/>
                  </a:lnTo>
                  <a:lnTo>
                    <a:pt x="1702563" y="100202"/>
                  </a:lnTo>
                  <a:lnTo>
                    <a:pt x="1708822" y="100197"/>
                  </a:lnTo>
                  <a:lnTo>
                    <a:pt x="1715082" y="100221"/>
                  </a:lnTo>
                  <a:lnTo>
                    <a:pt x="1721341" y="100268"/>
                  </a:lnTo>
                  <a:lnTo>
                    <a:pt x="1727600" y="100331"/>
                  </a:lnTo>
                  <a:lnTo>
                    <a:pt x="1733860" y="100401"/>
                  </a:lnTo>
                  <a:lnTo>
                    <a:pt x="1740119" y="100473"/>
                  </a:lnTo>
                  <a:lnTo>
                    <a:pt x="1746379" y="100538"/>
                  </a:lnTo>
                  <a:lnTo>
                    <a:pt x="1752638" y="100590"/>
                  </a:lnTo>
                  <a:lnTo>
                    <a:pt x="1758897" y="100629"/>
                  </a:lnTo>
                  <a:lnTo>
                    <a:pt x="1765157" y="100655"/>
                  </a:lnTo>
                  <a:lnTo>
                    <a:pt x="1771416" y="100668"/>
                  </a:lnTo>
                  <a:lnTo>
                    <a:pt x="1777676" y="100673"/>
                  </a:lnTo>
                  <a:lnTo>
                    <a:pt x="1783935" y="100672"/>
                  </a:lnTo>
                  <a:lnTo>
                    <a:pt x="1790195" y="100670"/>
                  </a:lnTo>
                  <a:lnTo>
                    <a:pt x="1796454" y="100669"/>
                  </a:lnTo>
                  <a:lnTo>
                    <a:pt x="1802713" y="100672"/>
                  </a:lnTo>
                  <a:lnTo>
                    <a:pt x="1808973" y="100681"/>
                  </a:lnTo>
                  <a:lnTo>
                    <a:pt x="1815232" y="100697"/>
                  </a:lnTo>
                  <a:lnTo>
                    <a:pt x="1821492" y="100720"/>
                  </a:lnTo>
                  <a:lnTo>
                    <a:pt x="1827751" y="100752"/>
                  </a:lnTo>
                  <a:lnTo>
                    <a:pt x="1834011" y="100792"/>
                  </a:lnTo>
                  <a:lnTo>
                    <a:pt x="1840270" y="100840"/>
                  </a:lnTo>
                  <a:lnTo>
                    <a:pt x="1846529" y="100894"/>
                  </a:lnTo>
                  <a:lnTo>
                    <a:pt x="1852789" y="100955"/>
                  </a:lnTo>
                  <a:lnTo>
                    <a:pt x="1859048" y="101019"/>
                  </a:lnTo>
                  <a:lnTo>
                    <a:pt x="1865308" y="101085"/>
                  </a:lnTo>
                  <a:lnTo>
                    <a:pt x="1871567" y="101148"/>
                  </a:lnTo>
                  <a:lnTo>
                    <a:pt x="1877827" y="101203"/>
                  </a:lnTo>
                  <a:lnTo>
                    <a:pt x="1884086" y="101242"/>
                  </a:lnTo>
                  <a:lnTo>
                    <a:pt x="1890345" y="101257"/>
                  </a:lnTo>
                  <a:lnTo>
                    <a:pt x="1896605" y="101235"/>
                  </a:lnTo>
                  <a:lnTo>
                    <a:pt x="1902864" y="101160"/>
                  </a:lnTo>
                  <a:lnTo>
                    <a:pt x="1909124" y="101020"/>
                  </a:lnTo>
                  <a:lnTo>
                    <a:pt x="1915383" y="100798"/>
                  </a:lnTo>
                  <a:lnTo>
                    <a:pt x="1921642" y="100478"/>
                  </a:lnTo>
                  <a:lnTo>
                    <a:pt x="1927902" y="100043"/>
                  </a:lnTo>
                  <a:lnTo>
                    <a:pt x="1934161" y="99474"/>
                  </a:lnTo>
                  <a:lnTo>
                    <a:pt x="1940421" y="98755"/>
                  </a:lnTo>
                  <a:lnTo>
                    <a:pt x="1946680" y="97870"/>
                  </a:lnTo>
                  <a:lnTo>
                    <a:pt x="1952940" y="96802"/>
                  </a:lnTo>
                  <a:lnTo>
                    <a:pt x="1959199" y="95538"/>
                  </a:lnTo>
                  <a:lnTo>
                    <a:pt x="1965458" y="94064"/>
                  </a:lnTo>
                  <a:lnTo>
                    <a:pt x="1971718" y="92354"/>
                  </a:lnTo>
                  <a:lnTo>
                    <a:pt x="1977977" y="90390"/>
                  </a:lnTo>
                  <a:lnTo>
                    <a:pt x="1984237" y="88165"/>
                  </a:lnTo>
                  <a:lnTo>
                    <a:pt x="1990496" y="85661"/>
                  </a:lnTo>
                  <a:lnTo>
                    <a:pt x="1996756" y="82855"/>
                  </a:lnTo>
                  <a:lnTo>
                    <a:pt x="2003015" y="79725"/>
                  </a:lnTo>
                  <a:lnTo>
                    <a:pt x="2009274" y="76247"/>
                  </a:lnTo>
                  <a:lnTo>
                    <a:pt x="2015534" y="72407"/>
                  </a:lnTo>
                  <a:lnTo>
                    <a:pt x="2021793" y="68194"/>
                  </a:lnTo>
                  <a:lnTo>
                    <a:pt x="2028053" y="63613"/>
                  </a:lnTo>
                  <a:lnTo>
                    <a:pt x="2034312" y="58684"/>
                  </a:lnTo>
                  <a:lnTo>
                    <a:pt x="2040572" y="53445"/>
                  </a:lnTo>
                  <a:lnTo>
                    <a:pt x="2046831" y="47947"/>
                  </a:lnTo>
                  <a:lnTo>
                    <a:pt x="2053090" y="42293"/>
                  </a:lnTo>
                  <a:lnTo>
                    <a:pt x="2059350" y="36593"/>
                  </a:lnTo>
                  <a:lnTo>
                    <a:pt x="2065609" y="30959"/>
                  </a:lnTo>
                  <a:lnTo>
                    <a:pt x="2071869" y="25505"/>
                  </a:lnTo>
                  <a:lnTo>
                    <a:pt x="2078128" y="20345"/>
                  </a:lnTo>
                  <a:lnTo>
                    <a:pt x="2084388" y="15587"/>
                  </a:lnTo>
                  <a:lnTo>
                    <a:pt x="2090647" y="11326"/>
                  </a:lnTo>
                  <a:lnTo>
                    <a:pt x="2096906" y="7645"/>
                  </a:lnTo>
                  <a:lnTo>
                    <a:pt x="2103166" y="4616"/>
                  </a:lnTo>
                  <a:lnTo>
                    <a:pt x="2109425" y="2293"/>
                  </a:lnTo>
                  <a:lnTo>
                    <a:pt x="2115685" y="719"/>
                  </a:lnTo>
                  <a:lnTo>
                    <a:pt x="2121944" y="0"/>
                  </a:lnTo>
                  <a:lnTo>
                    <a:pt x="2128203" y="86"/>
                  </a:lnTo>
                  <a:lnTo>
                    <a:pt x="2134463" y="973"/>
                  </a:lnTo>
                  <a:lnTo>
                    <a:pt x="2140722" y="2649"/>
                  </a:lnTo>
                  <a:lnTo>
                    <a:pt x="2146982" y="5084"/>
                  </a:lnTo>
                  <a:lnTo>
                    <a:pt x="2153241" y="8234"/>
                  </a:lnTo>
                  <a:lnTo>
                    <a:pt x="2159501" y="12036"/>
                  </a:lnTo>
                  <a:lnTo>
                    <a:pt x="2165760" y="16412"/>
                  </a:lnTo>
                  <a:lnTo>
                    <a:pt x="2172019" y="21268"/>
                  </a:lnTo>
                  <a:lnTo>
                    <a:pt x="2178279" y="26499"/>
                  </a:lnTo>
                  <a:lnTo>
                    <a:pt x="2184538" y="31996"/>
                  </a:lnTo>
                  <a:lnTo>
                    <a:pt x="2190798" y="37645"/>
                  </a:lnTo>
                  <a:lnTo>
                    <a:pt x="2197057" y="43329"/>
                  </a:lnTo>
                  <a:lnTo>
                    <a:pt x="2203317" y="48937"/>
                  </a:lnTo>
                  <a:lnTo>
                    <a:pt x="2209576" y="54389"/>
                  </a:lnTo>
                  <a:lnTo>
                    <a:pt x="2215835" y="59615"/>
                  </a:lnTo>
                  <a:lnTo>
                    <a:pt x="2222095" y="64561"/>
                  </a:lnTo>
                  <a:lnTo>
                    <a:pt x="2228354" y="69189"/>
                  </a:lnTo>
                  <a:lnTo>
                    <a:pt x="2234614" y="73470"/>
                  </a:lnTo>
                  <a:lnTo>
                    <a:pt x="2240873" y="77388"/>
                  </a:lnTo>
                  <a:lnTo>
                    <a:pt x="2247133" y="80936"/>
                  </a:lnTo>
                  <a:lnTo>
                    <a:pt x="2253392" y="84116"/>
                  </a:lnTo>
                  <a:lnTo>
                    <a:pt x="2259651" y="86937"/>
                  </a:lnTo>
                  <a:lnTo>
                    <a:pt x="2265911" y="89406"/>
                  </a:lnTo>
                  <a:lnTo>
                    <a:pt x="2272170" y="91536"/>
                  </a:lnTo>
                  <a:lnTo>
                    <a:pt x="2278430" y="93378"/>
                  </a:lnTo>
                  <a:lnTo>
                    <a:pt x="2284689" y="94962"/>
                  </a:lnTo>
                  <a:lnTo>
                    <a:pt x="2290948" y="96316"/>
                  </a:lnTo>
                  <a:lnTo>
                    <a:pt x="2297208" y="97469"/>
                  </a:lnTo>
                  <a:lnTo>
                    <a:pt x="2303467" y="98446"/>
                  </a:lnTo>
                  <a:lnTo>
                    <a:pt x="2309727" y="99269"/>
                  </a:lnTo>
                  <a:lnTo>
                    <a:pt x="2315986" y="99958"/>
                  </a:lnTo>
                  <a:lnTo>
                    <a:pt x="2322246" y="100527"/>
                  </a:lnTo>
                  <a:lnTo>
                    <a:pt x="2328505" y="100989"/>
                  </a:lnTo>
                  <a:lnTo>
                    <a:pt x="2334764" y="101356"/>
                  </a:lnTo>
                  <a:lnTo>
                    <a:pt x="2341024" y="101633"/>
                  </a:lnTo>
                  <a:lnTo>
                    <a:pt x="2347283" y="101834"/>
                  </a:lnTo>
                  <a:lnTo>
                    <a:pt x="2353543" y="101971"/>
                  </a:lnTo>
                  <a:lnTo>
                    <a:pt x="2359802" y="102056"/>
                  </a:lnTo>
                  <a:lnTo>
                    <a:pt x="2366062" y="102100"/>
                  </a:lnTo>
                  <a:lnTo>
                    <a:pt x="2372321" y="102112"/>
                  </a:lnTo>
                  <a:lnTo>
                    <a:pt x="2378580" y="102102"/>
                  </a:lnTo>
                  <a:lnTo>
                    <a:pt x="2384840" y="102079"/>
                  </a:lnTo>
                  <a:lnTo>
                    <a:pt x="2391099" y="102050"/>
                  </a:lnTo>
                  <a:lnTo>
                    <a:pt x="2397359" y="102019"/>
                  </a:lnTo>
                  <a:lnTo>
                    <a:pt x="2403618" y="101992"/>
                  </a:lnTo>
                  <a:lnTo>
                    <a:pt x="2409878" y="101969"/>
                  </a:lnTo>
                  <a:lnTo>
                    <a:pt x="2416137" y="101954"/>
                  </a:lnTo>
                  <a:lnTo>
                    <a:pt x="2422396" y="101947"/>
                  </a:lnTo>
                  <a:lnTo>
                    <a:pt x="2428656" y="101948"/>
                  </a:lnTo>
                  <a:lnTo>
                    <a:pt x="2434915" y="101956"/>
                  </a:lnTo>
                  <a:lnTo>
                    <a:pt x="2441175" y="101973"/>
                  </a:lnTo>
                  <a:lnTo>
                    <a:pt x="2447434" y="101998"/>
                  </a:lnTo>
                  <a:lnTo>
                    <a:pt x="2453693" y="102032"/>
                  </a:lnTo>
                  <a:lnTo>
                    <a:pt x="2459953" y="102075"/>
                  </a:lnTo>
                  <a:lnTo>
                    <a:pt x="2466212" y="102127"/>
                  </a:lnTo>
                  <a:lnTo>
                    <a:pt x="2472472" y="102189"/>
                  </a:lnTo>
                  <a:lnTo>
                    <a:pt x="2478731" y="102260"/>
                  </a:lnTo>
                  <a:lnTo>
                    <a:pt x="2484991" y="102339"/>
                  </a:lnTo>
                  <a:lnTo>
                    <a:pt x="2491250" y="102425"/>
                  </a:lnTo>
                  <a:lnTo>
                    <a:pt x="2497509" y="102514"/>
                  </a:lnTo>
                  <a:lnTo>
                    <a:pt x="2503769" y="102606"/>
                  </a:lnTo>
                  <a:lnTo>
                    <a:pt x="2510028" y="102695"/>
                  </a:lnTo>
                  <a:lnTo>
                    <a:pt x="2516288" y="102781"/>
                  </a:lnTo>
                  <a:lnTo>
                    <a:pt x="2522547" y="102859"/>
                  </a:lnTo>
                  <a:lnTo>
                    <a:pt x="2528807" y="102928"/>
                  </a:lnTo>
                  <a:lnTo>
                    <a:pt x="2535066" y="102985"/>
                  </a:lnTo>
                  <a:lnTo>
                    <a:pt x="2541325" y="103030"/>
                  </a:lnTo>
                  <a:lnTo>
                    <a:pt x="2547585" y="103063"/>
                  </a:lnTo>
                  <a:lnTo>
                    <a:pt x="2553844" y="103083"/>
                  </a:lnTo>
                  <a:lnTo>
                    <a:pt x="2560104" y="103092"/>
                  </a:lnTo>
                  <a:lnTo>
                    <a:pt x="2566363" y="103090"/>
                  </a:lnTo>
                  <a:lnTo>
                    <a:pt x="2572623" y="103081"/>
                  </a:lnTo>
                  <a:lnTo>
                    <a:pt x="2578882" y="103068"/>
                  </a:lnTo>
                  <a:lnTo>
                    <a:pt x="2585141" y="103052"/>
                  </a:lnTo>
                  <a:lnTo>
                    <a:pt x="2591401" y="103035"/>
                  </a:lnTo>
                  <a:lnTo>
                    <a:pt x="2597660" y="103020"/>
                  </a:lnTo>
                  <a:lnTo>
                    <a:pt x="2603920" y="103006"/>
                  </a:lnTo>
                  <a:lnTo>
                    <a:pt x="2610179" y="102994"/>
                  </a:lnTo>
                  <a:lnTo>
                    <a:pt x="2616438" y="102984"/>
                  </a:lnTo>
                  <a:lnTo>
                    <a:pt x="2622698" y="102976"/>
                  </a:lnTo>
                  <a:lnTo>
                    <a:pt x="2628957" y="102967"/>
                  </a:lnTo>
                  <a:lnTo>
                    <a:pt x="2635217" y="102959"/>
                  </a:lnTo>
                  <a:lnTo>
                    <a:pt x="2641476" y="102948"/>
                  </a:lnTo>
                  <a:lnTo>
                    <a:pt x="2647736" y="102936"/>
                  </a:lnTo>
                  <a:lnTo>
                    <a:pt x="2653995" y="102922"/>
                  </a:lnTo>
                  <a:lnTo>
                    <a:pt x="2660254" y="102907"/>
                  </a:lnTo>
                  <a:lnTo>
                    <a:pt x="2666514" y="102892"/>
                  </a:lnTo>
                  <a:lnTo>
                    <a:pt x="2672773" y="102879"/>
                  </a:lnTo>
                  <a:lnTo>
                    <a:pt x="2679033" y="102868"/>
                  </a:lnTo>
                  <a:lnTo>
                    <a:pt x="2685292" y="102861"/>
                  </a:lnTo>
                  <a:lnTo>
                    <a:pt x="2691552" y="102860"/>
                  </a:lnTo>
                  <a:lnTo>
                    <a:pt x="2697811" y="102866"/>
                  </a:lnTo>
                  <a:lnTo>
                    <a:pt x="2704070" y="102877"/>
                  </a:lnTo>
                  <a:lnTo>
                    <a:pt x="2710330" y="102896"/>
                  </a:lnTo>
                  <a:lnTo>
                    <a:pt x="2716589" y="102922"/>
                  </a:lnTo>
                  <a:lnTo>
                    <a:pt x="2722849" y="102952"/>
                  </a:lnTo>
                  <a:lnTo>
                    <a:pt x="2729108" y="102986"/>
                  </a:lnTo>
                  <a:lnTo>
                    <a:pt x="2735368" y="103023"/>
                  </a:lnTo>
                  <a:lnTo>
                    <a:pt x="2741627" y="103060"/>
                  </a:lnTo>
                  <a:lnTo>
                    <a:pt x="2747886" y="103097"/>
                  </a:lnTo>
                  <a:lnTo>
                    <a:pt x="2754146" y="103131"/>
                  </a:lnTo>
                  <a:lnTo>
                    <a:pt x="2760405" y="103163"/>
                  </a:lnTo>
                  <a:lnTo>
                    <a:pt x="2766665" y="103190"/>
                  </a:lnTo>
                  <a:lnTo>
                    <a:pt x="2772924" y="103212"/>
                  </a:lnTo>
                  <a:lnTo>
                    <a:pt x="2779184" y="103230"/>
                  </a:lnTo>
                  <a:lnTo>
                    <a:pt x="2785443" y="103241"/>
                  </a:lnTo>
                  <a:lnTo>
                    <a:pt x="2791702" y="103246"/>
                  </a:lnTo>
                  <a:lnTo>
                    <a:pt x="2797962" y="103246"/>
                  </a:lnTo>
                  <a:lnTo>
                    <a:pt x="2804221" y="103239"/>
                  </a:lnTo>
                  <a:lnTo>
                    <a:pt x="2810481" y="103225"/>
                  </a:lnTo>
                  <a:lnTo>
                    <a:pt x="2816740" y="103204"/>
                  </a:lnTo>
                  <a:lnTo>
                    <a:pt x="2822999" y="103174"/>
                  </a:lnTo>
                  <a:lnTo>
                    <a:pt x="2829259" y="103135"/>
                  </a:lnTo>
                  <a:lnTo>
                    <a:pt x="2835518" y="103085"/>
                  </a:lnTo>
                  <a:lnTo>
                    <a:pt x="2841778" y="103023"/>
                  </a:lnTo>
                  <a:lnTo>
                    <a:pt x="2848037" y="102947"/>
                  </a:lnTo>
                  <a:lnTo>
                    <a:pt x="2854297" y="102853"/>
                  </a:lnTo>
                  <a:lnTo>
                    <a:pt x="2860556" y="102739"/>
                  </a:lnTo>
                  <a:lnTo>
                    <a:pt x="2866815" y="102601"/>
                  </a:lnTo>
                  <a:lnTo>
                    <a:pt x="2873075" y="102437"/>
                  </a:lnTo>
                  <a:lnTo>
                    <a:pt x="2879334" y="102241"/>
                  </a:lnTo>
                  <a:lnTo>
                    <a:pt x="2885594" y="102011"/>
                  </a:lnTo>
                  <a:lnTo>
                    <a:pt x="2891853" y="101740"/>
                  </a:lnTo>
                  <a:lnTo>
                    <a:pt x="2898113" y="101426"/>
                  </a:lnTo>
                  <a:lnTo>
                    <a:pt x="2904372" y="101064"/>
                  </a:lnTo>
                  <a:lnTo>
                    <a:pt x="2910631" y="100650"/>
                  </a:lnTo>
                  <a:lnTo>
                    <a:pt x="2916891" y="100183"/>
                  </a:lnTo>
                  <a:lnTo>
                    <a:pt x="2923150" y="99660"/>
                  </a:lnTo>
                  <a:lnTo>
                    <a:pt x="2929410" y="99080"/>
                  </a:lnTo>
                  <a:lnTo>
                    <a:pt x="2935669" y="98439"/>
                  </a:lnTo>
                  <a:lnTo>
                    <a:pt x="2941929" y="97743"/>
                  </a:lnTo>
                  <a:lnTo>
                    <a:pt x="2948188" y="96996"/>
                  </a:lnTo>
                  <a:lnTo>
                    <a:pt x="2954447" y="96200"/>
                  </a:lnTo>
                  <a:lnTo>
                    <a:pt x="2960707" y="95361"/>
                  </a:lnTo>
                  <a:lnTo>
                    <a:pt x="2966966" y="94487"/>
                  </a:lnTo>
                  <a:lnTo>
                    <a:pt x="2973226" y="93586"/>
                  </a:lnTo>
                  <a:lnTo>
                    <a:pt x="2979485" y="92670"/>
                  </a:lnTo>
                  <a:lnTo>
                    <a:pt x="2985744" y="91752"/>
                  </a:lnTo>
                  <a:lnTo>
                    <a:pt x="2992004" y="90847"/>
                  </a:lnTo>
                  <a:lnTo>
                    <a:pt x="2998263" y="89971"/>
                  </a:lnTo>
                  <a:lnTo>
                    <a:pt x="3004523" y="89146"/>
                  </a:lnTo>
                  <a:lnTo>
                    <a:pt x="3010782" y="88391"/>
                  </a:lnTo>
                  <a:lnTo>
                    <a:pt x="3017042" y="87718"/>
                  </a:lnTo>
                  <a:lnTo>
                    <a:pt x="3023301" y="87139"/>
                  </a:lnTo>
                  <a:lnTo>
                    <a:pt x="3029560" y="86663"/>
                  </a:lnTo>
                  <a:lnTo>
                    <a:pt x="3035820" y="86294"/>
                  </a:lnTo>
                  <a:lnTo>
                    <a:pt x="3042079" y="86032"/>
                  </a:lnTo>
                  <a:lnTo>
                    <a:pt x="3048339" y="85877"/>
                  </a:lnTo>
                  <a:lnTo>
                    <a:pt x="3054598" y="85822"/>
                  </a:lnTo>
                  <a:lnTo>
                    <a:pt x="3060858" y="85862"/>
                  </a:lnTo>
                  <a:lnTo>
                    <a:pt x="3067117" y="85989"/>
                  </a:lnTo>
                  <a:lnTo>
                    <a:pt x="3073376" y="86194"/>
                  </a:lnTo>
                  <a:lnTo>
                    <a:pt x="3079636" y="86475"/>
                  </a:lnTo>
                  <a:lnTo>
                    <a:pt x="3085895" y="86824"/>
                  </a:lnTo>
                  <a:lnTo>
                    <a:pt x="3092155" y="87235"/>
                  </a:lnTo>
                  <a:lnTo>
                    <a:pt x="3098414" y="87709"/>
                  </a:lnTo>
                  <a:lnTo>
                    <a:pt x="3104674" y="88245"/>
                  </a:lnTo>
                  <a:lnTo>
                    <a:pt x="3110933" y="88846"/>
                  </a:lnTo>
                  <a:lnTo>
                    <a:pt x="3117192" y="89512"/>
                  </a:lnTo>
                  <a:lnTo>
                    <a:pt x="3123452" y="90245"/>
                  </a:lnTo>
                  <a:lnTo>
                    <a:pt x="3129711" y="91043"/>
                  </a:lnTo>
                  <a:lnTo>
                    <a:pt x="3135971" y="91900"/>
                  </a:lnTo>
                  <a:lnTo>
                    <a:pt x="3142230" y="92808"/>
                  </a:lnTo>
                  <a:lnTo>
                    <a:pt x="3148489" y="93755"/>
                  </a:lnTo>
                  <a:lnTo>
                    <a:pt x="3154749" y="94725"/>
                  </a:lnTo>
                  <a:lnTo>
                    <a:pt x="3161008" y="95699"/>
                  </a:lnTo>
                  <a:lnTo>
                    <a:pt x="3167268" y="96656"/>
                  </a:lnTo>
                  <a:lnTo>
                    <a:pt x="3173527" y="97577"/>
                  </a:lnTo>
                  <a:lnTo>
                    <a:pt x="3179787" y="98448"/>
                  </a:lnTo>
                  <a:lnTo>
                    <a:pt x="3186046" y="99253"/>
                  </a:lnTo>
                  <a:lnTo>
                    <a:pt x="3192305" y="99983"/>
                  </a:lnTo>
                  <a:lnTo>
                    <a:pt x="3198565" y="100630"/>
                  </a:lnTo>
                  <a:lnTo>
                    <a:pt x="3198565" y="103297"/>
                  </a:lnTo>
                  <a:lnTo>
                    <a:pt x="3192305" y="103297"/>
                  </a:lnTo>
                  <a:lnTo>
                    <a:pt x="3186046" y="103297"/>
                  </a:lnTo>
                  <a:lnTo>
                    <a:pt x="3179787" y="103297"/>
                  </a:lnTo>
                  <a:lnTo>
                    <a:pt x="3173527" y="103297"/>
                  </a:lnTo>
                  <a:lnTo>
                    <a:pt x="3167268" y="103297"/>
                  </a:lnTo>
                  <a:lnTo>
                    <a:pt x="3161008" y="103297"/>
                  </a:lnTo>
                  <a:lnTo>
                    <a:pt x="3154749" y="103297"/>
                  </a:lnTo>
                  <a:lnTo>
                    <a:pt x="3148489" y="103297"/>
                  </a:lnTo>
                  <a:lnTo>
                    <a:pt x="3142230" y="103297"/>
                  </a:lnTo>
                  <a:lnTo>
                    <a:pt x="3135971" y="103297"/>
                  </a:lnTo>
                  <a:lnTo>
                    <a:pt x="3129711" y="103297"/>
                  </a:lnTo>
                  <a:lnTo>
                    <a:pt x="3123452" y="103297"/>
                  </a:lnTo>
                  <a:lnTo>
                    <a:pt x="3117192" y="103297"/>
                  </a:lnTo>
                  <a:lnTo>
                    <a:pt x="3110933" y="103297"/>
                  </a:lnTo>
                  <a:lnTo>
                    <a:pt x="3104674" y="103297"/>
                  </a:lnTo>
                  <a:lnTo>
                    <a:pt x="3098414" y="103297"/>
                  </a:lnTo>
                  <a:lnTo>
                    <a:pt x="3092155" y="103297"/>
                  </a:lnTo>
                  <a:lnTo>
                    <a:pt x="3085895" y="103297"/>
                  </a:lnTo>
                  <a:lnTo>
                    <a:pt x="3079636" y="103297"/>
                  </a:lnTo>
                  <a:lnTo>
                    <a:pt x="3073376" y="103297"/>
                  </a:lnTo>
                  <a:lnTo>
                    <a:pt x="3067117" y="103297"/>
                  </a:lnTo>
                  <a:lnTo>
                    <a:pt x="3060858" y="103297"/>
                  </a:lnTo>
                  <a:lnTo>
                    <a:pt x="3054598" y="103297"/>
                  </a:lnTo>
                  <a:lnTo>
                    <a:pt x="3048339" y="103297"/>
                  </a:lnTo>
                  <a:lnTo>
                    <a:pt x="3042079" y="103297"/>
                  </a:lnTo>
                  <a:lnTo>
                    <a:pt x="3035820" y="103297"/>
                  </a:lnTo>
                  <a:lnTo>
                    <a:pt x="3029560" y="103297"/>
                  </a:lnTo>
                  <a:lnTo>
                    <a:pt x="3023301" y="103297"/>
                  </a:lnTo>
                  <a:lnTo>
                    <a:pt x="3017042" y="103297"/>
                  </a:lnTo>
                  <a:lnTo>
                    <a:pt x="3010782" y="103297"/>
                  </a:lnTo>
                  <a:lnTo>
                    <a:pt x="3004523" y="103297"/>
                  </a:lnTo>
                  <a:lnTo>
                    <a:pt x="2998263" y="103297"/>
                  </a:lnTo>
                  <a:lnTo>
                    <a:pt x="2992004" y="103297"/>
                  </a:lnTo>
                  <a:lnTo>
                    <a:pt x="2985744" y="103297"/>
                  </a:lnTo>
                  <a:lnTo>
                    <a:pt x="2979485" y="103297"/>
                  </a:lnTo>
                  <a:lnTo>
                    <a:pt x="2973226" y="103297"/>
                  </a:lnTo>
                  <a:lnTo>
                    <a:pt x="2966966" y="103297"/>
                  </a:lnTo>
                  <a:lnTo>
                    <a:pt x="2960707" y="103297"/>
                  </a:lnTo>
                  <a:lnTo>
                    <a:pt x="2954447" y="103297"/>
                  </a:lnTo>
                  <a:lnTo>
                    <a:pt x="2948188" y="103297"/>
                  </a:lnTo>
                  <a:lnTo>
                    <a:pt x="2941929" y="103297"/>
                  </a:lnTo>
                  <a:lnTo>
                    <a:pt x="2935669" y="103297"/>
                  </a:lnTo>
                  <a:lnTo>
                    <a:pt x="2929410" y="103297"/>
                  </a:lnTo>
                  <a:lnTo>
                    <a:pt x="2923150" y="103297"/>
                  </a:lnTo>
                  <a:lnTo>
                    <a:pt x="2916891" y="103297"/>
                  </a:lnTo>
                  <a:lnTo>
                    <a:pt x="2910631" y="103297"/>
                  </a:lnTo>
                  <a:lnTo>
                    <a:pt x="2904372" y="103297"/>
                  </a:lnTo>
                  <a:lnTo>
                    <a:pt x="2898113" y="103297"/>
                  </a:lnTo>
                  <a:lnTo>
                    <a:pt x="2891853" y="103297"/>
                  </a:lnTo>
                  <a:lnTo>
                    <a:pt x="2885594" y="103297"/>
                  </a:lnTo>
                  <a:lnTo>
                    <a:pt x="2879334" y="103297"/>
                  </a:lnTo>
                  <a:lnTo>
                    <a:pt x="2873075" y="103297"/>
                  </a:lnTo>
                  <a:lnTo>
                    <a:pt x="2866815" y="103297"/>
                  </a:lnTo>
                  <a:lnTo>
                    <a:pt x="2860556" y="103297"/>
                  </a:lnTo>
                  <a:lnTo>
                    <a:pt x="2854297" y="103297"/>
                  </a:lnTo>
                  <a:lnTo>
                    <a:pt x="2848037" y="103297"/>
                  </a:lnTo>
                  <a:lnTo>
                    <a:pt x="2841778" y="103297"/>
                  </a:lnTo>
                  <a:lnTo>
                    <a:pt x="2835518" y="103297"/>
                  </a:lnTo>
                  <a:lnTo>
                    <a:pt x="2829259" y="103297"/>
                  </a:lnTo>
                  <a:lnTo>
                    <a:pt x="2822999" y="103297"/>
                  </a:lnTo>
                  <a:lnTo>
                    <a:pt x="2816740" y="103297"/>
                  </a:lnTo>
                  <a:lnTo>
                    <a:pt x="2810481" y="103297"/>
                  </a:lnTo>
                  <a:lnTo>
                    <a:pt x="2804221" y="103297"/>
                  </a:lnTo>
                  <a:lnTo>
                    <a:pt x="2797962" y="103297"/>
                  </a:lnTo>
                  <a:lnTo>
                    <a:pt x="2791702" y="103297"/>
                  </a:lnTo>
                  <a:lnTo>
                    <a:pt x="2785443" y="103297"/>
                  </a:lnTo>
                  <a:lnTo>
                    <a:pt x="2779184" y="103297"/>
                  </a:lnTo>
                  <a:lnTo>
                    <a:pt x="2772924" y="103297"/>
                  </a:lnTo>
                  <a:lnTo>
                    <a:pt x="2766665" y="103297"/>
                  </a:lnTo>
                  <a:lnTo>
                    <a:pt x="2760405" y="103297"/>
                  </a:lnTo>
                  <a:lnTo>
                    <a:pt x="2754146" y="103297"/>
                  </a:lnTo>
                  <a:lnTo>
                    <a:pt x="2747886" y="103297"/>
                  </a:lnTo>
                  <a:lnTo>
                    <a:pt x="2741627" y="103297"/>
                  </a:lnTo>
                  <a:lnTo>
                    <a:pt x="2735368" y="103297"/>
                  </a:lnTo>
                  <a:lnTo>
                    <a:pt x="2729108" y="103297"/>
                  </a:lnTo>
                  <a:lnTo>
                    <a:pt x="2722849" y="103297"/>
                  </a:lnTo>
                  <a:lnTo>
                    <a:pt x="2716589" y="103297"/>
                  </a:lnTo>
                  <a:lnTo>
                    <a:pt x="2710330" y="103297"/>
                  </a:lnTo>
                  <a:lnTo>
                    <a:pt x="2704070" y="103297"/>
                  </a:lnTo>
                  <a:lnTo>
                    <a:pt x="2697811" y="103297"/>
                  </a:lnTo>
                  <a:lnTo>
                    <a:pt x="2691552" y="103297"/>
                  </a:lnTo>
                  <a:lnTo>
                    <a:pt x="2685292" y="103297"/>
                  </a:lnTo>
                  <a:lnTo>
                    <a:pt x="2679033" y="103297"/>
                  </a:lnTo>
                  <a:lnTo>
                    <a:pt x="2672773" y="103297"/>
                  </a:lnTo>
                  <a:lnTo>
                    <a:pt x="2666514" y="103297"/>
                  </a:lnTo>
                  <a:lnTo>
                    <a:pt x="2660254" y="103297"/>
                  </a:lnTo>
                  <a:lnTo>
                    <a:pt x="2653995" y="103297"/>
                  </a:lnTo>
                  <a:lnTo>
                    <a:pt x="2647736" y="103297"/>
                  </a:lnTo>
                  <a:lnTo>
                    <a:pt x="2641476" y="103297"/>
                  </a:lnTo>
                  <a:lnTo>
                    <a:pt x="2635217" y="103297"/>
                  </a:lnTo>
                  <a:lnTo>
                    <a:pt x="2628957" y="103297"/>
                  </a:lnTo>
                  <a:lnTo>
                    <a:pt x="2622698" y="103297"/>
                  </a:lnTo>
                  <a:lnTo>
                    <a:pt x="2616438" y="103297"/>
                  </a:lnTo>
                  <a:lnTo>
                    <a:pt x="2610179" y="103297"/>
                  </a:lnTo>
                  <a:lnTo>
                    <a:pt x="2603920" y="103297"/>
                  </a:lnTo>
                  <a:lnTo>
                    <a:pt x="2597660" y="103297"/>
                  </a:lnTo>
                  <a:lnTo>
                    <a:pt x="2591401" y="103297"/>
                  </a:lnTo>
                  <a:lnTo>
                    <a:pt x="2585141" y="103297"/>
                  </a:lnTo>
                  <a:lnTo>
                    <a:pt x="2578882" y="103297"/>
                  </a:lnTo>
                  <a:lnTo>
                    <a:pt x="2572623" y="103297"/>
                  </a:lnTo>
                  <a:lnTo>
                    <a:pt x="2566363" y="103297"/>
                  </a:lnTo>
                  <a:lnTo>
                    <a:pt x="2560104" y="103297"/>
                  </a:lnTo>
                  <a:lnTo>
                    <a:pt x="2553844" y="103297"/>
                  </a:lnTo>
                  <a:lnTo>
                    <a:pt x="2547585" y="103297"/>
                  </a:lnTo>
                  <a:lnTo>
                    <a:pt x="2541325" y="103297"/>
                  </a:lnTo>
                  <a:lnTo>
                    <a:pt x="2535066" y="103297"/>
                  </a:lnTo>
                  <a:lnTo>
                    <a:pt x="2528807" y="103297"/>
                  </a:lnTo>
                  <a:lnTo>
                    <a:pt x="2522547" y="103297"/>
                  </a:lnTo>
                  <a:lnTo>
                    <a:pt x="2516288" y="103297"/>
                  </a:lnTo>
                  <a:lnTo>
                    <a:pt x="2510028" y="103297"/>
                  </a:lnTo>
                  <a:lnTo>
                    <a:pt x="2503769" y="103297"/>
                  </a:lnTo>
                  <a:lnTo>
                    <a:pt x="2497509" y="103297"/>
                  </a:lnTo>
                  <a:lnTo>
                    <a:pt x="2491250" y="103297"/>
                  </a:lnTo>
                  <a:lnTo>
                    <a:pt x="2484991" y="103297"/>
                  </a:lnTo>
                  <a:lnTo>
                    <a:pt x="2478731" y="103297"/>
                  </a:lnTo>
                  <a:lnTo>
                    <a:pt x="2472472" y="103297"/>
                  </a:lnTo>
                  <a:lnTo>
                    <a:pt x="2466212" y="103297"/>
                  </a:lnTo>
                  <a:lnTo>
                    <a:pt x="2459953" y="103297"/>
                  </a:lnTo>
                  <a:lnTo>
                    <a:pt x="2453693" y="103297"/>
                  </a:lnTo>
                  <a:lnTo>
                    <a:pt x="2447434" y="103297"/>
                  </a:lnTo>
                  <a:lnTo>
                    <a:pt x="2441175" y="103297"/>
                  </a:lnTo>
                  <a:lnTo>
                    <a:pt x="2434915" y="103297"/>
                  </a:lnTo>
                  <a:lnTo>
                    <a:pt x="2428656" y="103297"/>
                  </a:lnTo>
                  <a:lnTo>
                    <a:pt x="2422396" y="103297"/>
                  </a:lnTo>
                  <a:lnTo>
                    <a:pt x="2416137" y="103297"/>
                  </a:lnTo>
                  <a:lnTo>
                    <a:pt x="2409878" y="103297"/>
                  </a:lnTo>
                  <a:lnTo>
                    <a:pt x="2403618" y="103297"/>
                  </a:lnTo>
                  <a:lnTo>
                    <a:pt x="2397359" y="103297"/>
                  </a:lnTo>
                  <a:lnTo>
                    <a:pt x="2391099" y="103297"/>
                  </a:lnTo>
                  <a:lnTo>
                    <a:pt x="2384840" y="103297"/>
                  </a:lnTo>
                  <a:lnTo>
                    <a:pt x="2378580" y="103297"/>
                  </a:lnTo>
                  <a:lnTo>
                    <a:pt x="2372321" y="103297"/>
                  </a:lnTo>
                  <a:lnTo>
                    <a:pt x="2366062" y="103297"/>
                  </a:lnTo>
                  <a:lnTo>
                    <a:pt x="2359802" y="103297"/>
                  </a:lnTo>
                  <a:lnTo>
                    <a:pt x="2353543" y="103297"/>
                  </a:lnTo>
                  <a:lnTo>
                    <a:pt x="2347283" y="103297"/>
                  </a:lnTo>
                  <a:lnTo>
                    <a:pt x="2341024" y="103297"/>
                  </a:lnTo>
                  <a:lnTo>
                    <a:pt x="2334764" y="103297"/>
                  </a:lnTo>
                  <a:lnTo>
                    <a:pt x="2328505" y="103297"/>
                  </a:lnTo>
                  <a:lnTo>
                    <a:pt x="2322246" y="103297"/>
                  </a:lnTo>
                  <a:lnTo>
                    <a:pt x="2315986" y="103297"/>
                  </a:lnTo>
                  <a:lnTo>
                    <a:pt x="2309727" y="103297"/>
                  </a:lnTo>
                  <a:lnTo>
                    <a:pt x="2303467" y="103297"/>
                  </a:lnTo>
                  <a:lnTo>
                    <a:pt x="2297208" y="103297"/>
                  </a:lnTo>
                  <a:lnTo>
                    <a:pt x="2290948" y="103297"/>
                  </a:lnTo>
                  <a:lnTo>
                    <a:pt x="2284689" y="103297"/>
                  </a:lnTo>
                  <a:lnTo>
                    <a:pt x="2278430" y="103297"/>
                  </a:lnTo>
                  <a:lnTo>
                    <a:pt x="2272170" y="103297"/>
                  </a:lnTo>
                  <a:lnTo>
                    <a:pt x="2265911" y="103297"/>
                  </a:lnTo>
                  <a:lnTo>
                    <a:pt x="2259651" y="103297"/>
                  </a:lnTo>
                  <a:lnTo>
                    <a:pt x="2253392" y="103297"/>
                  </a:lnTo>
                  <a:lnTo>
                    <a:pt x="2247133" y="103297"/>
                  </a:lnTo>
                  <a:lnTo>
                    <a:pt x="2240873" y="103297"/>
                  </a:lnTo>
                  <a:lnTo>
                    <a:pt x="2234614" y="103297"/>
                  </a:lnTo>
                  <a:lnTo>
                    <a:pt x="2228354" y="103297"/>
                  </a:lnTo>
                  <a:lnTo>
                    <a:pt x="2222095" y="103297"/>
                  </a:lnTo>
                  <a:lnTo>
                    <a:pt x="2215835" y="103297"/>
                  </a:lnTo>
                  <a:lnTo>
                    <a:pt x="2209576" y="103297"/>
                  </a:lnTo>
                  <a:lnTo>
                    <a:pt x="2203317" y="103297"/>
                  </a:lnTo>
                  <a:lnTo>
                    <a:pt x="2197057" y="103297"/>
                  </a:lnTo>
                  <a:lnTo>
                    <a:pt x="2190798" y="103297"/>
                  </a:lnTo>
                  <a:lnTo>
                    <a:pt x="2184538" y="103297"/>
                  </a:lnTo>
                  <a:lnTo>
                    <a:pt x="2178279" y="103297"/>
                  </a:lnTo>
                  <a:lnTo>
                    <a:pt x="2172019" y="103297"/>
                  </a:lnTo>
                  <a:lnTo>
                    <a:pt x="2165760" y="103297"/>
                  </a:lnTo>
                  <a:lnTo>
                    <a:pt x="2159501" y="103297"/>
                  </a:lnTo>
                  <a:lnTo>
                    <a:pt x="2153241" y="103297"/>
                  </a:lnTo>
                  <a:lnTo>
                    <a:pt x="2146982" y="103297"/>
                  </a:lnTo>
                  <a:lnTo>
                    <a:pt x="2140722" y="103297"/>
                  </a:lnTo>
                  <a:lnTo>
                    <a:pt x="2134463" y="103297"/>
                  </a:lnTo>
                  <a:lnTo>
                    <a:pt x="2128203" y="103297"/>
                  </a:lnTo>
                  <a:lnTo>
                    <a:pt x="2121944" y="103297"/>
                  </a:lnTo>
                  <a:lnTo>
                    <a:pt x="2115685" y="103297"/>
                  </a:lnTo>
                  <a:lnTo>
                    <a:pt x="2109425" y="103297"/>
                  </a:lnTo>
                  <a:lnTo>
                    <a:pt x="2103166" y="103297"/>
                  </a:lnTo>
                  <a:lnTo>
                    <a:pt x="2096906" y="103297"/>
                  </a:lnTo>
                  <a:lnTo>
                    <a:pt x="2090647" y="103297"/>
                  </a:lnTo>
                  <a:lnTo>
                    <a:pt x="2084388" y="103297"/>
                  </a:lnTo>
                  <a:lnTo>
                    <a:pt x="2078128" y="103297"/>
                  </a:lnTo>
                  <a:lnTo>
                    <a:pt x="2071869" y="103297"/>
                  </a:lnTo>
                  <a:lnTo>
                    <a:pt x="2065609" y="103297"/>
                  </a:lnTo>
                  <a:lnTo>
                    <a:pt x="2059350" y="103297"/>
                  </a:lnTo>
                  <a:lnTo>
                    <a:pt x="2053090" y="103297"/>
                  </a:lnTo>
                  <a:lnTo>
                    <a:pt x="2046831" y="103297"/>
                  </a:lnTo>
                  <a:lnTo>
                    <a:pt x="2040572" y="103297"/>
                  </a:lnTo>
                  <a:lnTo>
                    <a:pt x="2034312" y="103297"/>
                  </a:lnTo>
                  <a:lnTo>
                    <a:pt x="2028053" y="103297"/>
                  </a:lnTo>
                  <a:lnTo>
                    <a:pt x="2021793" y="103297"/>
                  </a:lnTo>
                  <a:lnTo>
                    <a:pt x="2015534" y="103297"/>
                  </a:lnTo>
                  <a:lnTo>
                    <a:pt x="2009274" y="103297"/>
                  </a:lnTo>
                  <a:lnTo>
                    <a:pt x="2003015" y="103297"/>
                  </a:lnTo>
                  <a:lnTo>
                    <a:pt x="1996756" y="103297"/>
                  </a:lnTo>
                  <a:lnTo>
                    <a:pt x="1990496" y="103297"/>
                  </a:lnTo>
                  <a:lnTo>
                    <a:pt x="1984237" y="103297"/>
                  </a:lnTo>
                  <a:lnTo>
                    <a:pt x="1977977" y="103297"/>
                  </a:lnTo>
                  <a:lnTo>
                    <a:pt x="1971718" y="103297"/>
                  </a:lnTo>
                  <a:lnTo>
                    <a:pt x="1965458" y="103297"/>
                  </a:lnTo>
                  <a:lnTo>
                    <a:pt x="1959199" y="103297"/>
                  </a:lnTo>
                  <a:lnTo>
                    <a:pt x="1952940" y="103297"/>
                  </a:lnTo>
                  <a:lnTo>
                    <a:pt x="1946680" y="103297"/>
                  </a:lnTo>
                  <a:lnTo>
                    <a:pt x="1940421" y="103297"/>
                  </a:lnTo>
                  <a:lnTo>
                    <a:pt x="1934161" y="103297"/>
                  </a:lnTo>
                  <a:lnTo>
                    <a:pt x="1927902" y="103297"/>
                  </a:lnTo>
                  <a:lnTo>
                    <a:pt x="1921642" y="103297"/>
                  </a:lnTo>
                  <a:lnTo>
                    <a:pt x="1915383" y="103297"/>
                  </a:lnTo>
                  <a:lnTo>
                    <a:pt x="1909124" y="103297"/>
                  </a:lnTo>
                  <a:lnTo>
                    <a:pt x="1902864" y="103297"/>
                  </a:lnTo>
                  <a:lnTo>
                    <a:pt x="1896605" y="103297"/>
                  </a:lnTo>
                  <a:lnTo>
                    <a:pt x="1890345" y="103297"/>
                  </a:lnTo>
                  <a:lnTo>
                    <a:pt x="1884086" y="103297"/>
                  </a:lnTo>
                  <a:lnTo>
                    <a:pt x="1877827" y="103297"/>
                  </a:lnTo>
                  <a:lnTo>
                    <a:pt x="1871567" y="103297"/>
                  </a:lnTo>
                  <a:lnTo>
                    <a:pt x="1865308" y="103297"/>
                  </a:lnTo>
                  <a:lnTo>
                    <a:pt x="1859048" y="103297"/>
                  </a:lnTo>
                  <a:lnTo>
                    <a:pt x="1852789" y="103297"/>
                  </a:lnTo>
                  <a:lnTo>
                    <a:pt x="1846529" y="103297"/>
                  </a:lnTo>
                  <a:lnTo>
                    <a:pt x="1840270" y="103297"/>
                  </a:lnTo>
                  <a:lnTo>
                    <a:pt x="1834011" y="103297"/>
                  </a:lnTo>
                  <a:lnTo>
                    <a:pt x="1827751" y="103297"/>
                  </a:lnTo>
                  <a:lnTo>
                    <a:pt x="1821492" y="103297"/>
                  </a:lnTo>
                  <a:lnTo>
                    <a:pt x="1815232" y="103297"/>
                  </a:lnTo>
                  <a:lnTo>
                    <a:pt x="1808973" y="103297"/>
                  </a:lnTo>
                  <a:lnTo>
                    <a:pt x="1802713" y="103297"/>
                  </a:lnTo>
                  <a:lnTo>
                    <a:pt x="1796454" y="103297"/>
                  </a:lnTo>
                  <a:lnTo>
                    <a:pt x="1790195" y="103297"/>
                  </a:lnTo>
                  <a:lnTo>
                    <a:pt x="1783935" y="103297"/>
                  </a:lnTo>
                  <a:lnTo>
                    <a:pt x="1777676" y="103297"/>
                  </a:lnTo>
                  <a:lnTo>
                    <a:pt x="1771416" y="103297"/>
                  </a:lnTo>
                  <a:lnTo>
                    <a:pt x="1765157" y="103297"/>
                  </a:lnTo>
                  <a:lnTo>
                    <a:pt x="1758897" y="103297"/>
                  </a:lnTo>
                  <a:lnTo>
                    <a:pt x="1752638" y="103297"/>
                  </a:lnTo>
                  <a:lnTo>
                    <a:pt x="1746379" y="103297"/>
                  </a:lnTo>
                  <a:lnTo>
                    <a:pt x="1740119" y="103297"/>
                  </a:lnTo>
                  <a:lnTo>
                    <a:pt x="1733860" y="103297"/>
                  </a:lnTo>
                  <a:lnTo>
                    <a:pt x="1727600" y="103297"/>
                  </a:lnTo>
                  <a:lnTo>
                    <a:pt x="1721341" y="103297"/>
                  </a:lnTo>
                  <a:lnTo>
                    <a:pt x="1715082" y="103297"/>
                  </a:lnTo>
                  <a:lnTo>
                    <a:pt x="1708822" y="103297"/>
                  </a:lnTo>
                  <a:lnTo>
                    <a:pt x="1702563" y="103297"/>
                  </a:lnTo>
                  <a:lnTo>
                    <a:pt x="1696303" y="103297"/>
                  </a:lnTo>
                  <a:lnTo>
                    <a:pt x="1690044" y="103297"/>
                  </a:lnTo>
                  <a:lnTo>
                    <a:pt x="1683784" y="103297"/>
                  </a:lnTo>
                  <a:lnTo>
                    <a:pt x="1677525" y="103297"/>
                  </a:lnTo>
                  <a:lnTo>
                    <a:pt x="1671266" y="103297"/>
                  </a:lnTo>
                  <a:lnTo>
                    <a:pt x="1665006" y="103297"/>
                  </a:lnTo>
                  <a:lnTo>
                    <a:pt x="1658747" y="103297"/>
                  </a:lnTo>
                  <a:lnTo>
                    <a:pt x="1652487" y="103297"/>
                  </a:lnTo>
                  <a:lnTo>
                    <a:pt x="1646228" y="103297"/>
                  </a:lnTo>
                  <a:lnTo>
                    <a:pt x="1639968" y="103297"/>
                  </a:lnTo>
                  <a:lnTo>
                    <a:pt x="1633709" y="103297"/>
                  </a:lnTo>
                  <a:lnTo>
                    <a:pt x="1627450" y="103297"/>
                  </a:lnTo>
                  <a:lnTo>
                    <a:pt x="1621190" y="103297"/>
                  </a:lnTo>
                  <a:lnTo>
                    <a:pt x="1614931" y="103297"/>
                  </a:lnTo>
                  <a:lnTo>
                    <a:pt x="1608671" y="103297"/>
                  </a:lnTo>
                  <a:lnTo>
                    <a:pt x="1602412" y="103297"/>
                  </a:lnTo>
                  <a:lnTo>
                    <a:pt x="1596152" y="103297"/>
                  </a:lnTo>
                  <a:lnTo>
                    <a:pt x="1589893" y="103297"/>
                  </a:lnTo>
                  <a:lnTo>
                    <a:pt x="1583634" y="103297"/>
                  </a:lnTo>
                  <a:lnTo>
                    <a:pt x="1577374" y="103297"/>
                  </a:lnTo>
                  <a:lnTo>
                    <a:pt x="1571115" y="103297"/>
                  </a:lnTo>
                  <a:lnTo>
                    <a:pt x="1564855" y="103297"/>
                  </a:lnTo>
                  <a:lnTo>
                    <a:pt x="1558596" y="103297"/>
                  </a:lnTo>
                  <a:lnTo>
                    <a:pt x="1552337" y="103297"/>
                  </a:lnTo>
                  <a:lnTo>
                    <a:pt x="1546077" y="103297"/>
                  </a:lnTo>
                  <a:lnTo>
                    <a:pt x="1539818" y="103297"/>
                  </a:lnTo>
                  <a:lnTo>
                    <a:pt x="1533558" y="103297"/>
                  </a:lnTo>
                  <a:lnTo>
                    <a:pt x="1527299" y="103297"/>
                  </a:lnTo>
                  <a:lnTo>
                    <a:pt x="1521039" y="103297"/>
                  </a:lnTo>
                  <a:lnTo>
                    <a:pt x="1514780" y="103297"/>
                  </a:lnTo>
                  <a:lnTo>
                    <a:pt x="1508521" y="103297"/>
                  </a:lnTo>
                  <a:lnTo>
                    <a:pt x="1502261" y="103297"/>
                  </a:lnTo>
                  <a:lnTo>
                    <a:pt x="1496002" y="103297"/>
                  </a:lnTo>
                  <a:lnTo>
                    <a:pt x="1489742" y="103297"/>
                  </a:lnTo>
                  <a:lnTo>
                    <a:pt x="1483483" y="103297"/>
                  </a:lnTo>
                  <a:lnTo>
                    <a:pt x="1477223" y="103297"/>
                  </a:lnTo>
                  <a:lnTo>
                    <a:pt x="1470964" y="103297"/>
                  </a:lnTo>
                  <a:lnTo>
                    <a:pt x="1464705" y="103297"/>
                  </a:lnTo>
                  <a:lnTo>
                    <a:pt x="1458445" y="103297"/>
                  </a:lnTo>
                  <a:lnTo>
                    <a:pt x="1452186" y="103297"/>
                  </a:lnTo>
                  <a:lnTo>
                    <a:pt x="1445926" y="103297"/>
                  </a:lnTo>
                  <a:lnTo>
                    <a:pt x="1439667" y="103297"/>
                  </a:lnTo>
                  <a:lnTo>
                    <a:pt x="1433407" y="103297"/>
                  </a:lnTo>
                  <a:lnTo>
                    <a:pt x="1427148" y="103297"/>
                  </a:lnTo>
                  <a:lnTo>
                    <a:pt x="1420889" y="103297"/>
                  </a:lnTo>
                  <a:lnTo>
                    <a:pt x="1414629" y="103297"/>
                  </a:lnTo>
                  <a:lnTo>
                    <a:pt x="1408370" y="103297"/>
                  </a:lnTo>
                  <a:lnTo>
                    <a:pt x="1402110" y="103297"/>
                  </a:lnTo>
                  <a:lnTo>
                    <a:pt x="1395851" y="103297"/>
                  </a:lnTo>
                  <a:lnTo>
                    <a:pt x="1389592" y="103297"/>
                  </a:lnTo>
                  <a:lnTo>
                    <a:pt x="1383332" y="103297"/>
                  </a:lnTo>
                  <a:lnTo>
                    <a:pt x="1377073" y="103297"/>
                  </a:lnTo>
                  <a:lnTo>
                    <a:pt x="1370813" y="103297"/>
                  </a:lnTo>
                  <a:lnTo>
                    <a:pt x="1364554" y="103297"/>
                  </a:lnTo>
                  <a:lnTo>
                    <a:pt x="1358294" y="103297"/>
                  </a:lnTo>
                  <a:lnTo>
                    <a:pt x="1352035" y="103297"/>
                  </a:lnTo>
                  <a:lnTo>
                    <a:pt x="1345776" y="103297"/>
                  </a:lnTo>
                  <a:lnTo>
                    <a:pt x="1339516" y="103297"/>
                  </a:lnTo>
                  <a:lnTo>
                    <a:pt x="1333257" y="103297"/>
                  </a:lnTo>
                  <a:lnTo>
                    <a:pt x="1326997" y="103297"/>
                  </a:lnTo>
                  <a:lnTo>
                    <a:pt x="1320738" y="103297"/>
                  </a:lnTo>
                  <a:lnTo>
                    <a:pt x="1314478" y="103297"/>
                  </a:lnTo>
                  <a:lnTo>
                    <a:pt x="1308219" y="103297"/>
                  </a:lnTo>
                  <a:lnTo>
                    <a:pt x="1301960" y="103297"/>
                  </a:lnTo>
                  <a:lnTo>
                    <a:pt x="1295700" y="103297"/>
                  </a:lnTo>
                  <a:lnTo>
                    <a:pt x="1289441" y="103297"/>
                  </a:lnTo>
                  <a:lnTo>
                    <a:pt x="1283181" y="103297"/>
                  </a:lnTo>
                  <a:lnTo>
                    <a:pt x="1276922" y="103297"/>
                  </a:lnTo>
                  <a:lnTo>
                    <a:pt x="1270662" y="103297"/>
                  </a:lnTo>
                  <a:lnTo>
                    <a:pt x="1264403" y="103297"/>
                  </a:lnTo>
                  <a:lnTo>
                    <a:pt x="1258144" y="103297"/>
                  </a:lnTo>
                  <a:lnTo>
                    <a:pt x="1251884" y="103297"/>
                  </a:lnTo>
                  <a:lnTo>
                    <a:pt x="1245625" y="103297"/>
                  </a:lnTo>
                  <a:lnTo>
                    <a:pt x="1239365" y="103297"/>
                  </a:lnTo>
                  <a:lnTo>
                    <a:pt x="1233106" y="103297"/>
                  </a:lnTo>
                  <a:lnTo>
                    <a:pt x="1226846" y="103297"/>
                  </a:lnTo>
                  <a:lnTo>
                    <a:pt x="1220587" y="103297"/>
                  </a:lnTo>
                  <a:lnTo>
                    <a:pt x="1214328" y="103297"/>
                  </a:lnTo>
                  <a:lnTo>
                    <a:pt x="1208068" y="103297"/>
                  </a:lnTo>
                  <a:lnTo>
                    <a:pt x="1201809" y="103297"/>
                  </a:lnTo>
                  <a:lnTo>
                    <a:pt x="1195549" y="103297"/>
                  </a:lnTo>
                  <a:lnTo>
                    <a:pt x="1189290" y="103297"/>
                  </a:lnTo>
                  <a:lnTo>
                    <a:pt x="1183031" y="103297"/>
                  </a:lnTo>
                  <a:lnTo>
                    <a:pt x="1176771" y="103297"/>
                  </a:lnTo>
                  <a:lnTo>
                    <a:pt x="1170512" y="103297"/>
                  </a:lnTo>
                  <a:lnTo>
                    <a:pt x="1164252" y="103297"/>
                  </a:lnTo>
                  <a:lnTo>
                    <a:pt x="1157993" y="103297"/>
                  </a:lnTo>
                  <a:lnTo>
                    <a:pt x="1151733" y="103297"/>
                  </a:lnTo>
                  <a:lnTo>
                    <a:pt x="1145474" y="103297"/>
                  </a:lnTo>
                  <a:lnTo>
                    <a:pt x="1139215" y="103297"/>
                  </a:lnTo>
                  <a:lnTo>
                    <a:pt x="1132955" y="103297"/>
                  </a:lnTo>
                  <a:lnTo>
                    <a:pt x="1126696" y="103297"/>
                  </a:lnTo>
                  <a:lnTo>
                    <a:pt x="1120436" y="103297"/>
                  </a:lnTo>
                  <a:lnTo>
                    <a:pt x="1114177" y="103297"/>
                  </a:lnTo>
                  <a:lnTo>
                    <a:pt x="1107917" y="103297"/>
                  </a:lnTo>
                  <a:lnTo>
                    <a:pt x="1101658" y="103297"/>
                  </a:lnTo>
                  <a:lnTo>
                    <a:pt x="1095399" y="103297"/>
                  </a:lnTo>
                  <a:lnTo>
                    <a:pt x="1089139" y="103297"/>
                  </a:lnTo>
                  <a:lnTo>
                    <a:pt x="1082880" y="103297"/>
                  </a:lnTo>
                  <a:lnTo>
                    <a:pt x="1076620" y="103297"/>
                  </a:lnTo>
                  <a:lnTo>
                    <a:pt x="1070361" y="103297"/>
                  </a:lnTo>
                  <a:lnTo>
                    <a:pt x="1064101" y="103297"/>
                  </a:lnTo>
                  <a:lnTo>
                    <a:pt x="1057842" y="103297"/>
                  </a:lnTo>
                  <a:lnTo>
                    <a:pt x="1051583" y="103297"/>
                  </a:lnTo>
                  <a:lnTo>
                    <a:pt x="1045323" y="103297"/>
                  </a:lnTo>
                  <a:lnTo>
                    <a:pt x="1039064" y="103297"/>
                  </a:lnTo>
                  <a:lnTo>
                    <a:pt x="1032804" y="103297"/>
                  </a:lnTo>
                  <a:lnTo>
                    <a:pt x="1026545" y="103297"/>
                  </a:lnTo>
                  <a:lnTo>
                    <a:pt x="1020286" y="103297"/>
                  </a:lnTo>
                  <a:lnTo>
                    <a:pt x="1014026" y="103297"/>
                  </a:lnTo>
                  <a:lnTo>
                    <a:pt x="1007767" y="103297"/>
                  </a:lnTo>
                  <a:lnTo>
                    <a:pt x="1001507" y="103297"/>
                  </a:lnTo>
                  <a:lnTo>
                    <a:pt x="995248" y="103297"/>
                  </a:lnTo>
                  <a:lnTo>
                    <a:pt x="988988" y="103297"/>
                  </a:lnTo>
                  <a:lnTo>
                    <a:pt x="982729" y="103297"/>
                  </a:lnTo>
                  <a:lnTo>
                    <a:pt x="976470" y="103297"/>
                  </a:lnTo>
                  <a:lnTo>
                    <a:pt x="970210" y="103297"/>
                  </a:lnTo>
                  <a:lnTo>
                    <a:pt x="963951" y="103297"/>
                  </a:lnTo>
                  <a:lnTo>
                    <a:pt x="957691" y="103297"/>
                  </a:lnTo>
                  <a:lnTo>
                    <a:pt x="951432" y="103297"/>
                  </a:lnTo>
                  <a:lnTo>
                    <a:pt x="945172" y="103297"/>
                  </a:lnTo>
                  <a:lnTo>
                    <a:pt x="938913" y="103297"/>
                  </a:lnTo>
                  <a:lnTo>
                    <a:pt x="932654" y="103297"/>
                  </a:lnTo>
                  <a:lnTo>
                    <a:pt x="926394" y="103297"/>
                  </a:lnTo>
                  <a:lnTo>
                    <a:pt x="920135" y="103297"/>
                  </a:lnTo>
                  <a:lnTo>
                    <a:pt x="913875" y="103297"/>
                  </a:lnTo>
                  <a:lnTo>
                    <a:pt x="907616" y="103297"/>
                  </a:lnTo>
                  <a:lnTo>
                    <a:pt x="901356" y="103297"/>
                  </a:lnTo>
                  <a:lnTo>
                    <a:pt x="895097" y="103297"/>
                  </a:lnTo>
                  <a:lnTo>
                    <a:pt x="888838" y="103297"/>
                  </a:lnTo>
                  <a:lnTo>
                    <a:pt x="882578" y="103297"/>
                  </a:lnTo>
                  <a:lnTo>
                    <a:pt x="876319" y="103297"/>
                  </a:lnTo>
                  <a:lnTo>
                    <a:pt x="870059" y="103297"/>
                  </a:lnTo>
                  <a:lnTo>
                    <a:pt x="863800" y="103297"/>
                  </a:lnTo>
                  <a:lnTo>
                    <a:pt x="857541" y="103297"/>
                  </a:lnTo>
                  <a:lnTo>
                    <a:pt x="851281" y="103297"/>
                  </a:lnTo>
                  <a:lnTo>
                    <a:pt x="845022" y="103297"/>
                  </a:lnTo>
                  <a:lnTo>
                    <a:pt x="838762" y="103297"/>
                  </a:lnTo>
                  <a:lnTo>
                    <a:pt x="832503" y="103297"/>
                  </a:lnTo>
                  <a:lnTo>
                    <a:pt x="826243" y="103297"/>
                  </a:lnTo>
                  <a:lnTo>
                    <a:pt x="819984" y="103297"/>
                  </a:lnTo>
                  <a:lnTo>
                    <a:pt x="813725" y="103297"/>
                  </a:lnTo>
                  <a:lnTo>
                    <a:pt x="807465" y="103297"/>
                  </a:lnTo>
                  <a:lnTo>
                    <a:pt x="801206" y="103297"/>
                  </a:lnTo>
                  <a:lnTo>
                    <a:pt x="794946" y="103297"/>
                  </a:lnTo>
                  <a:lnTo>
                    <a:pt x="788687" y="103297"/>
                  </a:lnTo>
                  <a:lnTo>
                    <a:pt x="782427" y="103297"/>
                  </a:lnTo>
                  <a:lnTo>
                    <a:pt x="776168" y="103297"/>
                  </a:lnTo>
                  <a:lnTo>
                    <a:pt x="769909" y="103297"/>
                  </a:lnTo>
                  <a:lnTo>
                    <a:pt x="763649" y="103297"/>
                  </a:lnTo>
                  <a:lnTo>
                    <a:pt x="757390" y="103297"/>
                  </a:lnTo>
                  <a:lnTo>
                    <a:pt x="751130" y="103297"/>
                  </a:lnTo>
                  <a:lnTo>
                    <a:pt x="744871" y="103297"/>
                  </a:lnTo>
                  <a:lnTo>
                    <a:pt x="738611" y="103297"/>
                  </a:lnTo>
                  <a:lnTo>
                    <a:pt x="732352" y="103297"/>
                  </a:lnTo>
                  <a:lnTo>
                    <a:pt x="726093" y="103297"/>
                  </a:lnTo>
                  <a:lnTo>
                    <a:pt x="719833" y="103297"/>
                  </a:lnTo>
                  <a:lnTo>
                    <a:pt x="713574" y="103297"/>
                  </a:lnTo>
                  <a:lnTo>
                    <a:pt x="707314" y="103297"/>
                  </a:lnTo>
                  <a:lnTo>
                    <a:pt x="701055" y="103297"/>
                  </a:lnTo>
                  <a:lnTo>
                    <a:pt x="694796" y="103297"/>
                  </a:lnTo>
                  <a:lnTo>
                    <a:pt x="688536" y="103297"/>
                  </a:lnTo>
                  <a:lnTo>
                    <a:pt x="682277" y="103297"/>
                  </a:lnTo>
                  <a:lnTo>
                    <a:pt x="676017" y="103297"/>
                  </a:lnTo>
                  <a:lnTo>
                    <a:pt x="669758" y="103297"/>
                  </a:lnTo>
                  <a:lnTo>
                    <a:pt x="663498" y="103297"/>
                  </a:lnTo>
                  <a:lnTo>
                    <a:pt x="657239" y="103297"/>
                  </a:lnTo>
                  <a:lnTo>
                    <a:pt x="650980" y="103297"/>
                  </a:lnTo>
                  <a:lnTo>
                    <a:pt x="644720" y="103297"/>
                  </a:lnTo>
                  <a:lnTo>
                    <a:pt x="638461" y="103297"/>
                  </a:lnTo>
                  <a:lnTo>
                    <a:pt x="632201" y="103297"/>
                  </a:lnTo>
                  <a:lnTo>
                    <a:pt x="625942" y="103297"/>
                  </a:lnTo>
                  <a:lnTo>
                    <a:pt x="619682" y="103297"/>
                  </a:lnTo>
                  <a:lnTo>
                    <a:pt x="613423" y="103297"/>
                  </a:lnTo>
                  <a:lnTo>
                    <a:pt x="607164" y="103297"/>
                  </a:lnTo>
                  <a:lnTo>
                    <a:pt x="600904" y="103297"/>
                  </a:lnTo>
                  <a:lnTo>
                    <a:pt x="594645" y="103297"/>
                  </a:lnTo>
                  <a:lnTo>
                    <a:pt x="588385" y="103297"/>
                  </a:lnTo>
                  <a:lnTo>
                    <a:pt x="582126" y="103297"/>
                  </a:lnTo>
                  <a:lnTo>
                    <a:pt x="575866" y="103297"/>
                  </a:lnTo>
                  <a:lnTo>
                    <a:pt x="569607" y="103297"/>
                  </a:lnTo>
                  <a:lnTo>
                    <a:pt x="563348" y="103297"/>
                  </a:lnTo>
                  <a:lnTo>
                    <a:pt x="557088" y="103297"/>
                  </a:lnTo>
                  <a:lnTo>
                    <a:pt x="550829" y="103297"/>
                  </a:lnTo>
                  <a:lnTo>
                    <a:pt x="544569" y="103297"/>
                  </a:lnTo>
                  <a:lnTo>
                    <a:pt x="538310" y="103297"/>
                  </a:lnTo>
                  <a:lnTo>
                    <a:pt x="532050" y="103297"/>
                  </a:lnTo>
                  <a:lnTo>
                    <a:pt x="525791" y="103297"/>
                  </a:lnTo>
                  <a:lnTo>
                    <a:pt x="519532" y="103297"/>
                  </a:lnTo>
                  <a:lnTo>
                    <a:pt x="513272" y="103297"/>
                  </a:lnTo>
                  <a:lnTo>
                    <a:pt x="507013" y="103297"/>
                  </a:lnTo>
                  <a:lnTo>
                    <a:pt x="500753" y="103297"/>
                  </a:lnTo>
                  <a:lnTo>
                    <a:pt x="494494" y="103297"/>
                  </a:lnTo>
                  <a:lnTo>
                    <a:pt x="488235" y="103297"/>
                  </a:lnTo>
                  <a:lnTo>
                    <a:pt x="481975" y="103297"/>
                  </a:lnTo>
                  <a:lnTo>
                    <a:pt x="475716" y="103297"/>
                  </a:lnTo>
                  <a:lnTo>
                    <a:pt x="469456" y="103297"/>
                  </a:lnTo>
                  <a:lnTo>
                    <a:pt x="463197" y="103297"/>
                  </a:lnTo>
                  <a:lnTo>
                    <a:pt x="456937" y="103297"/>
                  </a:lnTo>
                  <a:lnTo>
                    <a:pt x="450678" y="103297"/>
                  </a:lnTo>
                  <a:lnTo>
                    <a:pt x="444419" y="103297"/>
                  </a:lnTo>
                  <a:lnTo>
                    <a:pt x="438159" y="103297"/>
                  </a:lnTo>
                  <a:lnTo>
                    <a:pt x="431900" y="103297"/>
                  </a:lnTo>
                  <a:lnTo>
                    <a:pt x="425640" y="103297"/>
                  </a:lnTo>
                  <a:lnTo>
                    <a:pt x="419381" y="103297"/>
                  </a:lnTo>
                  <a:lnTo>
                    <a:pt x="413121" y="103297"/>
                  </a:lnTo>
                  <a:lnTo>
                    <a:pt x="406862" y="103297"/>
                  </a:lnTo>
                  <a:lnTo>
                    <a:pt x="400603" y="103297"/>
                  </a:lnTo>
                  <a:lnTo>
                    <a:pt x="394343" y="103297"/>
                  </a:lnTo>
                  <a:lnTo>
                    <a:pt x="388084" y="103297"/>
                  </a:lnTo>
                  <a:lnTo>
                    <a:pt x="381824" y="103297"/>
                  </a:lnTo>
                  <a:lnTo>
                    <a:pt x="375565" y="103297"/>
                  </a:lnTo>
                  <a:lnTo>
                    <a:pt x="369305" y="103297"/>
                  </a:lnTo>
                  <a:lnTo>
                    <a:pt x="363046" y="103297"/>
                  </a:lnTo>
                  <a:lnTo>
                    <a:pt x="356787" y="103297"/>
                  </a:lnTo>
                  <a:lnTo>
                    <a:pt x="350527" y="103297"/>
                  </a:lnTo>
                  <a:lnTo>
                    <a:pt x="344268" y="103297"/>
                  </a:lnTo>
                  <a:lnTo>
                    <a:pt x="338008" y="103297"/>
                  </a:lnTo>
                  <a:lnTo>
                    <a:pt x="331749" y="103297"/>
                  </a:lnTo>
                  <a:lnTo>
                    <a:pt x="325490" y="103297"/>
                  </a:lnTo>
                  <a:lnTo>
                    <a:pt x="319230" y="103297"/>
                  </a:lnTo>
                  <a:lnTo>
                    <a:pt x="312971" y="103297"/>
                  </a:lnTo>
                  <a:lnTo>
                    <a:pt x="306711" y="103297"/>
                  </a:lnTo>
                  <a:lnTo>
                    <a:pt x="300452" y="103297"/>
                  </a:lnTo>
                  <a:lnTo>
                    <a:pt x="294192" y="103297"/>
                  </a:lnTo>
                  <a:lnTo>
                    <a:pt x="287933" y="103297"/>
                  </a:lnTo>
                  <a:lnTo>
                    <a:pt x="281674" y="103297"/>
                  </a:lnTo>
                  <a:lnTo>
                    <a:pt x="275414" y="103297"/>
                  </a:lnTo>
                  <a:lnTo>
                    <a:pt x="269155" y="103297"/>
                  </a:lnTo>
                  <a:lnTo>
                    <a:pt x="262895" y="103297"/>
                  </a:lnTo>
                  <a:lnTo>
                    <a:pt x="256636" y="103297"/>
                  </a:lnTo>
                  <a:lnTo>
                    <a:pt x="250376" y="103297"/>
                  </a:lnTo>
                  <a:lnTo>
                    <a:pt x="244117" y="103297"/>
                  </a:lnTo>
                  <a:lnTo>
                    <a:pt x="237858" y="103297"/>
                  </a:lnTo>
                  <a:lnTo>
                    <a:pt x="231598" y="103297"/>
                  </a:lnTo>
                  <a:lnTo>
                    <a:pt x="225339" y="103297"/>
                  </a:lnTo>
                  <a:lnTo>
                    <a:pt x="219079" y="103297"/>
                  </a:lnTo>
                  <a:lnTo>
                    <a:pt x="212820" y="103297"/>
                  </a:lnTo>
                  <a:lnTo>
                    <a:pt x="206560" y="103297"/>
                  </a:lnTo>
                  <a:lnTo>
                    <a:pt x="200301" y="103297"/>
                  </a:lnTo>
                  <a:lnTo>
                    <a:pt x="194042" y="103297"/>
                  </a:lnTo>
                  <a:lnTo>
                    <a:pt x="187782" y="103297"/>
                  </a:lnTo>
                  <a:lnTo>
                    <a:pt x="181523" y="103297"/>
                  </a:lnTo>
                  <a:lnTo>
                    <a:pt x="175263" y="103297"/>
                  </a:lnTo>
                  <a:lnTo>
                    <a:pt x="169004" y="103297"/>
                  </a:lnTo>
                  <a:lnTo>
                    <a:pt x="162745" y="103297"/>
                  </a:lnTo>
                  <a:lnTo>
                    <a:pt x="156485" y="103297"/>
                  </a:lnTo>
                  <a:lnTo>
                    <a:pt x="150226" y="103297"/>
                  </a:lnTo>
                  <a:lnTo>
                    <a:pt x="143966" y="103297"/>
                  </a:lnTo>
                  <a:lnTo>
                    <a:pt x="137707" y="103297"/>
                  </a:lnTo>
                  <a:lnTo>
                    <a:pt x="131447" y="103297"/>
                  </a:lnTo>
                  <a:lnTo>
                    <a:pt x="125188" y="103297"/>
                  </a:lnTo>
                  <a:lnTo>
                    <a:pt x="118929" y="103297"/>
                  </a:lnTo>
                  <a:lnTo>
                    <a:pt x="112669" y="103297"/>
                  </a:lnTo>
                  <a:lnTo>
                    <a:pt x="106410" y="103297"/>
                  </a:lnTo>
                  <a:lnTo>
                    <a:pt x="100150" y="103297"/>
                  </a:lnTo>
                  <a:lnTo>
                    <a:pt x="93891" y="103297"/>
                  </a:lnTo>
                  <a:lnTo>
                    <a:pt x="87631" y="103297"/>
                  </a:lnTo>
                  <a:lnTo>
                    <a:pt x="81372" y="103297"/>
                  </a:lnTo>
                  <a:lnTo>
                    <a:pt x="75113" y="103297"/>
                  </a:lnTo>
                  <a:lnTo>
                    <a:pt x="68853" y="103297"/>
                  </a:lnTo>
                  <a:lnTo>
                    <a:pt x="62594" y="103297"/>
                  </a:lnTo>
                  <a:lnTo>
                    <a:pt x="56334" y="103297"/>
                  </a:lnTo>
                  <a:lnTo>
                    <a:pt x="50075" y="103297"/>
                  </a:lnTo>
                  <a:lnTo>
                    <a:pt x="43815" y="103297"/>
                  </a:lnTo>
                  <a:lnTo>
                    <a:pt x="37556" y="103297"/>
                  </a:lnTo>
                  <a:lnTo>
                    <a:pt x="31297" y="103297"/>
                  </a:lnTo>
                  <a:lnTo>
                    <a:pt x="25037" y="103297"/>
                  </a:lnTo>
                  <a:lnTo>
                    <a:pt x="18778" y="103297"/>
                  </a:lnTo>
                  <a:lnTo>
                    <a:pt x="12518" y="103297"/>
                  </a:lnTo>
                  <a:lnTo>
                    <a:pt x="6259" y="10329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3749798" y="5952861"/>
              <a:ext cx="3198565" cy="103297"/>
            </a:xfrm>
            <a:custGeom>
              <a:avLst/>
              <a:pathLst>
                <a:path w="3198565" h="103297">
                  <a:moveTo>
                    <a:pt x="0" y="103297"/>
                  </a:moveTo>
                  <a:lnTo>
                    <a:pt x="6259" y="103297"/>
                  </a:lnTo>
                  <a:lnTo>
                    <a:pt x="12518" y="103297"/>
                  </a:lnTo>
                  <a:lnTo>
                    <a:pt x="18778" y="103297"/>
                  </a:lnTo>
                  <a:lnTo>
                    <a:pt x="25037" y="103297"/>
                  </a:lnTo>
                  <a:lnTo>
                    <a:pt x="31297" y="103297"/>
                  </a:lnTo>
                  <a:lnTo>
                    <a:pt x="37556" y="103297"/>
                  </a:lnTo>
                  <a:lnTo>
                    <a:pt x="43815" y="103297"/>
                  </a:lnTo>
                  <a:lnTo>
                    <a:pt x="50075" y="103297"/>
                  </a:lnTo>
                  <a:lnTo>
                    <a:pt x="56334" y="103297"/>
                  </a:lnTo>
                  <a:lnTo>
                    <a:pt x="62594" y="103297"/>
                  </a:lnTo>
                  <a:lnTo>
                    <a:pt x="68853" y="103297"/>
                  </a:lnTo>
                  <a:lnTo>
                    <a:pt x="75113" y="103297"/>
                  </a:lnTo>
                  <a:lnTo>
                    <a:pt x="81372" y="103297"/>
                  </a:lnTo>
                  <a:lnTo>
                    <a:pt x="87631" y="103297"/>
                  </a:lnTo>
                  <a:lnTo>
                    <a:pt x="93891" y="103297"/>
                  </a:lnTo>
                  <a:lnTo>
                    <a:pt x="100150" y="103297"/>
                  </a:lnTo>
                  <a:lnTo>
                    <a:pt x="106410" y="103297"/>
                  </a:lnTo>
                  <a:lnTo>
                    <a:pt x="112669" y="103297"/>
                  </a:lnTo>
                  <a:lnTo>
                    <a:pt x="118929" y="103297"/>
                  </a:lnTo>
                  <a:lnTo>
                    <a:pt x="125188" y="103297"/>
                  </a:lnTo>
                  <a:lnTo>
                    <a:pt x="131447" y="103297"/>
                  </a:lnTo>
                  <a:lnTo>
                    <a:pt x="137707" y="103297"/>
                  </a:lnTo>
                  <a:lnTo>
                    <a:pt x="143966" y="103297"/>
                  </a:lnTo>
                  <a:lnTo>
                    <a:pt x="150226" y="103297"/>
                  </a:lnTo>
                  <a:lnTo>
                    <a:pt x="156485" y="103297"/>
                  </a:lnTo>
                  <a:lnTo>
                    <a:pt x="162745" y="103297"/>
                  </a:lnTo>
                  <a:lnTo>
                    <a:pt x="169004" y="103297"/>
                  </a:lnTo>
                  <a:lnTo>
                    <a:pt x="175263" y="103297"/>
                  </a:lnTo>
                  <a:lnTo>
                    <a:pt x="181523" y="103297"/>
                  </a:lnTo>
                  <a:lnTo>
                    <a:pt x="187782" y="103297"/>
                  </a:lnTo>
                  <a:lnTo>
                    <a:pt x="194042" y="103297"/>
                  </a:lnTo>
                  <a:lnTo>
                    <a:pt x="200301" y="103297"/>
                  </a:lnTo>
                  <a:lnTo>
                    <a:pt x="206560" y="103297"/>
                  </a:lnTo>
                  <a:lnTo>
                    <a:pt x="212820" y="103297"/>
                  </a:lnTo>
                  <a:lnTo>
                    <a:pt x="219079" y="103297"/>
                  </a:lnTo>
                  <a:lnTo>
                    <a:pt x="225339" y="103297"/>
                  </a:lnTo>
                  <a:lnTo>
                    <a:pt x="231598" y="103297"/>
                  </a:lnTo>
                  <a:lnTo>
                    <a:pt x="237858" y="103297"/>
                  </a:lnTo>
                  <a:lnTo>
                    <a:pt x="244117" y="103297"/>
                  </a:lnTo>
                  <a:lnTo>
                    <a:pt x="250376" y="103297"/>
                  </a:lnTo>
                  <a:lnTo>
                    <a:pt x="256636" y="103297"/>
                  </a:lnTo>
                  <a:lnTo>
                    <a:pt x="262895" y="103297"/>
                  </a:lnTo>
                  <a:lnTo>
                    <a:pt x="269155" y="103297"/>
                  </a:lnTo>
                  <a:lnTo>
                    <a:pt x="275414" y="103297"/>
                  </a:lnTo>
                  <a:lnTo>
                    <a:pt x="281674" y="103297"/>
                  </a:lnTo>
                  <a:lnTo>
                    <a:pt x="287933" y="103297"/>
                  </a:lnTo>
                  <a:lnTo>
                    <a:pt x="294192" y="103297"/>
                  </a:lnTo>
                  <a:lnTo>
                    <a:pt x="300452" y="103297"/>
                  </a:lnTo>
                  <a:lnTo>
                    <a:pt x="306711" y="103297"/>
                  </a:lnTo>
                  <a:lnTo>
                    <a:pt x="312971" y="103297"/>
                  </a:lnTo>
                  <a:lnTo>
                    <a:pt x="319230" y="103297"/>
                  </a:lnTo>
                  <a:lnTo>
                    <a:pt x="325490" y="103297"/>
                  </a:lnTo>
                  <a:lnTo>
                    <a:pt x="331749" y="103297"/>
                  </a:lnTo>
                  <a:lnTo>
                    <a:pt x="338008" y="103297"/>
                  </a:lnTo>
                  <a:lnTo>
                    <a:pt x="344268" y="103297"/>
                  </a:lnTo>
                  <a:lnTo>
                    <a:pt x="350527" y="103297"/>
                  </a:lnTo>
                  <a:lnTo>
                    <a:pt x="356787" y="103297"/>
                  </a:lnTo>
                  <a:lnTo>
                    <a:pt x="363046" y="103297"/>
                  </a:lnTo>
                  <a:lnTo>
                    <a:pt x="369305" y="103297"/>
                  </a:lnTo>
                  <a:lnTo>
                    <a:pt x="375565" y="103297"/>
                  </a:lnTo>
                  <a:lnTo>
                    <a:pt x="381824" y="103297"/>
                  </a:lnTo>
                  <a:lnTo>
                    <a:pt x="388084" y="103297"/>
                  </a:lnTo>
                  <a:lnTo>
                    <a:pt x="394343" y="103297"/>
                  </a:lnTo>
                  <a:lnTo>
                    <a:pt x="400603" y="103297"/>
                  </a:lnTo>
                  <a:lnTo>
                    <a:pt x="406862" y="103297"/>
                  </a:lnTo>
                  <a:lnTo>
                    <a:pt x="413121" y="103297"/>
                  </a:lnTo>
                  <a:lnTo>
                    <a:pt x="419381" y="103297"/>
                  </a:lnTo>
                  <a:lnTo>
                    <a:pt x="425640" y="103297"/>
                  </a:lnTo>
                  <a:lnTo>
                    <a:pt x="431900" y="103297"/>
                  </a:lnTo>
                  <a:lnTo>
                    <a:pt x="438159" y="103297"/>
                  </a:lnTo>
                  <a:lnTo>
                    <a:pt x="444419" y="103297"/>
                  </a:lnTo>
                  <a:lnTo>
                    <a:pt x="450678" y="103297"/>
                  </a:lnTo>
                  <a:lnTo>
                    <a:pt x="456937" y="103297"/>
                  </a:lnTo>
                  <a:lnTo>
                    <a:pt x="463197" y="103297"/>
                  </a:lnTo>
                  <a:lnTo>
                    <a:pt x="469456" y="103297"/>
                  </a:lnTo>
                  <a:lnTo>
                    <a:pt x="475716" y="103297"/>
                  </a:lnTo>
                  <a:lnTo>
                    <a:pt x="481975" y="103297"/>
                  </a:lnTo>
                  <a:lnTo>
                    <a:pt x="488235" y="103297"/>
                  </a:lnTo>
                  <a:lnTo>
                    <a:pt x="494494" y="103297"/>
                  </a:lnTo>
                  <a:lnTo>
                    <a:pt x="500753" y="103297"/>
                  </a:lnTo>
                  <a:lnTo>
                    <a:pt x="507013" y="103297"/>
                  </a:lnTo>
                  <a:lnTo>
                    <a:pt x="513272" y="103297"/>
                  </a:lnTo>
                  <a:lnTo>
                    <a:pt x="519532" y="103297"/>
                  </a:lnTo>
                  <a:lnTo>
                    <a:pt x="525791" y="103297"/>
                  </a:lnTo>
                  <a:lnTo>
                    <a:pt x="532050" y="103297"/>
                  </a:lnTo>
                  <a:lnTo>
                    <a:pt x="538310" y="103297"/>
                  </a:lnTo>
                  <a:lnTo>
                    <a:pt x="544569" y="103297"/>
                  </a:lnTo>
                  <a:lnTo>
                    <a:pt x="550829" y="103297"/>
                  </a:lnTo>
                  <a:lnTo>
                    <a:pt x="557088" y="103297"/>
                  </a:lnTo>
                  <a:lnTo>
                    <a:pt x="563348" y="103297"/>
                  </a:lnTo>
                  <a:lnTo>
                    <a:pt x="569607" y="103297"/>
                  </a:lnTo>
                  <a:lnTo>
                    <a:pt x="575866" y="103297"/>
                  </a:lnTo>
                  <a:lnTo>
                    <a:pt x="582126" y="103297"/>
                  </a:lnTo>
                  <a:lnTo>
                    <a:pt x="588385" y="103297"/>
                  </a:lnTo>
                  <a:lnTo>
                    <a:pt x="594645" y="103297"/>
                  </a:lnTo>
                  <a:lnTo>
                    <a:pt x="600904" y="103297"/>
                  </a:lnTo>
                  <a:lnTo>
                    <a:pt x="607164" y="103297"/>
                  </a:lnTo>
                  <a:lnTo>
                    <a:pt x="613423" y="103297"/>
                  </a:lnTo>
                  <a:lnTo>
                    <a:pt x="619682" y="103297"/>
                  </a:lnTo>
                  <a:lnTo>
                    <a:pt x="625942" y="103297"/>
                  </a:lnTo>
                  <a:lnTo>
                    <a:pt x="632201" y="103297"/>
                  </a:lnTo>
                  <a:lnTo>
                    <a:pt x="638461" y="103297"/>
                  </a:lnTo>
                  <a:lnTo>
                    <a:pt x="644720" y="103297"/>
                  </a:lnTo>
                  <a:lnTo>
                    <a:pt x="650980" y="103297"/>
                  </a:lnTo>
                  <a:lnTo>
                    <a:pt x="657239" y="103297"/>
                  </a:lnTo>
                  <a:lnTo>
                    <a:pt x="663498" y="103297"/>
                  </a:lnTo>
                  <a:lnTo>
                    <a:pt x="669758" y="103297"/>
                  </a:lnTo>
                  <a:lnTo>
                    <a:pt x="676017" y="103297"/>
                  </a:lnTo>
                  <a:lnTo>
                    <a:pt x="682277" y="103297"/>
                  </a:lnTo>
                  <a:lnTo>
                    <a:pt x="688536" y="103297"/>
                  </a:lnTo>
                  <a:lnTo>
                    <a:pt x="694796" y="103297"/>
                  </a:lnTo>
                  <a:lnTo>
                    <a:pt x="701055" y="103297"/>
                  </a:lnTo>
                  <a:lnTo>
                    <a:pt x="707314" y="103297"/>
                  </a:lnTo>
                  <a:lnTo>
                    <a:pt x="713574" y="103297"/>
                  </a:lnTo>
                  <a:lnTo>
                    <a:pt x="719833" y="103297"/>
                  </a:lnTo>
                  <a:lnTo>
                    <a:pt x="726093" y="103297"/>
                  </a:lnTo>
                  <a:lnTo>
                    <a:pt x="732352" y="103297"/>
                  </a:lnTo>
                  <a:lnTo>
                    <a:pt x="738611" y="103297"/>
                  </a:lnTo>
                  <a:lnTo>
                    <a:pt x="744871" y="103297"/>
                  </a:lnTo>
                  <a:lnTo>
                    <a:pt x="751130" y="103297"/>
                  </a:lnTo>
                  <a:lnTo>
                    <a:pt x="757390" y="103297"/>
                  </a:lnTo>
                  <a:lnTo>
                    <a:pt x="763649" y="103297"/>
                  </a:lnTo>
                  <a:lnTo>
                    <a:pt x="769909" y="103297"/>
                  </a:lnTo>
                  <a:lnTo>
                    <a:pt x="776168" y="103297"/>
                  </a:lnTo>
                  <a:lnTo>
                    <a:pt x="782427" y="103297"/>
                  </a:lnTo>
                  <a:lnTo>
                    <a:pt x="788687" y="103297"/>
                  </a:lnTo>
                  <a:lnTo>
                    <a:pt x="794946" y="103297"/>
                  </a:lnTo>
                  <a:lnTo>
                    <a:pt x="801206" y="103297"/>
                  </a:lnTo>
                  <a:lnTo>
                    <a:pt x="807465" y="103297"/>
                  </a:lnTo>
                  <a:lnTo>
                    <a:pt x="813725" y="103297"/>
                  </a:lnTo>
                  <a:lnTo>
                    <a:pt x="819984" y="103297"/>
                  </a:lnTo>
                  <a:lnTo>
                    <a:pt x="826243" y="103297"/>
                  </a:lnTo>
                  <a:lnTo>
                    <a:pt x="832503" y="103297"/>
                  </a:lnTo>
                  <a:lnTo>
                    <a:pt x="838762" y="103297"/>
                  </a:lnTo>
                  <a:lnTo>
                    <a:pt x="845022" y="103297"/>
                  </a:lnTo>
                  <a:lnTo>
                    <a:pt x="851281" y="103297"/>
                  </a:lnTo>
                  <a:lnTo>
                    <a:pt x="857541" y="103297"/>
                  </a:lnTo>
                  <a:lnTo>
                    <a:pt x="863800" y="103297"/>
                  </a:lnTo>
                  <a:lnTo>
                    <a:pt x="870059" y="103297"/>
                  </a:lnTo>
                  <a:lnTo>
                    <a:pt x="876319" y="103297"/>
                  </a:lnTo>
                  <a:lnTo>
                    <a:pt x="882578" y="103297"/>
                  </a:lnTo>
                  <a:lnTo>
                    <a:pt x="888838" y="103297"/>
                  </a:lnTo>
                  <a:lnTo>
                    <a:pt x="895097" y="103297"/>
                  </a:lnTo>
                  <a:lnTo>
                    <a:pt x="901356" y="103297"/>
                  </a:lnTo>
                  <a:lnTo>
                    <a:pt x="907616" y="103297"/>
                  </a:lnTo>
                  <a:lnTo>
                    <a:pt x="913875" y="103297"/>
                  </a:lnTo>
                  <a:lnTo>
                    <a:pt x="920135" y="103297"/>
                  </a:lnTo>
                  <a:lnTo>
                    <a:pt x="926394" y="103297"/>
                  </a:lnTo>
                  <a:lnTo>
                    <a:pt x="932654" y="103297"/>
                  </a:lnTo>
                  <a:lnTo>
                    <a:pt x="938913" y="103297"/>
                  </a:lnTo>
                  <a:lnTo>
                    <a:pt x="945172" y="103297"/>
                  </a:lnTo>
                  <a:lnTo>
                    <a:pt x="951432" y="103297"/>
                  </a:lnTo>
                  <a:lnTo>
                    <a:pt x="957691" y="103297"/>
                  </a:lnTo>
                  <a:lnTo>
                    <a:pt x="963951" y="103297"/>
                  </a:lnTo>
                  <a:lnTo>
                    <a:pt x="970210" y="103297"/>
                  </a:lnTo>
                  <a:lnTo>
                    <a:pt x="976470" y="103297"/>
                  </a:lnTo>
                  <a:lnTo>
                    <a:pt x="982729" y="103297"/>
                  </a:lnTo>
                  <a:lnTo>
                    <a:pt x="988988" y="103297"/>
                  </a:lnTo>
                  <a:lnTo>
                    <a:pt x="995248" y="103297"/>
                  </a:lnTo>
                  <a:lnTo>
                    <a:pt x="1001507" y="103297"/>
                  </a:lnTo>
                  <a:lnTo>
                    <a:pt x="1007767" y="103297"/>
                  </a:lnTo>
                  <a:lnTo>
                    <a:pt x="1014026" y="103297"/>
                  </a:lnTo>
                  <a:lnTo>
                    <a:pt x="1020286" y="103297"/>
                  </a:lnTo>
                  <a:lnTo>
                    <a:pt x="1026545" y="103297"/>
                  </a:lnTo>
                  <a:lnTo>
                    <a:pt x="1032804" y="103297"/>
                  </a:lnTo>
                  <a:lnTo>
                    <a:pt x="1039064" y="103297"/>
                  </a:lnTo>
                  <a:lnTo>
                    <a:pt x="1045323" y="103297"/>
                  </a:lnTo>
                  <a:lnTo>
                    <a:pt x="1051583" y="103297"/>
                  </a:lnTo>
                  <a:lnTo>
                    <a:pt x="1057842" y="103297"/>
                  </a:lnTo>
                  <a:lnTo>
                    <a:pt x="1064101" y="103297"/>
                  </a:lnTo>
                  <a:lnTo>
                    <a:pt x="1070361" y="103297"/>
                  </a:lnTo>
                  <a:lnTo>
                    <a:pt x="1076620" y="103297"/>
                  </a:lnTo>
                  <a:lnTo>
                    <a:pt x="1082880" y="103297"/>
                  </a:lnTo>
                  <a:lnTo>
                    <a:pt x="1089139" y="103297"/>
                  </a:lnTo>
                  <a:lnTo>
                    <a:pt x="1095399" y="103297"/>
                  </a:lnTo>
                  <a:lnTo>
                    <a:pt x="1101658" y="103297"/>
                  </a:lnTo>
                  <a:lnTo>
                    <a:pt x="1107917" y="103297"/>
                  </a:lnTo>
                  <a:lnTo>
                    <a:pt x="1114177" y="103297"/>
                  </a:lnTo>
                  <a:lnTo>
                    <a:pt x="1120436" y="103297"/>
                  </a:lnTo>
                  <a:lnTo>
                    <a:pt x="1126696" y="103297"/>
                  </a:lnTo>
                  <a:lnTo>
                    <a:pt x="1132955" y="103297"/>
                  </a:lnTo>
                  <a:lnTo>
                    <a:pt x="1139215" y="103297"/>
                  </a:lnTo>
                  <a:lnTo>
                    <a:pt x="1145474" y="103297"/>
                  </a:lnTo>
                  <a:lnTo>
                    <a:pt x="1151733" y="103297"/>
                  </a:lnTo>
                  <a:lnTo>
                    <a:pt x="1157993" y="103297"/>
                  </a:lnTo>
                  <a:lnTo>
                    <a:pt x="1164252" y="103297"/>
                  </a:lnTo>
                  <a:lnTo>
                    <a:pt x="1170512" y="103297"/>
                  </a:lnTo>
                  <a:lnTo>
                    <a:pt x="1176771" y="103297"/>
                  </a:lnTo>
                  <a:lnTo>
                    <a:pt x="1183031" y="103297"/>
                  </a:lnTo>
                  <a:lnTo>
                    <a:pt x="1189290" y="103297"/>
                  </a:lnTo>
                  <a:lnTo>
                    <a:pt x="1195549" y="103297"/>
                  </a:lnTo>
                  <a:lnTo>
                    <a:pt x="1201809" y="103297"/>
                  </a:lnTo>
                  <a:lnTo>
                    <a:pt x="1208068" y="103297"/>
                  </a:lnTo>
                  <a:lnTo>
                    <a:pt x="1214328" y="103297"/>
                  </a:lnTo>
                  <a:lnTo>
                    <a:pt x="1220587" y="103297"/>
                  </a:lnTo>
                  <a:lnTo>
                    <a:pt x="1226846" y="103297"/>
                  </a:lnTo>
                  <a:lnTo>
                    <a:pt x="1233106" y="103297"/>
                  </a:lnTo>
                  <a:lnTo>
                    <a:pt x="1239365" y="103297"/>
                  </a:lnTo>
                  <a:lnTo>
                    <a:pt x="1245625" y="103297"/>
                  </a:lnTo>
                  <a:lnTo>
                    <a:pt x="1251884" y="103297"/>
                  </a:lnTo>
                  <a:lnTo>
                    <a:pt x="1258144" y="103297"/>
                  </a:lnTo>
                  <a:lnTo>
                    <a:pt x="1264403" y="103297"/>
                  </a:lnTo>
                  <a:lnTo>
                    <a:pt x="1270662" y="103297"/>
                  </a:lnTo>
                  <a:lnTo>
                    <a:pt x="1276922" y="103297"/>
                  </a:lnTo>
                  <a:lnTo>
                    <a:pt x="1283181" y="103297"/>
                  </a:lnTo>
                  <a:lnTo>
                    <a:pt x="1289441" y="103297"/>
                  </a:lnTo>
                  <a:lnTo>
                    <a:pt x="1295700" y="103297"/>
                  </a:lnTo>
                  <a:lnTo>
                    <a:pt x="1301960" y="103297"/>
                  </a:lnTo>
                  <a:lnTo>
                    <a:pt x="1308219" y="103297"/>
                  </a:lnTo>
                  <a:lnTo>
                    <a:pt x="1314478" y="103297"/>
                  </a:lnTo>
                  <a:lnTo>
                    <a:pt x="1320738" y="103297"/>
                  </a:lnTo>
                  <a:lnTo>
                    <a:pt x="1326997" y="103297"/>
                  </a:lnTo>
                  <a:lnTo>
                    <a:pt x="1333257" y="103297"/>
                  </a:lnTo>
                  <a:lnTo>
                    <a:pt x="1339516" y="103297"/>
                  </a:lnTo>
                  <a:lnTo>
                    <a:pt x="1345776" y="103297"/>
                  </a:lnTo>
                  <a:lnTo>
                    <a:pt x="1352035" y="103297"/>
                  </a:lnTo>
                  <a:lnTo>
                    <a:pt x="1358294" y="103297"/>
                  </a:lnTo>
                  <a:lnTo>
                    <a:pt x="1364554" y="103297"/>
                  </a:lnTo>
                  <a:lnTo>
                    <a:pt x="1370813" y="103297"/>
                  </a:lnTo>
                  <a:lnTo>
                    <a:pt x="1377073" y="103297"/>
                  </a:lnTo>
                  <a:lnTo>
                    <a:pt x="1383332" y="103297"/>
                  </a:lnTo>
                  <a:lnTo>
                    <a:pt x="1389592" y="103296"/>
                  </a:lnTo>
                  <a:lnTo>
                    <a:pt x="1395851" y="103296"/>
                  </a:lnTo>
                  <a:lnTo>
                    <a:pt x="1402110" y="103295"/>
                  </a:lnTo>
                  <a:lnTo>
                    <a:pt x="1408370" y="103293"/>
                  </a:lnTo>
                  <a:lnTo>
                    <a:pt x="1414629" y="103291"/>
                  </a:lnTo>
                  <a:lnTo>
                    <a:pt x="1420889" y="103287"/>
                  </a:lnTo>
                  <a:lnTo>
                    <a:pt x="1427148" y="103281"/>
                  </a:lnTo>
                  <a:lnTo>
                    <a:pt x="1433407" y="103273"/>
                  </a:lnTo>
                  <a:lnTo>
                    <a:pt x="1439667" y="103261"/>
                  </a:lnTo>
                  <a:lnTo>
                    <a:pt x="1445926" y="103244"/>
                  </a:lnTo>
                  <a:lnTo>
                    <a:pt x="1452186" y="103222"/>
                  </a:lnTo>
                  <a:lnTo>
                    <a:pt x="1458445" y="103193"/>
                  </a:lnTo>
                  <a:lnTo>
                    <a:pt x="1464705" y="103157"/>
                  </a:lnTo>
                  <a:lnTo>
                    <a:pt x="1470964" y="103113"/>
                  </a:lnTo>
                  <a:lnTo>
                    <a:pt x="1477223" y="103061"/>
                  </a:lnTo>
                  <a:lnTo>
                    <a:pt x="1483483" y="103002"/>
                  </a:lnTo>
                  <a:lnTo>
                    <a:pt x="1489742" y="102936"/>
                  </a:lnTo>
                  <a:lnTo>
                    <a:pt x="1496002" y="102866"/>
                  </a:lnTo>
                  <a:lnTo>
                    <a:pt x="1502261" y="102793"/>
                  </a:lnTo>
                  <a:lnTo>
                    <a:pt x="1508521" y="102719"/>
                  </a:lnTo>
                  <a:lnTo>
                    <a:pt x="1514780" y="102646"/>
                  </a:lnTo>
                  <a:lnTo>
                    <a:pt x="1521039" y="102577"/>
                  </a:lnTo>
                  <a:lnTo>
                    <a:pt x="1527299" y="102513"/>
                  </a:lnTo>
                  <a:lnTo>
                    <a:pt x="1533558" y="102456"/>
                  </a:lnTo>
                  <a:lnTo>
                    <a:pt x="1539818" y="102405"/>
                  </a:lnTo>
                  <a:lnTo>
                    <a:pt x="1546077" y="102361"/>
                  </a:lnTo>
                  <a:lnTo>
                    <a:pt x="1552337" y="102323"/>
                  </a:lnTo>
                  <a:lnTo>
                    <a:pt x="1558596" y="102289"/>
                  </a:lnTo>
                  <a:lnTo>
                    <a:pt x="1564855" y="102258"/>
                  </a:lnTo>
                  <a:lnTo>
                    <a:pt x="1571115" y="102229"/>
                  </a:lnTo>
                  <a:lnTo>
                    <a:pt x="1577374" y="102200"/>
                  </a:lnTo>
                  <a:lnTo>
                    <a:pt x="1583634" y="102170"/>
                  </a:lnTo>
                  <a:lnTo>
                    <a:pt x="1589893" y="102136"/>
                  </a:lnTo>
                  <a:lnTo>
                    <a:pt x="1596152" y="102097"/>
                  </a:lnTo>
                  <a:lnTo>
                    <a:pt x="1602412" y="102050"/>
                  </a:lnTo>
                  <a:lnTo>
                    <a:pt x="1608671" y="101993"/>
                  </a:lnTo>
                  <a:lnTo>
                    <a:pt x="1614931" y="101923"/>
                  </a:lnTo>
                  <a:lnTo>
                    <a:pt x="1621190" y="101839"/>
                  </a:lnTo>
                  <a:lnTo>
                    <a:pt x="1627450" y="101740"/>
                  </a:lnTo>
                  <a:lnTo>
                    <a:pt x="1633709" y="101624"/>
                  </a:lnTo>
                  <a:lnTo>
                    <a:pt x="1639968" y="101492"/>
                  </a:lnTo>
                  <a:lnTo>
                    <a:pt x="1646228" y="101344"/>
                  </a:lnTo>
                  <a:lnTo>
                    <a:pt x="1652487" y="101185"/>
                  </a:lnTo>
                  <a:lnTo>
                    <a:pt x="1658747" y="101018"/>
                  </a:lnTo>
                  <a:lnTo>
                    <a:pt x="1665006" y="100849"/>
                  </a:lnTo>
                  <a:lnTo>
                    <a:pt x="1671266" y="100685"/>
                  </a:lnTo>
                  <a:lnTo>
                    <a:pt x="1677525" y="100536"/>
                  </a:lnTo>
                  <a:lnTo>
                    <a:pt x="1683784" y="100408"/>
                  </a:lnTo>
                  <a:lnTo>
                    <a:pt x="1690044" y="100307"/>
                  </a:lnTo>
                  <a:lnTo>
                    <a:pt x="1696303" y="100238"/>
                  </a:lnTo>
                  <a:lnTo>
                    <a:pt x="1702563" y="100202"/>
                  </a:lnTo>
                  <a:lnTo>
                    <a:pt x="1708822" y="100197"/>
                  </a:lnTo>
                  <a:lnTo>
                    <a:pt x="1715082" y="100221"/>
                  </a:lnTo>
                  <a:lnTo>
                    <a:pt x="1721341" y="100268"/>
                  </a:lnTo>
                  <a:lnTo>
                    <a:pt x="1727600" y="100331"/>
                  </a:lnTo>
                  <a:lnTo>
                    <a:pt x="1733860" y="100401"/>
                  </a:lnTo>
                  <a:lnTo>
                    <a:pt x="1740119" y="100473"/>
                  </a:lnTo>
                  <a:lnTo>
                    <a:pt x="1746379" y="100538"/>
                  </a:lnTo>
                  <a:lnTo>
                    <a:pt x="1752638" y="100590"/>
                  </a:lnTo>
                  <a:lnTo>
                    <a:pt x="1758897" y="100629"/>
                  </a:lnTo>
                  <a:lnTo>
                    <a:pt x="1765157" y="100655"/>
                  </a:lnTo>
                  <a:lnTo>
                    <a:pt x="1771416" y="100668"/>
                  </a:lnTo>
                  <a:lnTo>
                    <a:pt x="1777676" y="100673"/>
                  </a:lnTo>
                  <a:lnTo>
                    <a:pt x="1783935" y="100672"/>
                  </a:lnTo>
                  <a:lnTo>
                    <a:pt x="1790195" y="100670"/>
                  </a:lnTo>
                  <a:lnTo>
                    <a:pt x="1796454" y="100669"/>
                  </a:lnTo>
                  <a:lnTo>
                    <a:pt x="1802713" y="100672"/>
                  </a:lnTo>
                  <a:lnTo>
                    <a:pt x="1808973" y="100681"/>
                  </a:lnTo>
                  <a:lnTo>
                    <a:pt x="1815232" y="100697"/>
                  </a:lnTo>
                  <a:lnTo>
                    <a:pt x="1821492" y="100720"/>
                  </a:lnTo>
                  <a:lnTo>
                    <a:pt x="1827751" y="100752"/>
                  </a:lnTo>
                  <a:lnTo>
                    <a:pt x="1834011" y="100792"/>
                  </a:lnTo>
                  <a:lnTo>
                    <a:pt x="1840270" y="100840"/>
                  </a:lnTo>
                  <a:lnTo>
                    <a:pt x="1846529" y="100894"/>
                  </a:lnTo>
                  <a:lnTo>
                    <a:pt x="1852789" y="100955"/>
                  </a:lnTo>
                  <a:lnTo>
                    <a:pt x="1859048" y="101019"/>
                  </a:lnTo>
                  <a:lnTo>
                    <a:pt x="1865308" y="101085"/>
                  </a:lnTo>
                  <a:lnTo>
                    <a:pt x="1871567" y="101148"/>
                  </a:lnTo>
                  <a:lnTo>
                    <a:pt x="1877827" y="101203"/>
                  </a:lnTo>
                  <a:lnTo>
                    <a:pt x="1884086" y="101242"/>
                  </a:lnTo>
                  <a:lnTo>
                    <a:pt x="1890345" y="101257"/>
                  </a:lnTo>
                  <a:lnTo>
                    <a:pt x="1896605" y="101235"/>
                  </a:lnTo>
                  <a:lnTo>
                    <a:pt x="1902864" y="101160"/>
                  </a:lnTo>
                  <a:lnTo>
                    <a:pt x="1909124" y="101020"/>
                  </a:lnTo>
                  <a:lnTo>
                    <a:pt x="1915383" y="100798"/>
                  </a:lnTo>
                  <a:lnTo>
                    <a:pt x="1921642" y="100478"/>
                  </a:lnTo>
                  <a:lnTo>
                    <a:pt x="1927902" y="100043"/>
                  </a:lnTo>
                  <a:lnTo>
                    <a:pt x="1934161" y="99474"/>
                  </a:lnTo>
                  <a:lnTo>
                    <a:pt x="1940421" y="98755"/>
                  </a:lnTo>
                  <a:lnTo>
                    <a:pt x="1946680" y="97870"/>
                  </a:lnTo>
                  <a:lnTo>
                    <a:pt x="1952940" y="96802"/>
                  </a:lnTo>
                  <a:lnTo>
                    <a:pt x="1959199" y="95538"/>
                  </a:lnTo>
                  <a:lnTo>
                    <a:pt x="1965458" y="94064"/>
                  </a:lnTo>
                  <a:lnTo>
                    <a:pt x="1971718" y="92354"/>
                  </a:lnTo>
                  <a:lnTo>
                    <a:pt x="1977977" y="90390"/>
                  </a:lnTo>
                  <a:lnTo>
                    <a:pt x="1984237" y="88165"/>
                  </a:lnTo>
                  <a:lnTo>
                    <a:pt x="1990496" y="85661"/>
                  </a:lnTo>
                  <a:lnTo>
                    <a:pt x="1996756" y="82855"/>
                  </a:lnTo>
                  <a:lnTo>
                    <a:pt x="2003015" y="79725"/>
                  </a:lnTo>
                  <a:lnTo>
                    <a:pt x="2009274" y="76247"/>
                  </a:lnTo>
                  <a:lnTo>
                    <a:pt x="2015534" y="72407"/>
                  </a:lnTo>
                  <a:lnTo>
                    <a:pt x="2021793" y="68194"/>
                  </a:lnTo>
                  <a:lnTo>
                    <a:pt x="2028053" y="63613"/>
                  </a:lnTo>
                  <a:lnTo>
                    <a:pt x="2034312" y="58684"/>
                  </a:lnTo>
                  <a:lnTo>
                    <a:pt x="2040572" y="53445"/>
                  </a:lnTo>
                  <a:lnTo>
                    <a:pt x="2046831" y="47947"/>
                  </a:lnTo>
                  <a:lnTo>
                    <a:pt x="2053090" y="42293"/>
                  </a:lnTo>
                  <a:lnTo>
                    <a:pt x="2059350" y="36593"/>
                  </a:lnTo>
                  <a:lnTo>
                    <a:pt x="2065609" y="30959"/>
                  </a:lnTo>
                  <a:lnTo>
                    <a:pt x="2071869" y="25505"/>
                  </a:lnTo>
                  <a:lnTo>
                    <a:pt x="2078128" y="20345"/>
                  </a:lnTo>
                  <a:lnTo>
                    <a:pt x="2084388" y="15587"/>
                  </a:lnTo>
                  <a:lnTo>
                    <a:pt x="2090647" y="11326"/>
                  </a:lnTo>
                  <a:lnTo>
                    <a:pt x="2096906" y="7645"/>
                  </a:lnTo>
                  <a:lnTo>
                    <a:pt x="2103166" y="4616"/>
                  </a:lnTo>
                  <a:lnTo>
                    <a:pt x="2109425" y="2293"/>
                  </a:lnTo>
                  <a:lnTo>
                    <a:pt x="2115685" y="719"/>
                  </a:lnTo>
                  <a:lnTo>
                    <a:pt x="2121944" y="0"/>
                  </a:lnTo>
                  <a:lnTo>
                    <a:pt x="2128203" y="86"/>
                  </a:lnTo>
                  <a:lnTo>
                    <a:pt x="2134463" y="973"/>
                  </a:lnTo>
                  <a:lnTo>
                    <a:pt x="2140722" y="2649"/>
                  </a:lnTo>
                  <a:lnTo>
                    <a:pt x="2146982" y="5084"/>
                  </a:lnTo>
                  <a:lnTo>
                    <a:pt x="2153241" y="8234"/>
                  </a:lnTo>
                  <a:lnTo>
                    <a:pt x="2159501" y="12036"/>
                  </a:lnTo>
                  <a:lnTo>
                    <a:pt x="2165760" y="16412"/>
                  </a:lnTo>
                  <a:lnTo>
                    <a:pt x="2172019" y="21268"/>
                  </a:lnTo>
                  <a:lnTo>
                    <a:pt x="2178279" y="26499"/>
                  </a:lnTo>
                  <a:lnTo>
                    <a:pt x="2184538" y="31996"/>
                  </a:lnTo>
                  <a:lnTo>
                    <a:pt x="2190798" y="37645"/>
                  </a:lnTo>
                  <a:lnTo>
                    <a:pt x="2197057" y="43329"/>
                  </a:lnTo>
                  <a:lnTo>
                    <a:pt x="2203317" y="48937"/>
                  </a:lnTo>
                  <a:lnTo>
                    <a:pt x="2209576" y="54389"/>
                  </a:lnTo>
                  <a:lnTo>
                    <a:pt x="2215835" y="59615"/>
                  </a:lnTo>
                  <a:lnTo>
                    <a:pt x="2222095" y="64561"/>
                  </a:lnTo>
                  <a:lnTo>
                    <a:pt x="2228354" y="69189"/>
                  </a:lnTo>
                  <a:lnTo>
                    <a:pt x="2234614" y="73470"/>
                  </a:lnTo>
                  <a:lnTo>
                    <a:pt x="2240873" y="77388"/>
                  </a:lnTo>
                  <a:lnTo>
                    <a:pt x="2247133" y="80936"/>
                  </a:lnTo>
                  <a:lnTo>
                    <a:pt x="2253392" y="84116"/>
                  </a:lnTo>
                  <a:lnTo>
                    <a:pt x="2259651" y="86937"/>
                  </a:lnTo>
                  <a:lnTo>
                    <a:pt x="2265911" y="89406"/>
                  </a:lnTo>
                  <a:lnTo>
                    <a:pt x="2272170" y="91536"/>
                  </a:lnTo>
                  <a:lnTo>
                    <a:pt x="2278430" y="93378"/>
                  </a:lnTo>
                  <a:lnTo>
                    <a:pt x="2284689" y="94962"/>
                  </a:lnTo>
                  <a:lnTo>
                    <a:pt x="2290948" y="96316"/>
                  </a:lnTo>
                  <a:lnTo>
                    <a:pt x="2297208" y="97469"/>
                  </a:lnTo>
                  <a:lnTo>
                    <a:pt x="2303467" y="98446"/>
                  </a:lnTo>
                  <a:lnTo>
                    <a:pt x="2309727" y="99269"/>
                  </a:lnTo>
                  <a:lnTo>
                    <a:pt x="2315986" y="99958"/>
                  </a:lnTo>
                  <a:lnTo>
                    <a:pt x="2322246" y="100527"/>
                  </a:lnTo>
                  <a:lnTo>
                    <a:pt x="2328505" y="100989"/>
                  </a:lnTo>
                  <a:lnTo>
                    <a:pt x="2334764" y="101356"/>
                  </a:lnTo>
                  <a:lnTo>
                    <a:pt x="2341024" y="101633"/>
                  </a:lnTo>
                  <a:lnTo>
                    <a:pt x="2347283" y="101834"/>
                  </a:lnTo>
                  <a:lnTo>
                    <a:pt x="2353543" y="101971"/>
                  </a:lnTo>
                  <a:lnTo>
                    <a:pt x="2359802" y="102056"/>
                  </a:lnTo>
                  <a:lnTo>
                    <a:pt x="2366062" y="102100"/>
                  </a:lnTo>
                  <a:lnTo>
                    <a:pt x="2372321" y="102112"/>
                  </a:lnTo>
                  <a:lnTo>
                    <a:pt x="2378580" y="102102"/>
                  </a:lnTo>
                  <a:lnTo>
                    <a:pt x="2384840" y="102079"/>
                  </a:lnTo>
                  <a:lnTo>
                    <a:pt x="2391099" y="102050"/>
                  </a:lnTo>
                  <a:lnTo>
                    <a:pt x="2397359" y="102019"/>
                  </a:lnTo>
                  <a:lnTo>
                    <a:pt x="2403618" y="101992"/>
                  </a:lnTo>
                  <a:lnTo>
                    <a:pt x="2409878" y="101969"/>
                  </a:lnTo>
                  <a:lnTo>
                    <a:pt x="2416137" y="101954"/>
                  </a:lnTo>
                  <a:lnTo>
                    <a:pt x="2422396" y="101947"/>
                  </a:lnTo>
                  <a:lnTo>
                    <a:pt x="2428656" y="101948"/>
                  </a:lnTo>
                  <a:lnTo>
                    <a:pt x="2434915" y="101956"/>
                  </a:lnTo>
                  <a:lnTo>
                    <a:pt x="2441175" y="101973"/>
                  </a:lnTo>
                  <a:lnTo>
                    <a:pt x="2447434" y="101998"/>
                  </a:lnTo>
                  <a:lnTo>
                    <a:pt x="2453693" y="102032"/>
                  </a:lnTo>
                  <a:lnTo>
                    <a:pt x="2459953" y="102075"/>
                  </a:lnTo>
                  <a:lnTo>
                    <a:pt x="2466212" y="102127"/>
                  </a:lnTo>
                  <a:lnTo>
                    <a:pt x="2472472" y="102189"/>
                  </a:lnTo>
                  <a:lnTo>
                    <a:pt x="2478731" y="102260"/>
                  </a:lnTo>
                  <a:lnTo>
                    <a:pt x="2484991" y="102339"/>
                  </a:lnTo>
                  <a:lnTo>
                    <a:pt x="2491250" y="102425"/>
                  </a:lnTo>
                  <a:lnTo>
                    <a:pt x="2497509" y="102514"/>
                  </a:lnTo>
                  <a:lnTo>
                    <a:pt x="2503769" y="102606"/>
                  </a:lnTo>
                  <a:lnTo>
                    <a:pt x="2510028" y="102695"/>
                  </a:lnTo>
                  <a:lnTo>
                    <a:pt x="2516288" y="102781"/>
                  </a:lnTo>
                  <a:lnTo>
                    <a:pt x="2522547" y="102859"/>
                  </a:lnTo>
                  <a:lnTo>
                    <a:pt x="2528807" y="102928"/>
                  </a:lnTo>
                  <a:lnTo>
                    <a:pt x="2535066" y="102985"/>
                  </a:lnTo>
                  <a:lnTo>
                    <a:pt x="2541325" y="103030"/>
                  </a:lnTo>
                  <a:lnTo>
                    <a:pt x="2547585" y="103063"/>
                  </a:lnTo>
                  <a:lnTo>
                    <a:pt x="2553844" y="103083"/>
                  </a:lnTo>
                  <a:lnTo>
                    <a:pt x="2560104" y="103092"/>
                  </a:lnTo>
                  <a:lnTo>
                    <a:pt x="2566363" y="103090"/>
                  </a:lnTo>
                  <a:lnTo>
                    <a:pt x="2572623" y="103081"/>
                  </a:lnTo>
                  <a:lnTo>
                    <a:pt x="2578882" y="103068"/>
                  </a:lnTo>
                  <a:lnTo>
                    <a:pt x="2585141" y="103052"/>
                  </a:lnTo>
                  <a:lnTo>
                    <a:pt x="2591401" y="103035"/>
                  </a:lnTo>
                  <a:lnTo>
                    <a:pt x="2597660" y="103020"/>
                  </a:lnTo>
                  <a:lnTo>
                    <a:pt x="2603920" y="103006"/>
                  </a:lnTo>
                  <a:lnTo>
                    <a:pt x="2610179" y="102994"/>
                  </a:lnTo>
                  <a:lnTo>
                    <a:pt x="2616438" y="102984"/>
                  </a:lnTo>
                  <a:lnTo>
                    <a:pt x="2622698" y="102976"/>
                  </a:lnTo>
                  <a:lnTo>
                    <a:pt x="2628957" y="102967"/>
                  </a:lnTo>
                  <a:lnTo>
                    <a:pt x="2635217" y="102959"/>
                  </a:lnTo>
                  <a:lnTo>
                    <a:pt x="2641476" y="102948"/>
                  </a:lnTo>
                  <a:lnTo>
                    <a:pt x="2647736" y="102936"/>
                  </a:lnTo>
                  <a:lnTo>
                    <a:pt x="2653995" y="102922"/>
                  </a:lnTo>
                  <a:lnTo>
                    <a:pt x="2660254" y="102907"/>
                  </a:lnTo>
                  <a:lnTo>
                    <a:pt x="2666514" y="102892"/>
                  </a:lnTo>
                  <a:lnTo>
                    <a:pt x="2672773" y="102879"/>
                  </a:lnTo>
                  <a:lnTo>
                    <a:pt x="2679033" y="102868"/>
                  </a:lnTo>
                  <a:lnTo>
                    <a:pt x="2685292" y="102861"/>
                  </a:lnTo>
                  <a:lnTo>
                    <a:pt x="2691552" y="102860"/>
                  </a:lnTo>
                  <a:lnTo>
                    <a:pt x="2697811" y="102866"/>
                  </a:lnTo>
                  <a:lnTo>
                    <a:pt x="2704070" y="102877"/>
                  </a:lnTo>
                  <a:lnTo>
                    <a:pt x="2710330" y="102896"/>
                  </a:lnTo>
                  <a:lnTo>
                    <a:pt x="2716589" y="102922"/>
                  </a:lnTo>
                  <a:lnTo>
                    <a:pt x="2722849" y="102952"/>
                  </a:lnTo>
                  <a:lnTo>
                    <a:pt x="2729108" y="102986"/>
                  </a:lnTo>
                  <a:lnTo>
                    <a:pt x="2735368" y="103023"/>
                  </a:lnTo>
                  <a:lnTo>
                    <a:pt x="2741627" y="103060"/>
                  </a:lnTo>
                  <a:lnTo>
                    <a:pt x="2747886" y="103097"/>
                  </a:lnTo>
                  <a:lnTo>
                    <a:pt x="2754146" y="103131"/>
                  </a:lnTo>
                  <a:lnTo>
                    <a:pt x="2760405" y="103163"/>
                  </a:lnTo>
                  <a:lnTo>
                    <a:pt x="2766665" y="103190"/>
                  </a:lnTo>
                  <a:lnTo>
                    <a:pt x="2772924" y="103212"/>
                  </a:lnTo>
                  <a:lnTo>
                    <a:pt x="2779184" y="103230"/>
                  </a:lnTo>
                  <a:lnTo>
                    <a:pt x="2785443" y="103241"/>
                  </a:lnTo>
                  <a:lnTo>
                    <a:pt x="2791702" y="103246"/>
                  </a:lnTo>
                  <a:lnTo>
                    <a:pt x="2797962" y="103246"/>
                  </a:lnTo>
                  <a:lnTo>
                    <a:pt x="2804221" y="103239"/>
                  </a:lnTo>
                  <a:lnTo>
                    <a:pt x="2810481" y="103225"/>
                  </a:lnTo>
                  <a:lnTo>
                    <a:pt x="2816740" y="103204"/>
                  </a:lnTo>
                  <a:lnTo>
                    <a:pt x="2822999" y="103174"/>
                  </a:lnTo>
                  <a:lnTo>
                    <a:pt x="2829259" y="103135"/>
                  </a:lnTo>
                  <a:lnTo>
                    <a:pt x="2835518" y="103085"/>
                  </a:lnTo>
                  <a:lnTo>
                    <a:pt x="2841778" y="103023"/>
                  </a:lnTo>
                  <a:lnTo>
                    <a:pt x="2848037" y="102947"/>
                  </a:lnTo>
                  <a:lnTo>
                    <a:pt x="2854297" y="102853"/>
                  </a:lnTo>
                  <a:lnTo>
                    <a:pt x="2860556" y="102739"/>
                  </a:lnTo>
                  <a:lnTo>
                    <a:pt x="2866815" y="102601"/>
                  </a:lnTo>
                  <a:lnTo>
                    <a:pt x="2873075" y="102437"/>
                  </a:lnTo>
                  <a:lnTo>
                    <a:pt x="2879334" y="102241"/>
                  </a:lnTo>
                  <a:lnTo>
                    <a:pt x="2885594" y="102011"/>
                  </a:lnTo>
                  <a:lnTo>
                    <a:pt x="2891853" y="101740"/>
                  </a:lnTo>
                  <a:lnTo>
                    <a:pt x="2898113" y="101426"/>
                  </a:lnTo>
                  <a:lnTo>
                    <a:pt x="2904372" y="101064"/>
                  </a:lnTo>
                  <a:lnTo>
                    <a:pt x="2910631" y="100650"/>
                  </a:lnTo>
                  <a:lnTo>
                    <a:pt x="2916891" y="100183"/>
                  </a:lnTo>
                  <a:lnTo>
                    <a:pt x="2923150" y="99660"/>
                  </a:lnTo>
                  <a:lnTo>
                    <a:pt x="2929410" y="99080"/>
                  </a:lnTo>
                  <a:lnTo>
                    <a:pt x="2935669" y="98439"/>
                  </a:lnTo>
                  <a:lnTo>
                    <a:pt x="2941929" y="97743"/>
                  </a:lnTo>
                  <a:lnTo>
                    <a:pt x="2948188" y="96996"/>
                  </a:lnTo>
                  <a:lnTo>
                    <a:pt x="2954447" y="96200"/>
                  </a:lnTo>
                  <a:lnTo>
                    <a:pt x="2960707" y="95361"/>
                  </a:lnTo>
                  <a:lnTo>
                    <a:pt x="2966966" y="94487"/>
                  </a:lnTo>
                  <a:lnTo>
                    <a:pt x="2973226" y="93586"/>
                  </a:lnTo>
                  <a:lnTo>
                    <a:pt x="2979485" y="92670"/>
                  </a:lnTo>
                  <a:lnTo>
                    <a:pt x="2985744" y="91752"/>
                  </a:lnTo>
                  <a:lnTo>
                    <a:pt x="2992004" y="90847"/>
                  </a:lnTo>
                  <a:lnTo>
                    <a:pt x="2998263" y="89971"/>
                  </a:lnTo>
                  <a:lnTo>
                    <a:pt x="3004523" y="89146"/>
                  </a:lnTo>
                  <a:lnTo>
                    <a:pt x="3010782" y="88391"/>
                  </a:lnTo>
                  <a:lnTo>
                    <a:pt x="3017042" y="87718"/>
                  </a:lnTo>
                  <a:lnTo>
                    <a:pt x="3023301" y="87139"/>
                  </a:lnTo>
                  <a:lnTo>
                    <a:pt x="3029560" y="86663"/>
                  </a:lnTo>
                  <a:lnTo>
                    <a:pt x="3035820" y="86294"/>
                  </a:lnTo>
                  <a:lnTo>
                    <a:pt x="3042079" y="86032"/>
                  </a:lnTo>
                  <a:lnTo>
                    <a:pt x="3048339" y="85877"/>
                  </a:lnTo>
                  <a:lnTo>
                    <a:pt x="3054598" y="85822"/>
                  </a:lnTo>
                  <a:lnTo>
                    <a:pt x="3060858" y="85862"/>
                  </a:lnTo>
                  <a:lnTo>
                    <a:pt x="3067117" y="85989"/>
                  </a:lnTo>
                  <a:lnTo>
                    <a:pt x="3073376" y="86194"/>
                  </a:lnTo>
                  <a:lnTo>
                    <a:pt x="3079636" y="86475"/>
                  </a:lnTo>
                  <a:lnTo>
                    <a:pt x="3085895" y="86824"/>
                  </a:lnTo>
                  <a:lnTo>
                    <a:pt x="3092155" y="87235"/>
                  </a:lnTo>
                  <a:lnTo>
                    <a:pt x="3098414" y="87709"/>
                  </a:lnTo>
                  <a:lnTo>
                    <a:pt x="3104674" y="88245"/>
                  </a:lnTo>
                  <a:lnTo>
                    <a:pt x="3110933" y="88846"/>
                  </a:lnTo>
                  <a:lnTo>
                    <a:pt x="3117192" y="89512"/>
                  </a:lnTo>
                  <a:lnTo>
                    <a:pt x="3123452" y="90245"/>
                  </a:lnTo>
                  <a:lnTo>
                    <a:pt x="3129711" y="91043"/>
                  </a:lnTo>
                  <a:lnTo>
                    <a:pt x="3135971" y="91900"/>
                  </a:lnTo>
                  <a:lnTo>
                    <a:pt x="3142230" y="92808"/>
                  </a:lnTo>
                  <a:lnTo>
                    <a:pt x="3148489" y="93755"/>
                  </a:lnTo>
                  <a:lnTo>
                    <a:pt x="3154749" y="94725"/>
                  </a:lnTo>
                  <a:lnTo>
                    <a:pt x="3161008" y="95699"/>
                  </a:lnTo>
                  <a:lnTo>
                    <a:pt x="3167268" y="96656"/>
                  </a:lnTo>
                  <a:lnTo>
                    <a:pt x="3173527" y="97577"/>
                  </a:lnTo>
                  <a:lnTo>
                    <a:pt x="3179787" y="98448"/>
                  </a:lnTo>
                  <a:lnTo>
                    <a:pt x="3186046" y="99253"/>
                  </a:lnTo>
                  <a:lnTo>
                    <a:pt x="3192305" y="99983"/>
                  </a:lnTo>
                  <a:lnTo>
                    <a:pt x="3198565" y="100630"/>
                  </a:lnTo>
                </a:path>
              </a:pathLst>
            </a:cu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3589870" y="6074124"/>
              <a:ext cx="3518421" cy="0"/>
            </a:xfrm>
            <a:custGeom>
              <a:avLst/>
              <a:pathLst>
                <a:path w="3518421" h="0">
                  <a:moveTo>
                    <a:pt x="0" y="0"/>
                  </a:moveTo>
                  <a:lnTo>
                    <a:pt x="35184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3749798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815987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882175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6948364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tx136"/>
            <p:cNvSpPr/>
            <p:nvPr/>
          </p:nvSpPr>
          <p:spPr>
            <a:xfrm>
              <a:off x="3718721" y="6135062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4784909" y="6136481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5820020" y="613506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6886208" y="613506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5306414" y="6285848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141" name="rc141"/>
            <p:cNvSpPr/>
            <p:nvPr/>
          </p:nvSpPr>
          <p:spPr>
            <a:xfrm>
              <a:off x="3768544" y="6553601"/>
              <a:ext cx="3161073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tx142"/>
            <p:cNvSpPr/>
            <p:nvPr/>
          </p:nvSpPr>
          <p:spPr>
            <a:xfrm>
              <a:off x="3838133" y="6681281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143" name="rc143"/>
            <p:cNvSpPr/>
            <p:nvPr/>
          </p:nvSpPr>
          <p:spPr>
            <a:xfrm>
              <a:off x="4764972" y="66231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4782972" y="6641190"/>
              <a:ext cx="183455" cy="183456"/>
            </a:xfrm>
            <a:prstGeom prst="rect">
              <a:avLst/>
            </a:pr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5228381" y="66231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5246381" y="6641190"/>
              <a:ext cx="183455" cy="183456"/>
            </a:xfrm>
            <a:prstGeom prst="rect">
              <a:avLst/>
            </a:pr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5653690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5671691" y="6641190"/>
              <a:ext cx="183455" cy="183456"/>
            </a:xfrm>
            <a:prstGeom prst="rect">
              <a:avLst/>
            </a:pr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6079000" y="66231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6097000" y="6641190"/>
              <a:ext cx="183455" cy="183456"/>
            </a:xfrm>
            <a:prstGeom prst="rect">
              <a:avLst/>
            </a:pr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6504309" y="66231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6522309" y="6641190"/>
              <a:ext cx="183456" cy="183456"/>
            </a:xfrm>
            <a:prstGeom prst="rect">
              <a:avLst/>
            </a:pr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tx153"/>
            <p:cNvSpPr/>
            <p:nvPr/>
          </p:nvSpPr>
          <p:spPr>
            <a:xfrm>
              <a:off x="5054017" y="6692591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5517426" y="66912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5942736" y="669259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6368045" y="6692918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6793354" y="66912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2026-04-29T11:03:08Z</dcterms:modified>
</cp:coreProperties>
</file>