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578" y="6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819400" y="1691481"/>
            <a:ext cx="9296400" cy="7522505"/>
            <a:chOff x="2819400" y="1691481"/>
            <a:chExt cx="9296400" cy="7522505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c5"/>
            <p:cNvSpPr/>
            <p:nvPr/>
          </p:nvSpPr>
          <p:spPr>
            <a:xfrm>
              <a:off x="3334063" y="1988759"/>
              <a:ext cx="4140147" cy="6608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pl6"/>
            <p:cNvSpPr/>
            <p:nvPr/>
          </p:nvSpPr>
          <p:spPr>
            <a:xfrm>
              <a:off x="3334063" y="7833878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l7"/>
            <p:cNvSpPr/>
            <p:nvPr/>
          </p:nvSpPr>
          <p:spPr>
            <a:xfrm>
              <a:off x="3334063" y="5983682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pl8"/>
            <p:cNvSpPr/>
            <p:nvPr/>
          </p:nvSpPr>
          <p:spPr>
            <a:xfrm>
              <a:off x="3334063" y="4133486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pl9"/>
            <p:cNvSpPr/>
            <p:nvPr/>
          </p:nvSpPr>
          <p:spPr>
            <a:xfrm>
              <a:off x="3334063" y="2283289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l10"/>
            <p:cNvSpPr/>
            <p:nvPr/>
          </p:nvSpPr>
          <p:spPr>
            <a:xfrm>
              <a:off x="3348309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pl11"/>
            <p:cNvSpPr/>
            <p:nvPr/>
          </p:nvSpPr>
          <p:spPr>
            <a:xfrm>
              <a:off x="4473370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pl12"/>
            <p:cNvSpPr/>
            <p:nvPr/>
          </p:nvSpPr>
          <p:spPr>
            <a:xfrm>
              <a:off x="5598431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pl13"/>
            <p:cNvSpPr/>
            <p:nvPr/>
          </p:nvSpPr>
          <p:spPr>
            <a:xfrm>
              <a:off x="6723491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pl14"/>
            <p:cNvSpPr/>
            <p:nvPr/>
          </p:nvSpPr>
          <p:spPr>
            <a:xfrm>
              <a:off x="3334063" y="6908780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pl15"/>
            <p:cNvSpPr/>
            <p:nvPr/>
          </p:nvSpPr>
          <p:spPr>
            <a:xfrm>
              <a:off x="3334063" y="5058584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pl16"/>
            <p:cNvSpPr/>
            <p:nvPr/>
          </p:nvSpPr>
          <p:spPr>
            <a:xfrm>
              <a:off x="3334063" y="3208387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pl17"/>
            <p:cNvSpPr/>
            <p:nvPr/>
          </p:nvSpPr>
          <p:spPr>
            <a:xfrm>
              <a:off x="3910839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pl18"/>
            <p:cNvSpPr/>
            <p:nvPr/>
          </p:nvSpPr>
          <p:spPr>
            <a:xfrm>
              <a:off x="5035900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pl19"/>
            <p:cNvSpPr/>
            <p:nvPr/>
          </p:nvSpPr>
          <p:spPr>
            <a:xfrm>
              <a:off x="6160961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pl20"/>
            <p:cNvSpPr/>
            <p:nvPr/>
          </p:nvSpPr>
          <p:spPr>
            <a:xfrm>
              <a:off x="7286022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pt21"/>
            <p:cNvSpPr/>
            <p:nvPr/>
          </p:nvSpPr>
          <p:spPr>
            <a:xfrm>
              <a:off x="3898072" y="6644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pt22"/>
            <p:cNvSpPr/>
            <p:nvPr/>
          </p:nvSpPr>
          <p:spPr>
            <a:xfrm>
              <a:off x="4271962" y="6800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pt23"/>
            <p:cNvSpPr/>
            <p:nvPr/>
          </p:nvSpPr>
          <p:spPr>
            <a:xfrm>
              <a:off x="3721164" y="7021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pt24"/>
            <p:cNvSpPr/>
            <p:nvPr/>
          </p:nvSpPr>
          <p:spPr>
            <a:xfrm>
              <a:off x="4378010" y="6716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pt25"/>
            <p:cNvSpPr/>
            <p:nvPr/>
          </p:nvSpPr>
          <p:spPr>
            <a:xfrm>
              <a:off x="4576562" y="3858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pt26"/>
            <p:cNvSpPr/>
            <p:nvPr/>
          </p:nvSpPr>
          <p:spPr>
            <a:xfrm>
              <a:off x="4576562" y="3858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pt27"/>
            <p:cNvSpPr/>
            <p:nvPr/>
          </p:nvSpPr>
          <p:spPr>
            <a:xfrm>
              <a:off x="3772791" y="706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pt28"/>
            <p:cNvSpPr/>
            <p:nvPr/>
          </p:nvSpPr>
          <p:spPr>
            <a:xfrm>
              <a:off x="3840348" y="7171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pt29"/>
            <p:cNvSpPr/>
            <p:nvPr/>
          </p:nvSpPr>
          <p:spPr>
            <a:xfrm>
              <a:off x="3774980" y="7000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pt30"/>
            <p:cNvSpPr/>
            <p:nvPr/>
          </p:nvSpPr>
          <p:spPr>
            <a:xfrm>
              <a:off x="4099235" y="6850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pt31"/>
            <p:cNvSpPr/>
            <p:nvPr/>
          </p:nvSpPr>
          <p:spPr>
            <a:xfrm>
              <a:off x="4355098" y="5083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pt32"/>
            <p:cNvSpPr/>
            <p:nvPr/>
          </p:nvSpPr>
          <p:spPr>
            <a:xfrm>
              <a:off x="4752478" y="4678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pt33"/>
            <p:cNvSpPr/>
            <p:nvPr/>
          </p:nvSpPr>
          <p:spPr>
            <a:xfrm>
              <a:off x="4088470" y="6537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pt34"/>
            <p:cNvSpPr/>
            <p:nvPr/>
          </p:nvSpPr>
          <p:spPr>
            <a:xfrm>
              <a:off x="4436153" y="6080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pt35"/>
            <p:cNvSpPr/>
            <p:nvPr/>
          </p:nvSpPr>
          <p:spPr>
            <a:xfrm>
              <a:off x="3672482" y="7105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pt36"/>
            <p:cNvSpPr/>
            <p:nvPr/>
          </p:nvSpPr>
          <p:spPr>
            <a:xfrm>
              <a:off x="3741932" y="7168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pt37"/>
            <p:cNvSpPr/>
            <p:nvPr/>
          </p:nvSpPr>
          <p:spPr>
            <a:xfrm>
              <a:off x="3798919" y="7065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pt38"/>
            <p:cNvSpPr/>
            <p:nvPr/>
          </p:nvSpPr>
          <p:spPr>
            <a:xfrm>
              <a:off x="4021173" y="6905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pt39"/>
            <p:cNvSpPr/>
            <p:nvPr/>
          </p:nvSpPr>
          <p:spPr>
            <a:xfrm>
              <a:off x="3734172" y="7149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pt40"/>
            <p:cNvSpPr/>
            <p:nvPr/>
          </p:nvSpPr>
          <p:spPr>
            <a:xfrm>
              <a:off x="3704791" y="711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pt41"/>
            <p:cNvSpPr/>
            <p:nvPr/>
          </p:nvSpPr>
          <p:spPr>
            <a:xfrm>
              <a:off x="4575193" y="6173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pt42"/>
            <p:cNvSpPr/>
            <p:nvPr/>
          </p:nvSpPr>
          <p:spPr>
            <a:xfrm>
              <a:off x="4656524" y="554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pt43"/>
            <p:cNvSpPr/>
            <p:nvPr/>
          </p:nvSpPr>
          <p:spPr>
            <a:xfrm>
              <a:off x="3497426" y="602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pt44"/>
            <p:cNvSpPr/>
            <p:nvPr/>
          </p:nvSpPr>
          <p:spPr>
            <a:xfrm>
              <a:off x="3497426" y="602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pt45"/>
            <p:cNvSpPr/>
            <p:nvPr/>
          </p:nvSpPr>
          <p:spPr>
            <a:xfrm>
              <a:off x="4137143" y="7140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pt46"/>
            <p:cNvSpPr/>
            <p:nvPr/>
          </p:nvSpPr>
          <p:spPr>
            <a:xfrm>
              <a:off x="4077788" y="7108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pt47"/>
            <p:cNvSpPr/>
            <p:nvPr/>
          </p:nvSpPr>
          <p:spPr>
            <a:xfrm>
              <a:off x="3871246" y="7155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pt48"/>
            <p:cNvSpPr/>
            <p:nvPr/>
          </p:nvSpPr>
          <p:spPr>
            <a:xfrm>
              <a:off x="3634071" y="7063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pt49"/>
            <p:cNvSpPr/>
            <p:nvPr/>
          </p:nvSpPr>
          <p:spPr>
            <a:xfrm>
              <a:off x="3766602" y="695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pt50"/>
            <p:cNvSpPr/>
            <p:nvPr/>
          </p:nvSpPr>
          <p:spPr>
            <a:xfrm>
              <a:off x="4186207" y="6640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pt51"/>
            <p:cNvSpPr/>
            <p:nvPr/>
          </p:nvSpPr>
          <p:spPr>
            <a:xfrm>
              <a:off x="3770771" y="6902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pt52"/>
            <p:cNvSpPr/>
            <p:nvPr/>
          </p:nvSpPr>
          <p:spPr>
            <a:xfrm>
              <a:off x="3863092" y="693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pt53"/>
            <p:cNvSpPr/>
            <p:nvPr/>
          </p:nvSpPr>
          <p:spPr>
            <a:xfrm>
              <a:off x="3776988" y="7056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pt54"/>
            <p:cNvSpPr/>
            <p:nvPr/>
          </p:nvSpPr>
          <p:spPr>
            <a:xfrm>
              <a:off x="3817371" y="7071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pt55"/>
            <p:cNvSpPr/>
            <p:nvPr/>
          </p:nvSpPr>
          <p:spPr>
            <a:xfrm>
              <a:off x="3653956" y="714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pt56"/>
            <p:cNvSpPr/>
            <p:nvPr/>
          </p:nvSpPr>
          <p:spPr>
            <a:xfrm>
              <a:off x="3656044" y="709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pt57"/>
            <p:cNvSpPr/>
            <p:nvPr/>
          </p:nvSpPr>
          <p:spPr>
            <a:xfrm>
              <a:off x="3861634" y="6072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pt58"/>
            <p:cNvSpPr/>
            <p:nvPr/>
          </p:nvSpPr>
          <p:spPr>
            <a:xfrm>
              <a:off x="3995072" y="5740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pt59"/>
            <p:cNvSpPr/>
            <p:nvPr/>
          </p:nvSpPr>
          <p:spPr>
            <a:xfrm>
              <a:off x="4348725" y="226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pt60"/>
            <p:cNvSpPr/>
            <p:nvPr/>
          </p:nvSpPr>
          <p:spPr>
            <a:xfrm>
              <a:off x="4259066" y="5524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pt61"/>
            <p:cNvSpPr/>
            <p:nvPr/>
          </p:nvSpPr>
          <p:spPr>
            <a:xfrm>
              <a:off x="3751018" y="5707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pt62"/>
            <p:cNvSpPr/>
            <p:nvPr/>
          </p:nvSpPr>
          <p:spPr>
            <a:xfrm>
              <a:off x="3809180" y="5816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pt63"/>
            <p:cNvSpPr/>
            <p:nvPr/>
          </p:nvSpPr>
          <p:spPr>
            <a:xfrm>
              <a:off x="3743362" y="7122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pt64"/>
            <p:cNvSpPr/>
            <p:nvPr/>
          </p:nvSpPr>
          <p:spPr>
            <a:xfrm>
              <a:off x="3747651" y="7057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pt65"/>
            <p:cNvSpPr/>
            <p:nvPr/>
          </p:nvSpPr>
          <p:spPr>
            <a:xfrm>
              <a:off x="3730945" y="7159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pt66"/>
            <p:cNvSpPr/>
            <p:nvPr/>
          </p:nvSpPr>
          <p:spPr>
            <a:xfrm>
              <a:off x="3695243" y="7194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pt67"/>
            <p:cNvSpPr/>
            <p:nvPr/>
          </p:nvSpPr>
          <p:spPr>
            <a:xfrm>
              <a:off x="3872103" y="697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pt68"/>
            <p:cNvSpPr/>
            <p:nvPr/>
          </p:nvSpPr>
          <p:spPr>
            <a:xfrm>
              <a:off x="4130382" y="6815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pt69"/>
            <p:cNvSpPr/>
            <p:nvPr/>
          </p:nvSpPr>
          <p:spPr>
            <a:xfrm>
              <a:off x="3729561" y="7141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pt70"/>
            <p:cNvSpPr/>
            <p:nvPr/>
          </p:nvSpPr>
          <p:spPr>
            <a:xfrm>
              <a:off x="3656867" y="7135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pt71"/>
            <p:cNvSpPr/>
            <p:nvPr/>
          </p:nvSpPr>
          <p:spPr>
            <a:xfrm>
              <a:off x="4035961" y="695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pt72"/>
            <p:cNvSpPr/>
            <p:nvPr/>
          </p:nvSpPr>
          <p:spPr>
            <a:xfrm>
              <a:off x="4173506" y="6944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pt73"/>
            <p:cNvSpPr/>
            <p:nvPr/>
          </p:nvSpPr>
          <p:spPr>
            <a:xfrm>
              <a:off x="4173506" y="7037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pt74"/>
            <p:cNvSpPr/>
            <p:nvPr/>
          </p:nvSpPr>
          <p:spPr>
            <a:xfrm>
              <a:off x="4132654" y="7088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pt75"/>
            <p:cNvSpPr/>
            <p:nvPr/>
          </p:nvSpPr>
          <p:spPr>
            <a:xfrm>
              <a:off x="3974095" y="7046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pt76"/>
            <p:cNvSpPr/>
            <p:nvPr/>
          </p:nvSpPr>
          <p:spPr>
            <a:xfrm>
              <a:off x="3974095" y="7063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pt77"/>
            <p:cNvSpPr/>
            <p:nvPr/>
          </p:nvSpPr>
          <p:spPr>
            <a:xfrm>
              <a:off x="3894758" y="6864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pt78"/>
            <p:cNvSpPr/>
            <p:nvPr/>
          </p:nvSpPr>
          <p:spPr>
            <a:xfrm>
              <a:off x="3963699" y="6639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pt79"/>
            <p:cNvSpPr/>
            <p:nvPr/>
          </p:nvSpPr>
          <p:spPr>
            <a:xfrm>
              <a:off x="3963699" y="6624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pt80"/>
            <p:cNvSpPr/>
            <p:nvPr/>
          </p:nvSpPr>
          <p:spPr>
            <a:xfrm>
              <a:off x="3712864" y="6943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pt81"/>
            <p:cNvSpPr/>
            <p:nvPr/>
          </p:nvSpPr>
          <p:spPr>
            <a:xfrm>
              <a:off x="3742660" y="6992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pt82"/>
            <p:cNvSpPr/>
            <p:nvPr/>
          </p:nvSpPr>
          <p:spPr>
            <a:xfrm>
              <a:off x="3556278" y="701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pt83"/>
            <p:cNvSpPr/>
            <p:nvPr/>
          </p:nvSpPr>
          <p:spPr>
            <a:xfrm>
              <a:off x="3556278" y="701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pt84"/>
            <p:cNvSpPr/>
            <p:nvPr/>
          </p:nvSpPr>
          <p:spPr>
            <a:xfrm>
              <a:off x="4510546" y="6734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pt85"/>
            <p:cNvSpPr/>
            <p:nvPr/>
          </p:nvSpPr>
          <p:spPr>
            <a:xfrm>
              <a:off x="4791997" y="621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pt86"/>
            <p:cNvSpPr/>
            <p:nvPr/>
          </p:nvSpPr>
          <p:spPr>
            <a:xfrm>
              <a:off x="3876092" y="7029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pt87"/>
            <p:cNvSpPr/>
            <p:nvPr/>
          </p:nvSpPr>
          <p:spPr>
            <a:xfrm>
              <a:off x="4148578" y="6844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pt88"/>
            <p:cNvSpPr/>
            <p:nvPr/>
          </p:nvSpPr>
          <p:spPr>
            <a:xfrm>
              <a:off x="3719279" y="7174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pt89"/>
            <p:cNvSpPr/>
            <p:nvPr/>
          </p:nvSpPr>
          <p:spPr>
            <a:xfrm>
              <a:off x="3714657" y="7241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pt90"/>
            <p:cNvSpPr/>
            <p:nvPr/>
          </p:nvSpPr>
          <p:spPr>
            <a:xfrm>
              <a:off x="3600409" y="677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pt91"/>
            <p:cNvSpPr/>
            <p:nvPr/>
          </p:nvSpPr>
          <p:spPr>
            <a:xfrm>
              <a:off x="3600409" y="677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pt92"/>
            <p:cNvSpPr/>
            <p:nvPr/>
          </p:nvSpPr>
          <p:spPr>
            <a:xfrm>
              <a:off x="3703585" y="7092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pt93"/>
            <p:cNvSpPr/>
            <p:nvPr/>
          </p:nvSpPr>
          <p:spPr>
            <a:xfrm>
              <a:off x="3643489" y="7061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pt94"/>
            <p:cNvSpPr/>
            <p:nvPr/>
          </p:nvSpPr>
          <p:spPr>
            <a:xfrm>
              <a:off x="3819887" y="7169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pt95"/>
            <p:cNvSpPr/>
            <p:nvPr/>
          </p:nvSpPr>
          <p:spPr>
            <a:xfrm>
              <a:off x="3921139" y="7037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pt96"/>
            <p:cNvSpPr/>
            <p:nvPr/>
          </p:nvSpPr>
          <p:spPr>
            <a:xfrm>
              <a:off x="3765984" y="7126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pt97"/>
            <p:cNvSpPr/>
            <p:nvPr/>
          </p:nvSpPr>
          <p:spPr>
            <a:xfrm>
              <a:off x="3706630" y="7126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pt98"/>
            <p:cNvSpPr/>
            <p:nvPr/>
          </p:nvSpPr>
          <p:spPr>
            <a:xfrm>
              <a:off x="3748205" y="708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pt99"/>
            <p:cNvSpPr/>
            <p:nvPr/>
          </p:nvSpPr>
          <p:spPr>
            <a:xfrm>
              <a:off x="3706430" y="7075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pt100"/>
            <p:cNvSpPr/>
            <p:nvPr/>
          </p:nvSpPr>
          <p:spPr>
            <a:xfrm>
              <a:off x="3755182" y="7095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pt101"/>
            <p:cNvSpPr/>
            <p:nvPr/>
          </p:nvSpPr>
          <p:spPr>
            <a:xfrm>
              <a:off x="3770734" y="6980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pt102"/>
            <p:cNvSpPr/>
            <p:nvPr/>
          </p:nvSpPr>
          <p:spPr>
            <a:xfrm>
              <a:off x="3806303" y="7092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pt103"/>
            <p:cNvSpPr/>
            <p:nvPr/>
          </p:nvSpPr>
          <p:spPr>
            <a:xfrm>
              <a:off x="3772802" y="7134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pt104"/>
            <p:cNvSpPr/>
            <p:nvPr/>
          </p:nvSpPr>
          <p:spPr>
            <a:xfrm>
              <a:off x="3738133" y="7204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pt105"/>
            <p:cNvSpPr/>
            <p:nvPr/>
          </p:nvSpPr>
          <p:spPr>
            <a:xfrm>
              <a:off x="3738126" y="7221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pt106"/>
            <p:cNvSpPr/>
            <p:nvPr/>
          </p:nvSpPr>
          <p:spPr>
            <a:xfrm>
              <a:off x="3812188" y="6844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pt107"/>
            <p:cNvSpPr/>
            <p:nvPr/>
          </p:nvSpPr>
          <p:spPr>
            <a:xfrm>
              <a:off x="4580156" y="6520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pt108"/>
            <p:cNvSpPr/>
            <p:nvPr/>
          </p:nvSpPr>
          <p:spPr>
            <a:xfrm>
              <a:off x="4150837" y="6190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pt109"/>
            <p:cNvSpPr/>
            <p:nvPr/>
          </p:nvSpPr>
          <p:spPr>
            <a:xfrm>
              <a:off x="4150837" y="6190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pt110"/>
            <p:cNvSpPr/>
            <p:nvPr/>
          </p:nvSpPr>
          <p:spPr>
            <a:xfrm>
              <a:off x="3654088" y="7213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pt111"/>
            <p:cNvSpPr/>
            <p:nvPr/>
          </p:nvSpPr>
          <p:spPr>
            <a:xfrm>
              <a:off x="3654088" y="7213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pt112"/>
            <p:cNvSpPr/>
            <p:nvPr/>
          </p:nvSpPr>
          <p:spPr>
            <a:xfrm>
              <a:off x="4468945" y="6019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pt113"/>
            <p:cNvSpPr/>
            <p:nvPr/>
          </p:nvSpPr>
          <p:spPr>
            <a:xfrm>
              <a:off x="4468945" y="562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pt114"/>
            <p:cNvSpPr/>
            <p:nvPr/>
          </p:nvSpPr>
          <p:spPr>
            <a:xfrm>
              <a:off x="3612689" y="7007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pt115"/>
            <p:cNvSpPr/>
            <p:nvPr/>
          </p:nvSpPr>
          <p:spPr>
            <a:xfrm>
              <a:off x="3812520" y="6947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pt116"/>
            <p:cNvSpPr/>
            <p:nvPr/>
          </p:nvSpPr>
          <p:spPr>
            <a:xfrm>
              <a:off x="4199347" y="6265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pt117"/>
            <p:cNvSpPr/>
            <p:nvPr/>
          </p:nvSpPr>
          <p:spPr>
            <a:xfrm>
              <a:off x="4233468" y="5845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pt118"/>
            <p:cNvSpPr/>
            <p:nvPr/>
          </p:nvSpPr>
          <p:spPr>
            <a:xfrm>
              <a:off x="4002660" y="6732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pt119"/>
            <p:cNvSpPr/>
            <p:nvPr/>
          </p:nvSpPr>
          <p:spPr>
            <a:xfrm>
              <a:off x="4108350" y="6642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pt120"/>
            <p:cNvSpPr/>
            <p:nvPr/>
          </p:nvSpPr>
          <p:spPr>
            <a:xfrm>
              <a:off x="3974047" y="685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pt121"/>
            <p:cNvSpPr/>
            <p:nvPr/>
          </p:nvSpPr>
          <p:spPr>
            <a:xfrm>
              <a:off x="4301943" y="6653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pt122"/>
            <p:cNvSpPr/>
            <p:nvPr/>
          </p:nvSpPr>
          <p:spPr>
            <a:xfrm>
              <a:off x="4807759" y="3629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pt123"/>
            <p:cNvSpPr/>
            <p:nvPr/>
          </p:nvSpPr>
          <p:spPr>
            <a:xfrm>
              <a:off x="4576496" y="5186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pt124"/>
            <p:cNvSpPr/>
            <p:nvPr/>
          </p:nvSpPr>
          <p:spPr>
            <a:xfrm>
              <a:off x="3786666" y="711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pt125"/>
            <p:cNvSpPr/>
            <p:nvPr/>
          </p:nvSpPr>
          <p:spPr>
            <a:xfrm>
              <a:off x="3753992" y="7032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pt126"/>
            <p:cNvSpPr/>
            <p:nvPr/>
          </p:nvSpPr>
          <p:spPr>
            <a:xfrm>
              <a:off x="3814018" y="7149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pt127"/>
            <p:cNvSpPr/>
            <p:nvPr/>
          </p:nvSpPr>
          <p:spPr>
            <a:xfrm>
              <a:off x="3767075" y="7034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pt128"/>
            <p:cNvSpPr/>
            <p:nvPr/>
          </p:nvSpPr>
          <p:spPr>
            <a:xfrm>
              <a:off x="4151635" y="7068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pt129"/>
            <p:cNvSpPr/>
            <p:nvPr/>
          </p:nvSpPr>
          <p:spPr>
            <a:xfrm>
              <a:off x="4096282" y="6938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pt130"/>
            <p:cNvSpPr/>
            <p:nvPr/>
          </p:nvSpPr>
          <p:spPr>
            <a:xfrm>
              <a:off x="4195963" y="615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pt131"/>
            <p:cNvSpPr/>
            <p:nvPr/>
          </p:nvSpPr>
          <p:spPr>
            <a:xfrm>
              <a:off x="4171572" y="5851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pt132"/>
            <p:cNvSpPr/>
            <p:nvPr/>
          </p:nvSpPr>
          <p:spPr>
            <a:xfrm>
              <a:off x="4297536" y="5840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pt133"/>
            <p:cNvSpPr/>
            <p:nvPr/>
          </p:nvSpPr>
          <p:spPr>
            <a:xfrm>
              <a:off x="4715499" y="546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pt134"/>
            <p:cNvSpPr/>
            <p:nvPr/>
          </p:nvSpPr>
          <p:spPr>
            <a:xfrm>
              <a:off x="3911035" y="706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pt135"/>
            <p:cNvSpPr/>
            <p:nvPr/>
          </p:nvSpPr>
          <p:spPr>
            <a:xfrm>
              <a:off x="4330816" y="672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pt136"/>
            <p:cNvSpPr/>
            <p:nvPr/>
          </p:nvSpPr>
          <p:spPr>
            <a:xfrm>
              <a:off x="3852005" y="7059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pt137"/>
            <p:cNvSpPr/>
            <p:nvPr/>
          </p:nvSpPr>
          <p:spPr>
            <a:xfrm>
              <a:off x="4205066" y="698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pt138"/>
            <p:cNvSpPr/>
            <p:nvPr/>
          </p:nvSpPr>
          <p:spPr>
            <a:xfrm>
              <a:off x="3775911" y="7149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pt139"/>
            <p:cNvSpPr/>
            <p:nvPr/>
          </p:nvSpPr>
          <p:spPr>
            <a:xfrm>
              <a:off x="3744313" y="7116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pt140"/>
            <p:cNvSpPr/>
            <p:nvPr/>
          </p:nvSpPr>
          <p:spPr>
            <a:xfrm>
              <a:off x="3762100" y="7095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pt141"/>
            <p:cNvSpPr/>
            <p:nvPr/>
          </p:nvSpPr>
          <p:spPr>
            <a:xfrm>
              <a:off x="3788833" y="7045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pt142"/>
            <p:cNvSpPr/>
            <p:nvPr/>
          </p:nvSpPr>
          <p:spPr>
            <a:xfrm>
              <a:off x="3813294" y="7021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pt143"/>
            <p:cNvSpPr/>
            <p:nvPr/>
          </p:nvSpPr>
          <p:spPr>
            <a:xfrm>
              <a:off x="3717169" y="7046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pt144"/>
            <p:cNvSpPr/>
            <p:nvPr/>
          </p:nvSpPr>
          <p:spPr>
            <a:xfrm>
              <a:off x="4436219" y="5966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pt145"/>
            <p:cNvSpPr/>
            <p:nvPr/>
          </p:nvSpPr>
          <p:spPr>
            <a:xfrm>
              <a:off x="4389051" y="577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pt146"/>
            <p:cNvSpPr/>
            <p:nvPr/>
          </p:nvSpPr>
          <p:spPr>
            <a:xfrm>
              <a:off x="3847192" y="689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pt147"/>
            <p:cNvSpPr/>
            <p:nvPr/>
          </p:nvSpPr>
          <p:spPr>
            <a:xfrm>
              <a:off x="3844983" y="6814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pt148"/>
            <p:cNvSpPr/>
            <p:nvPr/>
          </p:nvSpPr>
          <p:spPr>
            <a:xfrm>
              <a:off x="3833181" y="7163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pt149"/>
            <p:cNvSpPr/>
            <p:nvPr/>
          </p:nvSpPr>
          <p:spPr>
            <a:xfrm>
              <a:off x="3784595" y="7113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pt150"/>
            <p:cNvSpPr/>
            <p:nvPr/>
          </p:nvSpPr>
          <p:spPr>
            <a:xfrm>
              <a:off x="4710224" y="5152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pt151"/>
            <p:cNvSpPr/>
            <p:nvPr/>
          </p:nvSpPr>
          <p:spPr>
            <a:xfrm>
              <a:off x="4710224" y="5152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pt152"/>
            <p:cNvSpPr/>
            <p:nvPr/>
          </p:nvSpPr>
          <p:spPr>
            <a:xfrm>
              <a:off x="4525747" y="591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pt153"/>
            <p:cNvSpPr/>
            <p:nvPr/>
          </p:nvSpPr>
          <p:spPr>
            <a:xfrm>
              <a:off x="4525747" y="591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pt154"/>
            <p:cNvSpPr/>
            <p:nvPr/>
          </p:nvSpPr>
          <p:spPr>
            <a:xfrm>
              <a:off x="4017129" y="7058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pt155"/>
            <p:cNvSpPr/>
            <p:nvPr/>
          </p:nvSpPr>
          <p:spPr>
            <a:xfrm>
              <a:off x="4017129" y="6892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pt156"/>
            <p:cNvSpPr/>
            <p:nvPr/>
          </p:nvSpPr>
          <p:spPr>
            <a:xfrm>
              <a:off x="3795218" y="7082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pt157"/>
            <p:cNvSpPr/>
            <p:nvPr/>
          </p:nvSpPr>
          <p:spPr>
            <a:xfrm>
              <a:off x="3767543" y="7194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pt158"/>
            <p:cNvSpPr/>
            <p:nvPr/>
          </p:nvSpPr>
          <p:spPr>
            <a:xfrm>
              <a:off x="3873386" y="7158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pt159"/>
            <p:cNvSpPr/>
            <p:nvPr/>
          </p:nvSpPr>
          <p:spPr>
            <a:xfrm>
              <a:off x="3735491" y="713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pt160"/>
            <p:cNvSpPr/>
            <p:nvPr/>
          </p:nvSpPr>
          <p:spPr>
            <a:xfrm>
              <a:off x="3773504" y="7121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pt161"/>
            <p:cNvSpPr/>
            <p:nvPr/>
          </p:nvSpPr>
          <p:spPr>
            <a:xfrm>
              <a:off x="3866922" y="7017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pt162"/>
            <p:cNvSpPr/>
            <p:nvPr/>
          </p:nvSpPr>
          <p:spPr>
            <a:xfrm>
              <a:off x="3747836" y="7146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pt163"/>
            <p:cNvSpPr/>
            <p:nvPr/>
          </p:nvSpPr>
          <p:spPr>
            <a:xfrm>
              <a:off x="3753961" y="708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pt164"/>
            <p:cNvSpPr/>
            <p:nvPr/>
          </p:nvSpPr>
          <p:spPr>
            <a:xfrm>
              <a:off x="3814415" y="6850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pt165"/>
            <p:cNvSpPr/>
            <p:nvPr/>
          </p:nvSpPr>
          <p:spPr>
            <a:xfrm>
              <a:off x="3846753" y="6751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pt166"/>
            <p:cNvSpPr/>
            <p:nvPr/>
          </p:nvSpPr>
          <p:spPr>
            <a:xfrm>
              <a:off x="3939457" y="707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pt167"/>
            <p:cNvSpPr/>
            <p:nvPr/>
          </p:nvSpPr>
          <p:spPr>
            <a:xfrm>
              <a:off x="3880279" y="7041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pt168"/>
            <p:cNvSpPr/>
            <p:nvPr/>
          </p:nvSpPr>
          <p:spPr>
            <a:xfrm>
              <a:off x="3971629" y="7096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pt169"/>
            <p:cNvSpPr/>
            <p:nvPr/>
          </p:nvSpPr>
          <p:spPr>
            <a:xfrm>
              <a:off x="3868708" y="7098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pt170"/>
            <p:cNvSpPr/>
            <p:nvPr/>
          </p:nvSpPr>
          <p:spPr>
            <a:xfrm>
              <a:off x="3960311" y="6844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pt171"/>
            <p:cNvSpPr/>
            <p:nvPr/>
          </p:nvSpPr>
          <p:spPr>
            <a:xfrm>
              <a:off x="3872739" y="6872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pt172"/>
            <p:cNvSpPr/>
            <p:nvPr/>
          </p:nvSpPr>
          <p:spPr>
            <a:xfrm>
              <a:off x="3898873" y="7110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pt173"/>
            <p:cNvSpPr/>
            <p:nvPr/>
          </p:nvSpPr>
          <p:spPr>
            <a:xfrm>
              <a:off x="3887263" y="7124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pt174"/>
            <p:cNvSpPr/>
            <p:nvPr/>
          </p:nvSpPr>
          <p:spPr>
            <a:xfrm>
              <a:off x="4067359" y="6872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pt175"/>
            <p:cNvSpPr/>
            <p:nvPr/>
          </p:nvSpPr>
          <p:spPr>
            <a:xfrm>
              <a:off x="4571642" y="6808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pt176"/>
            <p:cNvSpPr/>
            <p:nvPr/>
          </p:nvSpPr>
          <p:spPr>
            <a:xfrm>
              <a:off x="4551136" y="5890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pt177"/>
            <p:cNvSpPr/>
            <p:nvPr/>
          </p:nvSpPr>
          <p:spPr>
            <a:xfrm>
              <a:off x="4878162" y="5568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pt178"/>
            <p:cNvSpPr/>
            <p:nvPr/>
          </p:nvSpPr>
          <p:spPr>
            <a:xfrm>
              <a:off x="4395644" y="670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pt179"/>
            <p:cNvSpPr/>
            <p:nvPr/>
          </p:nvSpPr>
          <p:spPr>
            <a:xfrm>
              <a:off x="4710464" y="653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pt180"/>
            <p:cNvSpPr/>
            <p:nvPr/>
          </p:nvSpPr>
          <p:spPr>
            <a:xfrm>
              <a:off x="3632157" y="7154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pt181"/>
            <p:cNvSpPr/>
            <p:nvPr/>
          </p:nvSpPr>
          <p:spPr>
            <a:xfrm>
              <a:off x="3573924" y="7093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pt182"/>
            <p:cNvSpPr/>
            <p:nvPr/>
          </p:nvSpPr>
          <p:spPr>
            <a:xfrm>
              <a:off x="3686528" y="712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pt183"/>
            <p:cNvSpPr/>
            <p:nvPr/>
          </p:nvSpPr>
          <p:spPr>
            <a:xfrm>
              <a:off x="3615534" y="7099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pt184"/>
            <p:cNvSpPr/>
            <p:nvPr/>
          </p:nvSpPr>
          <p:spPr>
            <a:xfrm>
              <a:off x="3781335" y="715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pt185"/>
            <p:cNvSpPr/>
            <p:nvPr/>
          </p:nvSpPr>
          <p:spPr>
            <a:xfrm>
              <a:off x="3779113" y="7102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pt186"/>
            <p:cNvSpPr/>
            <p:nvPr/>
          </p:nvSpPr>
          <p:spPr>
            <a:xfrm>
              <a:off x="3748707" y="7000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pt187"/>
            <p:cNvSpPr/>
            <p:nvPr/>
          </p:nvSpPr>
          <p:spPr>
            <a:xfrm>
              <a:off x="3732667" y="6922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pt188"/>
            <p:cNvSpPr/>
            <p:nvPr/>
          </p:nvSpPr>
          <p:spPr>
            <a:xfrm>
              <a:off x="3697221" y="689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pt189"/>
            <p:cNvSpPr/>
            <p:nvPr/>
          </p:nvSpPr>
          <p:spPr>
            <a:xfrm>
              <a:off x="3701493" y="6703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pt190"/>
            <p:cNvSpPr/>
            <p:nvPr/>
          </p:nvSpPr>
          <p:spPr>
            <a:xfrm>
              <a:off x="3836863" y="709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pt191"/>
            <p:cNvSpPr/>
            <p:nvPr/>
          </p:nvSpPr>
          <p:spPr>
            <a:xfrm>
              <a:off x="3769988" y="6975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pt192"/>
            <p:cNvSpPr/>
            <p:nvPr/>
          </p:nvSpPr>
          <p:spPr>
            <a:xfrm>
              <a:off x="3543687" y="6811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pt193"/>
            <p:cNvSpPr/>
            <p:nvPr/>
          </p:nvSpPr>
          <p:spPr>
            <a:xfrm>
              <a:off x="3543687" y="6734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pt194"/>
            <p:cNvSpPr/>
            <p:nvPr/>
          </p:nvSpPr>
          <p:spPr>
            <a:xfrm>
              <a:off x="4189835" y="573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pt195"/>
            <p:cNvSpPr/>
            <p:nvPr/>
          </p:nvSpPr>
          <p:spPr>
            <a:xfrm>
              <a:off x="4218825" y="4767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pt196"/>
            <p:cNvSpPr/>
            <p:nvPr/>
          </p:nvSpPr>
          <p:spPr>
            <a:xfrm>
              <a:off x="3649830" y="7118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pt197"/>
            <p:cNvSpPr/>
            <p:nvPr/>
          </p:nvSpPr>
          <p:spPr>
            <a:xfrm>
              <a:off x="3638296" y="708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pt198"/>
            <p:cNvSpPr/>
            <p:nvPr/>
          </p:nvSpPr>
          <p:spPr>
            <a:xfrm>
              <a:off x="3829358" y="6875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pt199"/>
            <p:cNvSpPr/>
            <p:nvPr/>
          </p:nvSpPr>
          <p:spPr>
            <a:xfrm>
              <a:off x="4253461" y="6617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pt200"/>
            <p:cNvSpPr/>
            <p:nvPr/>
          </p:nvSpPr>
          <p:spPr>
            <a:xfrm>
              <a:off x="3751026" y="7182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pt201"/>
            <p:cNvSpPr/>
            <p:nvPr/>
          </p:nvSpPr>
          <p:spPr>
            <a:xfrm>
              <a:off x="3702301" y="7067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pt202"/>
            <p:cNvSpPr/>
            <p:nvPr/>
          </p:nvSpPr>
          <p:spPr>
            <a:xfrm>
              <a:off x="3855285" y="7118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pt203"/>
            <p:cNvSpPr/>
            <p:nvPr/>
          </p:nvSpPr>
          <p:spPr>
            <a:xfrm>
              <a:off x="3802157" y="7101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pt204"/>
            <p:cNvSpPr/>
            <p:nvPr/>
          </p:nvSpPr>
          <p:spPr>
            <a:xfrm>
              <a:off x="3779444" y="716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pt205"/>
            <p:cNvSpPr/>
            <p:nvPr/>
          </p:nvSpPr>
          <p:spPr>
            <a:xfrm>
              <a:off x="3755463" y="6971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pt206"/>
            <p:cNvSpPr/>
            <p:nvPr/>
          </p:nvSpPr>
          <p:spPr>
            <a:xfrm>
              <a:off x="3695539" y="6953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pt207"/>
            <p:cNvSpPr/>
            <p:nvPr/>
          </p:nvSpPr>
          <p:spPr>
            <a:xfrm>
              <a:off x="3565154" y="6984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pt208"/>
            <p:cNvSpPr/>
            <p:nvPr/>
          </p:nvSpPr>
          <p:spPr>
            <a:xfrm>
              <a:off x="3653809" y="6995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pt209"/>
            <p:cNvSpPr/>
            <p:nvPr/>
          </p:nvSpPr>
          <p:spPr>
            <a:xfrm>
              <a:off x="3623651" y="6951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pt210"/>
            <p:cNvSpPr/>
            <p:nvPr/>
          </p:nvSpPr>
          <p:spPr>
            <a:xfrm>
              <a:off x="4168011" y="6773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pt211"/>
            <p:cNvSpPr/>
            <p:nvPr/>
          </p:nvSpPr>
          <p:spPr>
            <a:xfrm>
              <a:off x="4311309" y="6504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pt212"/>
            <p:cNvSpPr/>
            <p:nvPr/>
          </p:nvSpPr>
          <p:spPr>
            <a:xfrm>
              <a:off x="4286210" y="677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pt213"/>
            <p:cNvSpPr/>
            <p:nvPr/>
          </p:nvSpPr>
          <p:spPr>
            <a:xfrm>
              <a:off x="4487146" y="6547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pt214"/>
            <p:cNvSpPr/>
            <p:nvPr/>
          </p:nvSpPr>
          <p:spPr>
            <a:xfrm>
              <a:off x="4501712" y="5216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pt215"/>
            <p:cNvSpPr/>
            <p:nvPr/>
          </p:nvSpPr>
          <p:spPr>
            <a:xfrm>
              <a:off x="4331783" y="5750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pt216"/>
            <p:cNvSpPr/>
            <p:nvPr/>
          </p:nvSpPr>
          <p:spPr>
            <a:xfrm>
              <a:off x="4498892" y="6758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pt217"/>
            <p:cNvSpPr/>
            <p:nvPr/>
          </p:nvSpPr>
          <p:spPr>
            <a:xfrm>
              <a:off x="4842083" y="6800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pt218"/>
            <p:cNvSpPr/>
            <p:nvPr/>
          </p:nvSpPr>
          <p:spPr>
            <a:xfrm>
              <a:off x="4071933" y="6785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pt219"/>
            <p:cNvSpPr/>
            <p:nvPr/>
          </p:nvSpPr>
          <p:spPr>
            <a:xfrm>
              <a:off x="4373298" y="6187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pt220"/>
            <p:cNvSpPr/>
            <p:nvPr/>
          </p:nvSpPr>
          <p:spPr>
            <a:xfrm>
              <a:off x="3770829" y="6967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pt221"/>
            <p:cNvSpPr/>
            <p:nvPr/>
          </p:nvSpPr>
          <p:spPr>
            <a:xfrm>
              <a:off x="3981645" y="6891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pt222"/>
            <p:cNvSpPr/>
            <p:nvPr/>
          </p:nvSpPr>
          <p:spPr>
            <a:xfrm>
              <a:off x="3724727" y="676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pt223"/>
            <p:cNvSpPr/>
            <p:nvPr/>
          </p:nvSpPr>
          <p:spPr>
            <a:xfrm>
              <a:off x="4089483" y="6689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pt224"/>
            <p:cNvSpPr/>
            <p:nvPr/>
          </p:nvSpPr>
          <p:spPr>
            <a:xfrm>
              <a:off x="4195203" y="5764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pt225"/>
            <p:cNvSpPr/>
            <p:nvPr/>
          </p:nvSpPr>
          <p:spPr>
            <a:xfrm>
              <a:off x="4391599" y="4107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pt226"/>
            <p:cNvSpPr/>
            <p:nvPr/>
          </p:nvSpPr>
          <p:spPr>
            <a:xfrm>
              <a:off x="4246546" y="563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pt227"/>
            <p:cNvSpPr/>
            <p:nvPr/>
          </p:nvSpPr>
          <p:spPr>
            <a:xfrm>
              <a:off x="4544994" y="2313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pt228"/>
            <p:cNvSpPr/>
            <p:nvPr/>
          </p:nvSpPr>
          <p:spPr>
            <a:xfrm>
              <a:off x="4012196" y="6972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pt229"/>
            <p:cNvSpPr/>
            <p:nvPr/>
          </p:nvSpPr>
          <p:spPr>
            <a:xfrm>
              <a:off x="4211402" y="6753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pt230"/>
            <p:cNvSpPr/>
            <p:nvPr/>
          </p:nvSpPr>
          <p:spPr>
            <a:xfrm>
              <a:off x="4474148" y="6651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pt231"/>
            <p:cNvSpPr/>
            <p:nvPr/>
          </p:nvSpPr>
          <p:spPr>
            <a:xfrm>
              <a:off x="4480555" y="5891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pt232"/>
            <p:cNvSpPr/>
            <p:nvPr/>
          </p:nvSpPr>
          <p:spPr>
            <a:xfrm>
              <a:off x="3837653" y="7123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pt233"/>
            <p:cNvSpPr/>
            <p:nvPr/>
          </p:nvSpPr>
          <p:spPr>
            <a:xfrm>
              <a:off x="3765286" y="7065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pt234"/>
            <p:cNvSpPr/>
            <p:nvPr/>
          </p:nvSpPr>
          <p:spPr>
            <a:xfrm>
              <a:off x="4288631" y="6617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pt235"/>
            <p:cNvSpPr/>
            <p:nvPr/>
          </p:nvSpPr>
          <p:spPr>
            <a:xfrm>
              <a:off x="4947508" y="6433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pt236"/>
            <p:cNvSpPr/>
            <p:nvPr/>
          </p:nvSpPr>
          <p:spPr>
            <a:xfrm>
              <a:off x="3834796" y="7105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pt237"/>
            <p:cNvSpPr/>
            <p:nvPr/>
          </p:nvSpPr>
          <p:spPr>
            <a:xfrm>
              <a:off x="3963446" y="6534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pt238"/>
            <p:cNvSpPr/>
            <p:nvPr/>
          </p:nvSpPr>
          <p:spPr>
            <a:xfrm>
              <a:off x="3815506" y="7122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pt239"/>
            <p:cNvSpPr/>
            <p:nvPr/>
          </p:nvSpPr>
          <p:spPr>
            <a:xfrm>
              <a:off x="3711192" y="7086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pl240"/>
            <p:cNvSpPr/>
            <p:nvPr/>
          </p:nvSpPr>
          <p:spPr>
            <a:xfrm>
              <a:off x="3909699" y="1988759"/>
              <a:ext cx="0" cy="6608033"/>
            </a:xfrm>
            <a:custGeom>
              <a:avLst/>
              <a:gdLst/>
              <a:ahLst/>
              <a:cxnLst/>
              <a:rect l="0" t="0" r="0" b="0"/>
              <a:pathLst>
                <a:path h="6608033">
                  <a:moveTo>
                    <a:pt x="0" y="6608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pl241"/>
            <p:cNvSpPr/>
            <p:nvPr/>
          </p:nvSpPr>
          <p:spPr>
            <a:xfrm>
              <a:off x="3334063" y="6911124"/>
              <a:ext cx="4140147" cy="0"/>
            </a:xfrm>
            <a:custGeom>
              <a:avLst/>
              <a:gdLst/>
              <a:ahLst/>
              <a:cxnLst/>
              <a:rect l="0" t="0" r="0" b="0"/>
              <a:pathLst>
                <a:path w="4140147">
                  <a:moveTo>
                    <a:pt x="0" y="0"/>
                  </a:moveTo>
                  <a:lnTo>
                    <a:pt x="4140147" y="0"/>
                  </a:lnTo>
                  <a:lnTo>
                    <a:pt x="41401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pg242"/>
            <p:cNvSpPr/>
            <p:nvPr/>
          </p:nvSpPr>
          <p:spPr>
            <a:xfrm>
              <a:off x="3352800" y="3367881"/>
              <a:ext cx="1371600" cy="495549"/>
            </a:xfrm>
            <a:custGeom>
              <a:avLst/>
              <a:gdLst/>
              <a:ahLst/>
              <a:cxnLst/>
              <a:rect l="0" t="0" r="0" b="0"/>
              <a:pathLst>
                <a:path w="953397" h="384988">
                  <a:moveTo>
                    <a:pt x="25145" y="384988"/>
                  </a:moveTo>
                  <a:lnTo>
                    <a:pt x="928251" y="384988"/>
                  </a:lnTo>
                  <a:lnTo>
                    <a:pt x="927239" y="384967"/>
                  </a:lnTo>
                  <a:lnTo>
                    <a:pt x="931282" y="384804"/>
                  </a:lnTo>
                  <a:lnTo>
                    <a:pt x="935247" y="383995"/>
                  </a:lnTo>
                  <a:lnTo>
                    <a:pt x="939031" y="382560"/>
                  </a:lnTo>
                  <a:lnTo>
                    <a:pt x="942536" y="380536"/>
                  </a:lnTo>
                  <a:lnTo>
                    <a:pt x="945671" y="377977"/>
                  </a:lnTo>
                  <a:lnTo>
                    <a:pt x="948354" y="374948"/>
                  </a:lnTo>
                  <a:lnTo>
                    <a:pt x="950517" y="371528"/>
                  </a:lnTo>
                  <a:lnTo>
                    <a:pt x="952103" y="367805"/>
                  </a:lnTo>
                  <a:lnTo>
                    <a:pt x="953072" y="363875"/>
                  </a:lnTo>
                  <a:lnTo>
                    <a:pt x="953397" y="359842"/>
                  </a:lnTo>
                  <a:lnTo>
                    <a:pt x="953397" y="25145"/>
                  </a:lnTo>
                  <a:lnTo>
                    <a:pt x="953072" y="21112"/>
                  </a:lnTo>
                  <a:lnTo>
                    <a:pt x="952103" y="17183"/>
                  </a:lnTo>
                  <a:lnTo>
                    <a:pt x="950517" y="13460"/>
                  </a:lnTo>
                  <a:lnTo>
                    <a:pt x="948354" y="10039"/>
                  </a:lnTo>
                  <a:lnTo>
                    <a:pt x="945671" y="7010"/>
                  </a:lnTo>
                  <a:lnTo>
                    <a:pt x="942536" y="4451"/>
                  </a:lnTo>
                  <a:lnTo>
                    <a:pt x="939031" y="2427"/>
                  </a:lnTo>
                  <a:lnTo>
                    <a:pt x="935247" y="992"/>
                  </a:lnTo>
                  <a:lnTo>
                    <a:pt x="931282" y="183"/>
                  </a:lnTo>
                  <a:lnTo>
                    <a:pt x="928251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2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tx243"/>
            <p:cNvSpPr/>
            <p:nvPr/>
          </p:nvSpPr>
          <p:spPr>
            <a:xfrm>
              <a:off x="3561882" y="3518715"/>
              <a:ext cx="869577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False Positive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3825797" y="3690415"/>
              <a:ext cx="605662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 (6.8%)</a:t>
              </a:r>
            </a:p>
          </p:txBody>
        </p:sp>
        <p:sp>
          <p:nvSpPr>
            <p:cNvPr id="245" name="pg245"/>
            <p:cNvSpPr/>
            <p:nvPr/>
          </p:nvSpPr>
          <p:spPr>
            <a:xfrm>
              <a:off x="3352800" y="7939881"/>
              <a:ext cx="1371599" cy="549040"/>
            </a:xfrm>
            <a:custGeom>
              <a:avLst/>
              <a:gdLst/>
              <a:ahLst/>
              <a:cxnLst/>
              <a:rect l="0" t="0" r="0" b="0"/>
              <a:pathLst>
                <a:path w="961242" h="384988">
                  <a:moveTo>
                    <a:pt x="25145" y="384988"/>
                  </a:moveTo>
                  <a:lnTo>
                    <a:pt x="936096" y="384988"/>
                  </a:lnTo>
                  <a:lnTo>
                    <a:pt x="935083" y="384967"/>
                  </a:lnTo>
                  <a:lnTo>
                    <a:pt x="939127" y="384804"/>
                  </a:lnTo>
                  <a:lnTo>
                    <a:pt x="943092" y="383995"/>
                  </a:lnTo>
                  <a:lnTo>
                    <a:pt x="946876" y="382560"/>
                  </a:lnTo>
                  <a:lnTo>
                    <a:pt x="950380" y="380536"/>
                  </a:lnTo>
                  <a:lnTo>
                    <a:pt x="953515" y="377977"/>
                  </a:lnTo>
                  <a:lnTo>
                    <a:pt x="956199" y="374948"/>
                  </a:lnTo>
                  <a:lnTo>
                    <a:pt x="958362" y="371528"/>
                  </a:lnTo>
                  <a:lnTo>
                    <a:pt x="959948" y="367805"/>
                  </a:lnTo>
                  <a:lnTo>
                    <a:pt x="960916" y="363875"/>
                  </a:lnTo>
                  <a:lnTo>
                    <a:pt x="961242" y="359842"/>
                  </a:lnTo>
                  <a:lnTo>
                    <a:pt x="961242" y="25145"/>
                  </a:lnTo>
                  <a:lnTo>
                    <a:pt x="960916" y="21112"/>
                  </a:lnTo>
                  <a:lnTo>
                    <a:pt x="959948" y="17183"/>
                  </a:lnTo>
                  <a:lnTo>
                    <a:pt x="958362" y="13460"/>
                  </a:lnTo>
                  <a:lnTo>
                    <a:pt x="956199" y="10039"/>
                  </a:lnTo>
                  <a:lnTo>
                    <a:pt x="953515" y="7010"/>
                  </a:lnTo>
                  <a:lnTo>
                    <a:pt x="950380" y="4451"/>
                  </a:lnTo>
                  <a:lnTo>
                    <a:pt x="946876" y="2427"/>
                  </a:lnTo>
                  <a:lnTo>
                    <a:pt x="943092" y="992"/>
                  </a:lnTo>
                  <a:lnTo>
                    <a:pt x="939127" y="183"/>
                  </a:lnTo>
                  <a:lnTo>
                    <a:pt x="936096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2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tx246"/>
            <p:cNvSpPr/>
            <p:nvPr/>
          </p:nvSpPr>
          <p:spPr>
            <a:xfrm>
              <a:off x="3554037" y="8116443"/>
              <a:ext cx="877422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True Negative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3670408" y="8315906"/>
              <a:ext cx="76105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105 (47.9%)</a:t>
              </a:r>
            </a:p>
          </p:txBody>
        </p:sp>
        <p:sp>
          <p:nvSpPr>
            <p:cNvPr id="248" name="pg248"/>
            <p:cNvSpPr/>
            <p:nvPr/>
          </p:nvSpPr>
          <p:spPr>
            <a:xfrm>
              <a:off x="5410200" y="2682081"/>
              <a:ext cx="1295400" cy="495549"/>
            </a:xfrm>
            <a:custGeom>
              <a:avLst/>
              <a:gdLst/>
              <a:ahLst/>
              <a:cxnLst/>
              <a:rect l="0" t="0" r="0" b="0"/>
              <a:pathLst>
                <a:path w="899032" h="384988">
                  <a:moveTo>
                    <a:pt x="25145" y="384988"/>
                  </a:moveTo>
                  <a:lnTo>
                    <a:pt x="873886" y="384988"/>
                  </a:lnTo>
                  <a:lnTo>
                    <a:pt x="872873" y="384967"/>
                  </a:lnTo>
                  <a:lnTo>
                    <a:pt x="876917" y="384804"/>
                  </a:lnTo>
                  <a:lnTo>
                    <a:pt x="880882" y="383995"/>
                  </a:lnTo>
                  <a:lnTo>
                    <a:pt x="884666" y="382560"/>
                  </a:lnTo>
                  <a:lnTo>
                    <a:pt x="888170" y="380536"/>
                  </a:lnTo>
                  <a:lnTo>
                    <a:pt x="891305" y="377977"/>
                  </a:lnTo>
                  <a:lnTo>
                    <a:pt x="893989" y="374948"/>
                  </a:lnTo>
                  <a:lnTo>
                    <a:pt x="896151" y="371528"/>
                  </a:lnTo>
                  <a:lnTo>
                    <a:pt x="897738" y="367805"/>
                  </a:lnTo>
                  <a:lnTo>
                    <a:pt x="898706" y="363875"/>
                  </a:lnTo>
                  <a:lnTo>
                    <a:pt x="899032" y="359842"/>
                  </a:lnTo>
                  <a:lnTo>
                    <a:pt x="899032" y="25145"/>
                  </a:lnTo>
                  <a:lnTo>
                    <a:pt x="898706" y="21112"/>
                  </a:lnTo>
                  <a:lnTo>
                    <a:pt x="897738" y="17183"/>
                  </a:lnTo>
                  <a:lnTo>
                    <a:pt x="896151" y="13460"/>
                  </a:lnTo>
                  <a:lnTo>
                    <a:pt x="893989" y="10039"/>
                  </a:lnTo>
                  <a:lnTo>
                    <a:pt x="891305" y="7010"/>
                  </a:lnTo>
                  <a:lnTo>
                    <a:pt x="888170" y="4451"/>
                  </a:lnTo>
                  <a:lnTo>
                    <a:pt x="884666" y="2427"/>
                  </a:lnTo>
                  <a:lnTo>
                    <a:pt x="880882" y="992"/>
                  </a:lnTo>
                  <a:lnTo>
                    <a:pt x="876917" y="183"/>
                  </a:lnTo>
                  <a:lnTo>
                    <a:pt x="873886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2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tx249"/>
            <p:cNvSpPr/>
            <p:nvPr/>
          </p:nvSpPr>
          <p:spPr>
            <a:xfrm>
              <a:off x="5666900" y="2832915"/>
              <a:ext cx="815212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True Positive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5798755" y="3004615"/>
              <a:ext cx="683356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78 (35.6%)</a:t>
              </a:r>
            </a:p>
          </p:txBody>
        </p:sp>
        <p:sp>
          <p:nvSpPr>
            <p:cNvPr id="251" name="pg251"/>
            <p:cNvSpPr/>
            <p:nvPr/>
          </p:nvSpPr>
          <p:spPr>
            <a:xfrm>
              <a:off x="5105400" y="7101681"/>
              <a:ext cx="1524000" cy="625240"/>
            </a:xfrm>
            <a:custGeom>
              <a:avLst/>
              <a:gdLst/>
              <a:ahLst/>
              <a:cxnLst/>
              <a:rect l="0" t="0" r="0" b="0"/>
              <a:pathLst>
                <a:path w="1015608" h="384988">
                  <a:moveTo>
                    <a:pt x="25145" y="384988"/>
                  </a:moveTo>
                  <a:lnTo>
                    <a:pt x="990462" y="384988"/>
                  </a:lnTo>
                  <a:lnTo>
                    <a:pt x="989449" y="384967"/>
                  </a:lnTo>
                  <a:lnTo>
                    <a:pt x="993493" y="384804"/>
                  </a:lnTo>
                  <a:lnTo>
                    <a:pt x="997458" y="383995"/>
                  </a:lnTo>
                  <a:lnTo>
                    <a:pt x="1001241" y="382560"/>
                  </a:lnTo>
                  <a:lnTo>
                    <a:pt x="1004746" y="380536"/>
                  </a:lnTo>
                  <a:lnTo>
                    <a:pt x="1007881" y="377977"/>
                  </a:lnTo>
                  <a:lnTo>
                    <a:pt x="1010564" y="374948"/>
                  </a:lnTo>
                  <a:lnTo>
                    <a:pt x="1012727" y="371528"/>
                  </a:lnTo>
                  <a:lnTo>
                    <a:pt x="1014313" y="367805"/>
                  </a:lnTo>
                  <a:lnTo>
                    <a:pt x="1015282" y="363875"/>
                  </a:lnTo>
                  <a:lnTo>
                    <a:pt x="1015608" y="359842"/>
                  </a:lnTo>
                  <a:lnTo>
                    <a:pt x="1015608" y="25145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3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tx252"/>
            <p:cNvSpPr/>
            <p:nvPr/>
          </p:nvSpPr>
          <p:spPr>
            <a:xfrm>
              <a:off x="5397924" y="7354443"/>
              <a:ext cx="931788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False Negative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5724050" y="7553906"/>
              <a:ext cx="605662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 (9.6%)</a:t>
              </a:r>
            </a:p>
          </p:txBody>
        </p:sp>
        <p:sp>
          <p:nvSpPr>
            <p:cNvPr id="254" name="rc254"/>
            <p:cNvSpPr/>
            <p:nvPr/>
          </p:nvSpPr>
          <p:spPr>
            <a:xfrm>
              <a:off x="3334063" y="1988759"/>
              <a:ext cx="4140147" cy="66080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tx255"/>
            <p:cNvSpPr/>
            <p:nvPr/>
          </p:nvSpPr>
          <p:spPr>
            <a:xfrm>
              <a:off x="3124200" y="686708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3124200" y="5018584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3124200" y="316669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58" name="pl258"/>
            <p:cNvSpPr/>
            <p:nvPr/>
          </p:nvSpPr>
          <p:spPr>
            <a:xfrm>
              <a:off x="3299269" y="690878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pl259"/>
            <p:cNvSpPr/>
            <p:nvPr/>
          </p:nvSpPr>
          <p:spPr>
            <a:xfrm>
              <a:off x="3299269" y="505858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pl260"/>
            <p:cNvSpPr/>
            <p:nvPr/>
          </p:nvSpPr>
          <p:spPr>
            <a:xfrm>
              <a:off x="3299269" y="32083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pl261"/>
            <p:cNvSpPr/>
            <p:nvPr/>
          </p:nvSpPr>
          <p:spPr>
            <a:xfrm>
              <a:off x="3910839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pl262"/>
            <p:cNvSpPr/>
            <p:nvPr/>
          </p:nvSpPr>
          <p:spPr>
            <a:xfrm>
              <a:off x="5035900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pl263"/>
            <p:cNvSpPr/>
            <p:nvPr/>
          </p:nvSpPr>
          <p:spPr>
            <a:xfrm>
              <a:off x="6160961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pl264"/>
            <p:cNvSpPr/>
            <p:nvPr/>
          </p:nvSpPr>
          <p:spPr>
            <a:xfrm>
              <a:off x="7286022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tx265"/>
            <p:cNvSpPr/>
            <p:nvPr/>
          </p:nvSpPr>
          <p:spPr>
            <a:xfrm>
              <a:off x="3879761" y="8772590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5004822" y="8774008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6098805" y="8772590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7223866" y="8772590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4572000" y="9082881"/>
              <a:ext cx="1715622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Centiloids, Amyloid PET (Z)</a:t>
              </a:r>
            </a:p>
          </p:txBody>
        </p:sp>
        <p:sp>
          <p:nvSpPr>
            <p:cNvPr id="270" name="tx270"/>
            <p:cNvSpPr/>
            <p:nvPr/>
          </p:nvSpPr>
          <p:spPr>
            <a:xfrm rot="16200000">
              <a:off x="2259952" y="5283528"/>
              <a:ext cx="125000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 pT217 / AB42 – Fujirebio (Z)</a:t>
              </a:r>
              <a:endParaRPr sz="2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tx271"/>
            <p:cNvSpPr/>
            <p:nvPr/>
          </p:nvSpPr>
          <p:spPr>
            <a:xfrm>
              <a:off x="3334063" y="1761070"/>
              <a:ext cx="158390" cy="12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A.</a:t>
              </a:r>
            </a:p>
          </p:txBody>
        </p:sp>
        <p:sp>
          <p:nvSpPr>
            <p:cNvPr id="272" name="rc272"/>
            <p:cNvSpPr/>
            <p:nvPr/>
          </p:nvSpPr>
          <p:spPr>
            <a:xfrm>
              <a:off x="7543800" y="2985296"/>
              <a:ext cx="4572000" cy="47275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pl273"/>
            <p:cNvSpPr/>
            <p:nvPr/>
          </p:nvSpPr>
          <p:spPr>
            <a:xfrm>
              <a:off x="8188435" y="6581338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pl274"/>
            <p:cNvSpPr/>
            <p:nvPr/>
          </p:nvSpPr>
          <p:spPr>
            <a:xfrm>
              <a:off x="8188435" y="5708884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pl275"/>
            <p:cNvSpPr/>
            <p:nvPr/>
          </p:nvSpPr>
          <p:spPr>
            <a:xfrm>
              <a:off x="8188435" y="4836430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pl276"/>
            <p:cNvSpPr/>
            <p:nvPr/>
          </p:nvSpPr>
          <p:spPr>
            <a:xfrm>
              <a:off x="8188435" y="3963977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pl277"/>
            <p:cNvSpPr/>
            <p:nvPr/>
          </p:nvSpPr>
          <p:spPr>
            <a:xfrm>
              <a:off x="8799153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pl278"/>
            <p:cNvSpPr/>
            <p:nvPr/>
          </p:nvSpPr>
          <p:spPr>
            <a:xfrm>
              <a:off x="9671607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pl279"/>
            <p:cNvSpPr/>
            <p:nvPr/>
          </p:nvSpPr>
          <p:spPr>
            <a:xfrm>
              <a:off x="10544060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pl280"/>
            <p:cNvSpPr/>
            <p:nvPr/>
          </p:nvSpPr>
          <p:spPr>
            <a:xfrm>
              <a:off x="11416514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pl281"/>
            <p:cNvSpPr/>
            <p:nvPr/>
          </p:nvSpPr>
          <p:spPr>
            <a:xfrm>
              <a:off x="8188435" y="7017565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pl282"/>
            <p:cNvSpPr/>
            <p:nvPr/>
          </p:nvSpPr>
          <p:spPr>
            <a:xfrm>
              <a:off x="8188435" y="6145111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pl283"/>
            <p:cNvSpPr/>
            <p:nvPr/>
          </p:nvSpPr>
          <p:spPr>
            <a:xfrm>
              <a:off x="8188435" y="5272657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pl284"/>
            <p:cNvSpPr/>
            <p:nvPr/>
          </p:nvSpPr>
          <p:spPr>
            <a:xfrm>
              <a:off x="8188435" y="4400203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pl285"/>
            <p:cNvSpPr/>
            <p:nvPr/>
          </p:nvSpPr>
          <p:spPr>
            <a:xfrm>
              <a:off x="8188435" y="3527750"/>
              <a:ext cx="3838796" cy="0"/>
            </a:xfrm>
            <a:custGeom>
              <a:avLst/>
              <a:gdLst/>
              <a:ahLst/>
              <a:cxnLst/>
              <a:rect l="0" t="0" r="0" b="0"/>
              <a:pathLst>
                <a:path w="3838796">
                  <a:moveTo>
                    <a:pt x="0" y="0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pl286"/>
            <p:cNvSpPr/>
            <p:nvPr/>
          </p:nvSpPr>
          <p:spPr>
            <a:xfrm>
              <a:off x="8362926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pl287"/>
            <p:cNvSpPr/>
            <p:nvPr/>
          </p:nvSpPr>
          <p:spPr>
            <a:xfrm>
              <a:off x="9235380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pl288"/>
            <p:cNvSpPr/>
            <p:nvPr/>
          </p:nvSpPr>
          <p:spPr>
            <a:xfrm>
              <a:off x="10107833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pl289"/>
            <p:cNvSpPr/>
            <p:nvPr/>
          </p:nvSpPr>
          <p:spPr>
            <a:xfrm>
              <a:off x="10980287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pl290"/>
            <p:cNvSpPr/>
            <p:nvPr/>
          </p:nvSpPr>
          <p:spPr>
            <a:xfrm>
              <a:off x="11852741" y="3353259"/>
              <a:ext cx="0" cy="3838796"/>
            </a:xfrm>
            <a:custGeom>
              <a:avLst/>
              <a:gdLst/>
              <a:ahLst/>
              <a:cxnLst/>
              <a:rect l="0" t="0" r="0" b="0"/>
              <a:pathLst>
                <a:path h="3838796">
                  <a:moveTo>
                    <a:pt x="0" y="3838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pl291"/>
            <p:cNvSpPr/>
            <p:nvPr/>
          </p:nvSpPr>
          <p:spPr>
            <a:xfrm>
              <a:off x="8362926" y="3527750"/>
              <a:ext cx="3489814" cy="3489814"/>
            </a:xfrm>
            <a:custGeom>
              <a:avLst/>
              <a:gdLst/>
              <a:ahLst/>
              <a:cxnLst/>
              <a:rect l="0" t="0" r="0" b="0"/>
              <a:pathLst>
                <a:path w="3489814" h="3489814">
                  <a:moveTo>
                    <a:pt x="0" y="3489814"/>
                  </a:moveTo>
                  <a:lnTo>
                    <a:pt x="0" y="3454564"/>
                  </a:lnTo>
                  <a:lnTo>
                    <a:pt x="0" y="3419313"/>
                  </a:lnTo>
                  <a:lnTo>
                    <a:pt x="0" y="3384062"/>
                  </a:lnTo>
                  <a:lnTo>
                    <a:pt x="0" y="3313561"/>
                  </a:lnTo>
                  <a:lnTo>
                    <a:pt x="0" y="3278310"/>
                  </a:lnTo>
                  <a:lnTo>
                    <a:pt x="0" y="3243060"/>
                  </a:lnTo>
                  <a:lnTo>
                    <a:pt x="0" y="3207809"/>
                  </a:lnTo>
                  <a:lnTo>
                    <a:pt x="0" y="3172558"/>
                  </a:lnTo>
                  <a:lnTo>
                    <a:pt x="0" y="3102057"/>
                  </a:lnTo>
                  <a:lnTo>
                    <a:pt x="0" y="3066807"/>
                  </a:lnTo>
                  <a:lnTo>
                    <a:pt x="0" y="3031556"/>
                  </a:lnTo>
                  <a:lnTo>
                    <a:pt x="0" y="2996305"/>
                  </a:lnTo>
                  <a:lnTo>
                    <a:pt x="0" y="2961055"/>
                  </a:lnTo>
                  <a:lnTo>
                    <a:pt x="0" y="2925804"/>
                  </a:lnTo>
                  <a:lnTo>
                    <a:pt x="0" y="2890553"/>
                  </a:lnTo>
                  <a:lnTo>
                    <a:pt x="0" y="2855303"/>
                  </a:lnTo>
                  <a:lnTo>
                    <a:pt x="0" y="2820052"/>
                  </a:lnTo>
                  <a:lnTo>
                    <a:pt x="29081" y="2820052"/>
                  </a:lnTo>
                  <a:lnTo>
                    <a:pt x="29081" y="2784801"/>
                  </a:lnTo>
                  <a:lnTo>
                    <a:pt x="29081" y="2749551"/>
                  </a:lnTo>
                  <a:lnTo>
                    <a:pt x="29081" y="2714300"/>
                  </a:lnTo>
                  <a:lnTo>
                    <a:pt x="29081" y="2679049"/>
                  </a:lnTo>
                  <a:lnTo>
                    <a:pt x="29081" y="2643799"/>
                  </a:lnTo>
                  <a:lnTo>
                    <a:pt x="58163" y="2643799"/>
                  </a:lnTo>
                  <a:lnTo>
                    <a:pt x="58163" y="2608548"/>
                  </a:lnTo>
                  <a:lnTo>
                    <a:pt x="58163" y="2573297"/>
                  </a:lnTo>
                  <a:lnTo>
                    <a:pt x="58163" y="2538047"/>
                  </a:lnTo>
                  <a:lnTo>
                    <a:pt x="58163" y="2502796"/>
                  </a:lnTo>
                  <a:lnTo>
                    <a:pt x="58163" y="2467545"/>
                  </a:lnTo>
                  <a:lnTo>
                    <a:pt x="58163" y="2397044"/>
                  </a:lnTo>
                  <a:lnTo>
                    <a:pt x="58163" y="2361793"/>
                  </a:lnTo>
                  <a:lnTo>
                    <a:pt x="58163" y="2326543"/>
                  </a:lnTo>
                  <a:lnTo>
                    <a:pt x="116327" y="2326543"/>
                  </a:lnTo>
                  <a:lnTo>
                    <a:pt x="145408" y="2326543"/>
                  </a:lnTo>
                  <a:lnTo>
                    <a:pt x="145408" y="2291292"/>
                  </a:lnTo>
                  <a:lnTo>
                    <a:pt x="145408" y="2256041"/>
                  </a:lnTo>
                  <a:lnTo>
                    <a:pt x="145408" y="2220791"/>
                  </a:lnTo>
                  <a:lnTo>
                    <a:pt x="145408" y="2185540"/>
                  </a:lnTo>
                  <a:lnTo>
                    <a:pt x="145408" y="2115039"/>
                  </a:lnTo>
                  <a:lnTo>
                    <a:pt x="145408" y="2079788"/>
                  </a:lnTo>
                  <a:lnTo>
                    <a:pt x="145408" y="2044538"/>
                  </a:lnTo>
                  <a:lnTo>
                    <a:pt x="145408" y="2009287"/>
                  </a:lnTo>
                  <a:lnTo>
                    <a:pt x="145408" y="1974036"/>
                  </a:lnTo>
                  <a:lnTo>
                    <a:pt x="145408" y="1938786"/>
                  </a:lnTo>
                  <a:lnTo>
                    <a:pt x="145408" y="1903535"/>
                  </a:lnTo>
                  <a:lnTo>
                    <a:pt x="145408" y="1868284"/>
                  </a:lnTo>
                  <a:lnTo>
                    <a:pt x="145408" y="1833034"/>
                  </a:lnTo>
                  <a:lnTo>
                    <a:pt x="145408" y="1797783"/>
                  </a:lnTo>
                  <a:lnTo>
                    <a:pt x="145408" y="1762532"/>
                  </a:lnTo>
                  <a:lnTo>
                    <a:pt x="145408" y="1727282"/>
                  </a:lnTo>
                  <a:lnTo>
                    <a:pt x="145408" y="1692031"/>
                  </a:lnTo>
                  <a:lnTo>
                    <a:pt x="145408" y="1656780"/>
                  </a:lnTo>
                  <a:lnTo>
                    <a:pt x="145408" y="1621530"/>
                  </a:lnTo>
                  <a:lnTo>
                    <a:pt x="145408" y="1586279"/>
                  </a:lnTo>
                  <a:lnTo>
                    <a:pt x="145408" y="1551028"/>
                  </a:lnTo>
                  <a:lnTo>
                    <a:pt x="145408" y="1515778"/>
                  </a:lnTo>
                  <a:lnTo>
                    <a:pt x="145408" y="1480527"/>
                  </a:lnTo>
                  <a:lnTo>
                    <a:pt x="145408" y="1445276"/>
                  </a:lnTo>
                  <a:lnTo>
                    <a:pt x="145408" y="1410026"/>
                  </a:lnTo>
                  <a:lnTo>
                    <a:pt x="174490" y="1410026"/>
                  </a:lnTo>
                  <a:lnTo>
                    <a:pt x="174490" y="1374775"/>
                  </a:lnTo>
                  <a:lnTo>
                    <a:pt x="174490" y="1339524"/>
                  </a:lnTo>
                  <a:lnTo>
                    <a:pt x="174490" y="1304274"/>
                  </a:lnTo>
                  <a:lnTo>
                    <a:pt x="174490" y="1269023"/>
                  </a:lnTo>
                  <a:lnTo>
                    <a:pt x="203572" y="1269023"/>
                  </a:lnTo>
                  <a:lnTo>
                    <a:pt x="232654" y="1269023"/>
                  </a:lnTo>
                  <a:lnTo>
                    <a:pt x="232654" y="1233772"/>
                  </a:lnTo>
                  <a:lnTo>
                    <a:pt x="232654" y="1198522"/>
                  </a:lnTo>
                  <a:lnTo>
                    <a:pt x="261736" y="1198522"/>
                  </a:lnTo>
                  <a:lnTo>
                    <a:pt x="261736" y="1163271"/>
                  </a:lnTo>
                  <a:lnTo>
                    <a:pt x="261736" y="1128020"/>
                  </a:lnTo>
                  <a:lnTo>
                    <a:pt x="319899" y="1128020"/>
                  </a:lnTo>
                  <a:lnTo>
                    <a:pt x="319899" y="1092770"/>
                  </a:lnTo>
                  <a:lnTo>
                    <a:pt x="319899" y="1057519"/>
                  </a:lnTo>
                  <a:lnTo>
                    <a:pt x="319899" y="1022269"/>
                  </a:lnTo>
                  <a:lnTo>
                    <a:pt x="319899" y="987018"/>
                  </a:lnTo>
                  <a:lnTo>
                    <a:pt x="348981" y="987018"/>
                  </a:lnTo>
                  <a:lnTo>
                    <a:pt x="378063" y="987018"/>
                  </a:lnTo>
                  <a:lnTo>
                    <a:pt x="378063" y="951767"/>
                  </a:lnTo>
                  <a:lnTo>
                    <a:pt x="407145" y="916517"/>
                  </a:lnTo>
                  <a:lnTo>
                    <a:pt x="407145" y="881266"/>
                  </a:lnTo>
                  <a:lnTo>
                    <a:pt x="436226" y="881266"/>
                  </a:lnTo>
                  <a:lnTo>
                    <a:pt x="436226" y="846015"/>
                  </a:lnTo>
                  <a:lnTo>
                    <a:pt x="436226" y="810765"/>
                  </a:lnTo>
                  <a:lnTo>
                    <a:pt x="436226" y="775514"/>
                  </a:lnTo>
                  <a:lnTo>
                    <a:pt x="436226" y="740263"/>
                  </a:lnTo>
                  <a:lnTo>
                    <a:pt x="465308" y="740263"/>
                  </a:lnTo>
                  <a:lnTo>
                    <a:pt x="494390" y="740263"/>
                  </a:lnTo>
                  <a:lnTo>
                    <a:pt x="494390" y="705013"/>
                  </a:lnTo>
                  <a:lnTo>
                    <a:pt x="523472" y="705013"/>
                  </a:lnTo>
                  <a:lnTo>
                    <a:pt x="523472" y="669762"/>
                  </a:lnTo>
                  <a:lnTo>
                    <a:pt x="552554" y="669762"/>
                  </a:lnTo>
                  <a:lnTo>
                    <a:pt x="581635" y="669762"/>
                  </a:lnTo>
                  <a:lnTo>
                    <a:pt x="581635" y="634511"/>
                  </a:lnTo>
                  <a:lnTo>
                    <a:pt x="610717" y="634511"/>
                  </a:lnTo>
                  <a:lnTo>
                    <a:pt x="639799" y="634511"/>
                  </a:lnTo>
                  <a:lnTo>
                    <a:pt x="639799" y="599261"/>
                  </a:lnTo>
                  <a:lnTo>
                    <a:pt x="668881" y="599261"/>
                  </a:lnTo>
                  <a:lnTo>
                    <a:pt x="668881" y="564010"/>
                  </a:lnTo>
                  <a:lnTo>
                    <a:pt x="697962" y="564010"/>
                  </a:lnTo>
                  <a:lnTo>
                    <a:pt x="727044" y="564010"/>
                  </a:lnTo>
                  <a:lnTo>
                    <a:pt x="756126" y="564010"/>
                  </a:lnTo>
                  <a:lnTo>
                    <a:pt x="785208" y="528759"/>
                  </a:lnTo>
                  <a:lnTo>
                    <a:pt x="814290" y="528759"/>
                  </a:lnTo>
                  <a:lnTo>
                    <a:pt x="843371" y="528759"/>
                  </a:lnTo>
                  <a:lnTo>
                    <a:pt x="843371" y="493509"/>
                  </a:lnTo>
                  <a:lnTo>
                    <a:pt x="872453" y="493509"/>
                  </a:lnTo>
                  <a:lnTo>
                    <a:pt x="901535" y="493509"/>
                  </a:lnTo>
                  <a:lnTo>
                    <a:pt x="930617" y="493509"/>
                  </a:lnTo>
                  <a:lnTo>
                    <a:pt x="959699" y="493509"/>
                  </a:lnTo>
                  <a:lnTo>
                    <a:pt x="959699" y="458258"/>
                  </a:lnTo>
                  <a:lnTo>
                    <a:pt x="988780" y="458258"/>
                  </a:lnTo>
                  <a:lnTo>
                    <a:pt x="1017862" y="458258"/>
                  </a:lnTo>
                  <a:lnTo>
                    <a:pt x="1076026" y="458258"/>
                  </a:lnTo>
                  <a:lnTo>
                    <a:pt x="1105108" y="458258"/>
                  </a:lnTo>
                  <a:lnTo>
                    <a:pt x="1163271" y="458258"/>
                  </a:lnTo>
                  <a:lnTo>
                    <a:pt x="1192353" y="458258"/>
                  </a:lnTo>
                  <a:lnTo>
                    <a:pt x="1250517" y="458258"/>
                  </a:lnTo>
                  <a:lnTo>
                    <a:pt x="1279598" y="458258"/>
                  </a:lnTo>
                  <a:lnTo>
                    <a:pt x="1308680" y="458258"/>
                  </a:lnTo>
                  <a:lnTo>
                    <a:pt x="1337762" y="458258"/>
                  </a:lnTo>
                  <a:lnTo>
                    <a:pt x="1337762" y="387757"/>
                  </a:lnTo>
                  <a:lnTo>
                    <a:pt x="1366844" y="387757"/>
                  </a:lnTo>
                  <a:lnTo>
                    <a:pt x="1395925" y="387757"/>
                  </a:lnTo>
                  <a:lnTo>
                    <a:pt x="1425007" y="387757"/>
                  </a:lnTo>
                  <a:lnTo>
                    <a:pt x="1425007" y="352506"/>
                  </a:lnTo>
                  <a:lnTo>
                    <a:pt x="1454089" y="352506"/>
                  </a:lnTo>
                  <a:lnTo>
                    <a:pt x="1483171" y="352506"/>
                  </a:lnTo>
                  <a:lnTo>
                    <a:pt x="1483171" y="317255"/>
                  </a:lnTo>
                  <a:lnTo>
                    <a:pt x="1512253" y="317255"/>
                  </a:lnTo>
                  <a:lnTo>
                    <a:pt x="1541334" y="317255"/>
                  </a:lnTo>
                  <a:lnTo>
                    <a:pt x="1541334" y="282005"/>
                  </a:lnTo>
                  <a:lnTo>
                    <a:pt x="1541334" y="246754"/>
                  </a:lnTo>
                  <a:lnTo>
                    <a:pt x="1570416" y="246754"/>
                  </a:lnTo>
                  <a:lnTo>
                    <a:pt x="1599498" y="246754"/>
                  </a:lnTo>
                  <a:lnTo>
                    <a:pt x="1657662" y="246754"/>
                  </a:lnTo>
                  <a:lnTo>
                    <a:pt x="1686743" y="246754"/>
                  </a:lnTo>
                  <a:lnTo>
                    <a:pt x="1686743" y="211503"/>
                  </a:lnTo>
                  <a:lnTo>
                    <a:pt x="1715825" y="211503"/>
                  </a:lnTo>
                  <a:lnTo>
                    <a:pt x="1744907" y="211503"/>
                  </a:lnTo>
                  <a:lnTo>
                    <a:pt x="1744907" y="176253"/>
                  </a:lnTo>
                  <a:lnTo>
                    <a:pt x="1773989" y="176253"/>
                  </a:lnTo>
                  <a:lnTo>
                    <a:pt x="1803071" y="176253"/>
                  </a:lnTo>
                  <a:lnTo>
                    <a:pt x="1832152" y="176253"/>
                  </a:lnTo>
                  <a:lnTo>
                    <a:pt x="1861234" y="176253"/>
                  </a:lnTo>
                  <a:lnTo>
                    <a:pt x="1861234" y="141002"/>
                  </a:lnTo>
                  <a:lnTo>
                    <a:pt x="1890316" y="141002"/>
                  </a:lnTo>
                  <a:lnTo>
                    <a:pt x="1919398" y="141002"/>
                  </a:lnTo>
                  <a:lnTo>
                    <a:pt x="1977561" y="141002"/>
                  </a:lnTo>
                  <a:lnTo>
                    <a:pt x="2006643" y="141002"/>
                  </a:lnTo>
                  <a:lnTo>
                    <a:pt x="2035725" y="141002"/>
                  </a:lnTo>
                  <a:lnTo>
                    <a:pt x="2093888" y="141002"/>
                  </a:lnTo>
                  <a:lnTo>
                    <a:pt x="2093888" y="105751"/>
                  </a:lnTo>
                  <a:lnTo>
                    <a:pt x="2122970" y="105751"/>
                  </a:lnTo>
                  <a:lnTo>
                    <a:pt x="2152052" y="105751"/>
                  </a:lnTo>
                  <a:lnTo>
                    <a:pt x="2181134" y="105751"/>
                  </a:lnTo>
                  <a:lnTo>
                    <a:pt x="2210216" y="105751"/>
                  </a:lnTo>
                  <a:lnTo>
                    <a:pt x="2268379" y="105751"/>
                  </a:lnTo>
                  <a:lnTo>
                    <a:pt x="2268379" y="70501"/>
                  </a:lnTo>
                  <a:lnTo>
                    <a:pt x="2268379" y="35250"/>
                  </a:lnTo>
                  <a:lnTo>
                    <a:pt x="2297461" y="35250"/>
                  </a:lnTo>
                  <a:lnTo>
                    <a:pt x="2326543" y="35250"/>
                  </a:lnTo>
                  <a:lnTo>
                    <a:pt x="2355625" y="35250"/>
                  </a:lnTo>
                  <a:lnTo>
                    <a:pt x="2384706" y="35250"/>
                  </a:lnTo>
                  <a:lnTo>
                    <a:pt x="2442870" y="35250"/>
                  </a:lnTo>
                  <a:lnTo>
                    <a:pt x="2471952" y="35250"/>
                  </a:lnTo>
                  <a:lnTo>
                    <a:pt x="2530115" y="35250"/>
                  </a:lnTo>
                  <a:lnTo>
                    <a:pt x="2559197" y="35250"/>
                  </a:lnTo>
                  <a:lnTo>
                    <a:pt x="2588279" y="35250"/>
                  </a:lnTo>
                  <a:lnTo>
                    <a:pt x="2646442" y="35250"/>
                  </a:lnTo>
                  <a:lnTo>
                    <a:pt x="2675524" y="35250"/>
                  </a:lnTo>
                  <a:lnTo>
                    <a:pt x="2704606" y="35250"/>
                  </a:lnTo>
                  <a:lnTo>
                    <a:pt x="2733688" y="35250"/>
                  </a:lnTo>
                  <a:lnTo>
                    <a:pt x="2762770" y="35250"/>
                  </a:lnTo>
                  <a:lnTo>
                    <a:pt x="2762770" y="0"/>
                  </a:lnTo>
                  <a:lnTo>
                    <a:pt x="2791851" y="0"/>
                  </a:lnTo>
                  <a:lnTo>
                    <a:pt x="2820933" y="0"/>
                  </a:lnTo>
                  <a:lnTo>
                    <a:pt x="2850015" y="0"/>
                  </a:lnTo>
                  <a:lnTo>
                    <a:pt x="2879097" y="0"/>
                  </a:lnTo>
                  <a:lnTo>
                    <a:pt x="2937260" y="0"/>
                  </a:lnTo>
                  <a:lnTo>
                    <a:pt x="2966342" y="0"/>
                  </a:lnTo>
                  <a:lnTo>
                    <a:pt x="2995424" y="0"/>
                  </a:lnTo>
                  <a:lnTo>
                    <a:pt x="3024506" y="0"/>
                  </a:lnTo>
                  <a:lnTo>
                    <a:pt x="3053588" y="0"/>
                  </a:lnTo>
                  <a:lnTo>
                    <a:pt x="3082669" y="0"/>
                  </a:lnTo>
                  <a:lnTo>
                    <a:pt x="3111751" y="0"/>
                  </a:lnTo>
                  <a:lnTo>
                    <a:pt x="3140833" y="0"/>
                  </a:lnTo>
                  <a:lnTo>
                    <a:pt x="3169915" y="0"/>
                  </a:lnTo>
                  <a:lnTo>
                    <a:pt x="3198996" y="0"/>
                  </a:lnTo>
                  <a:lnTo>
                    <a:pt x="3228078" y="0"/>
                  </a:lnTo>
                  <a:lnTo>
                    <a:pt x="3257160" y="0"/>
                  </a:lnTo>
                  <a:lnTo>
                    <a:pt x="3286242" y="0"/>
                  </a:lnTo>
                  <a:lnTo>
                    <a:pt x="3344405" y="0"/>
                  </a:lnTo>
                  <a:lnTo>
                    <a:pt x="3373487" y="0"/>
                  </a:lnTo>
                  <a:lnTo>
                    <a:pt x="3431651" y="0"/>
                  </a:lnTo>
                  <a:lnTo>
                    <a:pt x="3460733" y="0"/>
                  </a:lnTo>
                  <a:lnTo>
                    <a:pt x="3489814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pl292"/>
            <p:cNvSpPr/>
            <p:nvPr/>
          </p:nvSpPr>
          <p:spPr>
            <a:xfrm>
              <a:off x="8188435" y="3353259"/>
              <a:ext cx="3838796" cy="3838796"/>
            </a:xfrm>
            <a:custGeom>
              <a:avLst/>
              <a:gdLst/>
              <a:ahLst/>
              <a:cxnLst/>
              <a:rect l="0" t="0" r="0" b="0"/>
              <a:pathLst>
                <a:path w="3838796" h="3838796">
                  <a:moveTo>
                    <a:pt x="0" y="3838796"/>
                  </a:moveTo>
                  <a:lnTo>
                    <a:pt x="3838796" y="0"/>
                  </a:lnTo>
                  <a:lnTo>
                    <a:pt x="383879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pg293"/>
            <p:cNvSpPr/>
            <p:nvPr/>
          </p:nvSpPr>
          <p:spPr>
            <a:xfrm>
              <a:off x="8763000" y="5730082"/>
              <a:ext cx="3352800" cy="1017186"/>
            </a:xfrm>
            <a:custGeom>
              <a:avLst/>
              <a:gdLst/>
              <a:ahLst/>
              <a:cxnLst/>
              <a:rect l="0" t="0" r="0" b="0"/>
              <a:pathLst>
                <a:path w="2305761" h="855331">
                  <a:moveTo>
                    <a:pt x="27318" y="855331"/>
                  </a:moveTo>
                  <a:lnTo>
                    <a:pt x="2278443" y="855331"/>
                  </a:lnTo>
                  <a:lnTo>
                    <a:pt x="2277343" y="855309"/>
                  </a:lnTo>
                  <a:lnTo>
                    <a:pt x="2281736" y="855132"/>
                  </a:lnTo>
                  <a:lnTo>
                    <a:pt x="2286043" y="854252"/>
                  </a:lnTo>
                  <a:lnTo>
                    <a:pt x="2290154" y="852693"/>
                  </a:lnTo>
                  <a:lnTo>
                    <a:pt x="2293962" y="850495"/>
                  </a:lnTo>
                  <a:lnTo>
                    <a:pt x="2297367" y="847715"/>
                  </a:lnTo>
                  <a:lnTo>
                    <a:pt x="2300282" y="844424"/>
                  </a:lnTo>
                  <a:lnTo>
                    <a:pt x="2302632" y="840708"/>
                  </a:lnTo>
                  <a:lnTo>
                    <a:pt x="2304355" y="836664"/>
                  </a:lnTo>
                  <a:lnTo>
                    <a:pt x="2305407" y="832395"/>
                  </a:lnTo>
                  <a:lnTo>
                    <a:pt x="2305761" y="828013"/>
                  </a:lnTo>
                  <a:lnTo>
                    <a:pt x="2305761" y="27318"/>
                  </a:lnTo>
                  <a:lnTo>
                    <a:pt x="2305407" y="22935"/>
                  </a:lnTo>
                  <a:lnTo>
                    <a:pt x="2304355" y="18667"/>
                  </a:lnTo>
                  <a:lnTo>
                    <a:pt x="2302632" y="14622"/>
                  </a:lnTo>
                  <a:lnTo>
                    <a:pt x="2300282" y="10906"/>
                  </a:lnTo>
                  <a:lnTo>
                    <a:pt x="2297367" y="7616"/>
                  </a:lnTo>
                  <a:lnTo>
                    <a:pt x="2293962" y="4835"/>
                  </a:lnTo>
                  <a:lnTo>
                    <a:pt x="2290154" y="2637"/>
                  </a:lnTo>
                  <a:lnTo>
                    <a:pt x="2286043" y="1078"/>
                  </a:lnTo>
                  <a:lnTo>
                    <a:pt x="2281736" y="199"/>
                  </a:lnTo>
                  <a:lnTo>
                    <a:pt x="2278443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tx294"/>
            <p:cNvSpPr/>
            <p:nvPr/>
          </p:nvSpPr>
          <p:spPr>
            <a:xfrm>
              <a:off x="9280910" y="5906861"/>
              <a:ext cx="2214701" cy="1392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Threshold = -0.02 [-0.132, 0.162]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9280910" y="6152305"/>
              <a:ext cx="873178" cy="1123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AUC = 0.887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9280910" y="6372184"/>
              <a:ext cx="1176935" cy="111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Precision = 0.839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9280910" y="6590802"/>
              <a:ext cx="974480" cy="1109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Recall = 0.788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7831884" y="6964502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0.00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7831884" y="6092049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0.25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7831884" y="5219595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0.50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7831884" y="4347141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0.75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7831884" y="3474688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1.00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8224506" y="7269613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0.00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9096960" y="7269613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0.25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969413" y="7269613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0.50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10841867" y="7269613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0.75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11714321" y="7269613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1.00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8729449" y="7419337"/>
              <a:ext cx="2756768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False Positive Rate (1 - Specificity)</a:t>
              </a:r>
            </a:p>
          </p:txBody>
        </p:sp>
        <p:sp>
          <p:nvSpPr>
            <p:cNvPr id="309" name="tx309"/>
            <p:cNvSpPr/>
            <p:nvPr/>
          </p:nvSpPr>
          <p:spPr>
            <a:xfrm rot="-5400000">
              <a:off x="6460867" y="5189227"/>
              <a:ext cx="2430685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True Positive Rate (Sensitivity)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8188435" y="3073864"/>
              <a:ext cx="201587" cy="1527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93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8</cp:revision>
  <dcterms:created xsi:type="dcterms:W3CDTF">2015-07-14T21:05:00Z</dcterms:created>
  <dcterms:modified xsi:type="dcterms:W3CDTF">2026-05-13T19:52:16Z</dcterms:modified>
</cp:coreProperties>
</file>