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225257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3472871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2720485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196809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460145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3849064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3096678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2344292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561070" y="456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561070" y="4533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265577" y="457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61070" y="461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61070" y="4494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46174" y="4425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561070" y="4519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458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886607" y="458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606226" y="457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948764" y="455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32478" y="4345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19494" y="431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61070" y="3639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62927" y="362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93588" y="3613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61070" y="454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70250" y="4488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612433" y="4572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5146390" y="449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61070" y="41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61070" y="455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24221" y="456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61070" y="3052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61070" y="457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068118" y="461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61070" y="454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4512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120214" y="4512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1070" y="45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854690" y="4577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115192" y="453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1070" y="457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61070" y="4480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61070" y="2968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73385" y="2956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498202" y="31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61070" y="457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561070" y="437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61070" y="4267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353020" y="458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414428" y="461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32298" y="4119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152866" y="3581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744393" y="357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61070" y="29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561070" y="41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61070" y="437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61070" y="4605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61070" y="4589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61070" y="2513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61070" y="3180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449079" y="4558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61070" y="4198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115650" y="4043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66797" y="3896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561070" y="4392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886132" y="416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1070" y="46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97213" y="4659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61070" y="457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06622" y="4575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61070" y="446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22453" y="4338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61070" y="4597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61070" y="4229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61070" y="4540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52900" y="4430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881100" y="4364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99945" y="4352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943" y="443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561070" y="457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135076" y="4596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61070" y="456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837750" y="4549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20933" y="4537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66145" y="4565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99695" y="4507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169924" y="456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478584" y="4551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4386" y="4657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953082" y="4653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480562" y="4664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561070" y="4430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61070" y="227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812937" y="1994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863105" y="3055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6635" y="2954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852889" y="3551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61070" y="331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03496" y="324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442603" y="3128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36669" y="325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344285" y="334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61070" y="4629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99345" y="468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94325" y="461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561070" y="456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124758" y="4418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804077" y="4482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61070" y="344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341689" y="4544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61070" y="342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61070" y="450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15110" y="4383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61070" y="4613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93588" y="4678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61070" y="2717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61070" y="463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561070" y="4600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477144" y="462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3344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42722" y="3353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61070" y="431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366323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74946" y="4214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398256" y="417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232294" y="4183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135868" y="433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61070" y="454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02304" y="4543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61070" y="463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561070" y="467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125186" y="4624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663526" y="4586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397058" y="456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1070" y="4642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984082" y="4685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1070" y="45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51585" y="4552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61070" y="2588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61070" y="452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27501" y="451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241836" y="4594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561070" y="467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561070" y="4574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368081" y="4501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886206" y="4492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430238" y="44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26775" y="4343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61070" y="365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61070" y="4598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09148" y="4647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61070" y="461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52889" y="4606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561070" y="464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61070" y="4583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96016" y="457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823011" y="331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90678" y="3246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561070" y="45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61070" y="2854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39340" y="268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1070" y="4494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51211" y="444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61070" y="4548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351846" y="4531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875009" y="458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98891" y="461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61070" y="455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561070" y="4631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98598" y="459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61070" y="460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69791" y="461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145058" y="4234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61070" y="4546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561070" y="4698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561070" y="4590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561070" y="4574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601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51754" y="459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898664" y="459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422546" y="4653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076679" y="459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05405" y="4027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561070" y="3405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74824" y="372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61070" y="3817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91112" y="3828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33886" y="378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11159" y="4563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561070" y="4715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561070" y="364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05563" y="2963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135868" y="289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77660" y="2810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61070" y="3638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827469" y="359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561070" y="4087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63310" y="4010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561070" y="4551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61070" y="4588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61070" y="4026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03798" y="37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61070" y="454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822514" y="4509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94307" y="4517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347613" y="4482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900428" y="440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423443" y="4378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561070" y="4594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61070" y="4072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61070" y="3020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093938" y="2563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61070" y="4423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918001" y="4384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561070" y="4601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48414" y="463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561070" y="4475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61070" y="344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28049" y="3683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61070" y="455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128065" y="4522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561070" y="4698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094213" y="464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61070" y="3777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43161" y="36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561070" y="438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178503" y="432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61070" y="4042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23894" y="4012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094307" y="3983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79561" y="389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131278" y="3958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78107" y="3895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60197" y="382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921592" y="3794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6208546" y="363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61070" y="3655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064803" y="3380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08115" y="3365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875093" y="3428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137035" y="3416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61070" y="4565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89270" y="4539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673490" y="457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185249" y="450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561070" y="2985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823731" y="357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561070" y="4536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6249" y="4342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1070" y="4206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888497" y="411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51211" y="4040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133993" y="4615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641937" y="467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165259" y="467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1070" y="4674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561070" y="4579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561070" y="4602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561070" y="4496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056168" y="4363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61070" y="2775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35245" y="2803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091830" y="299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61070" y="4564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886607" y="456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24882" y="465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014249" y="463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561070" y="45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64884" y="4472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1070" y="4592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421734" y="444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61070" y="461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829488" y="4631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561070" y="344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561070" y="457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561070" y="4598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084233" y="464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08115" y="4622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272323" y="4658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561070" y="454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61070" y="455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61070" y="4522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561070" y="455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446201" y="457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61070" y="4604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133886" y="4680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639059" y="46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5185969" y="4694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561070" y="3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61070" y="4548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113149" y="455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561070" y="356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847478" y="3507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118566" y="3701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85753" y="3739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652012" y="378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561070" y="3575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561070" y="4594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61070" y="4573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637619" y="4576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61070" y="460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20214" y="467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641937" y="469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1070" y="350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064306" y="347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351211" y="351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1070" y="456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351931" y="453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61070" y="45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561070" y="4038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825742" y="4598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812937" y="321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73439" y="330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61070" y="4560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81435" y="4577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93084" y="4574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61070" y="457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196493" y="4594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649133" y="4610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206838" y="4631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561070" y="4677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561070" y="427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561070" y="4575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200091" y="461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561070" y="458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097906" y="455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61070" y="39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868514" y="3938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61070" y="4544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331062" y="455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899981" y="457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685384" y="4535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561070" y="439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862854" y="409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61070" y="4522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61070" y="457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4090438" y="457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879861" y="339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61070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561070" y="4335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094345" y="4223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4643290" y="3974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185286" y="3764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61070" y="455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114457" y="4558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61070" y="462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141083" y="4569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639778" y="4586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157184" y="4625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561070" y="4064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3086" y="395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01057" y="3936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362725" y="385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705264" y="366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561070" y="2892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483621" y="307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561070" y="4631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80296" y="461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5069744" y="461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61070" y="4542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846165" y="4534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074158" y="4562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61070" y="263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827803" y="279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561070" y="4626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101903" y="4691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135560" y="3811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61070" y="4494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449079" y="4532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561070" y="457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22232" y="4549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561070" y="4556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61070" y="4321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05041" y="4202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61070" y="3812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411659" y="3624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693750" y="371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874781" y="380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561070" y="4564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61070" y="4618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129840" y="460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29704" y="4669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561070" y="458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149765" y="4536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613148" y="4587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182418" y="46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561070" y="458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561070" y="4161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561070" y="4558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869067" y="4584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141370" y="458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493696" y="452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561070" y="3473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52292" y="3128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904212" y="276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428095" y="2710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561070" y="457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61070" y="3236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876485" y="3428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088551" y="3311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61070" y="4526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561070" y="4561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431" y="4589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561070" y="460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61070" y="4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61070" y="3420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833806" y="3298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155475" y="3220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384314" y="3942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62887" y="3723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733329" y="4574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201800" y="455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561070" y="458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61070" y="4525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868347" y="4504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230315" y="4476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561070" y="3418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561070" y="4646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561070" y="440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78318" y="42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867860" y="418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114457" y="409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561070" y="3906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826609" y="390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098320" y="3958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24585" y="3953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18190" y="404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61070" y="4566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561070" y="4550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561070" y="412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843880" y="3869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05253" y="3961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61070" y="4585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4092149" y="4587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561070" y="4595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362006" y="4592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561070" y="451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069488" y="4348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03573" y="4372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61070" y="45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561070" y="4562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352969" y="4578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951692" y="463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394976" y="468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077894" y="469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61070" y="4066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838056" y="3964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125184" y="3960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407182" y="3933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61070" y="3014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070" y="456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069654" y="463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2646" y="4627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61070" y="457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4088551" y="453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561070" y="4593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134999" y="451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768983" y="4520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561070" y="461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4345" y="461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61070" y="4595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61070" y="4340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561070" y="453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561070" y="4631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113122" y="4631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958412" y="370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136765" y="3729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401585" y="460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569525" y="4660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561070" y="2861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14528" y="272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376398" y="2854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5022358" y="3224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561070" y="4517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561070" y="381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868318" y="3876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353020" y="457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4428" y="458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561070" y="458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61070" y="460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561070" y="456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371628" y="4556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909954" y="4620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398575" y="458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561070" y="4553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561070" y="4702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561070" y="460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111578" y="4617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561070" y="2959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862111" y="304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561070" y="3922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561070" y="3795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561070" y="458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089569" y="4625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888345" y="4693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159958" y="414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61070" y="4584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613872" y="4497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432798" y="45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561070" y="4554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331357" y="4577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383439" y="4648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5895088" y="4649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828613" y="2706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092149" y="2727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30680" y="2946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61070" y="349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61070" y="4536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561070" y="451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561070" y="3822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561070" y="3562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310913" y="373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633302" y="3725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5093" y="3650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390790" y="4091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2818" y="3780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61070" y="4488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355529" y="4575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909175" y="4544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442872" y="4498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170587" y="458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628264" y="461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257866" y="462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670272" y="4628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61070" y="459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61070" y="4560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4356646" y="457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1070" y="3512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863139" y="3452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61070" y="456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456995" y="459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929065" y="4600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5437835" y="461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561070" y="459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561070" y="4626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351469" y="4632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847478" y="2837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118995" y="285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561070" y="424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793839" y="412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150770" y="4021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936593" y="3762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449681" y="357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61070" y="4609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561070" y="4606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878422" y="457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402721" y="4595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924747" y="465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561070" y="43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561070" y="4609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561070" y="352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090709" y="331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61070" y="4261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61070" y="456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456995" y="4572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465900" y="4518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561070" y="4329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6673" y="4228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561070" y="4597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090328" y="4589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618172" y="4554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561070" y="4572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104915" y="4649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737460" y="466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561070" y="4596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874104" y="4609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498202" y="460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899830" y="4582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6234453" y="4551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561070" y="4276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725413" y="3822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526798" y="4584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561070" y="4235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561070" y="458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561070" y="4541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417487" y="4537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897472" y="4531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438625" y="45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6118665" y="459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561070" y="4594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129569" y="4633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61070" y="454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55475" y="433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561070" y="4126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092868" y="3901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448360" y="4560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367043" y="4562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61070" y="414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61070" y="43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100064" y="4516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612433" y="4417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561070" y="4384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561070" y="4578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160396" y="4569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613152" y="465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142072" y="4667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561070" y="3449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891375" y="347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561070" y="465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486500" y="468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61070" y="461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561070" y="44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0970" y="434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623227" y="4347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147109" y="433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650123" y="4091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3561070" y="4611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561070" y="4580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420800" y="4562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1070" y="4581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561070" y="456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61070" y="4590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378221" y="3796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185699" y="2990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4613152" y="241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61070" y="458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094534" y="462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33243" y="4582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146616" y="461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561070" y="457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352650" y="4578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76027" y="457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6193434" y="4535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401585" y="4562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561070" y="446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24402" y="442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632582" y="4367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136291" y="4261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110178" y="35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4356249" y="3491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61070" y="417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4638339" y="3922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97483" y="373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774617" y="3677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446920" y="425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561070" y="461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18774" y="4611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61070" y="386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55475" y="3915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48804" y="35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120214" y="365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125251" y="3625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351211" y="449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561070" y="26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561070" y="4180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823011" y="2990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4094653" y="2705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4367043" y="308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668563" y="3271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851076" y="413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084952" y="4170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399426" y="396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652731" y="3913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02623" y="3590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907026" y="337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6229358" y="3354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833086" y="241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5058" y="209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4437565" y="2811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708862" y="291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561070" y="456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374959" y="4539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561070" y="4503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908483" y="4528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561070" y="4564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836448" y="456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4118774" y="4376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4391510" y="455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30927" y="381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366323" y="3813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17470" y="3903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3561070" y="454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845652" y="455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61070" y="450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4160396" y="4426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572854" y="443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142072" y="434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561070" y="3113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561070" y="4534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356394" y="4488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843576" y="4416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422869" y="4387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984891" y="428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561070" y="3110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832864" y="317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873385" y="456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561070" y="440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4749854" y="4393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61502" y="4369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832172" y="3031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561070" y="4349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4068035" y="4065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61070" y="455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561070" y="459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4541" y="459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561070" y="4571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210166" y="4666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931493" y="463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914911" y="4658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561070" y="459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4981597" y="4617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561070" y="4437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4351211" y="4336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561070" y="433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61070" y="4581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4068118" y="460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561070" y="426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561070" y="456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210166" y="4565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216989" y="4633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561070" y="45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561070" y="345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33611" y="340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561070" y="334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828768" y="3204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130249" y="3298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414088" y="462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947744" y="4601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561070" y="459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624666" y="4572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147109" y="4526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670991" y="4496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561070" y="3307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876892" y="347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61070" y="2964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834525" y="3115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101504" y="3196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61070" y="393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561070" y="3709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799816" y="361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127962" y="3629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561070" y="4608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360566" y="4363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493965" y="407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4180662" y="3479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658488" y="346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930504" y="3532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561070" y="411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4118381" y="44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561070" y="4521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094307" y="4579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61070" y="432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190219" y="4055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561070" y="457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159343" y="4600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149995" y="4571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366323" y="456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664965" y="456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121696" y="455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561070" y="453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351931" y="455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561070" y="4579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561070" y="4220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561070" y="3768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858273" y="3795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561070" y="3266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24187" y="3066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622478" y="2833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920085" y="298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561070" y="387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837626" y="3509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561070" y="455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824051" y="4501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4102223" y="447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561070" y="4601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873355" y="3839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561070" y="421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4174975" y="41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561070" y="4538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561070" y="45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210705" y="458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6733148" y="4646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561070" y="4196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856947" y="4071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561070" y="4573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139643" y="4599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4124551" y="4617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643290" y="462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561070" y="4423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376583" y="4303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388366" y="4259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561070" y="4518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561070" y="3601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857877" y="379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61070" y="3061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878422" y="326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561070" y="3047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561070" y="3492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872443" y="3405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170587" y="367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4679357" y="37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561070" y="4586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156574" y="4620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4609554" y="460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561070" y="4580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788651" y="459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561070" y="450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561070" y="460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561070" y="453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561070" y="4586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141083" y="463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05667" y="466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561070" y="352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110310" y="4595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4647694" y="466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5175306" y="469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561070" y="4567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493696" y="453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561070" y="4566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561070" y="42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220665" y="4549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13152" y="4548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182319" y="4530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561070" y="4571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561070" y="4247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61070" y="4402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224558" y="4359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658488" y="4305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5688982" y="4163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561070" y="4550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140363" y="4536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561070" y="4074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935512" y="429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91555" y="3492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561070" y="4664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4348231" y="45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561070" y="4601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104443" y="4642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788973" y="4675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5196824" y="4660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561070" y="462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561070" y="4548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827909" y="456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561070" y="4085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827359" y="3923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4089300" y="3898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61070" y="4241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561070" y="4498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4270970" y="452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613152" y="4538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197459" y="456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715608" y="452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61070" y="2643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826405" y="258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4089180" y="461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561070" y="3859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561070" y="415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059439" y="4012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561070" y="458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129569" y="4582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561070" y="4440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4467070" y="4005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561070" y="4387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561070" y="4400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084363" y="4398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4325779" y="449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869810" y="4554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383618" y="4548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910379" y="4559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429919" y="46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844600" y="3852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411659" y="4492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561070" y="466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5932933" y="4633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561070" y="361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4091213" y="3473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4357688" y="327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4638339" y="3317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876533" y="3257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561070" y="4428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089799" y="425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4638266" y="4263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561070" y="45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888497" y="459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5087381" y="4604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561070" y="4440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875093" y="4190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494024" y="408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561070" y="4620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351931" y="4627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561070" y="457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405902" y="458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5091579" y="4598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561070" y="460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53451" y="454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561070" y="309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817974" y="3103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104766" y="3337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350492" y="355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657769" y="3626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56995" y="452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923151" y="4516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5439274" y="4496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089270" y="3689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4356249" y="3702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561070" y="4528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104382" y="4598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618190" y="455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5160062" y="4567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41689" y="458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61070" y="3637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873347" y="3641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200091" y="37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561070" y="455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561070" y="4655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561070" y="456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96016" y="4553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582928" y="4630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4361866" y="4544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61070" y="4628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652012" y="4664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561070" y="4626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103088" y="4656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14538" y="4559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226267" y="4565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561070" y="4604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561070" y="465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561070" y="4617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135153" y="467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3561070" y="4624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959006" y="468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3561070" y="4587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118774" y="4617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561070" y="4294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4111578" y="4078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4664245" y="4087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561070" y="4611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109911" y="4648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561070" y="4622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561070" y="373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561070" y="456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088822" y="456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636900" y="46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561070" y="36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561070" y="4609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561070" y="4518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561070" y="457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341689" y="458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881403" y="453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405285" y="4583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5937083" y="455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561070" y="4595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129569" y="453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934822" y="4620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561070" y="3925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4089897" y="3104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4698695" y="26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561070" y="456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141083" y="456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663526" y="4623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267286" y="464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561070" y="4567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4368482" y="4549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4919790" y="4549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5373069" y="454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6057427" y="4615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3561070" y="4138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561070" y="3830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561070" y="403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817783" y="391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4109948" y="3790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4433735" y="374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4789988" y="374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4623227" y="4604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151427" y="4665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3561070" y="462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3561070" y="4715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3561070" y="4315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561070" y="462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3585896" y="4558225"/>
              <a:ext cx="704506" cy="45884"/>
            </a:xfrm>
            <a:custGeom>
              <a:avLst/>
              <a:pathLst>
                <a:path w="704506" h="45884">
                  <a:moveTo>
                    <a:pt x="0" y="0"/>
                  </a:moveTo>
                  <a:lnTo>
                    <a:pt x="704506" y="458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3585896" y="4449871"/>
              <a:ext cx="785103" cy="69064"/>
            </a:xfrm>
            <a:custGeom>
              <a:avLst/>
              <a:pathLst>
                <a:path w="785103" h="69064">
                  <a:moveTo>
                    <a:pt x="0" y="69064"/>
                  </a:move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3585896" y="4575032"/>
              <a:ext cx="2387693" cy="39067"/>
            </a:xfrm>
            <a:custGeom>
              <a:avLst/>
              <a:pathLst>
                <a:path w="2387693" h="39067">
                  <a:moveTo>
                    <a:pt x="0" y="39067"/>
                  </a:moveTo>
                  <a:lnTo>
                    <a:pt x="1325537" y="31116"/>
                  </a:lnTo>
                  <a:lnTo>
                    <a:pt x="2045155" y="23374"/>
                  </a:lnTo>
                  <a:lnTo>
                    <a:pt x="23876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3857304" y="4335443"/>
              <a:ext cx="287015" cy="35011"/>
            </a:xfrm>
            <a:custGeom>
              <a:avLst/>
              <a:pathLst>
                <a:path w="287015" h="35011">
                  <a:moveTo>
                    <a:pt x="0" y="35011"/>
                  </a:moveTo>
                  <a:lnTo>
                    <a:pt x="287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3585896" y="3638105"/>
              <a:ext cx="532517" cy="26099"/>
            </a:xfrm>
            <a:custGeom>
              <a:avLst/>
              <a:pathLst>
                <a:path w="532517" h="26099">
                  <a:moveTo>
                    <a:pt x="0" y="26099"/>
                  </a:moveTo>
                  <a:lnTo>
                    <a:pt x="301856" y="12415"/>
                  </a:lnTo>
                  <a:lnTo>
                    <a:pt x="5325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3585896" y="4513021"/>
              <a:ext cx="1585319" cy="83924"/>
            </a:xfrm>
            <a:custGeom>
              <a:avLst/>
              <a:pathLst>
                <a:path w="1585319" h="83924">
                  <a:moveTo>
                    <a:pt x="0" y="57298"/>
                  </a:moveTo>
                  <a:lnTo>
                    <a:pt x="709180" y="0"/>
                  </a:lnTo>
                  <a:lnTo>
                    <a:pt x="1051362" y="83924"/>
                  </a:lnTo>
                  <a:lnTo>
                    <a:pt x="1585319" y="44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3585896" y="4580907"/>
              <a:ext cx="563150" cy="13493"/>
            </a:xfrm>
            <a:custGeom>
              <a:avLst/>
              <a:pathLst>
                <a:path w="563150" h="13493">
                  <a:moveTo>
                    <a:pt x="0" y="0"/>
                  </a:moveTo>
                  <a:lnTo>
                    <a:pt x="563150" y="134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3585896" y="4602617"/>
              <a:ext cx="507047" cy="34386"/>
            </a:xfrm>
            <a:custGeom>
              <a:avLst/>
              <a:pathLst>
                <a:path w="507047" h="34386">
                  <a:moveTo>
                    <a:pt x="0" y="0"/>
                  </a:moveTo>
                  <a:lnTo>
                    <a:pt x="507047" y="343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3585896" y="4536891"/>
              <a:ext cx="559143" cy="363"/>
            </a:xfrm>
            <a:custGeom>
              <a:avLst/>
              <a:pathLst>
                <a:path w="559143" h="363">
                  <a:moveTo>
                    <a:pt x="0" y="0"/>
                  </a:moveTo>
                  <a:lnTo>
                    <a:pt x="559143" y="3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3585896" y="4556101"/>
              <a:ext cx="554121" cy="53971"/>
            </a:xfrm>
            <a:custGeom>
              <a:avLst/>
              <a:pathLst>
                <a:path w="554121" h="53971">
                  <a:moveTo>
                    <a:pt x="0" y="53971"/>
                  </a:moveTo>
                  <a:lnTo>
                    <a:pt x="293620" y="46627"/>
                  </a:lnTo>
                  <a:lnTo>
                    <a:pt x="5541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3585896" y="2981191"/>
              <a:ext cx="937131" cy="167499"/>
            </a:xfrm>
            <a:custGeom>
              <a:avLst/>
              <a:pathLst>
                <a:path w="937131" h="167499">
                  <a:moveTo>
                    <a:pt x="0" y="12408"/>
                  </a:moveTo>
                  <a:lnTo>
                    <a:pt x="312314" y="0"/>
                  </a:lnTo>
                  <a:lnTo>
                    <a:pt x="937131" y="1674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377846" y="4610381"/>
              <a:ext cx="1061407" cy="30527"/>
            </a:xfrm>
            <a:custGeom>
              <a:avLst/>
              <a:pathLst>
                <a:path w="1061407" h="30527">
                  <a:moveTo>
                    <a:pt x="0" y="0"/>
                  </a:moveTo>
                  <a:lnTo>
                    <a:pt x="1061407" y="305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457124" y="3599279"/>
              <a:ext cx="1312094" cy="545256"/>
            </a:xfrm>
            <a:custGeom>
              <a:avLst/>
              <a:pathLst>
                <a:path w="1312094" h="545256">
                  <a:moveTo>
                    <a:pt x="0" y="545256"/>
                  </a:moveTo>
                  <a:lnTo>
                    <a:pt x="720568" y="7266"/>
                  </a:lnTo>
                  <a:lnTo>
                    <a:pt x="1312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3585896" y="3921501"/>
              <a:ext cx="805726" cy="302048"/>
            </a:xfrm>
            <a:custGeom>
              <a:avLst/>
              <a:pathLst>
                <a:path w="805726" h="302048">
                  <a:moveTo>
                    <a:pt x="0" y="302048"/>
                  </a:moveTo>
                  <a:lnTo>
                    <a:pt x="554580" y="146924"/>
                  </a:lnTo>
                  <a:lnTo>
                    <a:pt x="8057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3585896" y="4680401"/>
              <a:ext cx="636142" cy="4380"/>
            </a:xfrm>
            <a:custGeom>
              <a:avLst/>
              <a:pathLst>
                <a:path w="636142" h="4380">
                  <a:moveTo>
                    <a:pt x="0" y="0"/>
                  </a:moveTo>
                  <a:lnTo>
                    <a:pt x="636142" y="43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3585896" y="4599954"/>
              <a:ext cx="845551" cy="101"/>
            </a:xfrm>
            <a:custGeom>
              <a:avLst/>
              <a:pathLst>
                <a:path w="845551" h="101">
                  <a:moveTo>
                    <a:pt x="0" y="0"/>
                  </a:moveTo>
                  <a:lnTo>
                    <a:pt x="845551" y="1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3585896" y="4363558"/>
              <a:ext cx="861383" cy="121836"/>
            </a:xfrm>
            <a:custGeom>
              <a:avLst/>
              <a:pathLst>
                <a:path w="861383" h="121836">
                  <a:moveTo>
                    <a:pt x="0" y="121836"/>
                  </a:moveTo>
                  <a:lnTo>
                    <a:pt x="861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3585896" y="4377617"/>
              <a:ext cx="1838874" cy="187478"/>
            </a:xfrm>
            <a:custGeom>
              <a:avLst/>
              <a:pathLst>
                <a:path w="1838874" h="187478">
                  <a:moveTo>
                    <a:pt x="0" y="187478"/>
                  </a:moveTo>
                  <a:lnTo>
                    <a:pt x="791829" y="77273"/>
                  </a:lnTo>
                  <a:lnTo>
                    <a:pt x="1320029" y="12135"/>
                  </a:lnTo>
                  <a:lnTo>
                    <a:pt x="18388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3585896" y="4562366"/>
              <a:ext cx="559863" cy="22698"/>
            </a:xfrm>
            <a:custGeom>
              <a:avLst/>
              <a:pathLst>
                <a:path w="559863" h="22698">
                  <a:moveTo>
                    <a:pt x="0" y="22698"/>
                  </a:moveTo>
                  <a:lnTo>
                    <a:pt x="276679" y="11914"/>
                  </a:lnTo>
                  <a:lnTo>
                    <a:pt x="559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90971" y="4532129"/>
              <a:ext cx="533549" cy="58379"/>
            </a:xfrm>
            <a:custGeom>
              <a:avLst/>
              <a:pathLst>
                <a:path w="533549" h="58379">
                  <a:moveTo>
                    <a:pt x="0" y="58379"/>
                  </a:moveTo>
                  <a:lnTo>
                    <a:pt x="5335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194750" y="4576770"/>
              <a:ext cx="308659" cy="13455"/>
            </a:xfrm>
            <a:custGeom>
              <a:avLst/>
              <a:pathLst>
                <a:path w="308659" h="13455">
                  <a:moveTo>
                    <a:pt x="0" y="13455"/>
                  </a:moveTo>
                  <a:lnTo>
                    <a:pt x="3086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5479212" y="4677905"/>
              <a:ext cx="1026175" cy="11617"/>
            </a:xfrm>
            <a:custGeom>
              <a:avLst/>
              <a:pathLst>
                <a:path w="1026175" h="11617">
                  <a:moveTo>
                    <a:pt x="0" y="3929"/>
                  </a:moveTo>
                  <a:lnTo>
                    <a:pt x="498695" y="0"/>
                  </a:lnTo>
                  <a:lnTo>
                    <a:pt x="1026175" y="116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3585896" y="2019470"/>
              <a:ext cx="251866" cy="275994"/>
            </a:xfrm>
            <a:custGeom>
              <a:avLst/>
              <a:pathLst>
                <a:path w="251866" h="275994">
                  <a:moveTo>
                    <a:pt x="0" y="275994"/>
                  </a:moveTo>
                  <a:lnTo>
                    <a:pt x="2518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3887931" y="2979657"/>
              <a:ext cx="283529" cy="100341"/>
            </a:xfrm>
            <a:custGeom>
              <a:avLst/>
              <a:pathLst>
                <a:path w="283529" h="100341">
                  <a:moveTo>
                    <a:pt x="0" y="100341"/>
                  </a:moveTo>
                  <a:lnTo>
                    <a:pt x="283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3585896" y="3153207"/>
              <a:ext cx="1783214" cy="211954"/>
            </a:xfrm>
            <a:custGeom>
              <a:avLst/>
              <a:pathLst>
                <a:path w="1783214" h="211954">
                  <a:moveTo>
                    <a:pt x="0" y="188687"/>
                  </a:moveTo>
                  <a:lnTo>
                    <a:pt x="342426" y="117527"/>
                  </a:lnTo>
                  <a:lnTo>
                    <a:pt x="881532" y="0"/>
                  </a:lnTo>
                  <a:lnTo>
                    <a:pt x="1475599" y="123726"/>
                  </a:lnTo>
                  <a:lnTo>
                    <a:pt x="1783214" y="2119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3585896" y="4654453"/>
              <a:ext cx="538274" cy="58219"/>
            </a:xfrm>
            <a:custGeom>
              <a:avLst/>
              <a:pathLst>
                <a:path w="538274" h="58219">
                  <a:moveTo>
                    <a:pt x="0" y="0"/>
                  </a:moveTo>
                  <a:lnTo>
                    <a:pt x="538274" y="582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3585896" y="4442892"/>
              <a:ext cx="1243007" cy="142007"/>
            </a:xfrm>
            <a:custGeom>
              <a:avLst/>
              <a:pathLst>
                <a:path w="1243007" h="142007">
                  <a:moveTo>
                    <a:pt x="0" y="142007"/>
                  </a:moveTo>
                  <a:lnTo>
                    <a:pt x="563687" y="0"/>
                  </a:lnTo>
                  <a:lnTo>
                    <a:pt x="1243007" y="647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3585896" y="4407903"/>
              <a:ext cx="554039" cy="123467"/>
            </a:xfrm>
            <a:custGeom>
              <a:avLst/>
              <a:pathLst>
                <a:path w="554039" h="123467">
                  <a:moveTo>
                    <a:pt x="0" y="123467"/>
                  </a:moveTo>
                  <a:lnTo>
                    <a:pt x="5540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3585896" y="4638708"/>
              <a:ext cx="532517" cy="64628"/>
            </a:xfrm>
            <a:custGeom>
              <a:avLst/>
              <a:pathLst>
                <a:path w="532517" h="64628">
                  <a:moveTo>
                    <a:pt x="0" y="0"/>
                  </a:moveTo>
                  <a:lnTo>
                    <a:pt x="532517" y="646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3585896" y="4625138"/>
              <a:ext cx="916074" cy="27837"/>
            </a:xfrm>
            <a:custGeom>
              <a:avLst/>
              <a:pathLst>
                <a:path w="916074" h="27837">
                  <a:moveTo>
                    <a:pt x="0" y="0"/>
                  </a:moveTo>
                  <a:lnTo>
                    <a:pt x="916074" y="278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3585896" y="3369638"/>
              <a:ext cx="281651" cy="8353"/>
            </a:xfrm>
            <a:custGeom>
              <a:avLst/>
              <a:pathLst>
                <a:path w="281651" h="8353">
                  <a:moveTo>
                    <a:pt x="0" y="0"/>
                  </a:moveTo>
                  <a:lnTo>
                    <a:pt x="281651" y="83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3585896" y="4197973"/>
              <a:ext cx="2671223" cy="596758"/>
            </a:xfrm>
            <a:custGeom>
              <a:avLst/>
              <a:pathLst>
                <a:path w="2671223" h="596758">
                  <a:moveTo>
                    <a:pt x="0" y="144855"/>
                  </a:moveTo>
                  <a:lnTo>
                    <a:pt x="805253" y="596758"/>
                  </a:lnTo>
                  <a:lnTo>
                    <a:pt x="1313875" y="41129"/>
                  </a:lnTo>
                  <a:lnTo>
                    <a:pt x="1837185" y="0"/>
                  </a:lnTo>
                  <a:lnTo>
                    <a:pt x="2671223" y="99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3585896" y="4566256"/>
              <a:ext cx="841233" cy="1877"/>
            </a:xfrm>
            <a:custGeom>
              <a:avLst/>
              <a:pathLst>
                <a:path w="841233" h="1877">
                  <a:moveTo>
                    <a:pt x="0" y="0"/>
                  </a:moveTo>
                  <a:lnTo>
                    <a:pt x="841233" y="18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3585896" y="4611034"/>
              <a:ext cx="1102455" cy="87026"/>
            </a:xfrm>
            <a:custGeom>
              <a:avLst/>
              <a:pathLst>
                <a:path w="1102455" h="87026">
                  <a:moveTo>
                    <a:pt x="0" y="87026"/>
                  </a:moveTo>
                  <a:lnTo>
                    <a:pt x="564115" y="38396"/>
                  </a:lnTo>
                  <a:lnTo>
                    <a:pt x="11024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3585896" y="4666983"/>
              <a:ext cx="1423012" cy="42982"/>
            </a:xfrm>
            <a:custGeom>
              <a:avLst/>
              <a:pathLst>
                <a:path w="1423012" h="42982">
                  <a:moveTo>
                    <a:pt x="0" y="0"/>
                  </a:moveTo>
                  <a:lnTo>
                    <a:pt x="1423012" y="429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3585896" y="4536898"/>
              <a:ext cx="1066431" cy="11029"/>
            </a:xfrm>
            <a:custGeom>
              <a:avLst/>
              <a:pathLst>
                <a:path w="1066431" h="11029">
                  <a:moveTo>
                    <a:pt x="0" y="11029"/>
                  </a:moveTo>
                  <a:lnTo>
                    <a:pt x="1066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3585896" y="4367950"/>
              <a:ext cx="2365704" cy="231781"/>
            </a:xfrm>
            <a:custGeom>
              <a:avLst/>
              <a:pathLst>
                <a:path w="2365704" h="231781">
                  <a:moveTo>
                    <a:pt x="0" y="231781"/>
                  </a:moveTo>
                  <a:lnTo>
                    <a:pt x="807010" y="157974"/>
                  </a:lnTo>
                  <a:lnTo>
                    <a:pt x="1325136" y="149751"/>
                  </a:lnTo>
                  <a:lnTo>
                    <a:pt x="1869167" y="82788"/>
                  </a:lnTo>
                  <a:lnTo>
                    <a:pt x="2365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3585896" y="4623241"/>
              <a:ext cx="548077" cy="48834"/>
            </a:xfrm>
            <a:custGeom>
              <a:avLst/>
              <a:pathLst>
                <a:path w="548077" h="48834">
                  <a:moveTo>
                    <a:pt x="0" y="0"/>
                  </a:moveTo>
                  <a:lnTo>
                    <a:pt x="548077" y="488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3585896" y="4631572"/>
              <a:ext cx="291819" cy="5219"/>
            </a:xfrm>
            <a:custGeom>
              <a:avLst/>
              <a:pathLst>
                <a:path w="291819" h="5219">
                  <a:moveTo>
                    <a:pt x="0" y="5219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3585896" y="4602452"/>
              <a:ext cx="534945" cy="5491"/>
            </a:xfrm>
            <a:custGeom>
              <a:avLst/>
              <a:pathLst>
                <a:path w="534945" h="5491">
                  <a:moveTo>
                    <a:pt x="0" y="5491"/>
                  </a:moveTo>
                  <a:lnTo>
                    <a:pt x="534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3847837" y="3270950"/>
              <a:ext cx="267666" cy="66288"/>
            </a:xfrm>
            <a:custGeom>
              <a:avLst/>
              <a:pathLst>
                <a:path w="267666" h="66288">
                  <a:moveTo>
                    <a:pt x="0" y="66288"/>
                  </a:moveTo>
                  <a:lnTo>
                    <a:pt x="2676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3585896" y="2707482"/>
              <a:ext cx="278270" cy="172196"/>
            </a:xfrm>
            <a:custGeom>
              <a:avLst/>
              <a:pathLst>
                <a:path w="278270" h="172196">
                  <a:moveTo>
                    <a:pt x="0" y="172196"/>
                  </a:moveTo>
                  <a:lnTo>
                    <a:pt x="278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3585896" y="4556651"/>
              <a:ext cx="1837820" cy="80997"/>
            </a:xfrm>
            <a:custGeom>
              <a:avLst/>
              <a:pathLst>
                <a:path w="1837820" h="80997">
                  <a:moveTo>
                    <a:pt x="0" y="16848"/>
                  </a:moveTo>
                  <a:lnTo>
                    <a:pt x="790776" y="0"/>
                  </a:lnTo>
                  <a:lnTo>
                    <a:pt x="1313938" y="56355"/>
                  </a:lnTo>
                  <a:lnTo>
                    <a:pt x="1837820" y="809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3585896" y="4615065"/>
              <a:ext cx="437528" cy="41627"/>
            </a:xfrm>
            <a:custGeom>
              <a:avLst/>
              <a:pathLst>
                <a:path w="437528" h="41627">
                  <a:moveTo>
                    <a:pt x="0" y="41627"/>
                  </a:moveTo>
                  <a:lnTo>
                    <a:pt x="4375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3585896" y="4633039"/>
              <a:ext cx="508721" cy="3934"/>
            </a:xfrm>
            <a:custGeom>
              <a:avLst/>
              <a:pathLst>
                <a:path w="508721" h="3934">
                  <a:moveTo>
                    <a:pt x="0" y="0"/>
                  </a:moveTo>
                  <a:lnTo>
                    <a:pt x="508721" y="39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3585896" y="4616685"/>
              <a:ext cx="2515609" cy="61886"/>
            </a:xfrm>
            <a:custGeom>
              <a:avLst/>
              <a:pathLst>
                <a:path w="2515609" h="61886">
                  <a:moveTo>
                    <a:pt x="0" y="9901"/>
                  </a:moveTo>
                  <a:lnTo>
                    <a:pt x="790683" y="0"/>
                  </a:lnTo>
                  <a:lnTo>
                    <a:pt x="1337593" y="1996"/>
                  </a:lnTo>
                  <a:lnTo>
                    <a:pt x="1861475" y="61886"/>
                  </a:lnTo>
                  <a:lnTo>
                    <a:pt x="2515609" y="78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3585896" y="3430709"/>
              <a:ext cx="313753" cy="320974"/>
            </a:xfrm>
            <a:custGeom>
              <a:avLst/>
              <a:pathLst>
                <a:path w="313753" h="320974">
                  <a:moveTo>
                    <a:pt x="0" y="0"/>
                  </a:moveTo>
                  <a:lnTo>
                    <a:pt x="313753" y="3209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3585896" y="3808172"/>
              <a:ext cx="572816" cy="45054"/>
            </a:xfrm>
            <a:custGeom>
              <a:avLst/>
              <a:pathLst>
                <a:path w="572816" h="45054">
                  <a:moveTo>
                    <a:pt x="0" y="34228"/>
                  </a:moveTo>
                  <a:lnTo>
                    <a:pt x="330041" y="45054"/>
                  </a:lnTo>
                  <a:lnTo>
                    <a:pt x="5728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3585896" y="2835702"/>
              <a:ext cx="816589" cy="835643"/>
            </a:xfrm>
            <a:custGeom>
              <a:avLst/>
              <a:pathLst>
                <a:path w="816589" h="835643">
                  <a:moveTo>
                    <a:pt x="0" y="835643"/>
                  </a:moveTo>
                  <a:lnTo>
                    <a:pt x="244493" y="152390"/>
                  </a:lnTo>
                  <a:lnTo>
                    <a:pt x="574798" y="79675"/>
                  </a:lnTo>
                  <a:lnTo>
                    <a:pt x="8165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3585896" y="3618927"/>
              <a:ext cx="266398" cy="43940"/>
            </a:xfrm>
            <a:custGeom>
              <a:avLst/>
              <a:pathLst>
                <a:path w="266398" h="43940">
                  <a:moveTo>
                    <a:pt x="0" y="43940"/>
                  </a:moveTo>
                  <a:lnTo>
                    <a:pt x="266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3585896" y="4035562"/>
              <a:ext cx="302239" cy="76380"/>
            </a:xfrm>
            <a:custGeom>
              <a:avLst/>
              <a:pathLst>
                <a:path w="302239" h="76380">
                  <a:moveTo>
                    <a:pt x="0" y="76380"/>
                  </a:moveTo>
                  <a:lnTo>
                    <a:pt x="302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3585896" y="3751850"/>
              <a:ext cx="542727" cy="299628"/>
            </a:xfrm>
            <a:custGeom>
              <a:avLst/>
              <a:pathLst>
                <a:path w="542727" h="299628">
                  <a:moveTo>
                    <a:pt x="0" y="299628"/>
                  </a:moveTo>
                  <a:lnTo>
                    <a:pt x="5427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3585896" y="4403688"/>
              <a:ext cx="1862372" cy="161367"/>
            </a:xfrm>
            <a:custGeom>
              <a:avLst/>
              <a:pathLst>
                <a:path w="1862372" h="161367">
                  <a:moveTo>
                    <a:pt x="0" y="161367"/>
                  </a:moveTo>
                  <a:lnTo>
                    <a:pt x="261443" y="131023"/>
                  </a:lnTo>
                  <a:lnTo>
                    <a:pt x="533237" y="138648"/>
                  </a:lnTo>
                  <a:lnTo>
                    <a:pt x="786542" y="103153"/>
                  </a:lnTo>
                  <a:lnTo>
                    <a:pt x="1339357" y="25432"/>
                  </a:lnTo>
                  <a:lnTo>
                    <a:pt x="18623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3585896" y="4409501"/>
              <a:ext cx="356930" cy="38673"/>
            </a:xfrm>
            <a:custGeom>
              <a:avLst/>
              <a:pathLst>
                <a:path w="356930" h="38673">
                  <a:moveTo>
                    <a:pt x="0" y="38673"/>
                  </a:moveTo>
                  <a:lnTo>
                    <a:pt x="356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3585896" y="3474241"/>
              <a:ext cx="266978" cy="233855"/>
            </a:xfrm>
            <a:custGeom>
              <a:avLst/>
              <a:pathLst>
                <a:path w="266978" h="233855">
                  <a:moveTo>
                    <a:pt x="0" y="0"/>
                  </a:moveTo>
                  <a:lnTo>
                    <a:pt x="266978" y="2338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3585896" y="4547712"/>
              <a:ext cx="566994" cy="33248"/>
            </a:xfrm>
            <a:custGeom>
              <a:avLst/>
              <a:pathLst>
                <a:path w="566994" h="33248">
                  <a:moveTo>
                    <a:pt x="0" y="33248"/>
                  </a:moveTo>
                  <a:lnTo>
                    <a:pt x="5669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3585896" y="4666333"/>
              <a:ext cx="533142" cy="57157"/>
            </a:xfrm>
            <a:custGeom>
              <a:avLst/>
              <a:pathLst>
                <a:path w="533142" h="57157">
                  <a:moveTo>
                    <a:pt x="0" y="57157"/>
                  </a:moveTo>
                  <a:lnTo>
                    <a:pt x="5331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3585896" y="3700398"/>
              <a:ext cx="282090" cy="101743"/>
            </a:xfrm>
            <a:custGeom>
              <a:avLst/>
              <a:pathLst>
                <a:path w="282090" h="101743">
                  <a:moveTo>
                    <a:pt x="0" y="101743"/>
                  </a:moveTo>
                  <a:lnTo>
                    <a:pt x="2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3585896" y="4348862"/>
              <a:ext cx="617432" cy="56889"/>
            </a:xfrm>
            <a:custGeom>
              <a:avLst/>
              <a:pathLst>
                <a:path w="617432" h="56889">
                  <a:moveTo>
                    <a:pt x="0" y="56889"/>
                  </a:moveTo>
                  <a:lnTo>
                    <a:pt x="6174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3585896" y="3662974"/>
              <a:ext cx="2647476" cy="404106"/>
            </a:xfrm>
            <a:custGeom>
              <a:avLst/>
              <a:pathLst>
                <a:path w="2647476" h="404106">
                  <a:moveTo>
                    <a:pt x="0" y="404106"/>
                  </a:moveTo>
                  <a:lnTo>
                    <a:pt x="262823" y="374176"/>
                  </a:lnTo>
                  <a:lnTo>
                    <a:pt x="533237" y="345844"/>
                  </a:lnTo>
                  <a:lnTo>
                    <a:pt x="1318490" y="252156"/>
                  </a:lnTo>
                  <a:lnTo>
                    <a:pt x="1570207" y="320848"/>
                  </a:lnTo>
                  <a:lnTo>
                    <a:pt x="1817036" y="257053"/>
                  </a:lnTo>
                  <a:lnTo>
                    <a:pt x="2099127" y="189271"/>
                  </a:lnTo>
                  <a:lnTo>
                    <a:pt x="2360521" y="156043"/>
                  </a:lnTo>
                  <a:lnTo>
                    <a:pt x="2647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3585896" y="3389855"/>
              <a:ext cx="1575964" cy="290186"/>
            </a:xfrm>
            <a:custGeom>
              <a:avLst/>
              <a:pathLst>
                <a:path w="1575964" h="290186">
                  <a:moveTo>
                    <a:pt x="0" y="290186"/>
                  </a:moveTo>
                  <a:lnTo>
                    <a:pt x="503732" y="15660"/>
                  </a:lnTo>
                  <a:lnTo>
                    <a:pt x="1047044" y="0"/>
                  </a:lnTo>
                  <a:lnTo>
                    <a:pt x="1314023" y="63857"/>
                  </a:lnTo>
                  <a:lnTo>
                    <a:pt x="1575964" y="518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3585896" y="4530398"/>
              <a:ext cx="1624178" cy="67359"/>
            </a:xfrm>
            <a:custGeom>
              <a:avLst/>
              <a:pathLst>
                <a:path w="1624178" h="67359">
                  <a:moveTo>
                    <a:pt x="0" y="59806"/>
                  </a:moveTo>
                  <a:lnTo>
                    <a:pt x="528199" y="34349"/>
                  </a:lnTo>
                  <a:lnTo>
                    <a:pt x="1112420" y="67359"/>
                  </a:lnTo>
                  <a:lnTo>
                    <a:pt x="16241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3585896" y="4140751"/>
              <a:ext cx="327426" cy="90955"/>
            </a:xfrm>
            <a:custGeom>
              <a:avLst/>
              <a:pathLst>
                <a:path w="327426" h="90955">
                  <a:moveTo>
                    <a:pt x="0" y="90955"/>
                  </a:moveTo>
                  <a:lnTo>
                    <a:pt x="3274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158819" y="4640644"/>
              <a:ext cx="1031266" cy="58747"/>
            </a:xfrm>
            <a:custGeom>
              <a:avLst/>
              <a:pathLst>
                <a:path w="1031266" h="58747">
                  <a:moveTo>
                    <a:pt x="0" y="0"/>
                  </a:moveTo>
                  <a:lnTo>
                    <a:pt x="507944" y="58747"/>
                  </a:lnTo>
                  <a:lnTo>
                    <a:pt x="1031266" y="546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3585896" y="4387861"/>
              <a:ext cx="495097" cy="133173"/>
            </a:xfrm>
            <a:custGeom>
              <a:avLst/>
              <a:pathLst>
                <a:path w="495097" h="133173">
                  <a:moveTo>
                    <a:pt x="0" y="133173"/>
                  </a:moveTo>
                  <a:lnTo>
                    <a:pt x="495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3585896" y="2800367"/>
              <a:ext cx="530759" cy="215038"/>
            </a:xfrm>
            <a:custGeom>
              <a:avLst/>
              <a:pathLst>
                <a:path w="530759" h="215038">
                  <a:moveTo>
                    <a:pt x="0" y="0"/>
                  </a:moveTo>
                  <a:lnTo>
                    <a:pt x="274174" y="28193"/>
                  </a:lnTo>
                  <a:lnTo>
                    <a:pt x="530759" y="215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3585896" y="4589123"/>
              <a:ext cx="2453179" cy="87228"/>
            </a:xfrm>
            <a:custGeom>
              <a:avLst/>
              <a:pathLst>
                <a:path w="2453179" h="87228">
                  <a:moveTo>
                    <a:pt x="0" y="54"/>
                  </a:moveTo>
                  <a:lnTo>
                    <a:pt x="1325537" y="0"/>
                  </a:lnTo>
                  <a:lnTo>
                    <a:pt x="1863811" y="87228"/>
                  </a:lnTo>
                  <a:lnTo>
                    <a:pt x="2453179" y="740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3585896" y="4497169"/>
              <a:ext cx="803813" cy="27839"/>
            </a:xfrm>
            <a:custGeom>
              <a:avLst/>
              <a:pathLst>
                <a:path w="803813" h="27839">
                  <a:moveTo>
                    <a:pt x="0" y="27839"/>
                  </a:moveTo>
                  <a:lnTo>
                    <a:pt x="8038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3585896" y="4642906"/>
              <a:ext cx="268417" cy="13624"/>
            </a:xfrm>
            <a:custGeom>
              <a:avLst/>
              <a:pathLst>
                <a:path w="268417" h="13624">
                  <a:moveTo>
                    <a:pt x="0" y="0"/>
                  </a:moveTo>
                  <a:lnTo>
                    <a:pt x="268417" y="136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3585896" y="4623292"/>
              <a:ext cx="1711252" cy="59913"/>
            </a:xfrm>
            <a:custGeom>
              <a:avLst/>
              <a:pathLst>
                <a:path w="1711252" h="59913">
                  <a:moveTo>
                    <a:pt x="0" y="0"/>
                  </a:moveTo>
                  <a:lnTo>
                    <a:pt x="523162" y="48212"/>
                  </a:lnTo>
                  <a:lnTo>
                    <a:pt x="1047044" y="23921"/>
                  </a:lnTo>
                  <a:lnTo>
                    <a:pt x="1711252" y="599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3585896" y="4575417"/>
              <a:ext cx="885130" cy="26900"/>
            </a:xfrm>
            <a:custGeom>
              <a:avLst/>
              <a:pathLst>
                <a:path w="885130" h="26900">
                  <a:moveTo>
                    <a:pt x="0" y="0"/>
                  </a:moveTo>
                  <a:lnTo>
                    <a:pt x="885130" y="26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3585896" y="4629628"/>
              <a:ext cx="1624898" cy="89640"/>
            </a:xfrm>
            <a:custGeom>
              <a:avLst/>
              <a:pathLst>
                <a:path w="1624898" h="89640">
                  <a:moveTo>
                    <a:pt x="0" y="0"/>
                  </a:moveTo>
                  <a:lnTo>
                    <a:pt x="572816" y="75601"/>
                  </a:lnTo>
                  <a:lnTo>
                    <a:pt x="1077988" y="56221"/>
                  </a:lnTo>
                  <a:lnTo>
                    <a:pt x="1624898" y="896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3585896" y="4573688"/>
              <a:ext cx="552079" cy="9612"/>
            </a:xfrm>
            <a:custGeom>
              <a:avLst/>
              <a:pathLst>
                <a:path w="552079" h="9612">
                  <a:moveTo>
                    <a:pt x="0" y="0"/>
                  </a:moveTo>
                  <a:lnTo>
                    <a:pt x="552079" y="96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3585896" y="3532696"/>
              <a:ext cx="1090941" cy="277760"/>
            </a:xfrm>
            <a:custGeom>
              <a:avLst/>
              <a:pathLst>
                <a:path w="1090941" h="277760">
                  <a:moveTo>
                    <a:pt x="0" y="53918"/>
                  </a:moveTo>
                  <a:lnTo>
                    <a:pt x="286408" y="0"/>
                  </a:lnTo>
                  <a:lnTo>
                    <a:pt x="557495" y="193649"/>
                  </a:lnTo>
                  <a:lnTo>
                    <a:pt x="824682" y="231213"/>
                  </a:lnTo>
                  <a:lnTo>
                    <a:pt x="1090941" y="2777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3585896" y="4598586"/>
              <a:ext cx="1076549" cy="3199"/>
            </a:xfrm>
            <a:custGeom>
              <a:avLst/>
              <a:pathLst>
                <a:path w="1076549" h="3199">
                  <a:moveTo>
                    <a:pt x="0" y="0"/>
                  </a:moveTo>
                  <a:lnTo>
                    <a:pt x="1076549" y="31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3585896" y="4632684"/>
              <a:ext cx="1080866" cy="83327"/>
            </a:xfrm>
            <a:custGeom>
              <a:avLst/>
              <a:pathLst>
                <a:path w="1080866" h="83327">
                  <a:moveTo>
                    <a:pt x="0" y="0"/>
                  </a:moveTo>
                  <a:lnTo>
                    <a:pt x="559143" y="66428"/>
                  </a:lnTo>
                  <a:lnTo>
                    <a:pt x="1080866" y="833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3585896" y="3504030"/>
              <a:ext cx="790141" cy="34059"/>
            </a:xfrm>
            <a:custGeom>
              <a:avLst/>
              <a:pathLst>
                <a:path w="790141" h="34059">
                  <a:moveTo>
                    <a:pt x="0" y="21926"/>
                  </a:moveTo>
                  <a:lnTo>
                    <a:pt x="503235" y="0"/>
                  </a:lnTo>
                  <a:lnTo>
                    <a:pt x="790141" y="340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3837763" y="3239049"/>
              <a:ext cx="260501" cy="93809"/>
            </a:xfrm>
            <a:custGeom>
              <a:avLst/>
              <a:pathLst>
                <a:path w="260501" h="93809">
                  <a:moveTo>
                    <a:pt x="0" y="0"/>
                  </a:moveTo>
                  <a:lnTo>
                    <a:pt x="260501" y="938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3585896" y="4585602"/>
              <a:ext cx="1332013" cy="16576"/>
            </a:xfrm>
            <a:custGeom>
              <a:avLst/>
              <a:pathLst>
                <a:path w="1332013" h="16576">
                  <a:moveTo>
                    <a:pt x="0" y="0"/>
                  </a:moveTo>
                  <a:lnTo>
                    <a:pt x="820365" y="16576"/>
                  </a:lnTo>
                  <a:lnTo>
                    <a:pt x="1332013" y="132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3585896" y="4602029"/>
              <a:ext cx="1645767" cy="54298"/>
            </a:xfrm>
            <a:custGeom>
              <a:avLst/>
              <a:pathLst>
                <a:path w="1645767" h="54298">
                  <a:moveTo>
                    <a:pt x="0" y="0"/>
                  </a:moveTo>
                  <a:lnTo>
                    <a:pt x="635423" y="16844"/>
                  </a:lnTo>
                  <a:lnTo>
                    <a:pt x="1088063" y="32970"/>
                  </a:lnTo>
                  <a:lnTo>
                    <a:pt x="1645767" y="542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3585896" y="4600358"/>
              <a:ext cx="639021" cy="37407"/>
            </a:xfrm>
            <a:custGeom>
              <a:avLst/>
              <a:pathLst>
                <a:path w="639021" h="37407">
                  <a:moveTo>
                    <a:pt x="0" y="0"/>
                  </a:moveTo>
                  <a:lnTo>
                    <a:pt x="639021" y="374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3585896" y="4576028"/>
              <a:ext cx="536835" cy="31529"/>
            </a:xfrm>
            <a:custGeom>
              <a:avLst/>
              <a:pathLst>
                <a:path w="536835" h="31529">
                  <a:moveTo>
                    <a:pt x="0" y="31529"/>
                  </a:moveTo>
                  <a:lnTo>
                    <a:pt x="5368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3585896" y="3963687"/>
              <a:ext cx="307444" cy="45353"/>
            </a:xfrm>
            <a:custGeom>
              <a:avLst/>
              <a:pathLst>
                <a:path w="307444" h="45353">
                  <a:moveTo>
                    <a:pt x="0" y="45353"/>
                  </a:moveTo>
                  <a:lnTo>
                    <a:pt x="307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3585896" y="4560539"/>
              <a:ext cx="2124313" cy="42891"/>
            </a:xfrm>
            <a:custGeom>
              <a:avLst/>
              <a:pathLst>
                <a:path w="2124313" h="42891">
                  <a:moveTo>
                    <a:pt x="0" y="8764"/>
                  </a:moveTo>
                  <a:lnTo>
                    <a:pt x="769991" y="15291"/>
                  </a:lnTo>
                  <a:lnTo>
                    <a:pt x="1338911" y="42891"/>
                  </a:lnTo>
                  <a:lnTo>
                    <a:pt x="21243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3585896" y="4600388"/>
              <a:ext cx="529367" cy="3853"/>
            </a:xfrm>
            <a:custGeom>
              <a:avLst/>
              <a:pathLst>
                <a:path w="529367" h="3853">
                  <a:moveTo>
                    <a:pt x="0" y="0"/>
                  </a:moveTo>
                  <a:lnTo>
                    <a:pt x="529367" y="38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3585896" y="3789482"/>
              <a:ext cx="1624216" cy="570815"/>
            </a:xfrm>
            <a:custGeom>
              <a:avLst/>
              <a:pathLst>
                <a:path w="1624216" h="570815">
                  <a:moveTo>
                    <a:pt x="0" y="570815"/>
                  </a:moveTo>
                  <a:lnTo>
                    <a:pt x="533274" y="458371"/>
                  </a:lnTo>
                  <a:lnTo>
                    <a:pt x="1082219" y="209972"/>
                  </a:lnTo>
                  <a:lnTo>
                    <a:pt x="16242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3585896" y="4593848"/>
              <a:ext cx="1596113" cy="56984"/>
            </a:xfrm>
            <a:custGeom>
              <a:avLst/>
              <a:pathLst>
                <a:path w="1596113" h="56984">
                  <a:moveTo>
                    <a:pt x="0" y="56984"/>
                  </a:moveTo>
                  <a:lnTo>
                    <a:pt x="580012" y="0"/>
                  </a:lnTo>
                  <a:lnTo>
                    <a:pt x="1078708" y="17827"/>
                  </a:lnTo>
                  <a:lnTo>
                    <a:pt x="1596113" y="567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3585896" y="3691531"/>
              <a:ext cx="1144193" cy="397874"/>
            </a:xfrm>
            <a:custGeom>
              <a:avLst/>
              <a:pathLst>
                <a:path w="1144193" h="397874">
                  <a:moveTo>
                    <a:pt x="0" y="397874"/>
                  </a:moveTo>
                  <a:lnTo>
                    <a:pt x="272015" y="290893"/>
                  </a:lnTo>
                  <a:lnTo>
                    <a:pt x="539987" y="270019"/>
                  </a:lnTo>
                  <a:lnTo>
                    <a:pt x="801654" y="187202"/>
                  </a:lnTo>
                  <a:lnTo>
                    <a:pt x="11441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3585896" y="2917782"/>
              <a:ext cx="922550" cy="178809"/>
            </a:xfrm>
            <a:custGeom>
              <a:avLst/>
              <a:pathLst>
                <a:path w="922550" h="178809">
                  <a:moveTo>
                    <a:pt x="0" y="0"/>
                  </a:moveTo>
                  <a:lnTo>
                    <a:pt x="922550" y="1788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3585896" y="4636383"/>
              <a:ext cx="1508674" cy="19769"/>
            </a:xfrm>
            <a:custGeom>
              <a:avLst/>
              <a:pathLst>
                <a:path w="1508674" h="19769">
                  <a:moveTo>
                    <a:pt x="0" y="19769"/>
                  </a:moveTo>
                  <a:lnTo>
                    <a:pt x="619225" y="7973"/>
                  </a:lnTo>
                  <a:lnTo>
                    <a:pt x="15086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3585896" y="4558906"/>
              <a:ext cx="513087" cy="28446"/>
            </a:xfrm>
            <a:custGeom>
              <a:avLst/>
              <a:pathLst>
                <a:path w="513087" h="28446">
                  <a:moveTo>
                    <a:pt x="0" y="8603"/>
                  </a:moveTo>
                  <a:lnTo>
                    <a:pt x="285094" y="0"/>
                  </a:lnTo>
                  <a:lnTo>
                    <a:pt x="513087" y="284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3585896" y="2656763"/>
              <a:ext cx="266732" cy="160915"/>
            </a:xfrm>
            <a:custGeom>
              <a:avLst/>
              <a:pathLst>
                <a:path w="266732" h="160915">
                  <a:moveTo>
                    <a:pt x="0" y="0"/>
                  </a:moveTo>
                  <a:lnTo>
                    <a:pt x="266732" y="1609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3585896" y="4651821"/>
              <a:ext cx="540832" cy="64090"/>
            </a:xfrm>
            <a:custGeom>
              <a:avLst/>
              <a:pathLst>
                <a:path w="540832" h="64090">
                  <a:moveTo>
                    <a:pt x="0" y="0"/>
                  </a:moveTo>
                  <a:lnTo>
                    <a:pt x="540832" y="64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3585896" y="4519293"/>
              <a:ext cx="888009" cy="37940"/>
            </a:xfrm>
            <a:custGeom>
              <a:avLst/>
              <a:pathLst>
                <a:path w="888009" h="37940">
                  <a:moveTo>
                    <a:pt x="0" y="0"/>
                  </a:moveTo>
                  <a:lnTo>
                    <a:pt x="888009" y="379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3585896" y="4574048"/>
              <a:ext cx="361161" cy="23874"/>
            </a:xfrm>
            <a:custGeom>
              <a:avLst/>
              <a:pathLst>
                <a:path w="361161" h="23874">
                  <a:moveTo>
                    <a:pt x="0" y="23874"/>
                  </a:moveTo>
                  <a:lnTo>
                    <a:pt x="3611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3585896" y="4227245"/>
              <a:ext cx="1143971" cy="118921"/>
            </a:xfrm>
            <a:custGeom>
              <a:avLst/>
              <a:pathLst>
                <a:path w="1143971" h="118921">
                  <a:moveTo>
                    <a:pt x="0" y="118921"/>
                  </a:moveTo>
                  <a:lnTo>
                    <a:pt x="11439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3585896" y="3648897"/>
              <a:ext cx="1313710" cy="188588"/>
            </a:xfrm>
            <a:custGeom>
              <a:avLst/>
              <a:pathLst>
                <a:path w="1313710" h="188588">
                  <a:moveTo>
                    <a:pt x="0" y="188588"/>
                  </a:moveTo>
                  <a:lnTo>
                    <a:pt x="850589" y="0"/>
                  </a:lnTo>
                  <a:lnTo>
                    <a:pt x="1132679" y="86832"/>
                  </a:lnTo>
                  <a:lnTo>
                    <a:pt x="1313710" y="1770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3585896" y="4626394"/>
              <a:ext cx="1068633" cy="67829"/>
            </a:xfrm>
            <a:custGeom>
              <a:avLst/>
              <a:pathLst>
                <a:path w="1068633" h="67829">
                  <a:moveTo>
                    <a:pt x="0" y="17068"/>
                  </a:moveTo>
                  <a:lnTo>
                    <a:pt x="568769" y="0"/>
                  </a:lnTo>
                  <a:lnTo>
                    <a:pt x="1068633" y="678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3585896" y="4561594"/>
              <a:ext cx="1621347" cy="72366"/>
            </a:xfrm>
            <a:custGeom>
              <a:avLst/>
              <a:pathLst>
                <a:path w="1621347" h="72366">
                  <a:moveTo>
                    <a:pt x="0" y="51699"/>
                  </a:moveTo>
                  <a:lnTo>
                    <a:pt x="588695" y="0"/>
                  </a:lnTo>
                  <a:lnTo>
                    <a:pt x="1052078" y="51212"/>
                  </a:lnTo>
                  <a:lnTo>
                    <a:pt x="1621347" y="723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3585896" y="4545769"/>
              <a:ext cx="932625" cy="63286"/>
            </a:xfrm>
            <a:custGeom>
              <a:avLst/>
              <a:pathLst>
                <a:path w="932625" h="63286">
                  <a:moveTo>
                    <a:pt x="0" y="37501"/>
                  </a:moveTo>
                  <a:lnTo>
                    <a:pt x="307996" y="63286"/>
                  </a:lnTo>
                  <a:lnTo>
                    <a:pt x="580299" y="62439"/>
                  </a:lnTo>
                  <a:lnTo>
                    <a:pt x="932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3585896" y="2734885"/>
              <a:ext cx="1867024" cy="763289"/>
            </a:xfrm>
            <a:custGeom>
              <a:avLst/>
              <a:pathLst>
                <a:path w="1867024" h="763289">
                  <a:moveTo>
                    <a:pt x="0" y="763289"/>
                  </a:moveTo>
                  <a:lnTo>
                    <a:pt x="891221" y="418334"/>
                  </a:lnTo>
                  <a:lnTo>
                    <a:pt x="1343142" y="57496"/>
                  </a:lnTo>
                  <a:lnTo>
                    <a:pt x="186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3585896" y="3260943"/>
              <a:ext cx="527480" cy="191916"/>
            </a:xfrm>
            <a:custGeom>
              <a:avLst/>
              <a:pathLst>
                <a:path w="527480" h="191916">
                  <a:moveTo>
                    <a:pt x="0" y="0"/>
                  </a:moveTo>
                  <a:lnTo>
                    <a:pt x="315415" y="191916"/>
                  </a:lnTo>
                  <a:lnTo>
                    <a:pt x="527480" y="756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3585896" y="4586574"/>
              <a:ext cx="1112361" cy="27691"/>
            </a:xfrm>
            <a:custGeom>
              <a:avLst/>
              <a:pathLst>
                <a:path w="1112361" h="27691">
                  <a:moveTo>
                    <a:pt x="0" y="0"/>
                  </a:moveTo>
                  <a:lnTo>
                    <a:pt x="1112361" y="276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3585896" y="3245479"/>
              <a:ext cx="594404" cy="199539"/>
            </a:xfrm>
            <a:custGeom>
              <a:avLst/>
              <a:pathLst>
                <a:path w="594404" h="199539">
                  <a:moveTo>
                    <a:pt x="0" y="199539"/>
                  </a:moveTo>
                  <a:lnTo>
                    <a:pt x="272735" y="77776"/>
                  </a:ln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409140" y="3748264"/>
              <a:ext cx="578573" cy="218791"/>
            </a:xfrm>
            <a:custGeom>
              <a:avLst/>
              <a:pathLst>
                <a:path w="578573" h="218791">
                  <a:moveTo>
                    <a:pt x="0" y="218791"/>
                  </a:moveTo>
                  <a:lnTo>
                    <a:pt x="578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758155" y="4580649"/>
              <a:ext cx="468471" cy="18323"/>
            </a:xfrm>
            <a:custGeom>
              <a:avLst/>
              <a:pathLst>
                <a:path w="468471" h="18323">
                  <a:moveTo>
                    <a:pt x="0" y="18323"/>
                  </a:moveTo>
                  <a:lnTo>
                    <a:pt x="468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3585896" y="4501262"/>
              <a:ext cx="669245" cy="48811"/>
            </a:xfrm>
            <a:custGeom>
              <a:avLst/>
              <a:pathLst>
                <a:path w="669245" h="48811">
                  <a:moveTo>
                    <a:pt x="0" y="48811"/>
                  </a:moveTo>
                  <a:lnTo>
                    <a:pt x="307277" y="28340"/>
                  </a:lnTo>
                  <a:lnTo>
                    <a:pt x="6692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3585896" y="4289291"/>
              <a:ext cx="317247" cy="136010"/>
            </a:xfrm>
            <a:custGeom>
              <a:avLst/>
              <a:pathLst>
                <a:path w="317247" h="136010">
                  <a:moveTo>
                    <a:pt x="0" y="136010"/>
                  </a:moveTo>
                  <a:lnTo>
                    <a:pt x="31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3892686" y="4121448"/>
              <a:ext cx="246597" cy="90732"/>
            </a:xfrm>
            <a:custGeom>
              <a:avLst/>
              <a:pathLst>
                <a:path w="246597" h="90732">
                  <a:moveTo>
                    <a:pt x="0" y="90732"/>
                  </a:moveTo>
                  <a:lnTo>
                    <a:pt x="2465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3585896" y="3931183"/>
              <a:ext cx="1057119" cy="142536"/>
            </a:xfrm>
            <a:custGeom>
              <a:avLst/>
              <a:pathLst>
                <a:path w="1057119" h="142536">
                  <a:moveTo>
                    <a:pt x="0" y="0"/>
                  </a:moveTo>
                  <a:lnTo>
                    <a:pt x="265539" y="2460"/>
                  </a:lnTo>
                  <a:lnTo>
                    <a:pt x="537250" y="52419"/>
                  </a:lnTo>
                  <a:lnTo>
                    <a:pt x="763515" y="47535"/>
                  </a:lnTo>
                  <a:lnTo>
                    <a:pt x="1057119" y="1425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3585896" y="3894285"/>
              <a:ext cx="544182" cy="251685"/>
            </a:xfrm>
            <a:custGeom>
              <a:avLst/>
              <a:pathLst>
                <a:path w="544182" h="251685">
                  <a:moveTo>
                    <a:pt x="0" y="251685"/>
                  </a:moveTo>
                  <a:lnTo>
                    <a:pt x="282810" y="0"/>
                  </a:lnTo>
                  <a:lnTo>
                    <a:pt x="544182" y="920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3585896" y="4610447"/>
              <a:ext cx="531078" cy="1380"/>
            </a:xfrm>
            <a:custGeom>
              <a:avLst/>
              <a:pathLst>
                <a:path w="531078" h="1380">
                  <a:moveTo>
                    <a:pt x="0" y="0"/>
                  </a:moveTo>
                  <a:lnTo>
                    <a:pt x="531078" y="13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3585896" y="4617069"/>
              <a:ext cx="800935" cy="3731"/>
            </a:xfrm>
            <a:custGeom>
              <a:avLst/>
              <a:pathLst>
                <a:path w="800935" h="3731">
                  <a:moveTo>
                    <a:pt x="0" y="3731"/>
                  </a:moveTo>
                  <a:lnTo>
                    <a:pt x="800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3585896" y="4373411"/>
              <a:ext cx="1142502" cy="162642"/>
            </a:xfrm>
            <a:custGeom>
              <a:avLst/>
              <a:pathLst>
                <a:path w="1142502" h="162642">
                  <a:moveTo>
                    <a:pt x="0" y="162642"/>
                  </a:moveTo>
                  <a:lnTo>
                    <a:pt x="508418" y="0"/>
                  </a:lnTo>
                  <a:lnTo>
                    <a:pt x="1142502" y="237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3585896" y="4587178"/>
              <a:ext cx="2516824" cy="134538"/>
            </a:xfrm>
            <a:custGeom>
              <a:avLst/>
              <a:pathLst>
                <a:path w="2516824" h="134538">
                  <a:moveTo>
                    <a:pt x="0" y="0"/>
                  </a:moveTo>
                  <a:lnTo>
                    <a:pt x="791898" y="15823"/>
                  </a:lnTo>
                  <a:lnTo>
                    <a:pt x="1390621" y="75345"/>
                  </a:lnTo>
                  <a:lnTo>
                    <a:pt x="1833906" y="119966"/>
                  </a:lnTo>
                  <a:lnTo>
                    <a:pt x="2516824" y="1345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3585896" y="3958464"/>
              <a:ext cx="846112" cy="132549"/>
            </a:xfrm>
            <a:custGeom>
              <a:avLst/>
              <a:pathLst>
                <a:path w="846112" h="132549">
                  <a:moveTo>
                    <a:pt x="0" y="132549"/>
                  </a:moveTo>
                  <a:lnTo>
                    <a:pt x="276986" y="31053"/>
                  </a:lnTo>
                  <a:lnTo>
                    <a:pt x="564114" y="27295"/>
                  </a:lnTo>
                  <a:lnTo>
                    <a:pt x="8461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3585896" y="4589365"/>
              <a:ext cx="1201576" cy="70106"/>
            </a:xfrm>
            <a:custGeom>
              <a:avLst/>
              <a:pathLst>
                <a:path w="1201576" h="70106">
                  <a:moveTo>
                    <a:pt x="0" y="0"/>
                  </a:moveTo>
                  <a:lnTo>
                    <a:pt x="508583" y="70106"/>
                  </a:lnTo>
                  <a:lnTo>
                    <a:pt x="1201576" y="626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3585896" y="4564217"/>
              <a:ext cx="527480" cy="31663"/>
            </a:xfrm>
            <a:custGeom>
              <a:avLst/>
              <a:pathLst>
                <a:path w="527480" h="31663">
                  <a:moveTo>
                    <a:pt x="0" y="31663"/>
                  </a:moveTo>
                  <a:lnTo>
                    <a:pt x="5274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3585896" y="4537817"/>
              <a:ext cx="1207912" cy="80453"/>
            </a:xfrm>
            <a:custGeom>
              <a:avLst/>
              <a:pathLst>
                <a:path w="1207912" h="80453">
                  <a:moveTo>
                    <a:pt x="0" y="80453"/>
                  </a:moveTo>
                  <a:lnTo>
                    <a:pt x="573929" y="0"/>
                  </a:lnTo>
                  <a:lnTo>
                    <a:pt x="1207912" y="79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3585896" y="4640124"/>
              <a:ext cx="543274" cy="811"/>
            </a:xfrm>
            <a:custGeom>
              <a:avLst/>
              <a:pathLst>
                <a:path w="543274" h="811">
                  <a:moveTo>
                    <a:pt x="0" y="811"/>
                  </a:moveTo>
                  <a:lnTo>
                    <a:pt x="5432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3585896" y="4656551"/>
              <a:ext cx="552051" cy="90"/>
            </a:xfrm>
            <a:custGeom>
              <a:avLst/>
              <a:pathLst>
                <a:path w="552051" h="90">
                  <a:moveTo>
                    <a:pt x="0" y="0"/>
                  </a:moveTo>
                  <a:lnTo>
                    <a:pt x="552051" y="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3983238" y="3728491"/>
              <a:ext cx="178353" cy="25716"/>
            </a:xfrm>
            <a:custGeom>
              <a:avLst/>
              <a:pathLst>
                <a:path w="178353" h="25716">
                  <a:moveTo>
                    <a:pt x="0" y="0"/>
                  </a:moveTo>
                  <a:lnTo>
                    <a:pt x="178353" y="257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426410" y="4629324"/>
              <a:ext cx="1167940" cy="55589"/>
            </a:xfrm>
            <a:custGeom>
              <a:avLst/>
              <a:pathLst>
                <a:path w="1167940" h="55589">
                  <a:moveTo>
                    <a:pt x="0" y="0"/>
                  </a:moveTo>
                  <a:lnTo>
                    <a:pt x="1167940" y="555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3585896" y="2752755"/>
              <a:ext cx="1461287" cy="496971"/>
            </a:xfrm>
            <a:custGeom>
              <a:avLst/>
              <a:pathLst>
                <a:path w="1461287" h="496971">
                  <a:moveTo>
                    <a:pt x="0" y="133718"/>
                  </a:moveTo>
                  <a:lnTo>
                    <a:pt x="553457" y="0"/>
                  </a:lnTo>
                  <a:lnTo>
                    <a:pt x="815327" y="126743"/>
                  </a:lnTo>
                  <a:lnTo>
                    <a:pt x="1461287" y="496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3585896" y="3843805"/>
              <a:ext cx="307247" cy="57441"/>
            </a:xfrm>
            <a:custGeom>
              <a:avLst/>
              <a:pathLst>
                <a:path w="307247" h="57441">
                  <a:moveTo>
                    <a:pt x="0" y="0"/>
                  </a:moveTo>
                  <a:lnTo>
                    <a:pt x="307247" y="574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377846" y="4601585"/>
              <a:ext cx="1061407" cy="8732"/>
            </a:xfrm>
            <a:custGeom>
              <a:avLst/>
              <a:pathLst>
                <a:path w="1061407" h="8732">
                  <a:moveTo>
                    <a:pt x="0" y="0"/>
                  </a:moveTo>
                  <a:lnTo>
                    <a:pt x="1061407" y="87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3585896" y="4581343"/>
              <a:ext cx="810557" cy="11528"/>
            </a:xfrm>
            <a:custGeom>
              <a:avLst/>
              <a:pathLst>
                <a:path w="810557" h="11528">
                  <a:moveTo>
                    <a:pt x="0" y="11528"/>
                  </a:moveTo>
                  <a:lnTo>
                    <a:pt x="8105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934780" y="4609921"/>
              <a:ext cx="488620" cy="35373"/>
            </a:xfrm>
            <a:custGeom>
              <a:avLst/>
              <a:pathLst>
                <a:path w="488620" h="35373">
                  <a:moveTo>
                    <a:pt x="0" y="35373"/>
                  </a:moveTo>
                  <a:lnTo>
                    <a:pt x="4886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3585896" y="4628035"/>
              <a:ext cx="550508" cy="14164"/>
            </a:xfrm>
            <a:custGeom>
              <a:avLst/>
              <a:pathLst>
                <a:path w="550508" h="14164">
                  <a:moveTo>
                    <a:pt x="0" y="0"/>
                  </a:moveTo>
                  <a:lnTo>
                    <a:pt x="550508" y="141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3585896" y="2984149"/>
              <a:ext cx="301040" cy="87808"/>
            </a:xfrm>
            <a:custGeom>
              <a:avLst/>
              <a:pathLst>
                <a:path w="301040" h="87808">
                  <a:moveTo>
                    <a:pt x="0" y="0"/>
                  </a:moveTo>
                  <a:lnTo>
                    <a:pt x="301040" y="878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3585896" y="4612062"/>
              <a:ext cx="1327275" cy="106092"/>
            </a:xfrm>
            <a:custGeom>
              <a:avLst/>
              <a:pathLst>
                <a:path w="1327275" h="106092">
                  <a:moveTo>
                    <a:pt x="0" y="0"/>
                  </a:moveTo>
                  <a:lnTo>
                    <a:pt x="528498" y="38034"/>
                  </a:lnTo>
                  <a:lnTo>
                    <a:pt x="1327275" y="1060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3585896" y="4522495"/>
              <a:ext cx="1871727" cy="86765"/>
            </a:xfrm>
            <a:custGeom>
              <a:avLst/>
              <a:pathLst>
                <a:path w="1871727" h="86765">
                  <a:moveTo>
                    <a:pt x="0" y="86765"/>
                  </a:moveTo>
                  <a:lnTo>
                    <a:pt x="1052801" y="0"/>
                  </a:lnTo>
                  <a:lnTo>
                    <a:pt x="1871727" y="414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3585896" y="4579518"/>
              <a:ext cx="770286" cy="23158"/>
            </a:xfrm>
            <a:custGeom>
              <a:avLst/>
              <a:pathLst>
                <a:path w="770286" h="23158">
                  <a:moveTo>
                    <a:pt x="0" y="0"/>
                  </a:moveTo>
                  <a:lnTo>
                    <a:pt x="770286" y="231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5408265" y="4673733"/>
              <a:ext cx="511648" cy="292"/>
            </a:xfrm>
            <a:custGeom>
              <a:avLst/>
              <a:pathLst>
                <a:path w="511648" h="292">
                  <a:moveTo>
                    <a:pt x="0" y="0"/>
                  </a:moveTo>
                  <a:lnTo>
                    <a:pt x="511648" y="2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3853439" y="2731646"/>
              <a:ext cx="1202067" cy="239626"/>
            </a:xfrm>
            <a:custGeom>
              <a:avLst/>
              <a:pathLst>
                <a:path w="1202067" h="239626">
                  <a:moveTo>
                    <a:pt x="0" y="0"/>
                  </a:moveTo>
                  <a:lnTo>
                    <a:pt x="263535" y="20781"/>
                  </a:lnTo>
                  <a:lnTo>
                    <a:pt x="1202067" y="2396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335739" y="3675204"/>
              <a:ext cx="564180" cy="87535"/>
            </a:xfrm>
            <a:custGeom>
              <a:avLst/>
              <a:pathLst>
                <a:path w="564180" h="87535">
                  <a:moveTo>
                    <a:pt x="0" y="87535"/>
                  </a:moveTo>
                  <a:lnTo>
                    <a:pt x="322389" y="75567"/>
                  </a:lnTo>
                  <a:lnTo>
                    <a:pt x="5641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15616" y="3804892"/>
              <a:ext cx="852028" cy="311498"/>
            </a:xfrm>
            <a:custGeom>
              <a:avLst/>
              <a:pathLst>
                <a:path w="852028" h="311498">
                  <a:moveTo>
                    <a:pt x="0" y="311498"/>
                  </a:moveTo>
                  <a:lnTo>
                    <a:pt x="8520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380355" y="4523226"/>
              <a:ext cx="1087343" cy="76652"/>
            </a:xfrm>
            <a:custGeom>
              <a:avLst/>
              <a:pathLst>
                <a:path w="1087343" h="76652">
                  <a:moveTo>
                    <a:pt x="0" y="76652"/>
                  </a:moveTo>
                  <a:lnTo>
                    <a:pt x="553646" y="46557"/>
                  </a:lnTo>
                  <a:lnTo>
                    <a:pt x="10873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195413" y="4607011"/>
              <a:ext cx="1499684" cy="46461"/>
            </a:xfrm>
            <a:custGeom>
              <a:avLst/>
              <a:pathLst>
                <a:path w="1499684" h="46461">
                  <a:moveTo>
                    <a:pt x="0" y="0"/>
                  </a:moveTo>
                  <a:lnTo>
                    <a:pt x="457677" y="30808"/>
                  </a:lnTo>
                  <a:lnTo>
                    <a:pt x="1087278" y="38848"/>
                  </a:lnTo>
                  <a:lnTo>
                    <a:pt x="1499684" y="464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3585896" y="4585446"/>
              <a:ext cx="795575" cy="13532"/>
            </a:xfrm>
            <a:custGeom>
              <a:avLst/>
              <a:pathLst>
                <a:path w="795575" h="13532">
                  <a:moveTo>
                    <a:pt x="0" y="0"/>
                  </a:moveTo>
                  <a:lnTo>
                    <a:pt x="795575" y="135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3585896" y="3477335"/>
              <a:ext cx="302068" cy="59583"/>
            </a:xfrm>
            <a:custGeom>
              <a:avLst/>
              <a:pathLst>
                <a:path w="302068" h="59583">
                  <a:moveTo>
                    <a:pt x="0" y="59583"/>
                  </a:moveTo>
                  <a:lnTo>
                    <a:pt x="3020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3585896" y="4586257"/>
              <a:ext cx="1876764" cy="56121"/>
            </a:xfrm>
            <a:custGeom>
              <a:avLst/>
              <a:pathLst>
                <a:path w="1876764" h="56121">
                  <a:moveTo>
                    <a:pt x="0" y="0"/>
                  </a:moveTo>
                  <a:lnTo>
                    <a:pt x="895924" y="33979"/>
                  </a:lnTo>
                  <a:lnTo>
                    <a:pt x="1367994" y="38869"/>
                  </a:lnTo>
                  <a:lnTo>
                    <a:pt x="1876764" y="561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3585896" y="4651798"/>
              <a:ext cx="790398" cy="5761"/>
            </a:xfrm>
            <a:custGeom>
              <a:avLst/>
              <a:pathLst>
                <a:path w="790398" h="5761">
                  <a:moveTo>
                    <a:pt x="0" y="0"/>
                  </a:moveTo>
                  <a:lnTo>
                    <a:pt x="790398" y="57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72304" y="2862406"/>
              <a:ext cx="271516" cy="20716"/>
            </a:xfrm>
            <a:custGeom>
              <a:avLst/>
              <a:pathLst>
                <a:path w="271516" h="20716">
                  <a:moveTo>
                    <a:pt x="0" y="0"/>
                  </a:moveTo>
                  <a:lnTo>
                    <a:pt x="271516" y="207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3585896" y="3599622"/>
              <a:ext cx="1888611" cy="666083"/>
            </a:xfrm>
            <a:custGeom>
              <a:avLst/>
              <a:pathLst>
                <a:path w="1888611" h="666083">
                  <a:moveTo>
                    <a:pt x="0" y="666083"/>
                  </a:moveTo>
                  <a:lnTo>
                    <a:pt x="232769" y="545983"/>
                  </a:lnTo>
                  <a:lnTo>
                    <a:pt x="589699" y="446820"/>
                  </a:lnTo>
                  <a:lnTo>
                    <a:pt x="1375523" y="188169"/>
                  </a:lnTo>
                  <a:lnTo>
                    <a:pt x="18886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3585896" y="4596085"/>
              <a:ext cx="1363676" cy="81357"/>
            </a:xfrm>
            <a:custGeom>
              <a:avLst/>
              <a:pathLst>
                <a:path w="1363676" h="81357">
                  <a:moveTo>
                    <a:pt x="0" y="35426"/>
                  </a:moveTo>
                  <a:lnTo>
                    <a:pt x="317351" y="0"/>
                  </a:lnTo>
                  <a:lnTo>
                    <a:pt x="841650" y="24730"/>
                  </a:lnTo>
                  <a:lnTo>
                    <a:pt x="1363676" y="813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3585896" y="3337373"/>
              <a:ext cx="529639" cy="217394"/>
            </a:xfrm>
            <a:custGeom>
              <a:avLst/>
              <a:pathLst>
                <a:path w="529639" h="217394">
                  <a:moveTo>
                    <a:pt x="0" y="217394"/>
                  </a:moveTo>
                  <a:lnTo>
                    <a:pt x="5296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3585896" y="4543638"/>
              <a:ext cx="1904830" cy="53978"/>
            </a:xfrm>
            <a:custGeom>
              <a:avLst/>
              <a:pathLst>
                <a:path w="1904830" h="53978">
                  <a:moveTo>
                    <a:pt x="0" y="49160"/>
                  </a:moveTo>
                  <a:lnTo>
                    <a:pt x="895924" y="53978"/>
                  </a:lnTo>
                  <a:lnTo>
                    <a:pt x="1904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3585896" y="4253355"/>
              <a:ext cx="835602" cy="100950"/>
            </a:xfrm>
            <a:custGeom>
              <a:avLst/>
              <a:pathLst>
                <a:path w="835602" h="100950">
                  <a:moveTo>
                    <a:pt x="0" y="100950"/>
                  </a:moveTo>
                  <a:lnTo>
                    <a:pt x="8356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3585896" y="4579360"/>
              <a:ext cx="1057101" cy="43191"/>
            </a:xfrm>
            <a:custGeom>
              <a:avLst/>
              <a:pathLst>
                <a:path w="1057101" h="43191">
                  <a:moveTo>
                    <a:pt x="0" y="43191"/>
                  </a:moveTo>
                  <a:lnTo>
                    <a:pt x="529257" y="34468"/>
                  </a:lnTo>
                  <a:lnTo>
                    <a:pt x="1057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3585896" y="4597360"/>
              <a:ext cx="1176389" cy="93466"/>
            </a:xfrm>
            <a:custGeom>
              <a:avLst/>
              <a:pathLst>
                <a:path w="1176389" h="93466">
                  <a:moveTo>
                    <a:pt x="0" y="0"/>
                  </a:moveTo>
                  <a:lnTo>
                    <a:pt x="543844" y="76903"/>
                  </a:lnTo>
                  <a:lnTo>
                    <a:pt x="1176389" y="934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585896" y="4621413"/>
              <a:ext cx="937131" cy="12479"/>
            </a:xfrm>
            <a:custGeom>
              <a:avLst/>
              <a:pathLst>
                <a:path w="937131" h="12479">
                  <a:moveTo>
                    <a:pt x="0" y="0"/>
                  </a:moveTo>
                  <a:lnTo>
                    <a:pt x="313034" y="12479"/>
                  </a:lnTo>
                  <a:lnTo>
                    <a:pt x="937131" y="81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5924656" y="4576731"/>
              <a:ext cx="334622" cy="30772"/>
            </a:xfrm>
            <a:custGeom>
              <a:avLst/>
              <a:pathLst>
                <a:path w="334622" h="30772">
                  <a:moveTo>
                    <a:pt x="0" y="30772"/>
                  </a:moveTo>
                  <a:lnTo>
                    <a:pt x="3346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3585896" y="3847058"/>
              <a:ext cx="1164342" cy="454690"/>
            </a:xfrm>
            <a:custGeom>
              <a:avLst/>
              <a:pathLst>
                <a:path w="1164342" h="454690">
                  <a:moveTo>
                    <a:pt x="0" y="454690"/>
                  </a:moveTo>
                  <a:lnTo>
                    <a:pt x="11643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3585896" y="4556410"/>
              <a:ext cx="2557594" cy="67330"/>
            </a:xfrm>
            <a:custGeom>
              <a:avLst/>
              <a:pathLst>
                <a:path w="2557594" h="67330">
                  <a:moveTo>
                    <a:pt x="0" y="9753"/>
                  </a:moveTo>
                  <a:lnTo>
                    <a:pt x="856416" y="5541"/>
                  </a:lnTo>
                  <a:lnTo>
                    <a:pt x="1336402" y="0"/>
                  </a:lnTo>
                  <a:lnTo>
                    <a:pt x="1877555" y="52020"/>
                  </a:lnTo>
                  <a:lnTo>
                    <a:pt x="2557594" y="673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3585896" y="4619608"/>
              <a:ext cx="568498" cy="38574"/>
            </a:xfrm>
            <a:custGeom>
              <a:avLst/>
              <a:pathLst>
                <a:path w="568498" h="38574">
                  <a:moveTo>
                    <a:pt x="0" y="0"/>
                  </a:moveTo>
                  <a:lnTo>
                    <a:pt x="568498" y="385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3585896" y="4359731"/>
              <a:ext cx="594404" cy="214359"/>
            </a:xfrm>
            <a:custGeom>
              <a:avLst/>
              <a:pathLst>
                <a:path w="594404" h="214359">
                  <a:moveTo>
                    <a:pt x="0" y="214359"/>
                  </a:move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3585896" y="3926705"/>
              <a:ext cx="531798" cy="224748"/>
            </a:xfrm>
            <a:custGeom>
              <a:avLst/>
              <a:pathLst>
                <a:path w="531798" h="224748">
                  <a:moveTo>
                    <a:pt x="0" y="224748"/>
                  </a:moveTo>
                  <a:lnTo>
                    <a:pt x="531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124890" y="4442002"/>
              <a:ext cx="512368" cy="99385"/>
            </a:xfrm>
            <a:custGeom>
              <a:avLst/>
              <a:pathLst>
                <a:path w="512368" h="99385">
                  <a:moveTo>
                    <a:pt x="0" y="99385"/>
                  </a:moveTo>
                  <a:lnTo>
                    <a:pt x="5123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3585896" y="4594718"/>
              <a:ext cx="1581001" cy="97581"/>
            </a:xfrm>
            <a:custGeom>
              <a:avLst/>
              <a:pathLst>
                <a:path w="1581001" h="97581">
                  <a:moveTo>
                    <a:pt x="0" y="8951"/>
                  </a:moveTo>
                  <a:lnTo>
                    <a:pt x="599326" y="0"/>
                  </a:lnTo>
                  <a:lnTo>
                    <a:pt x="1052082" y="89359"/>
                  </a:lnTo>
                  <a:lnTo>
                    <a:pt x="1581001" y="975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3585896" y="3474093"/>
              <a:ext cx="330304" cy="21610"/>
            </a:xfrm>
            <a:custGeom>
              <a:avLst/>
              <a:pathLst>
                <a:path w="330304" h="21610">
                  <a:moveTo>
                    <a:pt x="0" y="0"/>
                  </a:moveTo>
                  <a:lnTo>
                    <a:pt x="330304" y="216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3585896" y="4683006"/>
              <a:ext cx="925429" cy="31576"/>
            </a:xfrm>
            <a:custGeom>
              <a:avLst/>
              <a:pathLst>
                <a:path w="925429" h="31576">
                  <a:moveTo>
                    <a:pt x="0" y="0"/>
                  </a:moveTo>
                  <a:lnTo>
                    <a:pt x="925429" y="315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3585896" y="4115982"/>
              <a:ext cx="2089052" cy="338910"/>
            </a:xfrm>
            <a:custGeom>
              <a:avLst/>
              <a:pathLst>
                <a:path w="2089052" h="338910">
                  <a:moveTo>
                    <a:pt x="0" y="338910"/>
                  </a:moveTo>
                  <a:lnTo>
                    <a:pt x="709899" y="257380"/>
                  </a:lnTo>
                  <a:lnTo>
                    <a:pt x="1062156" y="255871"/>
                  </a:lnTo>
                  <a:lnTo>
                    <a:pt x="1586039" y="248764"/>
                  </a:lnTo>
                  <a:lnTo>
                    <a:pt x="2089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3585896" y="4587767"/>
              <a:ext cx="859729" cy="17237"/>
            </a:xfrm>
            <a:custGeom>
              <a:avLst/>
              <a:pathLst>
                <a:path w="859729" h="17237">
                  <a:moveTo>
                    <a:pt x="0" y="17237"/>
                  </a:moveTo>
                  <a:lnTo>
                    <a:pt x="8597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210525" y="2444333"/>
              <a:ext cx="427453" cy="571381"/>
            </a:xfrm>
            <a:custGeom>
              <a:avLst/>
              <a:pathLst>
                <a:path w="427453" h="571381">
                  <a:moveTo>
                    <a:pt x="0" y="571381"/>
                  </a:moveTo>
                  <a:lnTo>
                    <a:pt x="4274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3585896" y="4607824"/>
              <a:ext cx="1585545" cy="39279"/>
            </a:xfrm>
            <a:custGeom>
              <a:avLst/>
              <a:pathLst>
                <a:path w="1585545" h="39279">
                  <a:moveTo>
                    <a:pt x="0" y="3450"/>
                  </a:moveTo>
                  <a:lnTo>
                    <a:pt x="533463" y="39279"/>
                  </a:lnTo>
                  <a:lnTo>
                    <a:pt x="1072172" y="0"/>
                  </a:lnTo>
                  <a:lnTo>
                    <a:pt x="1585545" y="275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3585896" y="4600402"/>
              <a:ext cx="1314957" cy="2721"/>
            </a:xfrm>
            <a:custGeom>
              <a:avLst/>
              <a:pathLst>
                <a:path w="1314957" h="2721">
                  <a:moveTo>
                    <a:pt x="0" y="835"/>
                  </a:moveTo>
                  <a:lnTo>
                    <a:pt x="791580" y="2721"/>
                  </a:lnTo>
                  <a:lnTo>
                    <a:pt x="13149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3585896" y="4286735"/>
              <a:ext cx="1575221" cy="198858"/>
            </a:xfrm>
            <a:custGeom>
              <a:avLst/>
              <a:pathLst>
                <a:path w="1575221" h="198858">
                  <a:moveTo>
                    <a:pt x="0" y="198858"/>
                  </a:moveTo>
                  <a:lnTo>
                    <a:pt x="563331" y="161355"/>
                  </a:lnTo>
                  <a:lnTo>
                    <a:pt x="1071511" y="105304"/>
                  </a:lnTo>
                  <a:lnTo>
                    <a:pt x="15752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135004" y="3516376"/>
              <a:ext cx="246070" cy="12716"/>
            </a:xfrm>
            <a:custGeom>
              <a:avLst/>
              <a:pathLst>
                <a:path w="246070" h="12716">
                  <a:moveTo>
                    <a:pt x="0" y="12716"/>
                  </a:moveTo>
                  <a:lnTo>
                    <a:pt x="2460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3585896" y="3702744"/>
              <a:ext cx="2213546" cy="501238"/>
            </a:xfrm>
            <a:custGeom>
              <a:avLst/>
              <a:pathLst>
                <a:path w="2213546" h="501238">
                  <a:moveTo>
                    <a:pt x="0" y="501238"/>
                  </a:moveTo>
                  <a:lnTo>
                    <a:pt x="1077268" y="244963"/>
                  </a:lnTo>
                  <a:lnTo>
                    <a:pt x="1636412" y="55820"/>
                  </a:lnTo>
                  <a:lnTo>
                    <a:pt x="2213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3585896" y="4636450"/>
              <a:ext cx="557704" cy="635"/>
            </a:xfrm>
            <a:custGeom>
              <a:avLst/>
              <a:pathLst>
                <a:path w="557704" h="635">
                  <a:moveTo>
                    <a:pt x="0" y="635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3585896" y="3892374"/>
              <a:ext cx="594404" cy="47921"/>
            </a:xfrm>
            <a:custGeom>
              <a:avLst/>
              <a:pathLst>
                <a:path w="594404" h="47921">
                  <a:moveTo>
                    <a:pt x="0" y="0"/>
                  </a:moveTo>
                  <a:lnTo>
                    <a:pt x="594404" y="479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3873629" y="3615238"/>
              <a:ext cx="271410" cy="62442"/>
            </a:xfrm>
            <a:custGeom>
              <a:avLst/>
              <a:pathLst>
                <a:path w="271410" h="62442">
                  <a:moveTo>
                    <a:pt x="0" y="0"/>
                  </a:moveTo>
                  <a:lnTo>
                    <a:pt x="271410" y="624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3847837" y="2730330"/>
              <a:ext cx="845551" cy="565997"/>
            </a:xfrm>
            <a:custGeom>
              <a:avLst/>
              <a:pathLst>
                <a:path w="845551" h="565997">
                  <a:moveTo>
                    <a:pt x="0" y="284769"/>
                  </a:moveTo>
                  <a:lnTo>
                    <a:pt x="271642" y="0"/>
                  </a:lnTo>
                  <a:lnTo>
                    <a:pt x="544031" y="377482"/>
                  </a:lnTo>
                  <a:lnTo>
                    <a:pt x="845551" y="5659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3875902" y="3378889"/>
              <a:ext cx="2378281" cy="816563"/>
            </a:xfrm>
            <a:custGeom>
              <a:avLst/>
              <a:pathLst>
                <a:path w="2378281" h="816563">
                  <a:moveTo>
                    <a:pt x="0" y="777214"/>
                  </a:moveTo>
                  <a:lnTo>
                    <a:pt x="233875" y="816563"/>
                  </a:lnTo>
                  <a:lnTo>
                    <a:pt x="548349" y="612275"/>
                  </a:lnTo>
                  <a:lnTo>
                    <a:pt x="801654" y="559450"/>
                  </a:lnTo>
                  <a:lnTo>
                    <a:pt x="1551546" y="236901"/>
                  </a:lnTo>
                  <a:lnTo>
                    <a:pt x="2055949" y="22077"/>
                  </a:lnTo>
                  <a:lnTo>
                    <a:pt x="23782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3857912" y="2123728"/>
              <a:ext cx="875775" cy="818579"/>
            </a:xfrm>
            <a:custGeom>
              <a:avLst/>
              <a:pathLst>
                <a:path w="875775" h="818579">
                  <a:moveTo>
                    <a:pt x="0" y="315069"/>
                  </a:moveTo>
                  <a:lnTo>
                    <a:pt x="341972" y="0"/>
                  </a:lnTo>
                  <a:lnTo>
                    <a:pt x="604479" y="712139"/>
                  </a:lnTo>
                  <a:lnTo>
                    <a:pt x="875775" y="8185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3585896" y="4564796"/>
              <a:ext cx="813888" cy="21419"/>
            </a:xfrm>
            <a:custGeom>
              <a:avLst/>
              <a:pathLst>
                <a:path w="813888" h="21419">
                  <a:moveTo>
                    <a:pt x="0" y="21419"/>
                  </a:moveTo>
                  <a:lnTo>
                    <a:pt x="8138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3585896" y="4528799"/>
              <a:ext cx="347412" cy="24220"/>
            </a:xfrm>
            <a:custGeom>
              <a:avLst/>
              <a:pathLst>
                <a:path w="347412" h="24220">
                  <a:moveTo>
                    <a:pt x="0" y="0"/>
                  </a:moveTo>
                  <a:lnTo>
                    <a:pt x="347412" y="242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3585896" y="4401040"/>
              <a:ext cx="830439" cy="190296"/>
            </a:xfrm>
            <a:custGeom>
              <a:avLst/>
              <a:pathLst>
                <a:path w="830439" h="190296">
                  <a:moveTo>
                    <a:pt x="0" y="187963"/>
                  </a:moveTo>
                  <a:lnTo>
                    <a:pt x="275377" y="190296"/>
                  </a:lnTo>
                  <a:lnTo>
                    <a:pt x="557704" y="0"/>
                  </a:lnTo>
                  <a:lnTo>
                    <a:pt x="830439" y="1812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91149" y="3838215"/>
              <a:ext cx="251146" cy="90187"/>
            </a:xfrm>
            <a:custGeom>
              <a:avLst/>
              <a:pathLst>
                <a:path w="251146" h="90187">
                  <a:moveTo>
                    <a:pt x="0" y="0"/>
                  </a:moveTo>
                  <a:lnTo>
                    <a:pt x="251146" y="901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3585896" y="4571873"/>
              <a:ext cx="284581" cy="12528"/>
            </a:xfrm>
            <a:custGeom>
              <a:avLst/>
              <a:pathLst>
                <a:path w="284581" h="12528">
                  <a:moveTo>
                    <a:pt x="0" y="0"/>
                  </a:moveTo>
                  <a:lnTo>
                    <a:pt x="284581" y="125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3585896" y="4365307"/>
              <a:ext cx="1581001" cy="167559"/>
            </a:xfrm>
            <a:custGeom>
              <a:avLst/>
              <a:pathLst>
                <a:path w="1581001" h="167559">
                  <a:moveTo>
                    <a:pt x="0" y="167559"/>
                  </a:moveTo>
                  <a:lnTo>
                    <a:pt x="599326" y="86397"/>
                  </a:lnTo>
                  <a:lnTo>
                    <a:pt x="1011783" y="95004"/>
                  </a:lnTo>
                  <a:lnTo>
                    <a:pt x="15810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3585896" y="4311019"/>
              <a:ext cx="2423820" cy="248557"/>
            </a:xfrm>
            <a:custGeom>
              <a:avLst/>
              <a:pathLst>
                <a:path w="2423820" h="248557">
                  <a:moveTo>
                    <a:pt x="0" y="248557"/>
                  </a:moveTo>
                  <a:lnTo>
                    <a:pt x="795323" y="202108"/>
                  </a:lnTo>
                  <a:lnTo>
                    <a:pt x="1282505" y="129993"/>
                  </a:lnTo>
                  <a:lnTo>
                    <a:pt x="1861798" y="101521"/>
                  </a:lnTo>
                  <a:lnTo>
                    <a:pt x="24238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3585896" y="3135082"/>
              <a:ext cx="271793" cy="59964"/>
            </a:xfrm>
            <a:custGeom>
              <a:avLst/>
              <a:pathLst>
                <a:path w="271793" h="59964">
                  <a:moveTo>
                    <a:pt x="0" y="0"/>
                  </a:moveTo>
                  <a:lnTo>
                    <a:pt x="271793" y="599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3585896" y="4394308"/>
              <a:ext cx="1600431" cy="39033"/>
            </a:xfrm>
            <a:custGeom>
              <a:avLst/>
              <a:pathLst>
                <a:path w="1600431" h="39033">
                  <a:moveTo>
                    <a:pt x="0" y="39033"/>
                  </a:moveTo>
                  <a:lnTo>
                    <a:pt x="1188784" y="24464"/>
                  </a:lnTo>
                  <a:lnTo>
                    <a:pt x="1600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3585896" y="4090729"/>
              <a:ext cx="506965" cy="283983"/>
            </a:xfrm>
            <a:custGeom>
              <a:avLst/>
              <a:pathLst>
                <a:path w="506965" h="283983">
                  <a:moveTo>
                    <a:pt x="0" y="283983"/>
                  </a:moveTo>
                  <a:lnTo>
                    <a:pt x="506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3585896" y="4617973"/>
              <a:ext cx="523471" cy="67"/>
            </a:xfrm>
            <a:custGeom>
              <a:avLst/>
              <a:pathLst>
                <a:path w="523471" h="67">
                  <a:moveTo>
                    <a:pt x="0" y="67"/>
                  </a:moveTo>
                  <a:lnTo>
                    <a:pt x="523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3585896" y="4596247"/>
              <a:ext cx="649095" cy="95263"/>
            </a:xfrm>
            <a:custGeom>
              <a:avLst/>
              <a:pathLst>
                <a:path w="649095" h="95263">
                  <a:moveTo>
                    <a:pt x="0" y="0"/>
                  </a:moveTo>
                  <a:lnTo>
                    <a:pt x="649095" y="952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3585896" y="4623341"/>
              <a:ext cx="1420526" cy="18762"/>
            </a:xfrm>
            <a:custGeom>
              <a:avLst/>
              <a:pathLst>
                <a:path w="1420526" h="18762">
                  <a:moveTo>
                    <a:pt x="0" y="0"/>
                  </a:moveTo>
                  <a:lnTo>
                    <a:pt x="1420526" y="187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3585896" y="4361527"/>
              <a:ext cx="790141" cy="101194"/>
            </a:xfrm>
            <a:custGeom>
              <a:avLst/>
              <a:pathLst>
                <a:path w="790141" h="101194">
                  <a:moveTo>
                    <a:pt x="0" y="101194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3585896" y="4606693"/>
              <a:ext cx="507047" cy="21433"/>
            </a:xfrm>
            <a:custGeom>
              <a:avLst/>
              <a:pathLst>
                <a:path w="507047" h="21433">
                  <a:moveTo>
                    <a:pt x="0" y="0"/>
                  </a:moveTo>
                  <a:lnTo>
                    <a:pt x="507047" y="214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3585896" y="4589734"/>
              <a:ext cx="649095" cy="582"/>
            </a:xfrm>
            <a:custGeom>
              <a:avLst/>
              <a:pathLst>
                <a:path w="649095" h="582">
                  <a:moveTo>
                    <a:pt x="0" y="0"/>
                  </a:moveTo>
                  <a:lnTo>
                    <a:pt x="649095" y="5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3585896" y="3434717"/>
              <a:ext cx="272540" cy="46732"/>
            </a:xfrm>
            <a:custGeom>
              <a:avLst/>
              <a:pathLst>
                <a:path w="272540" h="46732">
                  <a:moveTo>
                    <a:pt x="0" y="46732"/>
                  </a:moveTo>
                  <a:lnTo>
                    <a:pt x="272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3585896" y="3229224"/>
              <a:ext cx="569178" cy="138332"/>
            </a:xfrm>
            <a:custGeom>
              <a:avLst/>
              <a:pathLst>
                <a:path w="569178" h="138332">
                  <a:moveTo>
                    <a:pt x="0" y="138332"/>
                  </a:moveTo>
                  <a:lnTo>
                    <a:pt x="267698" y="0"/>
                  </a:lnTo>
                  <a:lnTo>
                    <a:pt x="569178" y="938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5438914" y="4626147"/>
              <a:ext cx="533656" cy="19940"/>
            </a:xfrm>
            <a:custGeom>
              <a:avLst/>
              <a:pathLst>
                <a:path w="533656" h="19940">
                  <a:moveTo>
                    <a:pt x="0" y="19940"/>
                  </a:moveTo>
                  <a:lnTo>
                    <a:pt x="5336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649492" y="4521145"/>
              <a:ext cx="1046325" cy="76413"/>
            </a:xfrm>
            <a:custGeom>
              <a:avLst/>
              <a:pathLst>
                <a:path w="1046325" h="76413">
                  <a:moveTo>
                    <a:pt x="0" y="76413"/>
                  </a:moveTo>
                  <a:lnTo>
                    <a:pt x="522442" y="30021"/>
                  </a:lnTo>
                  <a:lnTo>
                    <a:pt x="10463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3585896" y="3332327"/>
              <a:ext cx="315822" cy="171004"/>
            </a:xfrm>
            <a:custGeom>
              <a:avLst/>
              <a:pathLst>
                <a:path w="315822" h="171004">
                  <a:moveTo>
                    <a:pt x="0" y="0"/>
                  </a:moveTo>
                  <a:lnTo>
                    <a:pt x="315822" y="1710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3585896" y="2989499"/>
              <a:ext cx="540433" cy="232151"/>
            </a:xfrm>
            <a:custGeom>
              <a:avLst/>
              <a:pathLst>
                <a:path w="540433" h="232151">
                  <a:moveTo>
                    <a:pt x="0" y="0"/>
                  </a:moveTo>
                  <a:lnTo>
                    <a:pt x="273455" y="150925"/>
                  </a:lnTo>
                  <a:lnTo>
                    <a:pt x="540433" y="2321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3585896" y="3643130"/>
              <a:ext cx="566892" cy="91690"/>
            </a:xfrm>
            <a:custGeom>
              <a:avLst/>
              <a:pathLst>
                <a:path w="566892" h="91690">
                  <a:moveTo>
                    <a:pt x="0" y="91690"/>
                  </a:moveTo>
                  <a:lnTo>
                    <a:pt x="238746" y="0"/>
                  </a:lnTo>
                  <a:lnTo>
                    <a:pt x="566892" y="115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05488" y="3491828"/>
              <a:ext cx="749842" cy="65556"/>
            </a:xfrm>
            <a:custGeom>
              <a:avLst/>
              <a:pathLst>
                <a:path w="749842" h="65556">
                  <a:moveTo>
                    <a:pt x="0" y="12555"/>
                  </a:moveTo>
                  <a:lnTo>
                    <a:pt x="477826" y="0"/>
                  </a:lnTo>
                  <a:lnTo>
                    <a:pt x="749842" y="655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3585896" y="4546643"/>
              <a:ext cx="533237" cy="57984"/>
            </a:xfrm>
            <a:custGeom>
              <a:avLst/>
              <a:pathLst>
                <a:path w="533237" h="57984">
                  <a:moveTo>
                    <a:pt x="0" y="0"/>
                  </a:moveTo>
                  <a:lnTo>
                    <a:pt x="533237" y="579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3585896" y="4080299"/>
              <a:ext cx="629149" cy="270987"/>
            </a:xfrm>
            <a:custGeom>
              <a:avLst/>
              <a:pathLst>
                <a:path w="629149" h="270987">
                  <a:moveTo>
                    <a:pt x="0" y="270987"/>
                  </a:moveTo>
                  <a:lnTo>
                    <a:pt x="6291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174821" y="4576080"/>
              <a:ext cx="971701" cy="20233"/>
            </a:xfrm>
            <a:custGeom>
              <a:avLst/>
              <a:pathLst>
                <a:path w="971701" h="20233">
                  <a:moveTo>
                    <a:pt x="0" y="20233"/>
                  </a:moveTo>
                  <a:lnTo>
                    <a:pt x="216327" y="9255"/>
                  </a:lnTo>
                  <a:lnTo>
                    <a:pt x="514969" y="11477"/>
                  </a:lnTo>
                  <a:lnTo>
                    <a:pt x="971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3585896" y="4559968"/>
              <a:ext cx="790860" cy="20374"/>
            </a:xfrm>
            <a:custGeom>
              <a:avLst/>
              <a:pathLst>
                <a:path w="790860" h="20374">
                  <a:moveTo>
                    <a:pt x="0" y="0"/>
                  </a:moveTo>
                  <a:lnTo>
                    <a:pt x="790860" y="203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3585896" y="3792987"/>
              <a:ext cx="297202" cy="26941"/>
            </a:xfrm>
            <a:custGeom>
              <a:avLst/>
              <a:pathLst>
                <a:path w="297202" h="26941">
                  <a:moveTo>
                    <a:pt x="0" y="0"/>
                  </a:moveTo>
                  <a:lnTo>
                    <a:pt x="297202" y="269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149013" y="2858796"/>
              <a:ext cx="795897" cy="232097"/>
            </a:xfrm>
            <a:custGeom>
              <a:avLst/>
              <a:pathLst>
                <a:path w="795897" h="232097">
                  <a:moveTo>
                    <a:pt x="0" y="232097"/>
                  </a:moveTo>
                  <a:lnTo>
                    <a:pt x="498290" y="0"/>
                  </a:lnTo>
                  <a:lnTo>
                    <a:pt x="795897" y="150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3585896" y="3534310"/>
              <a:ext cx="276555" cy="369765"/>
            </a:xfrm>
            <a:custGeom>
              <a:avLst/>
              <a:pathLst>
                <a:path w="276555" h="369765">
                  <a:moveTo>
                    <a:pt x="0" y="369765"/>
                  </a:moveTo>
                  <a:lnTo>
                    <a:pt x="27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3585896" y="4495074"/>
              <a:ext cx="541153" cy="87655"/>
            </a:xfrm>
            <a:custGeom>
              <a:avLst/>
              <a:pathLst>
                <a:path w="541153" h="87655">
                  <a:moveTo>
                    <a:pt x="0" y="87655"/>
                  </a:moveTo>
                  <a:lnTo>
                    <a:pt x="262981" y="31553"/>
                  </a:lnTo>
                  <a:lnTo>
                    <a:pt x="5411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3585896" y="4144438"/>
              <a:ext cx="613905" cy="95367"/>
            </a:xfrm>
            <a:custGeom>
              <a:avLst/>
              <a:pathLst>
                <a:path w="613905" h="95367">
                  <a:moveTo>
                    <a:pt x="0" y="95367"/>
                  </a:moveTo>
                  <a:lnTo>
                    <a:pt x="6139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6235531" y="4613261"/>
              <a:ext cx="522442" cy="58172"/>
            </a:xfrm>
            <a:custGeom>
              <a:avLst/>
              <a:pathLst>
                <a:path w="522442" h="58172">
                  <a:moveTo>
                    <a:pt x="0" y="0"/>
                  </a:moveTo>
                  <a:lnTo>
                    <a:pt x="522442" y="581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3585896" y="4096760"/>
              <a:ext cx="295877" cy="124723"/>
            </a:xfrm>
            <a:custGeom>
              <a:avLst/>
              <a:pathLst>
                <a:path w="295877" h="124723">
                  <a:moveTo>
                    <a:pt x="0" y="124723"/>
                  </a:moveTo>
                  <a:lnTo>
                    <a:pt x="2958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3585896" y="4598363"/>
              <a:ext cx="578573" cy="25465"/>
            </a:xfrm>
            <a:custGeom>
              <a:avLst/>
              <a:pathLst>
                <a:path w="578573" h="25465">
                  <a:moveTo>
                    <a:pt x="0" y="0"/>
                  </a:moveTo>
                  <a:lnTo>
                    <a:pt x="578573" y="254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149377" y="4642553"/>
              <a:ext cx="518738" cy="8032"/>
            </a:xfrm>
            <a:custGeom>
              <a:avLst/>
              <a:pathLst>
                <a:path w="518738" h="8032">
                  <a:moveTo>
                    <a:pt x="0" y="0"/>
                  </a:moveTo>
                  <a:lnTo>
                    <a:pt x="518738" y="80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3585896" y="4328709"/>
              <a:ext cx="815512" cy="119328"/>
            </a:xfrm>
            <a:custGeom>
              <a:avLst/>
              <a:pathLst>
                <a:path w="815512" h="119328">
                  <a:moveTo>
                    <a:pt x="0" y="119328"/>
                  </a:moveTo>
                  <a:lnTo>
                    <a:pt x="8155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3585896" y="3626566"/>
              <a:ext cx="296807" cy="194291"/>
            </a:xfrm>
            <a:custGeom>
              <a:avLst/>
              <a:pathLst>
                <a:path w="296807" h="194291">
                  <a:moveTo>
                    <a:pt x="0" y="0"/>
                  </a:moveTo>
                  <a:lnTo>
                    <a:pt x="296807" y="1942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3585896" y="3086150"/>
              <a:ext cx="317351" cy="204483"/>
            </a:xfrm>
            <a:custGeom>
              <a:avLst/>
              <a:pathLst>
                <a:path w="317351" h="204483">
                  <a:moveTo>
                    <a:pt x="0" y="0"/>
                  </a:moveTo>
                  <a:lnTo>
                    <a:pt x="317351" y="2044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3585896" y="3430743"/>
              <a:ext cx="1118287" cy="372610"/>
            </a:xfrm>
            <a:custGeom>
              <a:avLst/>
              <a:pathLst>
                <a:path w="1118287" h="372610">
                  <a:moveTo>
                    <a:pt x="0" y="86619"/>
                  </a:moveTo>
                  <a:lnTo>
                    <a:pt x="311372" y="0"/>
                  </a:lnTo>
                  <a:lnTo>
                    <a:pt x="609516" y="271291"/>
                  </a:lnTo>
                  <a:lnTo>
                    <a:pt x="1118287" y="3726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3585896" y="4611796"/>
              <a:ext cx="1048484" cy="33654"/>
            </a:xfrm>
            <a:custGeom>
              <a:avLst/>
              <a:pathLst>
                <a:path w="1048484" h="33654">
                  <a:moveTo>
                    <a:pt x="0" y="0"/>
                  </a:moveTo>
                  <a:lnTo>
                    <a:pt x="595503" y="33654"/>
                  </a:lnTo>
                  <a:lnTo>
                    <a:pt x="1048484" y="140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3585896" y="4604962"/>
              <a:ext cx="1227580" cy="10634"/>
            </a:xfrm>
            <a:custGeom>
              <a:avLst/>
              <a:pathLst>
                <a:path w="1227580" h="10634">
                  <a:moveTo>
                    <a:pt x="0" y="0"/>
                  </a:moveTo>
                  <a:lnTo>
                    <a:pt x="1227580" y="106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3585896" y="4611085"/>
              <a:ext cx="1344597" cy="76287"/>
            </a:xfrm>
            <a:custGeom>
              <a:avLst/>
              <a:pathLst>
                <a:path w="1344597" h="76287">
                  <a:moveTo>
                    <a:pt x="0" y="0"/>
                  </a:moveTo>
                  <a:lnTo>
                    <a:pt x="580012" y="48418"/>
                  </a:lnTo>
                  <a:lnTo>
                    <a:pt x="1344597" y="762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135136" y="4620136"/>
              <a:ext cx="1064995" cy="96364"/>
            </a:xfrm>
            <a:custGeom>
              <a:avLst/>
              <a:pathLst>
                <a:path w="1064995" h="96364">
                  <a:moveTo>
                    <a:pt x="0" y="0"/>
                  </a:moveTo>
                  <a:lnTo>
                    <a:pt x="537383" y="71098"/>
                  </a:lnTo>
                  <a:lnTo>
                    <a:pt x="1064995" y="963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3585896" y="4561579"/>
              <a:ext cx="932625" cy="31144"/>
            </a:xfrm>
            <a:custGeom>
              <a:avLst/>
              <a:pathLst>
                <a:path w="932625" h="31144">
                  <a:moveTo>
                    <a:pt x="0" y="31144"/>
                  </a:moveTo>
                  <a:lnTo>
                    <a:pt x="932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45491" y="4555075"/>
              <a:ext cx="961654" cy="18847"/>
            </a:xfrm>
            <a:custGeom>
              <a:avLst/>
              <a:pathLst>
                <a:path w="961654" h="18847">
                  <a:moveTo>
                    <a:pt x="0" y="18847"/>
                  </a:moveTo>
                  <a:lnTo>
                    <a:pt x="392486" y="18441"/>
                  </a:lnTo>
                  <a:lnTo>
                    <a:pt x="9616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3585896" y="4330004"/>
              <a:ext cx="1097418" cy="97346"/>
            </a:xfrm>
            <a:custGeom>
              <a:avLst/>
              <a:pathLst>
                <a:path w="1097418" h="97346">
                  <a:moveTo>
                    <a:pt x="0" y="97346"/>
                  </a:moveTo>
                  <a:lnTo>
                    <a:pt x="663488" y="54711"/>
                  </a:lnTo>
                  <a:lnTo>
                    <a:pt x="10974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3585896" y="4560965"/>
              <a:ext cx="579292" cy="14691"/>
            </a:xfrm>
            <a:custGeom>
              <a:avLst/>
              <a:pathLst>
                <a:path w="579292" h="14691">
                  <a:moveTo>
                    <a:pt x="0" y="14691"/>
                  </a:moveTo>
                  <a:lnTo>
                    <a:pt x="579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3585896" y="4099038"/>
              <a:ext cx="1374441" cy="220240"/>
            </a:xfrm>
            <a:custGeom>
              <a:avLst/>
              <a:pathLst>
                <a:path w="1374441" h="220240">
                  <a:moveTo>
                    <a:pt x="0" y="0"/>
                  </a:moveTo>
                  <a:lnTo>
                    <a:pt x="1374441" y="2202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3585896" y="4626504"/>
              <a:ext cx="1635753" cy="73631"/>
            </a:xfrm>
            <a:custGeom>
              <a:avLst/>
              <a:pathLst>
                <a:path w="1635753" h="73631">
                  <a:moveTo>
                    <a:pt x="0" y="0"/>
                  </a:moveTo>
                  <a:lnTo>
                    <a:pt x="543372" y="41195"/>
                  </a:lnTo>
                  <a:lnTo>
                    <a:pt x="1227903" y="73631"/>
                  </a:lnTo>
                  <a:lnTo>
                    <a:pt x="1635753" y="590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3585896" y="4573723"/>
              <a:ext cx="266838" cy="11338"/>
            </a:xfrm>
            <a:custGeom>
              <a:avLst/>
              <a:pathLst>
                <a:path w="266838" h="11338">
                  <a:moveTo>
                    <a:pt x="0" y="0"/>
                  </a:moveTo>
                  <a:lnTo>
                    <a:pt x="266838" y="113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3585896" y="3923413"/>
              <a:ext cx="528229" cy="186909"/>
            </a:xfrm>
            <a:custGeom>
              <a:avLst/>
              <a:pathLst>
                <a:path w="528229" h="186909">
                  <a:moveTo>
                    <a:pt x="0" y="186909"/>
                  </a:moveTo>
                  <a:lnTo>
                    <a:pt x="266288" y="25194"/>
                  </a:lnTo>
                  <a:lnTo>
                    <a:pt x="5282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3585896" y="4522896"/>
              <a:ext cx="2154537" cy="62515"/>
            </a:xfrm>
            <a:custGeom>
              <a:avLst/>
              <a:pathLst>
                <a:path w="2154537" h="62515">
                  <a:moveTo>
                    <a:pt x="0" y="0"/>
                  </a:moveTo>
                  <a:lnTo>
                    <a:pt x="709899" y="29138"/>
                  </a:lnTo>
                  <a:lnTo>
                    <a:pt x="1052082" y="40899"/>
                  </a:lnTo>
                  <a:lnTo>
                    <a:pt x="1636388" y="62515"/>
                  </a:lnTo>
                  <a:lnTo>
                    <a:pt x="2154537" y="239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3585896" y="2610306"/>
              <a:ext cx="265334" cy="58048"/>
            </a:xfrm>
            <a:custGeom>
              <a:avLst/>
              <a:pathLst>
                <a:path w="265334" h="58048">
                  <a:moveTo>
                    <a:pt x="0" y="58048"/>
                  </a:moveTo>
                  <a:lnTo>
                    <a:pt x="2653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3585896" y="4037723"/>
              <a:ext cx="498369" cy="144295"/>
            </a:xfrm>
            <a:custGeom>
              <a:avLst/>
              <a:pathLst>
                <a:path w="498369" h="144295">
                  <a:moveTo>
                    <a:pt x="0" y="144295"/>
                  </a:moveTo>
                  <a:lnTo>
                    <a:pt x="498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3585896" y="4030421"/>
              <a:ext cx="905999" cy="434561"/>
            </a:xfrm>
            <a:custGeom>
              <a:avLst/>
              <a:pathLst>
                <a:path w="905999" h="434561">
                  <a:moveTo>
                    <a:pt x="0" y="434561"/>
                  </a:moveTo>
                  <a:lnTo>
                    <a:pt x="9059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3585896" y="4423382"/>
              <a:ext cx="523292" cy="1507"/>
            </a:xfrm>
            <a:custGeom>
              <a:avLst/>
              <a:pathLst>
                <a:path w="523292" h="1507">
                  <a:moveTo>
                    <a:pt x="0" y="1507"/>
                  </a:moveTo>
                  <a:lnTo>
                    <a:pt x="523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350605" y="4516395"/>
              <a:ext cx="1584599" cy="67930"/>
            </a:xfrm>
            <a:custGeom>
              <a:avLst/>
              <a:pathLst>
                <a:path w="1584599" h="67930">
                  <a:moveTo>
                    <a:pt x="0" y="0"/>
                  </a:moveTo>
                  <a:lnTo>
                    <a:pt x="544031" y="62448"/>
                  </a:lnTo>
                  <a:lnTo>
                    <a:pt x="1057839" y="56976"/>
                  </a:lnTo>
                  <a:lnTo>
                    <a:pt x="1584599" y="679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3585896" y="3282551"/>
              <a:ext cx="1315462" cy="359717"/>
            </a:xfrm>
            <a:custGeom>
              <a:avLst/>
              <a:pathLst>
                <a:path w="1315462" h="359717">
                  <a:moveTo>
                    <a:pt x="0" y="359717"/>
                  </a:moveTo>
                  <a:lnTo>
                    <a:pt x="530142" y="216221"/>
                  </a:lnTo>
                  <a:lnTo>
                    <a:pt x="796617" y="20282"/>
                  </a:lnTo>
                  <a:lnTo>
                    <a:pt x="1077268" y="59908"/>
                  </a:lnTo>
                  <a:lnTo>
                    <a:pt x="1315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3585896" y="4279384"/>
              <a:ext cx="1077196" cy="173499"/>
            </a:xfrm>
            <a:custGeom>
              <a:avLst/>
              <a:pathLst>
                <a:path w="1077196" h="173499">
                  <a:moveTo>
                    <a:pt x="0" y="173499"/>
                  </a:moveTo>
                  <a:lnTo>
                    <a:pt x="528728" y="0"/>
                  </a:lnTo>
                  <a:lnTo>
                    <a:pt x="1077196" y="93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3585896" y="4609723"/>
              <a:ext cx="1526310" cy="20059"/>
            </a:xfrm>
            <a:custGeom>
              <a:avLst/>
              <a:pathLst>
                <a:path w="1526310" h="20059">
                  <a:moveTo>
                    <a:pt x="0" y="0"/>
                  </a:moveTo>
                  <a:lnTo>
                    <a:pt x="327426" y="11354"/>
                  </a:lnTo>
                  <a:lnTo>
                    <a:pt x="1526310" y="200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899919" y="4105269"/>
              <a:ext cx="618930" cy="109735"/>
            </a:xfrm>
            <a:custGeom>
              <a:avLst/>
              <a:pathLst>
                <a:path w="618930" h="109735">
                  <a:moveTo>
                    <a:pt x="0" y="109735"/>
                  </a:moveTo>
                  <a:lnTo>
                    <a:pt x="618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3585896" y="4644911"/>
              <a:ext cx="790860" cy="7013"/>
            </a:xfrm>
            <a:custGeom>
              <a:avLst/>
              <a:pathLst>
                <a:path w="790860" h="7013">
                  <a:moveTo>
                    <a:pt x="0" y="0"/>
                  </a:moveTo>
                  <a:lnTo>
                    <a:pt x="790860" y="70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3585896" y="4604086"/>
              <a:ext cx="1530508" cy="18836"/>
            </a:xfrm>
            <a:custGeom>
              <a:avLst/>
              <a:pathLst>
                <a:path w="1530508" h="18836">
                  <a:moveTo>
                    <a:pt x="0" y="0"/>
                  </a:moveTo>
                  <a:lnTo>
                    <a:pt x="844832" y="4707"/>
                  </a:lnTo>
                  <a:lnTo>
                    <a:pt x="1530508" y="188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3585896" y="3121152"/>
              <a:ext cx="1096698" cy="529966"/>
            </a:xfrm>
            <a:custGeom>
              <a:avLst/>
              <a:pathLst>
                <a:path w="1096698" h="529966">
                  <a:moveTo>
                    <a:pt x="0" y="0"/>
                  </a:moveTo>
                  <a:lnTo>
                    <a:pt x="256903" y="7336"/>
                  </a:lnTo>
                  <a:lnTo>
                    <a:pt x="543695" y="240758"/>
                  </a:lnTo>
                  <a:lnTo>
                    <a:pt x="789421" y="458673"/>
                  </a:lnTo>
                  <a:lnTo>
                    <a:pt x="1096698" y="5299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481821" y="4521212"/>
              <a:ext cx="982279" cy="27598"/>
            </a:xfrm>
            <a:custGeom>
              <a:avLst/>
              <a:pathLst>
                <a:path w="982279" h="27598">
                  <a:moveTo>
                    <a:pt x="0" y="27598"/>
                  </a:moveTo>
                  <a:lnTo>
                    <a:pt x="466155" y="19652"/>
                  </a:lnTo>
                  <a:lnTo>
                    <a:pt x="9822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4114096" y="3714822"/>
              <a:ext cx="266978" cy="12436"/>
            </a:xfrm>
            <a:custGeom>
              <a:avLst/>
              <a:pathLst>
                <a:path w="266978" h="12436">
                  <a:moveTo>
                    <a:pt x="0" y="0"/>
                  </a:moveTo>
                  <a:lnTo>
                    <a:pt x="266978" y="124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3585896" y="4552924"/>
              <a:ext cx="1598992" cy="69955"/>
            </a:xfrm>
            <a:custGeom>
              <a:avLst/>
              <a:pathLst>
                <a:path w="1598992" h="69955">
                  <a:moveTo>
                    <a:pt x="0" y="0"/>
                  </a:moveTo>
                  <a:lnTo>
                    <a:pt x="543311" y="69955"/>
                  </a:lnTo>
                  <a:lnTo>
                    <a:pt x="1057119" y="30511"/>
                  </a:lnTo>
                  <a:lnTo>
                    <a:pt x="1598992" y="397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3585896" y="3662575"/>
              <a:ext cx="639021" cy="72315"/>
            </a:xfrm>
            <a:custGeom>
              <a:avLst/>
              <a:pathLst>
                <a:path w="639021" h="72315">
                  <a:moveTo>
                    <a:pt x="0" y="0"/>
                  </a:moveTo>
                  <a:lnTo>
                    <a:pt x="312277" y="3694"/>
                  </a:lnTo>
                  <a:lnTo>
                    <a:pt x="639021" y="723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3585896" y="4578408"/>
              <a:ext cx="1021858" cy="77105"/>
            </a:xfrm>
            <a:custGeom>
              <a:avLst/>
              <a:pathLst>
                <a:path w="1021858" h="77105">
                  <a:moveTo>
                    <a:pt x="0" y="9661"/>
                  </a:moveTo>
                  <a:lnTo>
                    <a:pt x="534945" y="0"/>
                  </a:lnTo>
                  <a:lnTo>
                    <a:pt x="1021858" y="771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3585896" y="4653660"/>
              <a:ext cx="1090941" cy="35972"/>
            </a:xfrm>
            <a:custGeom>
              <a:avLst/>
              <a:pathLst>
                <a:path w="1090941" h="35972">
                  <a:moveTo>
                    <a:pt x="0" y="0"/>
                  </a:moveTo>
                  <a:lnTo>
                    <a:pt x="1090941" y="359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3585896" y="4651395"/>
              <a:ext cx="542018" cy="29471"/>
            </a:xfrm>
            <a:custGeom>
              <a:avLst/>
              <a:pathLst>
                <a:path w="542018" h="29471">
                  <a:moveTo>
                    <a:pt x="0" y="0"/>
                  </a:moveTo>
                  <a:lnTo>
                    <a:pt x="542018" y="294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439364" y="4584430"/>
              <a:ext cx="811729" cy="6271"/>
            </a:xfrm>
            <a:custGeom>
              <a:avLst/>
              <a:pathLst>
                <a:path w="811729" h="6271">
                  <a:moveTo>
                    <a:pt x="0" y="0"/>
                  </a:moveTo>
                  <a:lnTo>
                    <a:pt x="811729" y="62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3585896" y="4642407"/>
              <a:ext cx="574082" cy="59460"/>
            </a:xfrm>
            <a:custGeom>
              <a:avLst/>
              <a:pathLst>
                <a:path w="574082" h="59460">
                  <a:moveTo>
                    <a:pt x="0" y="0"/>
                  </a:moveTo>
                  <a:lnTo>
                    <a:pt x="574082" y="594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3585896" y="4649261"/>
              <a:ext cx="1397935" cy="62876"/>
            </a:xfrm>
            <a:custGeom>
              <a:avLst/>
              <a:pathLst>
                <a:path w="1397935" h="62876">
                  <a:moveTo>
                    <a:pt x="0" y="0"/>
                  </a:moveTo>
                  <a:lnTo>
                    <a:pt x="1397935" y="628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3585896" y="4612331"/>
              <a:ext cx="557704" cy="29739"/>
            </a:xfrm>
            <a:custGeom>
              <a:avLst/>
              <a:pathLst>
                <a:path w="557704" h="29739">
                  <a:moveTo>
                    <a:pt x="0" y="0"/>
                  </a:moveTo>
                  <a:lnTo>
                    <a:pt x="557704" y="297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3585896" y="4102895"/>
              <a:ext cx="1103175" cy="216783"/>
            </a:xfrm>
            <a:custGeom>
              <a:avLst/>
              <a:pathLst>
                <a:path w="1103175" h="216783">
                  <a:moveTo>
                    <a:pt x="0" y="216783"/>
                  </a:moveTo>
                  <a:lnTo>
                    <a:pt x="550508" y="0"/>
                  </a:lnTo>
                  <a:lnTo>
                    <a:pt x="1103175" y="99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3585896" y="4636463"/>
              <a:ext cx="548840" cy="37318"/>
            </a:xfrm>
            <a:custGeom>
              <a:avLst/>
              <a:pathLst>
                <a:path w="548840" h="37318">
                  <a:moveTo>
                    <a:pt x="0" y="0"/>
                  </a:moveTo>
                  <a:lnTo>
                    <a:pt x="548840" y="37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3585896" y="4585377"/>
              <a:ext cx="1075829" cy="117942"/>
            </a:xfrm>
            <a:custGeom>
              <a:avLst/>
              <a:pathLst>
                <a:path w="1075829" h="117942">
                  <a:moveTo>
                    <a:pt x="0" y="0"/>
                  </a:moveTo>
                  <a:lnTo>
                    <a:pt x="527751" y="2858"/>
                  </a:lnTo>
                  <a:lnTo>
                    <a:pt x="1075829" y="1179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3585896" y="4560265"/>
              <a:ext cx="2376012" cy="49483"/>
            </a:xfrm>
            <a:custGeom>
              <a:avLst/>
              <a:pathLst>
                <a:path w="2376012" h="49483">
                  <a:moveTo>
                    <a:pt x="0" y="40472"/>
                  </a:moveTo>
                  <a:lnTo>
                    <a:pt x="780618" y="49483"/>
                  </a:lnTo>
                  <a:lnTo>
                    <a:pt x="1320332" y="0"/>
                  </a:lnTo>
                  <a:lnTo>
                    <a:pt x="1844214" y="48298"/>
                  </a:lnTo>
                  <a:lnTo>
                    <a:pt x="2376012" y="239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3585896" y="4559583"/>
              <a:ext cx="1373751" cy="85505"/>
            </a:xfrm>
            <a:custGeom>
              <a:avLst/>
              <a:pathLst>
                <a:path w="1373751" h="85505">
                  <a:moveTo>
                    <a:pt x="0" y="60399"/>
                  </a:moveTo>
                  <a:lnTo>
                    <a:pt x="568498" y="0"/>
                  </a:lnTo>
                  <a:lnTo>
                    <a:pt x="1373751" y="855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3585896" y="2699350"/>
              <a:ext cx="1137624" cy="1250770"/>
            </a:xfrm>
            <a:custGeom>
              <a:avLst/>
              <a:pathLst>
                <a:path w="1137624" h="1250770">
                  <a:moveTo>
                    <a:pt x="0" y="1250770"/>
                  </a:moveTo>
                  <a:lnTo>
                    <a:pt x="528827" y="429961"/>
                  </a:lnTo>
                  <a:lnTo>
                    <a:pt x="11376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3585896" y="4585561"/>
              <a:ext cx="1706215" cy="89051"/>
            </a:xfrm>
            <a:custGeom>
              <a:avLst/>
              <a:pathLst>
                <a:path w="1706215" h="89051">
                  <a:moveTo>
                    <a:pt x="0" y="0"/>
                  </a:moveTo>
                  <a:lnTo>
                    <a:pt x="580012" y="5563"/>
                  </a:lnTo>
                  <a:lnTo>
                    <a:pt x="1102455" y="62455"/>
                  </a:lnTo>
                  <a:lnTo>
                    <a:pt x="1706215" y="890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3585896" y="4571256"/>
              <a:ext cx="2496356" cy="68636"/>
            </a:xfrm>
            <a:custGeom>
              <a:avLst/>
              <a:pathLst>
                <a:path w="2496356" h="68636">
                  <a:moveTo>
                    <a:pt x="0" y="21382"/>
                  </a:moveTo>
                  <a:lnTo>
                    <a:pt x="807411" y="3363"/>
                  </a:lnTo>
                  <a:lnTo>
                    <a:pt x="1358720" y="3204"/>
                  </a:lnTo>
                  <a:lnTo>
                    <a:pt x="1811999" y="0"/>
                  </a:lnTo>
                  <a:lnTo>
                    <a:pt x="2496356" y="686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3585896" y="3765302"/>
              <a:ext cx="1228917" cy="292526"/>
            </a:xfrm>
            <a:custGeom>
              <a:avLst/>
              <a:pathLst>
                <a:path w="1228917" h="292526">
                  <a:moveTo>
                    <a:pt x="0" y="292526"/>
                  </a:moveTo>
                  <a:lnTo>
                    <a:pt x="256713" y="170510"/>
                  </a:lnTo>
                  <a:lnTo>
                    <a:pt x="548878" y="50270"/>
                  </a:lnTo>
                  <a:lnTo>
                    <a:pt x="872665" y="5406"/>
                  </a:lnTo>
                  <a:lnTo>
                    <a:pt x="12289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648053" y="4629039"/>
              <a:ext cx="528199" cy="60957"/>
            </a:xfrm>
            <a:custGeom>
              <a:avLst/>
              <a:pathLst>
                <a:path w="528199" h="60957">
                  <a:moveTo>
                    <a:pt x="0" y="0"/>
                  </a:moveTo>
                  <a:lnTo>
                    <a:pt x="528199" y="609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rc1244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tx1245"/>
            <p:cNvSpPr/>
            <p:nvPr/>
          </p:nvSpPr>
          <p:spPr>
            <a:xfrm>
              <a:off x="3275953" y="455975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46" name="tx1246"/>
            <p:cNvSpPr/>
            <p:nvPr/>
          </p:nvSpPr>
          <p:spPr>
            <a:xfrm>
              <a:off x="3213797" y="380737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47" name="tx1247"/>
            <p:cNvSpPr/>
            <p:nvPr/>
          </p:nvSpPr>
          <p:spPr>
            <a:xfrm>
              <a:off x="3213797" y="30549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48" name="tx1248"/>
            <p:cNvSpPr/>
            <p:nvPr/>
          </p:nvSpPr>
          <p:spPr>
            <a:xfrm>
              <a:off x="3213797" y="2302546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249" name="pl1249"/>
            <p:cNvSpPr/>
            <p:nvPr/>
          </p:nvSpPr>
          <p:spPr>
            <a:xfrm>
              <a:off x="3365944" y="46014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3365944" y="38490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3365944" y="3096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3365944" y="23442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tx1256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57" name="tx1257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58" name="tx1258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59" name="tx1259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260" name="tx1260"/>
            <p:cNvSpPr/>
            <p:nvPr/>
          </p:nvSpPr>
          <p:spPr>
            <a:xfrm rot="-5400000">
              <a:off x="2532384" y="3284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1261" name="rc1261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rc1262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7613389" y="439345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7613389" y="3590898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7613389" y="278834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7613389" y="198578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7613389" y="399217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7613389" y="3189620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7613389" y="238706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rc1282"/>
            <p:cNvSpPr/>
            <p:nvPr/>
          </p:nvSpPr>
          <p:spPr>
            <a:xfrm>
              <a:off x="7884360" y="4714476"/>
              <a:ext cx="138959" cy="8025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3" name="rc1283"/>
            <p:cNvSpPr/>
            <p:nvPr/>
          </p:nvSpPr>
          <p:spPr>
            <a:xfrm>
              <a:off x="8023320" y="4754604"/>
              <a:ext cx="138959" cy="401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4" name="rc1284"/>
            <p:cNvSpPr/>
            <p:nvPr/>
          </p:nvSpPr>
          <p:spPr>
            <a:xfrm>
              <a:off x="8162280" y="4754604"/>
              <a:ext cx="138959" cy="401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5" name="rc1285"/>
            <p:cNvSpPr/>
            <p:nvPr/>
          </p:nvSpPr>
          <p:spPr>
            <a:xfrm>
              <a:off x="8301240" y="4754604"/>
              <a:ext cx="138959" cy="401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6" name="rc1286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7" name="rc1287"/>
            <p:cNvSpPr/>
            <p:nvPr/>
          </p:nvSpPr>
          <p:spPr>
            <a:xfrm>
              <a:off x="8579160" y="4674349"/>
              <a:ext cx="138959" cy="1203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8" name="rc1288"/>
            <p:cNvSpPr/>
            <p:nvPr/>
          </p:nvSpPr>
          <p:spPr>
            <a:xfrm>
              <a:off x="8718120" y="4754604"/>
              <a:ext cx="138959" cy="401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9" name="rc1289"/>
            <p:cNvSpPr/>
            <p:nvPr/>
          </p:nvSpPr>
          <p:spPr>
            <a:xfrm>
              <a:off x="8857080" y="4754604"/>
              <a:ext cx="138959" cy="401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0" name="rc1290"/>
            <p:cNvSpPr/>
            <p:nvPr/>
          </p:nvSpPr>
          <p:spPr>
            <a:xfrm>
              <a:off x="8996040" y="4674349"/>
              <a:ext cx="138959" cy="1203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1" name="rc1291"/>
            <p:cNvSpPr/>
            <p:nvPr/>
          </p:nvSpPr>
          <p:spPr>
            <a:xfrm>
              <a:off x="9135000" y="4674349"/>
              <a:ext cx="138959" cy="1203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2" name="rc1292"/>
            <p:cNvSpPr/>
            <p:nvPr/>
          </p:nvSpPr>
          <p:spPr>
            <a:xfrm>
              <a:off x="9273960" y="4594093"/>
              <a:ext cx="138959" cy="20063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3" name="rc1293"/>
            <p:cNvSpPr/>
            <p:nvPr/>
          </p:nvSpPr>
          <p:spPr>
            <a:xfrm>
              <a:off x="9412920" y="4313198"/>
              <a:ext cx="138959" cy="48153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4" name="rc1294"/>
            <p:cNvSpPr/>
            <p:nvPr/>
          </p:nvSpPr>
          <p:spPr>
            <a:xfrm>
              <a:off x="9551880" y="3671154"/>
              <a:ext cx="138959" cy="112357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5" name="rc1295"/>
            <p:cNvSpPr/>
            <p:nvPr/>
          </p:nvSpPr>
          <p:spPr>
            <a:xfrm>
              <a:off x="9690840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6" name="rc1296"/>
            <p:cNvSpPr/>
            <p:nvPr/>
          </p:nvSpPr>
          <p:spPr>
            <a:xfrm>
              <a:off x="9829799" y="3430387"/>
              <a:ext cx="138959" cy="136434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7" name="rc1297"/>
            <p:cNvSpPr/>
            <p:nvPr/>
          </p:nvSpPr>
          <p:spPr>
            <a:xfrm>
              <a:off x="9968759" y="3831665"/>
              <a:ext cx="138959" cy="96306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8" name="rc1298"/>
            <p:cNvSpPr/>
            <p:nvPr/>
          </p:nvSpPr>
          <p:spPr>
            <a:xfrm>
              <a:off x="10107719" y="4152687"/>
              <a:ext cx="138959" cy="64204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9" name="rc1299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0" name="rc1300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1" name="rc1301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2" name="rc1302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3" name="rc1303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4" name="rc1304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5" name="rc1305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6" name="rc1306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7" name="rc1307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8" name="rc1308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9" name="rc1309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0" name="rc1310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1" name="rc1311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2" name="rc1312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3" name="rc1313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4" name="rc1314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5" name="rc1315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6" name="rc1316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7" name="rc1317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8" name="rc1318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9" name="rc1319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0" name="rc1320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1" name="rc1321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2" name="rc1322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3" name="rc1323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4" name="rc1324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5" name="rc1325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6" name="rc1326"/>
            <p:cNvSpPr/>
            <p:nvPr/>
          </p:nvSpPr>
          <p:spPr>
            <a:xfrm>
              <a:off x="10107719" y="4674349"/>
              <a:ext cx="138959" cy="12038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7" name="rc1327"/>
            <p:cNvSpPr/>
            <p:nvPr/>
          </p:nvSpPr>
          <p:spPr>
            <a:xfrm>
              <a:off x="10246679" y="4393454"/>
              <a:ext cx="138959" cy="40127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8" name="rc1328"/>
            <p:cNvSpPr/>
            <p:nvPr/>
          </p:nvSpPr>
          <p:spPr>
            <a:xfrm>
              <a:off x="10385639" y="4594093"/>
              <a:ext cx="138959" cy="20063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9" name="rc1329"/>
            <p:cNvSpPr/>
            <p:nvPr/>
          </p:nvSpPr>
          <p:spPr>
            <a:xfrm>
              <a:off x="10524599" y="4553965"/>
              <a:ext cx="138959" cy="24076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0" name="rc1330"/>
            <p:cNvSpPr/>
            <p:nvPr/>
          </p:nvSpPr>
          <p:spPr>
            <a:xfrm>
              <a:off x="10663559" y="4634221"/>
              <a:ext cx="138959" cy="160511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1" name="rc1331"/>
            <p:cNvSpPr/>
            <p:nvPr/>
          </p:nvSpPr>
          <p:spPr>
            <a:xfrm>
              <a:off x="10802519" y="4353326"/>
              <a:ext cx="138959" cy="44140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2" name="rc1332"/>
            <p:cNvSpPr/>
            <p:nvPr/>
          </p:nvSpPr>
          <p:spPr>
            <a:xfrm>
              <a:off x="10941479" y="4513837"/>
              <a:ext cx="138959" cy="280894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3" name="rc1333"/>
            <p:cNvSpPr/>
            <p:nvPr/>
          </p:nvSpPr>
          <p:spPr>
            <a:xfrm>
              <a:off x="11080439" y="4754604"/>
              <a:ext cx="138959" cy="4012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4" name="rc1334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5" name="rc1335"/>
            <p:cNvSpPr/>
            <p:nvPr/>
          </p:nvSpPr>
          <p:spPr>
            <a:xfrm>
              <a:off x="11358359" y="4714476"/>
              <a:ext cx="138959" cy="8025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6" name="rc1336"/>
            <p:cNvSpPr/>
            <p:nvPr/>
          </p:nvSpPr>
          <p:spPr>
            <a:xfrm>
              <a:off x="11497319" y="4754604"/>
              <a:ext cx="138959" cy="4012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7" name="rc1337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1021224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10250485" y="2001837"/>
              <a:ext cx="1019769" cy="787324"/>
            </a:xfrm>
            <a:custGeom>
              <a:avLst/>
              <a:pathLst>
                <a:path w="1019769" h="787324">
                  <a:moveTo>
                    <a:pt x="25146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6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tx1340"/>
            <p:cNvSpPr/>
            <p:nvPr/>
          </p:nvSpPr>
          <p:spPr>
            <a:xfrm>
              <a:off x="10292395" y="2012642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0.47 Z/year</a:t>
              </a:r>
            </a:p>
          </p:txBody>
        </p:sp>
        <p:sp>
          <p:nvSpPr>
            <p:cNvPr id="1341" name="tx1341"/>
            <p:cNvSpPr/>
            <p:nvPr/>
          </p:nvSpPr>
          <p:spPr>
            <a:xfrm>
              <a:off x="10292395" y="2242800"/>
              <a:ext cx="65620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-0.607</a:t>
              </a:r>
            </a:p>
          </p:txBody>
        </p:sp>
        <p:sp>
          <p:nvSpPr>
            <p:cNvPr id="1342" name="tx1342"/>
            <p:cNvSpPr/>
            <p:nvPr/>
          </p:nvSpPr>
          <p:spPr>
            <a:xfrm>
              <a:off x="10292395" y="2416274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1.196</a:t>
              </a:r>
            </a:p>
          </p:txBody>
        </p:sp>
        <p:sp>
          <p:nvSpPr>
            <p:cNvPr id="1343" name="tx1343"/>
            <p:cNvSpPr/>
            <p:nvPr/>
          </p:nvSpPr>
          <p:spPr>
            <a:xfrm>
              <a:off x="10292395" y="2619079"/>
              <a:ext cx="85061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1.409</a:t>
              </a:r>
            </a:p>
          </p:txBody>
        </p:sp>
        <p:sp>
          <p:nvSpPr>
            <p:cNvPr id="1344" name="pg1344"/>
            <p:cNvSpPr/>
            <p:nvPr/>
          </p:nvSpPr>
          <p:spPr>
            <a:xfrm>
              <a:off x="7814880" y="2822217"/>
              <a:ext cx="4029838" cy="1972515"/>
            </a:xfrm>
            <a:custGeom>
              <a:avLst/>
              <a:pathLst>
                <a:path w="4029838" h="1972515">
                  <a:moveTo>
                    <a:pt x="0" y="1962487"/>
                  </a:moveTo>
                  <a:lnTo>
                    <a:pt x="7886" y="1961257"/>
                  </a:lnTo>
                  <a:lnTo>
                    <a:pt x="15772" y="1959938"/>
                  </a:lnTo>
                  <a:lnTo>
                    <a:pt x="23658" y="1958531"/>
                  </a:lnTo>
                  <a:lnTo>
                    <a:pt x="31544" y="1957018"/>
                  </a:lnTo>
                  <a:lnTo>
                    <a:pt x="39430" y="1955422"/>
                  </a:lnTo>
                  <a:lnTo>
                    <a:pt x="47317" y="1953751"/>
                  </a:lnTo>
                  <a:lnTo>
                    <a:pt x="55203" y="1952012"/>
                  </a:lnTo>
                  <a:lnTo>
                    <a:pt x="63089" y="1950212"/>
                  </a:lnTo>
                  <a:lnTo>
                    <a:pt x="70975" y="1948353"/>
                  </a:lnTo>
                  <a:lnTo>
                    <a:pt x="78861" y="1946448"/>
                  </a:lnTo>
                  <a:lnTo>
                    <a:pt x="86747" y="1944517"/>
                  </a:lnTo>
                  <a:lnTo>
                    <a:pt x="94634" y="1942571"/>
                  </a:lnTo>
                  <a:lnTo>
                    <a:pt x="102520" y="1940622"/>
                  </a:lnTo>
                  <a:lnTo>
                    <a:pt x="110406" y="1938681"/>
                  </a:lnTo>
                  <a:lnTo>
                    <a:pt x="118292" y="1936772"/>
                  </a:lnTo>
                  <a:lnTo>
                    <a:pt x="126178" y="1934908"/>
                  </a:lnTo>
                  <a:lnTo>
                    <a:pt x="134065" y="1933098"/>
                  </a:lnTo>
                  <a:lnTo>
                    <a:pt x="141951" y="1931355"/>
                  </a:lnTo>
                  <a:lnTo>
                    <a:pt x="149837" y="1929688"/>
                  </a:lnTo>
                  <a:lnTo>
                    <a:pt x="157723" y="1928121"/>
                  </a:lnTo>
                  <a:lnTo>
                    <a:pt x="165609" y="1926671"/>
                  </a:lnTo>
                  <a:lnTo>
                    <a:pt x="173495" y="1925330"/>
                  </a:lnTo>
                  <a:lnTo>
                    <a:pt x="181382" y="1924103"/>
                  </a:lnTo>
                  <a:lnTo>
                    <a:pt x="189268" y="1922994"/>
                  </a:lnTo>
                  <a:lnTo>
                    <a:pt x="197154" y="1922006"/>
                  </a:lnTo>
                  <a:lnTo>
                    <a:pt x="205040" y="1921172"/>
                  </a:lnTo>
                  <a:lnTo>
                    <a:pt x="212926" y="1920460"/>
                  </a:lnTo>
                  <a:lnTo>
                    <a:pt x="220813" y="1919864"/>
                  </a:lnTo>
                  <a:lnTo>
                    <a:pt x="228699" y="1919380"/>
                  </a:lnTo>
                  <a:lnTo>
                    <a:pt x="236585" y="1919002"/>
                  </a:lnTo>
                  <a:lnTo>
                    <a:pt x="244471" y="1918734"/>
                  </a:lnTo>
                  <a:lnTo>
                    <a:pt x="252357" y="1918567"/>
                  </a:lnTo>
                  <a:lnTo>
                    <a:pt x="260243" y="1918476"/>
                  </a:lnTo>
                  <a:lnTo>
                    <a:pt x="268130" y="1918452"/>
                  </a:lnTo>
                  <a:lnTo>
                    <a:pt x="276016" y="1918484"/>
                  </a:lnTo>
                  <a:lnTo>
                    <a:pt x="283902" y="1918563"/>
                  </a:lnTo>
                  <a:lnTo>
                    <a:pt x="291788" y="1918687"/>
                  </a:lnTo>
                  <a:lnTo>
                    <a:pt x="299674" y="1918834"/>
                  </a:lnTo>
                  <a:lnTo>
                    <a:pt x="307561" y="1918995"/>
                  </a:lnTo>
                  <a:lnTo>
                    <a:pt x="315447" y="1919164"/>
                  </a:lnTo>
                  <a:lnTo>
                    <a:pt x="323333" y="1919335"/>
                  </a:lnTo>
                  <a:lnTo>
                    <a:pt x="331219" y="1919503"/>
                  </a:lnTo>
                  <a:lnTo>
                    <a:pt x="339105" y="1919662"/>
                  </a:lnTo>
                  <a:lnTo>
                    <a:pt x="346991" y="1919812"/>
                  </a:lnTo>
                  <a:lnTo>
                    <a:pt x="354878" y="1919954"/>
                  </a:lnTo>
                  <a:lnTo>
                    <a:pt x="362764" y="1920089"/>
                  </a:lnTo>
                  <a:lnTo>
                    <a:pt x="370650" y="1920220"/>
                  </a:lnTo>
                  <a:lnTo>
                    <a:pt x="378536" y="1920354"/>
                  </a:lnTo>
                  <a:lnTo>
                    <a:pt x="386422" y="1920497"/>
                  </a:lnTo>
                  <a:lnTo>
                    <a:pt x="394309" y="1920656"/>
                  </a:lnTo>
                  <a:lnTo>
                    <a:pt x="402195" y="1920838"/>
                  </a:lnTo>
                  <a:lnTo>
                    <a:pt x="410081" y="1921051"/>
                  </a:lnTo>
                  <a:lnTo>
                    <a:pt x="417967" y="1921310"/>
                  </a:lnTo>
                  <a:lnTo>
                    <a:pt x="425853" y="1921627"/>
                  </a:lnTo>
                  <a:lnTo>
                    <a:pt x="433739" y="1922002"/>
                  </a:lnTo>
                  <a:lnTo>
                    <a:pt x="441626" y="1922441"/>
                  </a:lnTo>
                  <a:lnTo>
                    <a:pt x="449512" y="1922951"/>
                  </a:lnTo>
                  <a:lnTo>
                    <a:pt x="457398" y="1923535"/>
                  </a:lnTo>
                  <a:lnTo>
                    <a:pt x="465284" y="1924220"/>
                  </a:lnTo>
                  <a:lnTo>
                    <a:pt x="473170" y="1924983"/>
                  </a:lnTo>
                  <a:lnTo>
                    <a:pt x="481056" y="1925822"/>
                  </a:lnTo>
                  <a:lnTo>
                    <a:pt x="488943" y="1926736"/>
                  </a:lnTo>
                  <a:lnTo>
                    <a:pt x="496829" y="1927719"/>
                  </a:lnTo>
                  <a:lnTo>
                    <a:pt x="504715" y="1928772"/>
                  </a:lnTo>
                  <a:lnTo>
                    <a:pt x="512601" y="1929881"/>
                  </a:lnTo>
                  <a:lnTo>
                    <a:pt x="520487" y="1931026"/>
                  </a:lnTo>
                  <a:lnTo>
                    <a:pt x="528374" y="1932194"/>
                  </a:lnTo>
                  <a:lnTo>
                    <a:pt x="536260" y="1933372"/>
                  </a:lnTo>
                  <a:lnTo>
                    <a:pt x="544146" y="1934545"/>
                  </a:lnTo>
                  <a:lnTo>
                    <a:pt x="552032" y="1935686"/>
                  </a:lnTo>
                  <a:lnTo>
                    <a:pt x="559918" y="1936778"/>
                  </a:lnTo>
                  <a:lnTo>
                    <a:pt x="567804" y="1937807"/>
                  </a:lnTo>
                  <a:lnTo>
                    <a:pt x="575691" y="1938756"/>
                  </a:lnTo>
                  <a:lnTo>
                    <a:pt x="583577" y="1939611"/>
                  </a:lnTo>
                  <a:lnTo>
                    <a:pt x="591463" y="1940336"/>
                  </a:lnTo>
                  <a:lnTo>
                    <a:pt x="599349" y="1940915"/>
                  </a:lnTo>
                  <a:lnTo>
                    <a:pt x="607235" y="1941350"/>
                  </a:lnTo>
                  <a:lnTo>
                    <a:pt x="615122" y="1941634"/>
                  </a:lnTo>
                  <a:lnTo>
                    <a:pt x="623008" y="1941758"/>
                  </a:lnTo>
                  <a:lnTo>
                    <a:pt x="630894" y="1941714"/>
                  </a:lnTo>
                  <a:lnTo>
                    <a:pt x="638780" y="1941454"/>
                  </a:lnTo>
                  <a:lnTo>
                    <a:pt x="646666" y="1941025"/>
                  </a:lnTo>
                  <a:lnTo>
                    <a:pt x="654552" y="1940429"/>
                  </a:lnTo>
                  <a:lnTo>
                    <a:pt x="662439" y="1939671"/>
                  </a:lnTo>
                  <a:lnTo>
                    <a:pt x="670325" y="1938758"/>
                  </a:lnTo>
                  <a:lnTo>
                    <a:pt x="678211" y="1937677"/>
                  </a:lnTo>
                  <a:lnTo>
                    <a:pt x="686097" y="1936452"/>
                  </a:lnTo>
                  <a:lnTo>
                    <a:pt x="693983" y="1935116"/>
                  </a:lnTo>
                  <a:lnTo>
                    <a:pt x="701870" y="1933682"/>
                  </a:lnTo>
                  <a:lnTo>
                    <a:pt x="709756" y="1932168"/>
                  </a:lnTo>
                  <a:lnTo>
                    <a:pt x="717642" y="1930590"/>
                  </a:lnTo>
                  <a:lnTo>
                    <a:pt x="725528" y="1928964"/>
                  </a:lnTo>
                  <a:lnTo>
                    <a:pt x="733414" y="1927326"/>
                  </a:lnTo>
                  <a:lnTo>
                    <a:pt x="741300" y="1925693"/>
                  </a:lnTo>
                  <a:lnTo>
                    <a:pt x="749187" y="1924085"/>
                  </a:lnTo>
                  <a:lnTo>
                    <a:pt x="757073" y="1922517"/>
                  </a:lnTo>
                  <a:lnTo>
                    <a:pt x="764959" y="1921022"/>
                  </a:lnTo>
                  <a:lnTo>
                    <a:pt x="772845" y="1919618"/>
                  </a:lnTo>
                  <a:lnTo>
                    <a:pt x="780731" y="1918313"/>
                  </a:lnTo>
                  <a:lnTo>
                    <a:pt x="788618" y="1917117"/>
                  </a:lnTo>
                  <a:lnTo>
                    <a:pt x="796504" y="1916039"/>
                  </a:lnTo>
                  <a:lnTo>
                    <a:pt x="804390" y="1915095"/>
                  </a:lnTo>
                  <a:lnTo>
                    <a:pt x="812276" y="1914320"/>
                  </a:lnTo>
                  <a:lnTo>
                    <a:pt x="820162" y="1913685"/>
                  </a:lnTo>
                  <a:lnTo>
                    <a:pt x="828048" y="1913190"/>
                  </a:lnTo>
                  <a:lnTo>
                    <a:pt x="835935" y="1912836"/>
                  </a:lnTo>
                  <a:lnTo>
                    <a:pt x="843821" y="1912619"/>
                  </a:lnTo>
                  <a:lnTo>
                    <a:pt x="851707" y="1912557"/>
                  </a:lnTo>
                  <a:lnTo>
                    <a:pt x="859593" y="1912631"/>
                  </a:lnTo>
                  <a:lnTo>
                    <a:pt x="867479" y="1912818"/>
                  </a:lnTo>
                  <a:lnTo>
                    <a:pt x="875366" y="1913109"/>
                  </a:lnTo>
                  <a:lnTo>
                    <a:pt x="883252" y="1913493"/>
                  </a:lnTo>
                  <a:lnTo>
                    <a:pt x="891138" y="1913963"/>
                  </a:lnTo>
                  <a:lnTo>
                    <a:pt x="899024" y="1914513"/>
                  </a:lnTo>
                  <a:lnTo>
                    <a:pt x="906910" y="1915110"/>
                  </a:lnTo>
                  <a:lnTo>
                    <a:pt x="914796" y="1915744"/>
                  </a:lnTo>
                  <a:lnTo>
                    <a:pt x="922683" y="1916399"/>
                  </a:lnTo>
                  <a:lnTo>
                    <a:pt x="930569" y="1917065"/>
                  </a:lnTo>
                  <a:lnTo>
                    <a:pt x="938455" y="1917723"/>
                  </a:lnTo>
                  <a:lnTo>
                    <a:pt x="946341" y="1918356"/>
                  </a:lnTo>
                  <a:lnTo>
                    <a:pt x="954227" y="1918953"/>
                  </a:lnTo>
                  <a:lnTo>
                    <a:pt x="962113" y="1919504"/>
                  </a:lnTo>
                  <a:lnTo>
                    <a:pt x="970000" y="1919997"/>
                  </a:lnTo>
                  <a:lnTo>
                    <a:pt x="977886" y="1920419"/>
                  </a:lnTo>
                  <a:lnTo>
                    <a:pt x="985772" y="1920744"/>
                  </a:lnTo>
                  <a:lnTo>
                    <a:pt x="993658" y="1920978"/>
                  </a:lnTo>
                  <a:lnTo>
                    <a:pt x="1001544" y="1921116"/>
                  </a:lnTo>
                  <a:lnTo>
                    <a:pt x="1009431" y="1921152"/>
                  </a:lnTo>
                  <a:lnTo>
                    <a:pt x="1017317" y="1921081"/>
                  </a:lnTo>
                  <a:lnTo>
                    <a:pt x="1025203" y="1920875"/>
                  </a:lnTo>
                  <a:lnTo>
                    <a:pt x="1033089" y="1920543"/>
                  </a:lnTo>
                  <a:lnTo>
                    <a:pt x="1040975" y="1920092"/>
                  </a:lnTo>
                  <a:lnTo>
                    <a:pt x="1048861" y="1919522"/>
                  </a:lnTo>
                  <a:lnTo>
                    <a:pt x="1056748" y="1918832"/>
                  </a:lnTo>
                  <a:lnTo>
                    <a:pt x="1064634" y="1918017"/>
                  </a:lnTo>
                  <a:lnTo>
                    <a:pt x="1072520" y="1917059"/>
                  </a:lnTo>
                  <a:lnTo>
                    <a:pt x="1080406" y="1915987"/>
                  </a:lnTo>
                  <a:lnTo>
                    <a:pt x="1088292" y="1914805"/>
                  </a:lnTo>
                  <a:lnTo>
                    <a:pt x="1096179" y="1913517"/>
                  </a:lnTo>
                  <a:lnTo>
                    <a:pt x="1104065" y="1912126"/>
                  </a:lnTo>
                  <a:lnTo>
                    <a:pt x="1111951" y="1910619"/>
                  </a:lnTo>
                  <a:lnTo>
                    <a:pt x="1119837" y="1909014"/>
                  </a:lnTo>
                  <a:lnTo>
                    <a:pt x="1127723" y="1907325"/>
                  </a:lnTo>
                  <a:lnTo>
                    <a:pt x="1135609" y="1905557"/>
                  </a:lnTo>
                  <a:lnTo>
                    <a:pt x="1143496" y="1903714"/>
                  </a:lnTo>
                  <a:lnTo>
                    <a:pt x="1151382" y="1901797"/>
                  </a:lnTo>
                  <a:lnTo>
                    <a:pt x="1159268" y="1899802"/>
                  </a:lnTo>
                  <a:lnTo>
                    <a:pt x="1167154" y="1897748"/>
                  </a:lnTo>
                  <a:lnTo>
                    <a:pt x="1175040" y="1895639"/>
                  </a:lnTo>
                  <a:lnTo>
                    <a:pt x="1182927" y="1893477"/>
                  </a:lnTo>
                  <a:lnTo>
                    <a:pt x="1190813" y="1891265"/>
                  </a:lnTo>
                  <a:lnTo>
                    <a:pt x="1198699" y="1888993"/>
                  </a:lnTo>
                  <a:lnTo>
                    <a:pt x="1206585" y="1886672"/>
                  </a:lnTo>
                  <a:lnTo>
                    <a:pt x="1214471" y="1884304"/>
                  </a:lnTo>
                  <a:lnTo>
                    <a:pt x="1222357" y="1881888"/>
                  </a:lnTo>
                  <a:lnTo>
                    <a:pt x="1230244" y="1879426"/>
                  </a:lnTo>
                  <a:lnTo>
                    <a:pt x="1238130" y="1876911"/>
                  </a:lnTo>
                  <a:lnTo>
                    <a:pt x="1246016" y="1874336"/>
                  </a:lnTo>
                  <a:lnTo>
                    <a:pt x="1253902" y="1871709"/>
                  </a:lnTo>
                  <a:lnTo>
                    <a:pt x="1261788" y="1869029"/>
                  </a:lnTo>
                  <a:lnTo>
                    <a:pt x="1269675" y="1866294"/>
                  </a:lnTo>
                  <a:lnTo>
                    <a:pt x="1277561" y="1863503"/>
                  </a:lnTo>
                  <a:lnTo>
                    <a:pt x="1285447" y="1860642"/>
                  </a:lnTo>
                  <a:lnTo>
                    <a:pt x="1293333" y="1857719"/>
                  </a:lnTo>
                  <a:lnTo>
                    <a:pt x="1301219" y="1854738"/>
                  </a:lnTo>
                  <a:lnTo>
                    <a:pt x="1309105" y="1851698"/>
                  </a:lnTo>
                  <a:lnTo>
                    <a:pt x="1316992" y="1848599"/>
                  </a:lnTo>
                  <a:lnTo>
                    <a:pt x="1324878" y="1845439"/>
                  </a:lnTo>
                  <a:lnTo>
                    <a:pt x="1332764" y="1842210"/>
                  </a:lnTo>
                  <a:lnTo>
                    <a:pt x="1340650" y="1838926"/>
                  </a:lnTo>
                  <a:lnTo>
                    <a:pt x="1348536" y="1835589"/>
                  </a:lnTo>
                  <a:lnTo>
                    <a:pt x="1356423" y="1832199"/>
                  </a:lnTo>
                  <a:lnTo>
                    <a:pt x="1364309" y="1828756"/>
                  </a:lnTo>
                  <a:lnTo>
                    <a:pt x="1372195" y="1825249"/>
                  </a:lnTo>
                  <a:lnTo>
                    <a:pt x="1380081" y="1821685"/>
                  </a:lnTo>
                  <a:lnTo>
                    <a:pt x="1387967" y="1818066"/>
                  </a:lnTo>
                  <a:lnTo>
                    <a:pt x="1395853" y="1814386"/>
                  </a:lnTo>
                  <a:lnTo>
                    <a:pt x="1403740" y="1810642"/>
                  </a:lnTo>
                  <a:lnTo>
                    <a:pt x="1411626" y="1806819"/>
                  </a:lnTo>
                  <a:lnTo>
                    <a:pt x="1419512" y="1802895"/>
                  </a:lnTo>
                  <a:lnTo>
                    <a:pt x="1427398" y="1798869"/>
                  </a:lnTo>
                  <a:lnTo>
                    <a:pt x="1435284" y="1794727"/>
                  </a:lnTo>
                  <a:lnTo>
                    <a:pt x="1443170" y="1790452"/>
                  </a:lnTo>
                  <a:lnTo>
                    <a:pt x="1451057" y="1786022"/>
                  </a:lnTo>
                  <a:lnTo>
                    <a:pt x="1458943" y="1781364"/>
                  </a:lnTo>
                  <a:lnTo>
                    <a:pt x="1466829" y="1776470"/>
                  </a:lnTo>
                  <a:lnTo>
                    <a:pt x="1474715" y="1771319"/>
                  </a:lnTo>
                  <a:lnTo>
                    <a:pt x="1482601" y="1765875"/>
                  </a:lnTo>
                  <a:lnTo>
                    <a:pt x="1490488" y="1760103"/>
                  </a:lnTo>
                  <a:lnTo>
                    <a:pt x="1498374" y="1753921"/>
                  </a:lnTo>
                  <a:lnTo>
                    <a:pt x="1506260" y="1747223"/>
                  </a:lnTo>
                  <a:lnTo>
                    <a:pt x="1514146" y="1740034"/>
                  </a:lnTo>
                  <a:lnTo>
                    <a:pt x="1522032" y="1732306"/>
                  </a:lnTo>
                  <a:lnTo>
                    <a:pt x="1529918" y="1723989"/>
                  </a:lnTo>
                  <a:lnTo>
                    <a:pt x="1537805" y="1715033"/>
                  </a:lnTo>
                  <a:lnTo>
                    <a:pt x="1545691" y="1705196"/>
                  </a:lnTo>
                  <a:lnTo>
                    <a:pt x="1553577" y="1694543"/>
                  </a:lnTo>
                  <a:lnTo>
                    <a:pt x="1561463" y="1683052"/>
                  </a:lnTo>
                  <a:lnTo>
                    <a:pt x="1569349" y="1670669"/>
                  </a:lnTo>
                  <a:lnTo>
                    <a:pt x="1577236" y="1657343"/>
                  </a:lnTo>
                  <a:lnTo>
                    <a:pt x="1585122" y="1642908"/>
                  </a:lnTo>
                  <a:lnTo>
                    <a:pt x="1593008" y="1627203"/>
                  </a:lnTo>
                  <a:lnTo>
                    <a:pt x="1600894" y="1610362"/>
                  </a:lnTo>
                  <a:lnTo>
                    <a:pt x="1608780" y="1592336"/>
                  </a:lnTo>
                  <a:lnTo>
                    <a:pt x="1616666" y="1573080"/>
                  </a:lnTo>
                  <a:lnTo>
                    <a:pt x="1624553" y="1552548"/>
                  </a:lnTo>
                  <a:lnTo>
                    <a:pt x="1632439" y="1530348"/>
                  </a:lnTo>
                  <a:lnTo>
                    <a:pt x="1640325" y="1506712"/>
                  </a:lnTo>
                  <a:lnTo>
                    <a:pt x="1648211" y="1481652"/>
                  </a:lnTo>
                  <a:lnTo>
                    <a:pt x="1656097" y="1455135"/>
                  </a:lnTo>
                  <a:lnTo>
                    <a:pt x="1663984" y="1427131"/>
                  </a:lnTo>
                  <a:lnTo>
                    <a:pt x="1671870" y="1397439"/>
                  </a:lnTo>
                  <a:lnTo>
                    <a:pt x="1679756" y="1365932"/>
                  </a:lnTo>
                  <a:lnTo>
                    <a:pt x="1687642" y="1332865"/>
                  </a:lnTo>
                  <a:lnTo>
                    <a:pt x="1695528" y="1298231"/>
                  </a:lnTo>
                  <a:lnTo>
                    <a:pt x="1703414" y="1262030"/>
                  </a:lnTo>
                  <a:lnTo>
                    <a:pt x="1711301" y="1224269"/>
                  </a:lnTo>
                  <a:lnTo>
                    <a:pt x="1719187" y="1184573"/>
                  </a:lnTo>
                  <a:lnTo>
                    <a:pt x="1727073" y="1143342"/>
                  </a:lnTo>
                  <a:lnTo>
                    <a:pt x="1734959" y="1100664"/>
                  </a:lnTo>
                  <a:lnTo>
                    <a:pt x="1742845" y="1056596"/>
                  </a:lnTo>
                  <a:lnTo>
                    <a:pt x="1750732" y="1011204"/>
                  </a:lnTo>
                  <a:lnTo>
                    <a:pt x="1758618" y="964432"/>
                  </a:lnTo>
                  <a:lnTo>
                    <a:pt x="1766504" y="916388"/>
                  </a:lnTo>
                  <a:lnTo>
                    <a:pt x="1774390" y="867398"/>
                  </a:lnTo>
                  <a:lnTo>
                    <a:pt x="1782276" y="817601"/>
                  </a:lnTo>
                  <a:lnTo>
                    <a:pt x="1790162" y="767145"/>
                  </a:lnTo>
                  <a:lnTo>
                    <a:pt x="1798049" y="716191"/>
                  </a:lnTo>
                  <a:lnTo>
                    <a:pt x="1805935" y="664920"/>
                  </a:lnTo>
                  <a:lnTo>
                    <a:pt x="1813821" y="613678"/>
                  </a:lnTo>
                  <a:lnTo>
                    <a:pt x="1821707" y="562687"/>
                  </a:lnTo>
                  <a:lnTo>
                    <a:pt x="1829593" y="512170"/>
                  </a:lnTo>
                  <a:lnTo>
                    <a:pt x="1837479" y="462360"/>
                  </a:lnTo>
                  <a:lnTo>
                    <a:pt x="1845366" y="413667"/>
                  </a:lnTo>
                  <a:lnTo>
                    <a:pt x="1853252" y="366524"/>
                  </a:lnTo>
                  <a:lnTo>
                    <a:pt x="1861138" y="321025"/>
                  </a:lnTo>
                  <a:lnTo>
                    <a:pt x="1869024" y="277419"/>
                  </a:lnTo>
                  <a:lnTo>
                    <a:pt x="1876910" y="235952"/>
                  </a:lnTo>
                  <a:lnTo>
                    <a:pt x="1884797" y="196864"/>
                  </a:lnTo>
                  <a:lnTo>
                    <a:pt x="1892683" y="161219"/>
                  </a:lnTo>
                  <a:lnTo>
                    <a:pt x="1900569" y="128605"/>
                  </a:lnTo>
                  <a:lnTo>
                    <a:pt x="1908455" y="99183"/>
                  </a:lnTo>
                  <a:lnTo>
                    <a:pt x="1916341" y="73127"/>
                  </a:lnTo>
                  <a:lnTo>
                    <a:pt x="1924227" y="50595"/>
                  </a:lnTo>
                  <a:lnTo>
                    <a:pt x="1932114" y="32248"/>
                  </a:lnTo>
                  <a:lnTo>
                    <a:pt x="1940000" y="18305"/>
                  </a:lnTo>
                  <a:lnTo>
                    <a:pt x="1947886" y="8264"/>
                  </a:lnTo>
                  <a:lnTo>
                    <a:pt x="1955772" y="2159"/>
                  </a:lnTo>
                  <a:lnTo>
                    <a:pt x="1963658" y="0"/>
                  </a:lnTo>
                  <a:lnTo>
                    <a:pt x="1971545" y="1772"/>
                  </a:lnTo>
                  <a:lnTo>
                    <a:pt x="1979431" y="8494"/>
                  </a:lnTo>
                  <a:lnTo>
                    <a:pt x="1987317" y="18961"/>
                  </a:lnTo>
                  <a:lnTo>
                    <a:pt x="1995203" y="33033"/>
                  </a:lnTo>
                  <a:lnTo>
                    <a:pt x="2003089" y="50562"/>
                  </a:lnTo>
                  <a:lnTo>
                    <a:pt x="2010975" y="71383"/>
                  </a:lnTo>
                  <a:lnTo>
                    <a:pt x="2018862" y="95709"/>
                  </a:lnTo>
                  <a:lnTo>
                    <a:pt x="2026748" y="123197"/>
                  </a:lnTo>
                  <a:lnTo>
                    <a:pt x="2034634" y="153171"/>
                  </a:lnTo>
                  <a:lnTo>
                    <a:pt x="2042520" y="185385"/>
                  </a:lnTo>
                  <a:lnTo>
                    <a:pt x="2050406" y="219588"/>
                  </a:lnTo>
                  <a:lnTo>
                    <a:pt x="2058293" y="255528"/>
                  </a:lnTo>
                  <a:lnTo>
                    <a:pt x="2066179" y="293221"/>
                  </a:lnTo>
                  <a:lnTo>
                    <a:pt x="2074065" y="331920"/>
                  </a:lnTo>
                  <a:lnTo>
                    <a:pt x="2081951" y="371377"/>
                  </a:lnTo>
                  <a:lnTo>
                    <a:pt x="2089837" y="411349"/>
                  </a:lnTo>
                  <a:lnTo>
                    <a:pt x="2097723" y="451604"/>
                  </a:lnTo>
                  <a:lnTo>
                    <a:pt x="2105610" y="491876"/>
                  </a:lnTo>
                  <a:lnTo>
                    <a:pt x="2113496" y="531850"/>
                  </a:lnTo>
                  <a:lnTo>
                    <a:pt x="2121382" y="571354"/>
                  </a:lnTo>
                  <a:lnTo>
                    <a:pt x="2129268" y="610235"/>
                  </a:lnTo>
                  <a:lnTo>
                    <a:pt x="2137154" y="648355"/>
                  </a:lnTo>
                  <a:lnTo>
                    <a:pt x="2145041" y="685582"/>
                  </a:lnTo>
                  <a:lnTo>
                    <a:pt x="2152927" y="721521"/>
                  </a:lnTo>
                  <a:lnTo>
                    <a:pt x="2160813" y="756364"/>
                  </a:lnTo>
                  <a:lnTo>
                    <a:pt x="2168699" y="790076"/>
                  </a:lnTo>
                  <a:lnTo>
                    <a:pt x="2176585" y="822637"/>
                  </a:lnTo>
                  <a:lnTo>
                    <a:pt x="2184471" y="854046"/>
                  </a:lnTo>
                  <a:lnTo>
                    <a:pt x="2192358" y="884143"/>
                  </a:lnTo>
                  <a:lnTo>
                    <a:pt x="2200244" y="913026"/>
                  </a:lnTo>
                  <a:lnTo>
                    <a:pt x="2208130" y="940900"/>
                  </a:lnTo>
                  <a:lnTo>
                    <a:pt x="2216016" y="967838"/>
                  </a:lnTo>
                  <a:lnTo>
                    <a:pt x="2223902" y="993918"/>
                  </a:lnTo>
                  <a:lnTo>
                    <a:pt x="2231789" y="1019213"/>
                  </a:lnTo>
                  <a:lnTo>
                    <a:pt x="2239675" y="1043703"/>
                  </a:lnTo>
                  <a:lnTo>
                    <a:pt x="2247561" y="1067695"/>
                  </a:lnTo>
                  <a:lnTo>
                    <a:pt x="2255447" y="1091288"/>
                  </a:lnTo>
                  <a:lnTo>
                    <a:pt x="2263333" y="1114584"/>
                  </a:lnTo>
                  <a:lnTo>
                    <a:pt x="2271219" y="1137678"/>
                  </a:lnTo>
                  <a:lnTo>
                    <a:pt x="2279106" y="1160671"/>
                  </a:lnTo>
                  <a:lnTo>
                    <a:pt x="2286992" y="1183697"/>
                  </a:lnTo>
                  <a:lnTo>
                    <a:pt x="2294878" y="1206836"/>
                  </a:lnTo>
                  <a:lnTo>
                    <a:pt x="2302764" y="1230151"/>
                  </a:lnTo>
                  <a:lnTo>
                    <a:pt x="2310650" y="1253692"/>
                  </a:lnTo>
                  <a:lnTo>
                    <a:pt x="2318536" y="1277512"/>
                  </a:lnTo>
                  <a:lnTo>
                    <a:pt x="2326423" y="1301719"/>
                  </a:lnTo>
                  <a:lnTo>
                    <a:pt x="2334309" y="1326247"/>
                  </a:lnTo>
                  <a:lnTo>
                    <a:pt x="2342195" y="1351088"/>
                  </a:lnTo>
                  <a:lnTo>
                    <a:pt x="2350081" y="1376226"/>
                  </a:lnTo>
                  <a:lnTo>
                    <a:pt x="2357967" y="1401633"/>
                  </a:lnTo>
                  <a:lnTo>
                    <a:pt x="2365854" y="1427300"/>
                  </a:lnTo>
                  <a:lnTo>
                    <a:pt x="2373740" y="1453133"/>
                  </a:lnTo>
                  <a:lnTo>
                    <a:pt x="2381626" y="1479039"/>
                  </a:lnTo>
                  <a:lnTo>
                    <a:pt x="2389512" y="1504950"/>
                  </a:lnTo>
                  <a:lnTo>
                    <a:pt x="2397398" y="1530790"/>
                  </a:lnTo>
                  <a:lnTo>
                    <a:pt x="2405284" y="1556471"/>
                  </a:lnTo>
                  <a:lnTo>
                    <a:pt x="2413171" y="1581815"/>
                  </a:lnTo>
                  <a:lnTo>
                    <a:pt x="2421057" y="1606777"/>
                  </a:lnTo>
                  <a:lnTo>
                    <a:pt x="2428943" y="1631275"/>
                  </a:lnTo>
                  <a:lnTo>
                    <a:pt x="2436829" y="1655229"/>
                  </a:lnTo>
                  <a:lnTo>
                    <a:pt x="2444715" y="1678562"/>
                  </a:lnTo>
                  <a:lnTo>
                    <a:pt x="2452602" y="1701056"/>
                  </a:lnTo>
                  <a:lnTo>
                    <a:pt x="2460488" y="1722667"/>
                  </a:lnTo>
                  <a:lnTo>
                    <a:pt x="2468374" y="1743417"/>
                  </a:lnTo>
                  <a:lnTo>
                    <a:pt x="2476260" y="1763260"/>
                  </a:lnTo>
                  <a:lnTo>
                    <a:pt x="2484146" y="1782157"/>
                  </a:lnTo>
                  <a:lnTo>
                    <a:pt x="2492032" y="1800032"/>
                  </a:lnTo>
                  <a:lnTo>
                    <a:pt x="2499919" y="1816651"/>
                  </a:lnTo>
                  <a:lnTo>
                    <a:pt x="2507805" y="1832247"/>
                  </a:lnTo>
                  <a:lnTo>
                    <a:pt x="2515691" y="1846822"/>
                  </a:lnTo>
                  <a:lnTo>
                    <a:pt x="2523577" y="1860382"/>
                  </a:lnTo>
                  <a:lnTo>
                    <a:pt x="2531463" y="1872939"/>
                  </a:lnTo>
                  <a:lnTo>
                    <a:pt x="2539350" y="1884334"/>
                  </a:lnTo>
                  <a:lnTo>
                    <a:pt x="2547236" y="1894698"/>
                  </a:lnTo>
                  <a:lnTo>
                    <a:pt x="2555122" y="1904163"/>
                  </a:lnTo>
                  <a:lnTo>
                    <a:pt x="2563008" y="1912765"/>
                  </a:lnTo>
                  <a:lnTo>
                    <a:pt x="2570894" y="1920544"/>
                  </a:lnTo>
                  <a:lnTo>
                    <a:pt x="2578780" y="1927508"/>
                  </a:lnTo>
                  <a:lnTo>
                    <a:pt x="2586667" y="1933588"/>
                  </a:lnTo>
                  <a:lnTo>
                    <a:pt x="2594553" y="1939016"/>
                  </a:lnTo>
                  <a:lnTo>
                    <a:pt x="2602439" y="1943836"/>
                  </a:lnTo>
                  <a:lnTo>
                    <a:pt x="2610325" y="1948095"/>
                  </a:lnTo>
                  <a:lnTo>
                    <a:pt x="2618211" y="1951836"/>
                  </a:lnTo>
                  <a:lnTo>
                    <a:pt x="2626098" y="1955024"/>
                  </a:lnTo>
                  <a:lnTo>
                    <a:pt x="2633984" y="1957771"/>
                  </a:lnTo>
                  <a:lnTo>
                    <a:pt x="2641870" y="1960156"/>
                  </a:lnTo>
                  <a:lnTo>
                    <a:pt x="2649756" y="1962216"/>
                  </a:lnTo>
                  <a:lnTo>
                    <a:pt x="2657642" y="1963983"/>
                  </a:lnTo>
                  <a:lnTo>
                    <a:pt x="2665528" y="1965477"/>
                  </a:lnTo>
                  <a:lnTo>
                    <a:pt x="2673415" y="1966704"/>
                  </a:lnTo>
                  <a:lnTo>
                    <a:pt x="2681301" y="1967746"/>
                  </a:lnTo>
                  <a:lnTo>
                    <a:pt x="2689187" y="1968626"/>
                  </a:lnTo>
                  <a:lnTo>
                    <a:pt x="2697073" y="1969363"/>
                  </a:lnTo>
                  <a:lnTo>
                    <a:pt x="2704959" y="1969978"/>
                  </a:lnTo>
                  <a:lnTo>
                    <a:pt x="2712846" y="1970469"/>
                  </a:lnTo>
                  <a:lnTo>
                    <a:pt x="2720732" y="1970871"/>
                  </a:lnTo>
                  <a:lnTo>
                    <a:pt x="2728618" y="1971202"/>
                  </a:lnTo>
                  <a:lnTo>
                    <a:pt x="2736504" y="1971475"/>
                  </a:lnTo>
                  <a:lnTo>
                    <a:pt x="2744390" y="1971696"/>
                  </a:lnTo>
                  <a:lnTo>
                    <a:pt x="2752276" y="1971873"/>
                  </a:lnTo>
                  <a:lnTo>
                    <a:pt x="2760163" y="1972009"/>
                  </a:lnTo>
                  <a:lnTo>
                    <a:pt x="2768049" y="1972120"/>
                  </a:lnTo>
                  <a:lnTo>
                    <a:pt x="2775935" y="1972208"/>
                  </a:lnTo>
                  <a:lnTo>
                    <a:pt x="2783821" y="1972279"/>
                  </a:lnTo>
                  <a:lnTo>
                    <a:pt x="2791707" y="1972335"/>
                  </a:lnTo>
                  <a:lnTo>
                    <a:pt x="2799593" y="1972377"/>
                  </a:lnTo>
                  <a:lnTo>
                    <a:pt x="2807480" y="1972409"/>
                  </a:lnTo>
                  <a:lnTo>
                    <a:pt x="2815366" y="1972434"/>
                  </a:lnTo>
                  <a:lnTo>
                    <a:pt x="2823252" y="1972454"/>
                  </a:lnTo>
                  <a:lnTo>
                    <a:pt x="2831138" y="1972470"/>
                  </a:lnTo>
                  <a:lnTo>
                    <a:pt x="2839024" y="1972481"/>
                  </a:lnTo>
                  <a:lnTo>
                    <a:pt x="2846911" y="1972490"/>
                  </a:lnTo>
                  <a:lnTo>
                    <a:pt x="2854797" y="1972496"/>
                  </a:lnTo>
                  <a:lnTo>
                    <a:pt x="2862683" y="1972501"/>
                  </a:lnTo>
                  <a:lnTo>
                    <a:pt x="2870569" y="1972505"/>
                  </a:lnTo>
                  <a:lnTo>
                    <a:pt x="2878455" y="1972508"/>
                  </a:lnTo>
                  <a:lnTo>
                    <a:pt x="2886341" y="1972510"/>
                  </a:lnTo>
                  <a:lnTo>
                    <a:pt x="2894228" y="1972511"/>
                  </a:lnTo>
                  <a:lnTo>
                    <a:pt x="2902114" y="1972512"/>
                  </a:lnTo>
                  <a:lnTo>
                    <a:pt x="2910000" y="1972513"/>
                  </a:lnTo>
                  <a:lnTo>
                    <a:pt x="2917886" y="1972513"/>
                  </a:lnTo>
                  <a:lnTo>
                    <a:pt x="2925772" y="1972514"/>
                  </a:lnTo>
                  <a:lnTo>
                    <a:pt x="2933659" y="1972514"/>
                  </a:lnTo>
                  <a:lnTo>
                    <a:pt x="2941545" y="1972514"/>
                  </a:lnTo>
                  <a:lnTo>
                    <a:pt x="2949431" y="1972515"/>
                  </a:lnTo>
                  <a:lnTo>
                    <a:pt x="2957317" y="1972515"/>
                  </a:lnTo>
                  <a:lnTo>
                    <a:pt x="2965203" y="1972515"/>
                  </a:lnTo>
                  <a:lnTo>
                    <a:pt x="2973089" y="1972515"/>
                  </a:lnTo>
                  <a:lnTo>
                    <a:pt x="2980976" y="1972515"/>
                  </a:lnTo>
                  <a:lnTo>
                    <a:pt x="2988862" y="1972515"/>
                  </a:lnTo>
                  <a:lnTo>
                    <a:pt x="2996748" y="1972515"/>
                  </a:lnTo>
                  <a:lnTo>
                    <a:pt x="3004634" y="1972515"/>
                  </a:lnTo>
                  <a:lnTo>
                    <a:pt x="3012520" y="1972515"/>
                  </a:lnTo>
                  <a:lnTo>
                    <a:pt x="3020407" y="1972515"/>
                  </a:lnTo>
                  <a:lnTo>
                    <a:pt x="3028293" y="1972515"/>
                  </a:lnTo>
                  <a:lnTo>
                    <a:pt x="3036179" y="1972515"/>
                  </a:lnTo>
                  <a:lnTo>
                    <a:pt x="3044065" y="1972515"/>
                  </a:lnTo>
                  <a:lnTo>
                    <a:pt x="3051951" y="1972515"/>
                  </a:lnTo>
                  <a:lnTo>
                    <a:pt x="3059837" y="1972515"/>
                  </a:lnTo>
                  <a:lnTo>
                    <a:pt x="3067724" y="1972515"/>
                  </a:lnTo>
                  <a:lnTo>
                    <a:pt x="3075610" y="1972515"/>
                  </a:lnTo>
                  <a:lnTo>
                    <a:pt x="3083496" y="1972515"/>
                  </a:lnTo>
                  <a:lnTo>
                    <a:pt x="3091382" y="1972515"/>
                  </a:lnTo>
                  <a:lnTo>
                    <a:pt x="3099268" y="1972515"/>
                  </a:lnTo>
                  <a:lnTo>
                    <a:pt x="3107155" y="1972515"/>
                  </a:lnTo>
                  <a:lnTo>
                    <a:pt x="3115041" y="1972515"/>
                  </a:lnTo>
                  <a:lnTo>
                    <a:pt x="3122927" y="1972515"/>
                  </a:lnTo>
                  <a:lnTo>
                    <a:pt x="3130813" y="1972515"/>
                  </a:lnTo>
                  <a:lnTo>
                    <a:pt x="3138699" y="1972515"/>
                  </a:lnTo>
                  <a:lnTo>
                    <a:pt x="3146585" y="1972515"/>
                  </a:lnTo>
                  <a:lnTo>
                    <a:pt x="3154472" y="1972515"/>
                  </a:lnTo>
                  <a:lnTo>
                    <a:pt x="3162358" y="1972515"/>
                  </a:lnTo>
                  <a:lnTo>
                    <a:pt x="3170244" y="1972515"/>
                  </a:lnTo>
                  <a:lnTo>
                    <a:pt x="3178130" y="1972515"/>
                  </a:lnTo>
                  <a:lnTo>
                    <a:pt x="3186016" y="1972515"/>
                  </a:lnTo>
                  <a:lnTo>
                    <a:pt x="3193903" y="1972515"/>
                  </a:lnTo>
                  <a:lnTo>
                    <a:pt x="3201789" y="1972515"/>
                  </a:lnTo>
                  <a:lnTo>
                    <a:pt x="3209675" y="1972515"/>
                  </a:lnTo>
                  <a:lnTo>
                    <a:pt x="3217561" y="1972515"/>
                  </a:lnTo>
                  <a:lnTo>
                    <a:pt x="3225447" y="1972515"/>
                  </a:lnTo>
                  <a:lnTo>
                    <a:pt x="3233333" y="1972515"/>
                  </a:lnTo>
                  <a:lnTo>
                    <a:pt x="3241220" y="1972515"/>
                  </a:lnTo>
                  <a:lnTo>
                    <a:pt x="3249106" y="1972515"/>
                  </a:lnTo>
                  <a:lnTo>
                    <a:pt x="3256992" y="1972515"/>
                  </a:lnTo>
                  <a:lnTo>
                    <a:pt x="3264878" y="1972515"/>
                  </a:lnTo>
                  <a:lnTo>
                    <a:pt x="3272764" y="1972515"/>
                  </a:lnTo>
                  <a:lnTo>
                    <a:pt x="3280650" y="1972515"/>
                  </a:lnTo>
                  <a:lnTo>
                    <a:pt x="3288537" y="1972515"/>
                  </a:lnTo>
                  <a:lnTo>
                    <a:pt x="3296423" y="1972515"/>
                  </a:lnTo>
                  <a:lnTo>
                    <a:pt x="3304309" y="1972515"/>
                  </a:lnTo>
                  <a:lnTo>
                    <a:pt x="3312195" y="1972515"/>
                  </a:lnTo>
                  <a:lnTo>
                    <a:pt x="3320081" y="1972515"/>
                  </a:lnTo>
                  <a:lnTo>
                    <a:pt x="3327968" y="1972515"/>
                  </a:lnTo>
                  <a:lnTo>
                    <a:pt x="3335854" y="1972515"/>
                  </a:lnTo>
                  <a:lnTo>
                    <a:pt x="3343740" y="1972515"/>
                  </a:lnTo>
                  <a:lnTo>
                    <a:pt x="3351626" y="1972515"/>
                  </a:lnTo>
                  <a:lnTo>
                    <a:pt x="3359512" y="1972515"/>
                  </a:lnTo>
                  <a:lnTo>
                    <a:pt x="3367398" y="1972515"/>
                  </a:lnTo>
                  <a:lnTo>
                    <a:pt x="3375285" y="1972515"/>
                  </a:lnTo>
                  <a:lnTo>
                    <a:pt x="3383171" y="1972515"/>
                  </a:lnTo>
                  <a:lnTo>
                    <a:pt x="3391057" y="1972515"/>
                  </a:lnTo>
                  <a:lnTo>
                    <a:pt x="3398943" y="1972515"/>
                  </a:lnTo>
                  <a:lnTo>
                    <a:pt x="3406829" y="1972515"/>
                  </a:lnTo>
                  <a:lnTo>
                    <a:pt x="3414716" y="1972515"/>
                  </a:lnTo>
                  <a:lnTo>
                    <a:pt x="3422602" y="1972515"/>
                  </a:lnTo>
                  <a:lnTo>
                    <a:pt x="3430488" y="1972515"/>
                  </a:lnTo>
                  <a:lnTo>
                    <a:pt x="3438374" y="1972515"/>
                  </a:lnTo>
                  <a:lnTo>
                    <a:pt x="3446260" y="1972515"/>
                  </a:lnTo>
                  <a:lnTo>
                    <a:pt x="3454146" y="1972515"/>
                  </a:lnTo>
                  <a:lnTo>
                    <a:pt x="3462033" y="1972515"/>
                  </a:lnTo>
                  <a:lnTo>
                    <a:pt x="3469919" y="1972515"/>
                  </a:lnTo>
                  <a:lnTo>
                    <a:pt x="3477805" y="1972515"/>
                  </a:lnTo>
                  <a:lnTo>
                    <a:pt x="3485691" y="1972515"/>
                  </a:lnTo>
                  <a:lnTo>
                    <a:pt x="3493577" y="1972515"/>
                  </a:lnTo>
                  <a:lnTo>
                    <a:pt x="3501464" y="1972515"/>
                  </a:lnTo>
                  <a:lnTo>
                    <a:pt x="3509350" y="1972515"/>
                  </a:lnTo>
                  <a:lnTo>
                    <a:pt x="3517236" y="1972515"/>
                  </a:lnTo>
                  <a:lnTo>
                    <a:pt x="3525122" y="1972515"/>
                  </a:lnTo>
                  <a:lnTo>
                    <a:pt x="3533008" y="1972515"/>
                  </a:lnTo>
                  <a:lnTo>
                    <a:pt x="3540894" y="1972515"/>
                  </a:lnTo>
                  <a:lnTo>
                    <a:pt x="3548781" y="1972515"/>
                  </a:lnTo>
                  <a:lnTo>
                    <a:pt x="3556667" y="1972515"/>
                  </a:lnTo>
                  <a:lnTo>
                    <a:pt x="3564553" y="1972515"/>
                  </a:lnTo>
                  <a:lnTo>
                    <a:pt x="3572439" y="1972515"/>
                  </a:lnTo>
                  <a:lnTo>
                    <a:pt x="3580325" y="1972515"/>
                  </a:lnTo>
                  <a:lnTo>
                    <a:pt x="3588212" y="1972515"/>
                  </a:lnTo>
                  <a:lnTo>
                    <a:pt x="3596098" y="1972515"/>
                  </a:lnTo>
                  <a:lnTo>
                    <a:pt x="3603984" y="1972515"/>
                  </a:lnTo>
                  <a:lnTo>
                    <a:pt x="3611870" y="1972515"/>
                  </a:lnTo>
                  <a:lnTo>
                    <a:pt x="3619756" y="1972515"/>
                  </a:lnTo>
                  <a:lnTo>
                    <a:pt x="3627642" y="1972515"/>
                  </a:lnTo>
                  <a:lnTo>
                    <a:pt x="3635529" y="1972515"/>
                  </a:lnTo>
                  <a:lnTo>
                    <a:pt x="3643415" y="1972515"/>
                  </a:lnTo>
                  <a:lnTo>
                    <a:pt x="3651301" y="1972515"/>
                  </a:lnTo>
                  <a:lnTo>
                    <a:pt x="3659187" y="1972515"/>
                  </a:lnTo>
                  <a:lnTo>
                    <a:pt x="3667073" y="1972515"/>
                  </a:lnTo>
                  <a:lnTo>
                    <a:pt x="3674959" y="1972515"/>
                  </a:lnTo>
                  <a:lnTo>
                    <a:pt x="3682846" y="1972515"/>
                  </a:lnTo>
                  <a:lnTo>
                    <a:pt x="3690732" y="1972515"/>
                  </a:lnTo>
                  <a:lnTo>
                    <a:pt x="3698618" y="1972515"/>
                  </a:lnTo>
                  <a:lnTo>
                    <a:pt x="3706504" y="1972515"/>
                  </a:lnTo>
                  <a:lnTo>
                    <a:pt x="3714390" y="1972515"/>
                  </a:lnTo>
                  <a:lnTo>
                    <a:pt x="3722277" y="1972515"/>
                  </a:lnTo>
                  <a:lnTo>
                    <a:pt x="3730163" y="1972515"/>
                  </a:lnTo>
                  <a:lnTo>
                    <a:pt x="3738049" y="1972515"/>
                  </a:lnTo>
                  <a:lnTo>
                    <a:pt x="3745935" y="1972515"/>
                  </a:lnTo>
                  <a:lnTo>
                    <a:pt x="3753821" y="1972515"/>
                  </a:lnTo>
                  <a:lnTo>
                    <a:pt x="3761707" y="1972515"/>
                  </a:lnTo>
                  <a:lnTo>
                    <a:pt x="3769594" y="1972515"/>
                  </a:lnTo>
                  <a:lnTo>
                    <a:pt x="3777480" y="1972515"/>
                  </a:lnTo>
                  <a:lnTo>
                    <a:pt x="3785366" y="1972515"/>
                  </a:lnTo>
                  <a:lnTo>
                    <a:pt x="3793252" y="1972515"/>
                  </a:lnTo>
                  <a:lnTo>
                    <a:pt x="3801138" y="1972515"/>
                  </a:lnTo>
                  <a:lnTo>
                    <a:pt x="3809025" y="1972515"/>
                  </a:lnTo>
                  <a:lnTo>
                    <a:pt x="3816911" y="1972515"/>
                  </a:lnTo>
                  <a:lnTo>
                    <a:pt x="3824797" y="1972515"/>
                  </a:lnTo>
                  <a:lnTo>
                    <a:pt x="3832683" y="1972515"/>
                  </a:lnTo>
                  <a:lnTo>
                    <a:pt x="3840569" y="1972515"/>
                  </a:lnTo>
                  <a:lnTo>
                    <a:pt x="3848455" y="1972515"/>
                  </a:lnTo>
                  <a:lnTo>
                    <a:pt x="3856342" y="1972515"/>
                  </a:lnTo>
                  <a:lnTo>
                    <a:pt x="3864228" y="1972515"/>
                  </a:lnTo>
                  <a:lnTo>
                    <a:pt x="3872114" y="1972515"/>
                  </a:lnTo>
                  <a:lnTo>
                    <a:pt x="3880000" y="1972515"/>
                  </a:lnTo>
                  <a:lnTo>
                    <a:pt x="3887886" y="1972515"/>
                  </a:lnTo>
                  <a:lnTo>
                    <a:pt x="3895773" y="1972515"/>
                  </a:lnTo>
                  <a:lnTo>
                    <a:pt x="3903659" y="1972515"/>
                  </a:lnTo>
                  <a:lnTo>
                    <a:pt x="3911545" y="1972515"/>
                  </a:lnTo>
                  <a:lnTo>
                    <a:pt x="3919431" y="1972515"/>
                  </a:lnTo>
                  <a:lnTo>
                    <a:pt x="3927317" y="1972515"/>
                  </a:lnTo>
                  <a:lnTo>
                    <a:pt x="3935203" y="1972515"/>
                  </a:lnTo>
                  <a:lnTo>
                    <a:pt x="3943090" y="1972515"/>
                  </a:lnTo>
                  <a:lnTo>
                    <a:pt x="3950976" y="1972515"/>
                  </a:lnTo>
                  <a:lnTo>
                    <a:pt x="3958862" y="1972515"/>
                  </a:lnTo>
                  <a:lnTo>
                    <a:pt x="3966748" y="1972515"/>
                  </a:lnTo>
                  <a:lnTo>
                    <a:pt x="3974634" y="1972515"/>
                  </a:lnTo>
                  <a:lnTo>
                    <a:pt x="3982521" y="1972515"/>
                  </a:lnTo>
                  <a:lnTo>
                    <a:pt x="3990407" y="1972515"/>
                  </a:lnTo>
                  <a:lnTo>
                    <a:pt x="3998293" y="1972515"/>
                  </a:lnTo>
                  <a:lnTo>
                    <a:pt x="4006179" y="1972515"/>
                  </a:lnTo>
                  <a:lnTo>
                    <a:pt x="4014065" y="1972515"/>
                  </a:lnTo>
                  <a:lnTo>
                    <a:pt x="4021951" y="1972515"/>
                  </a:lnTo>
                  <a:lnTo>
                    <a:pt x="4029838" y="1972515"/>
                  </a:lnTo>
                  <a:lnTo>
                    <a:pt x="4021951" y="1972515"/>
                  </a:lnTo>
                  <a:lnTo>
                    <a:pt x="4014065" y="1972515"/>
                  </a:lnTo>
                  <a:lnTo>
                    <a:pt x="4006179" y="1972515"/>
                  </a:lnTo>
                  <a:lnTo>
                    <a:pt x="3998293" y="1972515"/>
                  </a:lnTo>
                  <a:lnTo>
                    <a:pt x="3990407" y="1972515"/>
                  </a:lnTo>
                  <a:lnTo>
                    <a:pt x="3982521" y="1972515"/>
                  </a:lnTo>
                  <a:lnTo>
                    <a:pt x="3974634" y="1972515"/>
                  </a:lnTo>
                  <a:lnTo>
                    <a:pt x="3966748" y="1972515"/>
                  </a:lnTo>
                  <a:lnTo>
                    <a:pt x="3958862" y="1972515"/>
                  </a:lnTo>
                  <a:lnTo>
                    <a:pt x="3950976" y="1972515"/>
                  </a:lnTo>
                  <a:lnTo>
                    <a:pt x="3943090" y="1972515"/>
                  </a:lnTo>
                  <a:lnTo>
                    <a:pt x="3935203" y="1972515"/>
                  </a:lnTo>
                  <a:lnTo>
                    <a:pt x="3927317" y="1972515"/>
                  </a:lnTo>
                  <a:lnTo>
                    <a:pt x="3919431" y="1972515"/>
                  </a:lnTo>
                  <a:lnTo>
                    <a:pt x="3911545" y="1972515"/>
                  </a:lnTo>
                  <a:lnTo>
                    <a:pt x="3903659" y="1972515"/>
                  </a:lnTo>
                  <a:lnTo>
                    <a:pt x="3895773" y="1972515"/>
                  </a:lnTo>
                  <a:lnTo>
                    <a:pt x="3887886" y="1972515"/>
                  </a:lnTo>
                  <a:lnTo>
                    <a:pt x="3880000" y="1972515"/>
                  </a:lnTo>
                  <a:lnTo>
                    <a:pt x="3872114" y="1972515"/>
                  </a:lnTo>
                  <a:lnTo>
                    <a:pt x="3864228" y="1972515"/>
                  </a:lnTo>
                  <a:lnTo>
                    <a:pt x="3856342" y="1972515"/>
                  </a:lnTo>
                  <a:lnTo>
                    <a:pt x="3848455" y="1972515"/>
                  </a:lnTo>
                  <a:lnTo>
                    <a:pt x="3840569" y="1972515"/>
                  </a:lnTo>
                  <a:lnTo>
                    <a:pt x="3832683" y="1972515"/>
                  </a:lnTo>
                  <a:lnTo>
                    <a:pt x="3824797" y="1972515"/>
                  </a:lnTo>
                  <a:lnTo>
                    <a:pt x="3816911" y="1972515"/>
                  </a:lnTo>
                  <a:lnTo>
                    <a:pt x="3809025" y="1972515"/>
                  </a:lnTo>
                  <a:lnTo>
                    <a:pt x="3801138" y="1972515"/>
                  </a:lnTo>
                  <a:lnTo>
                    <a:pt x="3793252" y="1972515"/>
                  </a:lnTo>
                  <a:lnTo>
                    <a:pt x="3785366" y="1972515"/>
                  </a:lnTo>
                  <a:lnTo>
                    <a:pt x="3777480" y="1972515"/>
                  </a:lnTo>
                  <a:lnTo>
                    <a:pt x="3769594" y="1972515"/>
                  </a:lnTo>
                  <a:lnTo>
                    <a:pt x="3761707" y="1972515"/>
                  </a:lnTo>
                  <a:lnTo>
                    <a:pt x="3753821" y="1972515"/>
                  </a:lnTo>
                  <a:lnTo>
                    <a:pt x="3745935" y="1972515"/>
                  </a:lnTo>
                  <a:lnTo>
                    <a:pt x="3738049" y="1972515"/>
                  </a:lnTo>
                  <a:lnTo>
                    <a:pt x="3730163" y="1972515"/>
                  </a:lnTo>
                  <a:lnTo>
                    <a:pt x="3722277" y="1972515"/>
                  </a:lnTo>
                  <a:lnTo>
                    <a:pt x="3714390" y="1972515"/>
                  </a:lnTo>
                  <a:lnTo>
                    <a:pt x="3706504" y="1972515"/>
                  </a:lnTo>
                  <a:lnTo>
                    <a:pt x="3698618" y="1972515"/>
                  </a:lnTo>
                  <a:lnTo>
                    <a:pt x="3690732" y="1972515"/>
                  </a:lnTo>
                  <a:lnTo>
                    <a:pt x="3682846" y="1972515"/>
                  </a:lnTo>
                  <a:lnTo>
                    <a:pt x="3674959" y="1972515"/>
                  </a:lnTo>
                  <a:lnTo>
                    <a:pt x="3667073" y="1972515"/>
                  </a:lnTo>
                  <a:lnTo>
                    <a:pt x="3659187" y="1972515"/>
                  </a:lnTo>
                  <a:lnTo>
                    <a:pt x="3651301" y="1972515"/>
                  </a:lnTo>
                  <a:lnTo>
                    <a:pt x="3643415" y="1972515"/>
                  </a:lnTo>
                  <a:lnTo>
                    <a:pt x="3635529" y="1972515"/>
                  </a:lnTo>
                  <a:lnTo>
                    <a:pt x="3627642" y="1972515"/>
                  </a:lnTo>
                  <a:lnTo>
                    <a:pt x="3619756" y="1972515"/>
                  </a:lnTo>
                  <a:lnTo>
                    <a:pt x="3611870" y="1972515"/>
                  </a:lnTo>
                  <a:lnTo>
                    <a:pt x="3603984" y="1972515"/>
                  </a:lnTo>
                  <a:lnTo>
                    <a:pt x="3596098" y="1972515"/>
                  </a:lnTo>
                  <a:lnTo>
                    <a:pt x="3588212" y="1972515"/>
                  </a:lnTo>
                  <a:lnTo>
                    <a:pt x="3580325" y="1972515"/>
                  </a:lnTo>
                  <a:lnTo>
                    <a:pt x="3572439" y="1972515"/>
                  </a:lnTo>
                  <a:lnTo>
                    <a:pt x="3564553" y="1972515"/>
                  </a:lnTo>
                  <a:lnTo>
                    <a:pt x="3556667" y="1972515"/>
                  </a:lnTo>
                  <a:lnTo>
                    <a:pt x="3548781" y="1972515"/>
                  </a:lnTo>
                  <a:lnTo>
                    <a:pt x="3540894" y="1972515"/>
                  </a:lnTo>
                  <a:lnTo>
                    <a:pt x="3533008" y="1972515"/>
                  </a:lnTo>
                  <a:lnTo>
                    <a:pt x="3525122" y="1972515"/>
                  </a:lnTo>
                  <a:lnTo>
                    <a:pt x="3517236" y="1972515"/>
                  </a:lnTo>
                  <a:lnTo>
                    <a:pt x="3509350" y="1972515"/>
                  </a:lnTo>
                  <a:lnTo>
                    <a:pt x="3501464" y="1972515"/>
                  </a:lnTo>
                  <a:lnTo>
                    <a:pt x="3493577" y="1972515"/>
                  </a:lnTo>
                  <a:lnTo>
                    <a:pt x="3485691" y="1972515"/>
                  </a:lnTo>
                  <a:lnTo>
                    <a:pt x="3477805" y="1972515"/>
                  </a:lnTo>
                  <a:lnTo>
                    <a:pt x="3469919" y="1972515"/>
                  </a:lnTo>
                  <a:lnTo>
                    <a:pt x="3462033" y="1972515"/>
                  </a:lnTo>
                  <a:lnTo>
                    <a:pt x="3454146" y="1972515"/>
                  </a:lnTo>
                  <a:lnTo>
                    <a:pt x="3446260" y="1972515"/>
                  </a:lnTo>
                  <a:lnTo>
                    <a:pt x="3438374" y="1972515"/>
                  </a:lnTo>
                  <a:lnTo>
                    <a:pt x="3430488" y="1972515"/>
                  </a:lnTo>
                  <a:lnTo>
                    <a:pt x="3422602" y="1972515"/>
                  </a:lnTo>
                  <a:lnTo>
                    <a:pt x="3414716" y="1972515"/>
                  </a:lnTo>
                  <a:lnTo>
                    <a:pt x="3406829" y="1972515"/>
                  </a:lnTo>
                  <a:lnTo>
                    <a:pt x="3398943" y="1972515"/>
                  </a:lnTo>
                  <a:lnTo>
                    <a:pt x="3391057" y="1972515"/>
                  </a:lnTo>
                  <a:lnTo>
                    <a:pt x="3383171" y="1972515"/>
                  </a:lnTo>
                  <a:lnTo>
                    <a:pt x="3375285" y="1972515"/>
                  </a:lnTo>
                  <a:lnTo>
                    <a:pt x="3367398" y="1972515"/>
                  </a:lnTo>
                  <a:lnTo>
                    <a:pt x="3359512" y="1972515"/>
                  </a:lnTo>
                  <a:lnTo>
                    <a:pt x="3351626" y="1972515"/>
                  </a:lnTo>
                  <a:lnTo>
                    <a:pt x="3343740" y="1972515"/>
                  </a:lnTo>
                  <a:lnTo>
                    <a:pt x="3335854" y="1972515"/>
                  </a:lnTo>
                  <a:lnTo>
                    <a:pt x="3327968" y="1972515"/>
                  </a:lnTo>
                  <a:lnTo>
                    <a:pt x="3320081" y="1972515"/>
                  </a:lnTo>
                  <a:lnTo>
                    <a:pt x="3312195" y="1972515"/>
                  </a:lnTo>
                  <a:lnTo>
                    <a:pt x="3304309" y="1972515"/>
                  </a:lnTo>
                  <a:lnTo>
                    <a:pt x="3296423" y="1972515"/>
                  </a:lnTo>
                  <a:lnTo>
                    <a:pt x="3288537" y="1972515"/>
                  </a:lnTo>
                  <a:lnTo>
                    <a:pt x="3280650" y="1972515"/>
                  </a:lnTo>
                  <a:lnTo>
                    <a:pt x="3272764" y="1972515"/>
                  </a:lnTo>
                  <a:lnTo>
                    <a:pt x="3264878" y="1972515"/>
                  </a:lnTo>
                  <a:lnTo>
                    <a:pt x="3256992" y="1972515"/>
                  </a:lnTo>
                  <a:lnTo>
                    <a:pt x="3249106" y="1972515"/>
                  </a:lnTo>
                  <a:lnTo>
                    <a:pt x="3241220" y="1972515"/>
                  </a:lnTo>
                  <a:lnTo>
                    <a:pt x="3233333" y="1972515"/>
                  </a:lnTo>
                  <a:lnTo>
                    <a:pt x="3225447" y="1972515"/>
                  </a:lnTo>
                  <a:lnTo>
                    <a:pt x="3217561" y="1972515"/>
                  </a:lnTo>
                  <a:lnTo>
                    <a:pt x="3209675" y="1972515"/>
                  </a:lnTo>
                  <a:lnTo>
                    <a:pt x="3201789" y="1972515"/>
                  </a:lnTo>
                  <a:lnTo>
                    <a:pt x="3193903" y="1972515"/>
                  </a:lnTo>
                  <a:lnTo>
                    <a:pt x="3186016" y="1972515"/>
                  </a:lnTo>
                  <a:lnTo>
                    <a:pt x="3178130" y="1972515"/>
                  </a:lnTo>
                  <a:lnTo>
                    <a:pt x="3170244" y="1972515"/>
                  </a:lnTo>
                  <a:lnTo>
                    <a:pt x="3162358" y="1972515"/>
                  </a:lnTo>
                  <a:lnTo>
                    <a:pt x="3154472" y="1972515"/>
                  </a:lnTo>
                  <a:lnTo>
                    <a:pt x="3146585" y="1972515"/>
                  </a:lnTo>
                  <a:lnTo>
                    <a:pt x="3138699" y="1972515"/>
                  </a:lnTo>
                  <a:lnTo>
                    <a:pt x="3130813" y="1972515"/>
                  </a:lnTo>
                  <a:lnTo>
                    <a:pt x="3122927" y="1972515"/>
                  </a:lnTo>
                  <a:lnTo>
                    <a:pt x="3115041" y="1972515"/>
                  </a:lnTo>
                  <a:lnTo>
                    <a:pt x="3107155" y="1972515"/>
                  </a:lnTo>
                  <a:lnTo>
                    <a:pt x="3099268" y="1972515"/>
                  </a:lnTo>
                  <a:lnTo>
                    <a:pt x="3091382" y="1972515"/>
                  </a:lnTo>
                  <a:lnTo>
                    <a:pt x="3083496" y="1972515"/>
                  </a:lnTo>
                  <a:lnTo>
                    <a:pt x="3075610" y="1972515"/>
                  </a:lnTo>
                  <a:lnTo>
                    <a:pt x="3067724" y="1972515"/>
                  </a:lnTo>
                  <a:lnTo>
                    <a:pt x="3059837" y="1972515"/>
                  </a:lnTo>
                  <a:lnTo>
                    <a:pt x="3051951" y="1972515"/>
                  </a:lnTo>
                  <a:lnTo>
                    <a:pt x="3044065" y="1972515"/>
                  </a:lnTo>
                  <a:lnTo>
                    <a:pt x="3036179" y="1972515"/>
                  </a:lnTo>
                  <a:lnTo>
                    <a:pt x="3028293" y="1972515"/>
                  </a:lnTo>
                  <a:lnTo>
                    <a:pt x="3020407" y="1972515"/>
                  </a:lnTo>
                  <a:lnTo>
                    <a:pt x="3012520" y="1972515"/>
                  </a:lnTo>
                  <a:lnTo>
                    <a:pt x="3004634" y="1972515"/>
                  </a:lnTo>
                  <a:lnTo>
                    <a:pt x="2996748" y="1972515"/>
                  </a:lnTo>
                  <a:lnTo>
                    <a:pt x="2988862" y="1972515"/>
                  </a:lnTo>
                  <a:lnTo>
                    <a:pt x="2980976" y="1972515"/>
                  </a:lnTo>
                  <a:lnTo>
                    <a:pt x="2973089" y="1972515"/>
                  </a:lnTo>
                  <a:lnTo>
                    <a:pt x="2965203" y="1972515"/>
                  </a:lnTo>
                  <a:lnTo>
                    <a:pt x="2957317" y="1972515"/>
                  </a:lnTo>
                  <a:lnTo>
                    <a:pt x="2949431" y="1972515"/>
                  </a:lnTo>
                  <a:lnTo>
                    <a:pt x="2941545" y="1972515"/>
                  </a:lnTo>
                  <a:lnTo>
                    <a:pt x="2933659" y="1972515"/>
                  </a:lnTo>
                  <a:lnTo>
                    <a:pt x="2925772" y="1972515"/>
                  </a:lnTo>
                  <a:lnTo>
                    <a:pt x="2917886" y="1972515"/>
                  </a:lnTo>
                  <a:lnTo>
                    <a:pt x="2910000" y="1972515"/>
                  </a:lnTo>
                  <a:lnTo>
                    <a:pt x="2902114" y="1972515"/>
                  </a:lnTo>
                  <a:lnTo>
                    <a:pt x="2894228" y="1972515"/>
                  </a:lnTo>
                  <a:lnTo>
                    <a:pt x="2886341" y="1972515"/>
                  </a:lnTo>
                  <a:lnTo>
                    <a:pt x="2878455" y="1972515"/>
                  </a:lnTo>
                  <a:lnTo>
                    <a:pt x="2870569" y="1972515"/>
                  </a:lnTo>
                  <a:lnTo>
                    <a:pt x="2862683" y="1972515"/>
                  </a:lnTo>
                  <a:lnTo>
                    <a:pt x="2854797" y="1972515"/>
                  </a:lnTo>
                  <a:lnTo>
                    <a:pt x="2846911" y="1972515"/>
                  </a:lnTo>
                  <a:lnTo>
                    <a:pt x="2839024" y="1972515"/>
                  </a:lnTo>
                  <a:lnTo>
                    <a:pt x="2831138" y="1972515"/>
                  </a:lnTo>
                  <a:lnTo>
                    <a:pt x="2823252" y="1972515"/>
                  </a:lnTo>
                  <a:lnTo>
                    <a:pt x="2815366" y="1972515"/>
                  </a:lnTo>
                  <a:lnTo>
                    <a:pt x="2807480" y="1972515"/>
                  </a:lnTo>
                  <a:lnTo>
                    <a:pt x="2799593" y="1972515"/>
                  </a:lnTo>
                  <a:lnTo>
                    <a:pt x="2791707" y="1972515"/>
                  </a:lnTo>
                  <a:lnTo>
                    <a:pt x="2783821" y="1972515"/>
                  </a:lnTo>
                  <a:lnTo>
                    <a:pt x="2775935" y="1972515"/>
                  </a:lnTo>
                  <a:lnTo>
                    <a:pt x="2768049" y="1972515"/>
                  </a:lnTo>
                  <a:lnTo>
                    <a:pt x="2760163" y="1972515"/>
                  </a:lnTo>
                  <a:lnTo>
                    <a:pt x="2752276" y="1972515"/>
                  </a:lnTo>
                  <a:lnTo>
                    <a:pt x="2744390" y="1972515"/>
                  </a:lnTo>
                  <a:lnTo>
                    <a:pt x="2736504" y="1972515"/>
                  </a:lnTo>
                  <a:lnTo>
                    <a:pt x="2728618" y="1972515"/>
                  </a:lnTo>
                  <a:lnTo>
                    <a:pt x="2720732" y="1972515"/>
                  </a:lnTo>
                  <a:lnTo>
                    <a:pt x="2712846" y="1972515"/>
                  </a:lnTo>
                  <a:lnTo>
                    <a:pt x="2704959" y="1972515"/>
                  </a:lnTo>
                  <a:lnTo>
                    <a:pt x="2697073" y="1972515"/>
                  </a:lnTo>
                  <a:lnTo>
                    <a:pt x="2689187" y="1972515"/>
                  </a:lnTo>
                  <a:lnTo>
                    <a:pt x="2681301" y="1972515"/>
                  </a:lnTo>
                  <a:lnTo>
                    <a:pt x="2673415" y="1972515"/>
                  </a:lnTo>
                  <a:lnTo>
                    <a:pt x="2665528" y="1972515"/>
                  </a:lnTo>
                  <a:lnTo>
                    <a:pt x="2657642" y="1972515"/>
                  </a:lnTo>
                  <a:lnTo>
                    <a:pt x="2649756" y="1972515"/>
                  </a:lnTo>
                  <a:lnTo>
                    <a:pt x="2641870" y="1972515"/>
                  </a:lnTo>
                  <a:lnTo>
                    <a:pt x="2633984" y="1972515"/>
                  </a:lnTo>
                  <a:lnTo>
                    <a:pt x="2626098" y="1972515"/>
                  </a:lnTo>
                  <a:lnTo>
                    <a:pt x="2618211" y="1972515"/>
                  </a:lnTo>
                  <a:lnTo>
                    <a:pt x="2610325" y="1972515"/>
                  </a:lnTo>
                  <a:lnTo>
                    <a:pt x="2602439" y="1972515"/>
                  </a:lnTo>
                  <a:lnTo>
                    <a:pt x="2594553" y="1972515"/>
                  </a:lnTo>
                  <a:lnTo>
                    <a:pt x="2586667" y="1972515"/>
                  </a:lnTo>
                  <a:lnTo>
                    <a:pt x="2578780" y="1972515"/>
                  </a:lnTo>
                  <a:lnTo>
                    <a:pt x="2570894" y="1972515"/>
                  </a:lnTo>
                  <a:lnTo>
                    <a:pt x="2563008" y="1972515"/>
                  </a:lnTo>
                  <a:lnTo>
                    <a:pt x="2555122" y="1972515"/>
                  </a:lnTo>
                  <a:lnTo>
                    <a:pt x="2547236" y="1972515"/>
                  </a:lnTo>
                  <a:lnTo>
                    <a:pt x="2539350" y="1972515"/>
                  </a:lnTo>
                  <a:lnTo>
                    <a:pt x="2531463" y="1972515"/>
                  </a:lnTo>
                  <a:lnTo>
                    <a:pt x="2523577" y="1972515"/>
                  </a:lnTo>
                  <a:lnTo>
                    <a:pt x="2515691" y="1972515"/>
                  </a:lnTo>
                  <a:lnTo>
                    <a:pt x="2507805" y="1972515"/>
                  </a:lnTo>
                  <a:lnTo>
                    <a:pt x="2499919" y="1972515"/>
                  </a:lnTo>
                  <a:lnTo>
                    <a:pt x="2492032" y="1972515"/>
                  </a:lnTo>
                  <a:lnTo>
                    <a:pt x="2484146" y="1972515"/>
                  </a:lnTo>
                  <a:lnTo>
                    <a:pt x="2476260" y="1972515"/>
                  </a:lnTo>
                  <a:lnTo>
                    <a:pt x="2468374" y="1972515"/>
                  </a:lnTo>
                  <a:lnTo>
                    <a:pt x="2460488" y="1972515"/>
                  </a:lnTo>
                  <a:lnTo>
                    <a:pt x="2452602" y="1972515"/>
                  </a:lnTo>
                  <a:lnTo>
                    <a:pt x="2444715" y="1972515"/>
                  </a:lnTo>
                  <a:lnTo>
                    <a:pt x="2436829" y="1972515"/>
                  </a:lnTo>
                  <a:lnTo>
                    <a:pt x="2428943" y="1972515"/>
                  </a:lnTo>
                  <a:lnTo>
                    <a:pt x="2421057" y="1972515"/>
                  </a:lnTo>
                  <a:lnTo>
                    <a:pt x="2413171" y="1972515"/>
                  </a:lnTo>
                  <a:lnTo>
                    <a:pt x="2405284" y="1972515"/>
                  </a:lnTo>
                  <a:lnTo>
                    <a:pt x="2397398" y="1972515"/>
                  </a:lnTo>
                  <a:lnTo>
                    <a:pt x="2389512" y="1972515"/>
                  </a:lnTo>
                  <a:lnTo>
                    <a:pt x="2381626" y="1972515"/>
                  </a:lnTo>
                  <a:lnTo>
                    <a:pt x="2373740" y="1972515"/>
                  </a:lnTo>
                  <a:lnTo>
                    <a:pt x="2365854" y="1972515"/>
                  </a:lnTo>
                  <a:lnTo>
                    <a:pt x="2357967" y="1972515"/>
                  </a:lnTo>
                  <a:lnTo>
                    <a:pt x="2350081" y="1972515"/>
                  </a:lnTo>
                  <a:lnTo>
                    <a:pt x="2342195" y="1972515"/>
                  </a:lnTo>
                  <a:lnTo>
                    <a:pt x="2334309" y="1972515"/>
                  </a:lnTo>
                  <a:lnTo>
                    <a:pt x="2326423" y="1972515"/>
                  </a:lnTo>
                  <a:lnTo>
                    <a:pt x="2318536" y="1972515"/>
                  </a:lnTo>
                  <a:lnTo>
                    <a:pt x="2310650" y="1972515"/>
                  </a:lnTo>
                  <a:lnTo>
                    <a:pt x="2302764" y="1972515"/>
                  </a:lnTo>
                  <a:lnTo>
                    <a:pt x="2294878" y="1972515"/>
                  </a:lnTo>
                  <a:lnTo>
                    <a:pt x="2286992" y="1972515"/>
                  </a:lnTo>
                  <a:lnTo>
                    <a:pt x="2279106" y="1972515"/>
                  </a:lnTo>
                  <a:lnTo>
                    <a:pt x="2271219" y="1972515"/>
                  </a:lnTo>
                  <a:lnTo>
                    <a:pt x="2263333" y="1972515"/>
                  </a:lnTo>
                  <a:lnTo>
                    <a:pt x="2255447" y="1972515"/>
                  </a:lnTo>
                  <a:lnTo>
                    <a:pt x="2247561" y="1972515"/>
                  </a:lnTo>
                  <a:lnTo>
                    <a:pt x="2239675" y="1972515"/>
                  </a:lnTo>
                  <a:lnTo>
                    <a:pt x="2231789" y="1972515"/>
                  </a:lnTo>
                  <a:lnTo>
                    <a:pt x="2223902" y="1972515"/>
                  </a:lnTo>
                  <a:lnTo>
                    <a:pt x="2216016" y="1972515"/>
                  </a:lnTo>
                  <a:lnTo>
                    <a:pt x="2208130" y="1972515"/>
                  </a:lnTo>
                  <a:lnTo>
                    <a:pt x="2200244" y="1972515"/>
                  </a:lnTo>
                  <a:lnTo>
                    <a:pt x="2192358" y="1972515"/>
                  </a:lnTo>
                  <a:lnTo>
                    <a:pt x="2184471" y="1972515"/>
                  </a:lnTo>
                  <a:lnTo>
                    <a:pt x="2176585" y="1972515"/>
                  </a:lnTo>
                  <a:lnTo>
                    <a:pt x="2168699" y="1972515"/>
                  </a:lnTo>
                  <a:lnTo>
                    <a:pt x="2160813" y="1972515"/>
                  </a:lnTo>
                  <a:lnTo>
                    <a:pt x="2152927" y="1972515"/>
                  </a:lnTo>
                  <a:lnTo>
                    <a:pt x="2145041" y="1972515"/>
                  </a:lnTo>
                  <a:lnTo>
                    <a:pt x="2137154" y="1972515"/>
                  </a:lnTo>
                  <a:lnTo>
                    <a:pt x="2129268" y="1972515"/>
                  </a:lnTo>
                  <a:lnTo>
                    <a:pt x="2121382" y="1972515"/>
                  </a:lnTo>
                  <a:lnTo>
                    <a:pt x="2113496" y="1972515"/>
                  </a:lnTo>
                  <a:lnTo>
                    <a:pt x="2105610" y="1972515"/>
                  </a:lnTo>
                  <a:lnTo>
                    <a:pt x="2097723" y="1972515"/>
                  </a:lnTo>
                  <a:lnTo>
                    <a:pt x="2089837" y="1972515"/>
                  </a:lnTo>
                  <a:lnTo>
                    <a:pt x="2081951" y="1972515"/>
                  </a:lnTo>
                  <a:lnTo>
                    <a:pt x="2074065" y="1972515"/>
                  </a:lnTo>
                  <a:lnTo>
                    <a:pt x="2066179" y="1972515"/>
                  </a:lnTo>
                  <a:lnTo>
                    <a:pt x="2058293" y="1972515"/>
                  </a:lnTo>
                  <a:lnTo>
                    <a:pt x="2050406" y="1972515"/>
                  </a:lnTo>
                  <a:lnTo>
                    <a:pt x="2042520" y="1972515"/>
                  </a:lnTo>
                  <a:lnTo>
                    <a:pt x="2034634" y="1972515"/>
                  </a:lnTo>
                  <a:lnTo>
                    <a:pt x="2026748" y="1972515"/>
                  </a:lnTo>
                  <a:lnTo>
                    <a:pt x="2018862" y="1972515"/>
                  </a:lnTo>
                  <a:lnTo>
                    <a:pt x="2010975" y="1972515"/>
                  </a:lnTo>
                  <a:lnTo>
                    <a:pt x="2003089" y="1972515"/>
                  </a:lnTo>
                  <a:lnTo>
                    <a:pt x="1995203" y="1972515"/>
                  </a:lnTo>
                  <a:lnTo>
                    <a:pt x="1987317" y="1972515"/>
                  </a:lnTo>
                  <a:lnTo>
                    <a:pt x="1979431" y="1972515"/>
                  </a:lnTo>
                  <a:lnTo>
                    <a:pt x="1971545" y="1972515"/>
                  </a:lnTo>
                  <a:lnTo>
                    <a:pt x="1963658" y="1972515"/>
                  </a:lnTo>
                  <a:lnTo>
                    <a:pt x="1955772" y="1972515"/>
                  </a:lnTo>
                  <a:lnTo>
                    <a:pt x="1947886" y="1972515"/>
                  </a:lnTo>
                  <a:lnTo>
                    <a:pt x="1940000" y="1972515"/>
                  </a:lnTo>
                  <a:lnTo>
                    <a:pt x="1932114" y="1972515"/>
                  </a:lnTo>
                  <a:lnTo>
                    <a:pt x="1924227" y="1972515"/>
                  </a:lnTo>
                  <a:lnTo>
                    <a:pt x="1916341" y="1972515"/>
                  </a:lnTo>
                  <a:lnTo>
                    <a:pt x="1908455" y="1972515"/>
                  </a:lnTo>
                  <a:lnTo>
                    <a:pt x="1900569" y="1972515"/>
                  </a:lnTo>
                  <a:lnTo>
                    <a:pt x="1892683" y="1972515"/>
                  </a:lnTo>
                  <a:lnTo>
                    <a:pt x="1884797" y="1972515"/>
                  </a:lnTo>
                  <a:lnTo>
                    <a:pt x="1876910" y="1972515"/>
                  </a:lnTo>
                  <a:lnTo>
                    <a:pt x="1869024" y="1972515"/>
                  </a:lnTo>
                  <a:lnTo>
                    <a:pt x="1861138" y="1972515"/>
                  </a:lnTo>
                  <a:lnTo>
                    <a:pt x="1853252" y="1972515"/>
                  </a:lnTo>
                  <a:lnTo>
                    <a:pt x="1845366" y="1972515"/>
                  </a:lnTo>
                  <a:lnTo>
                    <a:pt x="1837479" y="1972515"/>
                  </a:lnTo>
                  <a:lnTo>
                    <a:pt x="1829593" y="1972515"/>
                  </a:lnTo>
                  <a:lnTo>
                    <a:pt x="1821707" y="1972515"/>
                  </a:lnTo>
                  <a:lnTo>
                    <a:pt x="1813821" y="1972515"/>
                  </a:lnTo>
                  <a:lnTo>
                    <a:pt x="1805935" y="1972515"/>
                  </a:lnTo>
                  <a:lnTo>
                    <a:pt x="1798049" y="1972515"/>
                  </a:lnTo>
                  <a:lnTo>
                    <a:pt x="1790162" y="1972515"/>
                  </a:lnTo>
                  <a:lnTo>
                    <a:pt x="1782276" y="1972515"/>
                  </a:lnTo>
                  <a:lnTo>
                    <a:pt x="1774390" y="1972515"/>
                  </a:lnTo>
                  <a:lnTo>
                    <a:pt x="1766504" y="1972515"/>
                  </a:lnTo>
                  <a:lnTo>
                    <a:pt x="1758618" y="1972515"/>
                  </a:lnTo>
                  <a:lnTo>
                    <a:pt x="1750732" y="1972515"/>
                  </a:lnTo>
                  <a:lnTo>
                    <a:pt x="1742845" y="1972515"/>
                  </a:lnTo>
                  <a:lnTo>
                    <a:pt x="1734959" y="1972515"/>
                  </a:lnTo>
                  <a:lnTo>
                    <a:pt x="1727073" y="1972515"/>
                  </a:lnTo>
                  <a:lnTo>
                    <a:pt x="1719187" y="1972515"/>
                  </a:lnTo>
                  <a:lnTo>
                    <a:pt x="1711301" y="1972515"/>
                  </a:lnTo>
                  <a:lnTo>
                    <a:pt x="1703414" y="1972515"/>
                  </a:lnTo>
                  <a:lnTo>
                    <a:pt x="1695528" y="1972515"/>
                  </a:lnTo>
                  <a:lnTo>
                    <a:pt x="1687642" y="1972515"/>
                  </a:lnTo>
                  <a:lnTo>
                    <a:pt x="1679756" y="1972515"/>
                  </a:lnTo>
                  <a:lnTo>
                    <a:pt x="1671870" y="1972515"/>
                  </a:lnTo>
                  <a:lnTo>
                    <a:pt x="1663984" y="1972515"/>
                  </a:lnTo>
                  <a:lnTo>
                    <a:pt x="1656097" y="1972515"/>
                  </a:lnTo>
                  <a:lnTo>
                    <a:pt x="1648211" y="1972515"/>
                  </a:lnTo>
                  <a:lnTo>
                    <a:pt x="1640325" y="1972515"/>
                  </a:lnTo>
                  <a:lnTo>
                    <a:pt x="1632439" y="1972515"/>
                  </a:lnTo>
                  <a:lnTo>
                    <a:pt x="1624553" y="1972515"/>
                  </a:lnTo>
                  <a:lnTo>
                    <a:pt x="1616666" y="1972515"/>
                  </a:lnTo>
                  <a:lnTo>
                    <a:pt x="1608780" y="1972515"/>
                  </a:lnTo>
                  <a:lnTo>
                    <a:pt x="1600894" y="1972515"/>
                  </a:lnTo>
                  <a:lnTo>
                    <a:pt x="1593008" y="1972515"/>
                  </a:lnTo>
                  <a:lnTo>
                    <a:pt x="1585122" y="1972515"/>
                  </a:lnTo>
                  <a:lnTo>
                    <a:pt x="1577236" y="1972515"/>
                  </a:lnTo>
                  <a:lnTo>
                    <a:pt x="1569349" y="1972515"/>
                  </a:lnTo>
                  <a:lnTo>
                    <a:pt x="1561463" y="1972515"/>
                  </a:lnTo>
                  <a:lnTo>
                    <a:pt x="1553577" y="1972515"/>
                  </a:lnTo>
                  <a:lnTo>
                    <a:pt x="1545691" y="1972515"/>
                  </a:lnTo>
                  <a:lnTo>
                    <a:pt x="1537805" y="1972515"/>
                  </a:lnTo>
                  <a:lnTo>
                    <a:pt x="1529918" y="1972515"/>
                  </a:lnTo>
                  <a:lnTo>
                    <a:pt x="1522032" y="1972515"/>
                  </a:lnTo>
                  <a:lnTo>
                    <a:pt x="1514146" y="1972515"/>
                  </a:lnTo>
                  <a:lnTo>
                    <a:pt x="1506260" y="1972515"/>
                  </a:lnTo>
                  <a:lnTo>
                    <a:pt x="1498374" y="1972515"/>
                  </a:lnTo>
                  <a:lnTo>
                    <a:pt x="1490488" y="1972515"/>
                  </a:lnTo>
                  <a:lnTo>
                    <a:pt x="1482601" y="1972515"/>
                  </a:lnTo>
                  <a:lnTo>
                    <a:pt x="1474715" y="1972515"/>
                  </a:lnTo>
                  <a:lnTo>
                    <a:pt x="1466829" y="1972515"/>
                  </a:lnTo>
                  <a:lnTo>
                    <a:pt x="1458943" y="1972515"/>
                  </a:lnTo>
                  <a:lnTo>
                    <a:pt x="1451057" y="1972515"/>
                  </a:lnTo>
                  <a:lnTo>
                    <a:pt x="1443170" y="1972515"/>
                  </a:lnTo>
                  <a:lnTo>
                    <a:pt x="1435284" y="1972515"/>
                  </a:lnTo>
                  <a:lnTo>
                    <a:pt x="1427398" y="1972515"/>
                  </a:lnTo>
                  <a:lnTo>
                    <a:pt x="1419512" y="1972515"/>
                  </a:lnTo>
                  <a:lnTo>
                    <a:pt x="1411626" y="1972515"/>
                  </a:lnTo>
                  <a:lnTo>
                    <a:pt x="1403740" y="1972515"/>
                  </a:lnTo>
                  <a:lnTo>
                    <a:pt x="1395853" y="1972515"/>
                  </a:lnTo>
                  <a:lnTo>
                    <a:pt x="1387967" y="1972515"/>
                  </a:lnTo>
                  <a:lnTo>
                    <a:pt x="1380081" y="1972515"/>
                  </a:lnTo>
                  <a:lnTo>
                    <a:pt x="1372195" y="1972515"/>
                  </a:lnTo>
                  <a:lnTo>
                    <a:pt x="1364309" y="1972515"/>
                  </a:lnTo>
                  <a:lnTo>
                    <a:pt x="1356423" y="1972515"/>
                  </a:lnTo>
                  <a:lnTo>
                    <a:pt x="1348536" y="1972515"/>
                  </a:lnTo>
                  <a:lnTo>
                    <a:pt x="1340650" y="1972515"/>
                  </a:lnTo>
                  <a:lnTo>
                    <a:pt x="1332764" y="1972515"/>
                  </a:lnTo>
                  <a:lnTo>
                    <a:pt x="1324878" y="1972515"/>
                  </a:lnTo>
                  <a:lnTo>
                    <a:pt x="1316992" y="1972515"/>
                  </a:lnTo>
                  <a:lnTo>
                    <a:pt x="1309105" y="1972515"/>
                  </a:lnTo>
                  <a:lnTo>
                    <a:pt x="1301219" y="1972515"/>
                  </a:lnTo>
                  <a:lnTo>
                    <a:pt x="1293333" y="1972515"/>
                  </a:lnTo>
                  <a:lnTo>
                    <a:pt x="1285447" y="1972515"/>
                  </a:lnTo>
                  <a:lnTo>
                    <a:pt x="1277561" y="1972515"/>
                  </a:lnTo>
                  <a:lnTo>
                    <a:pt x="1269675" y="1972515"/>
                  </a:lnTo>
                  <a:lnTo>
                    <a:pt x="1261788" y="1972515"/>
                  </a:lnTo>
                  <a:lnTo>
                    <a:pt x="1253902" y="1972515"/>
                  </a:lnTo>
                  <a:lnTo>
                    <a:pt x="1246016" y="1972515"/>
                  </a:lnTo>
                  <a:lnTo>
                    <a:pt x="1238130" y="1972515"/>
                  </a:lnTo>
                  <a:lnTo>
                    <a:pt x="1230244" y="1972515"/>
                  </a:lnTo>
                  <a:lnTo>
                    <a:pt x="1222357" y="1972515"/>
                  </a:lnTo>
                  <a:lnTo>
                    <a:pt x="1214471" y="1972515"/>
                  </a:lnTo>
                  <a:lnTo>
                    <a:pt x="1206585" y="1972515"/>
                  </a:lnTo>
                  <a:lnTo>
                    <a:pt x="1198699" y="1972515"/>
                  </a:lnTo>
                  <a:lnTo>
                    <a:pt x="1190813" y="1972515"/>
                  </a:lnTo>
                  <a:lnTo>
                    <a:pt x="1182927" y="1972515"/>
                  </a:lnTo>
                  <a:lnTo>
                    <a:pt x="1175040" y="1972515"/>
                  </a:lnTo>
                  <a:lnTo>
                    <a:pt x="1167154" y="1972515"/>
                  </a:lnTo>
                  <a:lnTo>
                    <a:pt x="1159268" y="1972515"/>
                  </a:lnTo>
                  <a:lnTo>
                    <a:pt x="1151382" y="1972515"/>
                  </a:lnTo>
                  <a:lnTo>
                    <a:pt x="1143496" y="1972515"/>
                  </a:lnTo>
                  <a:lnTo>
                    <a:pt x="1135609" y="1972515"/>
                  </a:lnTo>
                  <a:lnTo>
                    <a:pt x="1127723" y="1972515"/>
                  </a:lnTo>
                  <a:lnTo>
                    <a:pt x="1119837" y="1972515"/>
                  </a:lnTo>
                  <a:lnTo>
                    <a:pt x="1111951" y="1972515"/>
                  </a:lnTo>
                  <a:lnTo>
                    <a:pt x="1104065" y="1972515"/>
                  </a:lnTo>
                  <a:lnTo>
                    <a:pt x="1096179" y="1972515"/>
                  </a:lnTo>
                  <a:lnTo>
                    <a:pt x="1088292" y="1972515"/>
                  </a:lnTo>
                  <a:lnTo>
                    <a:pt x="1080406" y="1972515"/>
                  </a:lnTo>
                  <a:lnTo>
                    <a:pt x="1072520" y="1972515"/>
                  </a:lnTo>
                  <a:lnTo>
                    <a:pt x="1064634" y="1972515"/>
                  </a:lnTo>
                  <a:lnTo>
                    <a:pt x="1056748" y="1972515"/>
                  </a:lnTo>
                  <a:lnTo>
                    <a:pt x="1048861" y="1972515"/>
                  </a:lnTo>
                  <a:lnTo>
                    <a:pt x="1040975" y="1972515"/>
                  </a:lnTo>
                  <a:lnTo>
                    <a:pt x="1033089" y="1972515"/>
                  </a:lnTo>
                  <a:lnTo>
                    <a:pt x="1025203" y="1972515"/>
                  </a:lnTo>
                  <a:lnTo>
                    <a:pt x="1017317" y="1972515"/>
                  </a:lnTo>
                  <a:lnTo>
                    <a:pt x="1009431" y="1972515"/>
                  </a:lnTo>
                  <a:lnTo>
                    <a:pt x="1001544" y="1972515"/>
                  </a:lnTo>
                  <a:lnTo>
                    <a:pt x="993658" y="1972515"/>
                  </a:lnTo>
                  <a:lnTo>
                    <a:pt x="985772" y="1972515"/>
                  </a:lnTo>
                  <a:lnTo>
                    <a:pt x="977886" y="1972515"/>
                  </a:lnTo>
                  <a:lnTo>
                    <a:pt x="970000" y="1972515"/>
                  </a:lnTo>
                  <a:lnTo>
                    <a:pt x="962113" y="1972515"/>
                  </a:lnTo>
                  <a:lnTo>
                    <a:pt x="954227" y="1972515"/>
                  </a:lnTo>
                  <a:lnTo>
                    <a:pt x="946341" y="1972515"/>
                  </a:lnTo>
                  <a:lnTo>
                    <a:pt x="938455" y="1972515"/>
                  </a:lnTo>
                  <a:lnTo>
                    <a:pt x="930569" y="1972515"/>
                  </a:lnTo>
                  <a:lnTo>
                    <a:pt x="922683" y="1972515"/>
                  </a:lnTo>
                  <a:lnTo>
                    <a:pt x="914796" y="1972515"/>
                  </a:lnTo>
                  <a:lnTo>
                    <a:pt x="906910" y="1972515"/>
                  </a:lnTo>
                  <a:lnTo>
                    <a:pt x="899024" y="1972515"/>
                  </a:lnTo>
                  <a:lnTo>
                    <a:pt x="891138" y="1972515"/>
                  </a:lnTo>
                  <a:lnTo>
                    <a:pt x="883252" y="1972515"/>
                  </a:lnTo>
                  <a:lnTo>
                    <a:pt x="875366" y="1972515"/>
                  </a:lnTo>
                  <a:lnTo>
                    <a:pt x="867479" y="1972515"/>
                  </a:lnTo>
                  <a:lnTo>
                    <a:pt x="859593" y="1972515"/>
                  </a:lnTo>
                  <a:lnTo>
                    <a:pt x="851707" y="1972515"/>
                  </a:lnTo>
                  <a:lnTo>
                    <a:pt x="843821" y="1972515"/>
                  </a:lnTo>
                  <a:lnTo>
                    <a:pt x="835935" y="1972515"/>
                  </a:lnTo>
                  <a:lnTo>
                    <a:pt x="828048" y="1972515"/>
                  </a:lnTo>
                  <a:lnTo>
                    <a:pt x="820162" y="1972515"/>
                  </a:lnTo>
                  <a:lnTo>
                    <a:pt x="812276" y="1972515"/>
                  </a:lnTo>
                  <a:lnTo>
                    <a:pt x="804390" y="1972515"/>
                  </a:lnTo>
                  <a:lnTo>
                    <a:pt x="796504" y="1972515"/>
                  </a:lnTo>
                  <a:lnTo>
                    <a:pt x="788618" y="1972515"/>
                  </a:lnTo>
                  <a:lnTo>
                    <a:pt x="780731" y="1972515"/>
                  </a:lnTo>
                  <a:lnTo>
                    <a:pt x="772845" y="1972515"/>
                  </a:lnTo>
                  <a:lnTo>
                    <a:pt x="764959" y="1972515"/>
                  </a:lnTo>
                  <a:lnTo>
                    <a:pt x="757073" y="1972515"/>
                  </a:lnTo>
                  <a:lnTo>
                    <a:pt x="749187" y="1972515"/>
                  </a:lnTo>
                  <a:lnTo>
                    <a:pt x="741300" y="1972515"/>
                  </a:lnTo>
                  <a:lnTo>
                    <a:pt x="733414" y="1972515"/>
                  </a:lnTo>
                  <a:lnTo>
                    <a:pt x="725528" y="1972515"/>
                  </a:lnTo>
                  <a:lnTo>
                    <a:pt x="717642" y="1972515"/>
                  </a:lnTo>
                  <a:lnTo>
                    <a:pt x="709756" y="1972515"/>
                  </a:lnTo>
                  <a:lnTo>
                    <a:pt x="701870" y="1972515"/>
                  </a:lnTo>
                  <a:lnTo>
                    <a:pt x="693983" y="1972515"/>
                  </a:lnTo>
                  <a:lnTo>
                    <a:pt x="686097" y="1972515"/>
                  </a:lnTo>
                  <a:lnTo>
                    <a:pt x="678211" y="1972515"/>
                  </a:lnTo>
                  <a:lnTo>
                    <a:pt x="670325" y="1972515"/>
                  </a:lnTo>
                  <a:lnTo>
                    <a:pt x="662439" y="1972515"/>
                  </a:lnTo>
                  <a:lnTo>
                    <a:pt x="654552" y="1972515"/>
                  </a:lnTo>
                  <a:lnTo>
                    <a:pt x="646666" y="1972515"/>
                  </a:lnTo>
                  <a:lnTo>
                    <a:pt x="638780" y="1972515"/>
                  </a:lnTo>
                  <a:lnTo>
                    <a:pt x="630894" y="1972515"/>
                  </a:lnTo>
                  <a:lnTo>
                    <a:pt x="623008" y="1972515"/>
                  </a:lnTo>
                  <a:lnTo>
                    <a:pt x="615122" y="1972515"/>
                  </a:lnTo>
                  <a:lnTo>
                    <a:pt x="607235" y="1972515"/>
                  </a:lnTo>
                  <a:lnTo>
                    <a:pt x="599349" y="1972515"/>
                  </a:lnTo>
                  <a:lnTo>
                    <a:pt x="591463" y="1972515"/>
                  </a:lnTo>
                  <a:lnTo>
                    <a:pt x="583577" y="1972515"/>
                  </a:lnTo>
                  <a:lnTo>
                    <a:pt x="575691" y="1972515"/>
                  </a:lnTo>
                  <a:lnTo>
                    <a:pt x="567804" y="1972515"/>
                  </a:lnTo>
                  <a:lnTo>
                    <a:pt x="559918" y="1972515"/>
                  </a:lnTo>
                  <a:lnTo>
                    <a:pt x="552032" y="1972515"/>
                  </a:lnTo>
                  <a:lnTo>
                    <a:pt x="544146" y="1972515"/>
                  </a:lnTo>
                  <a:lnTo>
                    <a:pt x="536260" y="1972515"/>
                  </a:lnTo>
                  <a:lnTo>
                    <a:pt x="528374" y="1972515"/>
                  </a:lnTo>
                  <a:lnTo>
                    <a:pt x="520487" y="1972515"/>
                  </a:lnTo>
                  <a:lnTo>
                    <a:pt x="512601" y="1972515"/>
                  </a:lnTo>
                  <a:lnTo>
                    <a:pt x="504715" y="1972515"/>
                  </a:lnTo>
                  <a:lnTo>
                    <a:pt x="496829" y="1972515"/>
                  </a:lnTo>
                  <a:lnTo>
                    <a:pt x="488943" y="1972515"/>
                  </a:lnTo>
                  <a:lnTo>
                    <a:pt x="481056" y="1972515"/>
                  </a:lnTo>
                  <a:lnTo>
                    <a:pt x="473170" y="1972515"/>
                  </a:lnTo>
                  <a:lnTo>
                    <a:pt x="465284" y="1972515"/>
                  </a:lnTo>
                  <a:lnTo>
                    <a:pt x="457398" y="1972515"/>
                  </a:lnTo>
                  <a:lnTo>
                    <a:pt x="449512" y="1972515"/>
                  </a:lnTo>
                  <a:lnTo>
                    <a:pt x="441626" y="1972515"/>
                  </a:lnTo>
                  <a:lnTo>
                    <a:pt x="433739" y="1972515"/>
                  </a:lnTo>
                  <a:lnTo>
                    <a:pt x="425853" y="1972515"/>
                  </a:lnTo>
                  <a:lnTo>
                    <a:pt x="417967" y="1972515"/>
                  </a:lnTo>
                  <a:lnTo>
                    <a:pt x="410081" y="1972515"/>
                  </a:lnTo>
                  <a:lnTo>
                    <a:pt x="402195" y="1972515"/>
                  </a:lnTo>
                  <a:lnTo>
                    <a:pt x="394309" y="1972515"/>
                  </a:lnTo>
                  <a:lnTo>
                    <a:pt x="386422" y="1972515"/>
                  </a:lnTo>
                  <a:lnTo>
                    <a:pt x="378536" y="1972515"/>
                  </a:lnTo>
                  <a:lnTo>
                    <a:pt x="370650" y="1972515"/>
                  </a:lnTo>
                  <a:lnTo>
                    <a:pt x="362764" y="1972515"/>
                  </a:lnTo>
                  <a:lnTo>
                    <a:pt x="354878" y="1972515"/>
                  </a:lnTo>
                  <a:lnTo>
                    <a:pt x="346991" y="1972515"/>
                  </a:lnTo>
                  <a:lnTo>
                    <a:pt x="339105" y="1972515"/>
                  </a:lnTo>
                  <a:lnTo>
                    <a:pt x="331219" y="1972515"/>
                  </a:lnTo>
                  <a:lnTo>
                    <a:pt x="323333" y="1972515"/>
                  </a:lnTo>
                  <a:lnTo>
                    <a:pt x="315447" y="1972515"/>
                  </a:lnTo>
                  <a:lnTo>
                    <a:pt x="307561" y="1972515"/>
                  </a:lnTo>
                  <a:lnTo>
                    <a:pt x="299674" y="1972515"/>
                  </a:lnTo>
                  <a:lnTo>
                    <a:pt x="291788" y="1972515"/>
                  </a:lnTo>
                  <a:lnTo>
                    <a:pt x="283902" y="1972515"/>
                  </a:lnTo>
                  <a:lnTo>
                    <a:pt x="276016" y="1972515"/>
                  </a:lnTo>
                  <a:lnTo>
                    <a:pt x="268130" y="1972515"/>
                  </a:lnTo>
                  <a:lnTo>
                    <a:pt x="260243" y="1972515"/>
                  </a:lnTo>
                  <a:lnTo>
                    <a:pt x="252357" y="1972515"/>
                  </a:lnTo>
                  <a:lnTo>
                    <a:pt x="244471" y="1972515"/>
                  </a:lnTo>
                  <a:lnTo>
                    <a:pt x="236585" y="1972515"/>
                  </a:lnTo>
                  <a:lnTo>
                    <a:pt x="228699" y="1972515"/>
                  </a:lnTo>
                  <a:lnTo>
                    <a:pt x="220813" y="1972515"/>
                  </a:lnTo>
                  <a:lnTo>
                    <a:pt x="212926" y="1972515"/>
                  </a:lnTo>
                  <a:lnTo>
                    <a:pt x="205040" y="1972515"/>
                  </a:lnTo>
                  <a:lnTo>
                    <a:pt x="197154" y="1972515"/>
                  </a:lnTo>
                  <a:lnTo>
                    <a:pt x="189268" y="1972515"/>
                  </a:lnTo>
                  <a:lnTo>
                    <a:pt x="181382" y="1972515"/>
                  </a:lnTo>
                  <a:lnTo>
                    <a:pt x="173495" y="1972515"/>
                  </a:lnTo>
                  <a:lnTo>
                    <a:pt x="165609" y="1972515"/>
                  </a:lnTo>
                  <a:lnTo>
                    <a:pt x="157723" y="1972515"/>
                  </a:lnTo>
                  <a:lnTo>
                    <a:pt x="149837" y="1972515"/>
                  </a:lnTo>
                  <a:lnTo>
                    <a:pt x="141951" y="1972515"/>
                  </a:lnTo>
                  <a:lnTo>
                    <a:pt x="134065" y="1972515"/>
                  </a:lnTo>
                  <a:lnTo>
                    <a:pt x="126178" y="1972515"/>
                  </a:lnTo>
                  <a:lnTo>
                    <a:pt x="118292" y="1972515"/>
                  </a:lnTo>
                  <a:lnTo>
                    <a:pt x="110406" y="1972515"/>
                  </a:lnTo>
                  <a:lnTo>
                    <a:pt x="102520" y="1972515"/>
                  </a:lnTo>
                  <a:lnTo>
                    <a:pt x="94634" y="1972515"/>
                  </a:lnTo>
                  <a:lnTo>
                    <a:pt x="86747" y="1972515"/>
                  </a:lnTo>
                  <a:lnTo>
                    <a:pt x="78861" y="1972515"/>
                  </a:lnTo>
                  <a:lnTo>
                    <a:pt x="70975" y="1972515"/>
                  </a:lnTo>
                  <a:lnTo>
                    <a:pt x="63089" y="1972515"/>
                  </a:lnTo>
                  <a:lnTo>
                    <a:pt x="55203" y="1972515"/>
                  </a:lnTo>
                  <a:lnTo>
                    <a:pt x="47317" y="1972515"/>
                  </a:lnTo>
                  <a:lnTo>
                    <a:pt x="39430" y="1972515"/>
                  </a:lnTo>
                  <a:lnTo>
                    <a:pt x="31544" y="1972515"/>
                  </a:lnTo>
                  <a:lnTo>
                    <a:pt x="23658" y="1972515"/>
                  </a:lnTo>
                  <a:lnTo>
                    <a:pt x="15772" y="1972515"/>
                  </a:lnTo>
                  <a:lnTo>
                    <a:pt x="7886" y="1972515"/>
                  </a:lnTo>
                  <a:lnTo>
                    <a:pt x="0" y="197251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7814880" y="2822217"/>
              <a:ext cx="4029838" cy="1972515"/>
            </a:xfrm>
            <a:custGeom>
              <a:avLst/>
              <a:pathLst>
                <a:path w="4029838" h="1972515">
                  <a:moveTo>
                    <a:pt x="0" y="1962487"/>
                  </a:moveTo>
                  <a:lnTo>
                    <a:pt x="7886" y="1961257"/>
                  </a:lnTo>
                  <a:lnTo>
                    <a:pt x="15772" y="1959938"/>
                  </a:lnTo>
                  <a:lnTo>
                    <a:pt x="23658" y="1958531"/>
                  </a:lnTo>
                  <a:lnTo>
                    <a:pt x="31544" y="1957018"/>
                  </a:lnTo>
                  <a:lnTo>
                    <a:pt x="39430" y="1955422"/>
                  </a:lnTo>
                  <a:lnTo>
                    <a:pt x="47317" y="1953751"/>
                  </a:lnTo>
                  <a:lnTo>
                    <a:pt x="55203" y="1952012"/>
                  </a:lnTo>
                  <a:lnTo>
                    <a:pt x="63089" y="1950212"/>
                  </a:lnTo>
                  <a:lnTo>
                    <a:pt x="70975" y="1948353"/>
                  </a:lnTo>
                  <a:lnTo>
                    <a:pt x="78861" y="1946448"/>
                  </a:lnTo>
                  <a:lnTo>
                    <a:pt x="86747" y="1944517"/>
                  </a:lnTo>
                  <a:lnTo>
                    <a:pt x="94634" y="1942571"/>
                  </a:lnTo>
                  <a:lnTo>
                    <a:pt x="102520" y="1940622"/>
                  </a:lnTo>
                  <a:lnTo>
                    <a:pt x="110406" y="1938681"/>
                  </a:lnTo>
                  <a:lnTo>
                    <a:pt x="118292" y="1936772"/>
                  </a:lnTo>
                  <a:lnTo>
                    <a:pt x="126178" y="1934908"/>
                  </a:lnTo>
                  <a:lnTo>
                    <a:pt x="134065" y="1933098"/>
                  </a:lnTo>
                  <a:lnTo>
                    <a:pt x="141951" y="1931355"/>
                  </a:lnTo>
                  <a:lnTo>
                    <a:pt x="149837" y="1929688"/>
                  </a:lnTo>
                  <a:lnTo>
                    <a:pt x="157723" y="1928121"/>
                  </a:lnTo>
                  <a:lnTo>
                    <a:pt x="165609" y="1926671"/>
                  </a:lnTo>
                  <a:lnTo>
                    <a:pt x="173495" y="1925330"/>
                  </a:lnTo>
                  <a:lnTo>
                    <a:pt x="181382" y="1924103"/>
                  </a:lnTo>
                  <a:lnTo>
                    <a:pt x="189268" y="1922994"/>
                  </a:lnTo>
                  <a:lnTo>
                    <a:pt x="197154" y="1922006"/>
                  </a:lnTo>
                  <a:lnTo>
                    <a:pt x="205040" y="1921172"/>
                  </a:lnTo>
                  <a:lnTo>
                    <a:pt x="212926" y="1920460"/>
                  </a:lnTo>
                  <a:lnTo>
                    <a:pt x="220813" y="1919864"/>
                  </a:lnTo>
                  <a:lnTo>
                    <a:pt x="228699" y="1919380"/>
                  </a:lnTo>
                  <a:lnTo>
                    <a:pt x="236585" y="1919002"/>
                  </a:lnTo>
                  <a:lnTo>
                    <a:pt x="244471" y="1918734"/>
                  </a:lnTo>
                  <a:lnTo>
                    <a:pt x="252357" y="1918567"/>
                  </a:lnTo>
                  <a:lnTo>
                    <a:pt x="260243" y="1918476"/>
                  </a:lnTo>
                  <a:lnTo>
                    <a:pt x="268130" y="1918452"/>
                  </a:lnTo>
                  <a:lnTo>
                    <a:pt x="276016" y="1918484"/>
                  </a:lnTo>
                  <a:lnTo>
                    <a:pt x="283902" y="1918563"/>
                  </a:lnTo>
                  <a:lnTo>
                    <a:pt x="291788" y="1918687"/>
                  </a:lnTo>
                  <a:lnTo>
                    <a:pt x="299674" y="1918834"/>
                  </a:lnTo>
                  <a:lnTo>
                    <a:pt x="307561" y="1918995"/>
                  </a:lnTo>
                  <a:lnTo>
                    <a:pt x="315447" y="1919164"/>
                  </a:lnTo>
                  <a:lnTo>
                    <a:pt x="323333" y="1919335"/>
                  </a:lnTo>
                  <a:lnTo>
                    <a:pt x="331219" y="1919503"/>
                  </a:lnTo>
                  <a:lnTo>
                    <a:pt x="339105" y="1919662"/>
                  </a:lnTo>
                  <a:lnTo>
                    <a:pt x="346991" y="1919812"/>
                  </a:lnTo>
                  <a:lnTo>
                    <a:pt x="354878" y="1919954"/>
                  </a:lnTo>
                  <a:lnTo>
                    <a:pt x="362764" y="1920089"/>
                  </a:lnTo>
                  <a:lnTo>
                    <a:pt x="370650" y="1920220"/>
                  </a:lnTo>
                  <a:lnTo>
                    <a:pt x="378536" y="1920354"/>
                  </a:lnTo>
                  <a:lnTo>
                    <a:pt x="386422" y="1920497"/>
                  </a:lnTo>
                  <a:lnTo>
                    <a:pt x="394309" y="1920656"/>
                  </a:lnTo>
                  <a:lnTo>
                    <a:pt x="402195" y="1920838"/>
                  </a:lnTo>
                  <a:lnTo>
                    <a:pt x="410081" y="1921051"/>
                  </a:lnTo>
                  <a:lnTo>
                    <a:pt x="417967" y="1921310"/>
                  </a:lnTo>
                  <a:lnTo>
                    <a:pt x="425853" y="1921627"/>
                  </a:lnTo>
                  <a:lnTo>
                    <a:pt x="433739" y="1922002"/>
                  </a:lnTo>
                  <a:lnTo>
                    <a:pt x="441626" y="1922441"/>
                  </a:lnTo>
                  <a:lnTo>
                    <a:pt x="449512" y="1922951"/>
                  </a:lnTo>
                  <a:lnTo>
                    <a:pt x="457398" y="1923535"/>
                  </a:lnTo>
                  <a:lnTo>
                    <a:pt x="465284" y="1924220"/>
                  </a:lnTo>
                  <a:lnTo>
                    <a:pt x="473170" y="1924983"/>
                  </a:lnTo>
                  <a:lnTo>
                    <a:pt x="481056" y="1925822"/>
                  </a:lnTo>
                  <a:lnTo>
                    <a:pt x="488943" y="1926736"/>
                  </a:lnTo>
                  <a:lnTo>
                    <a:pt x="496829" y="1927719"/>
                  </a:lnTo>
                  <a:lnTo>
                    <a:pt x="504715" y="1928772"/>
                  </a:lnTo>
                  <a:lnTo>
                    <a:pt x="512601" y="1929881"/>
                  </a:lnTo>
                  <a:lnTo>
                    <a:pt x="520487" y="1931026"/>
                  </a:lnTo>
                  <a:lnTo>
                    <a:pt x="528374" y="1932194"/>
                  </a:lnTo>
                  <a:lnTo>
                    <a:pt x="536260" y="1933372"/>
                  </a:lnTo>
                  <a:lnTo>
                    <a:pt x="544146" y="1934545"/>
                  </a:lnTo>
                  <a:lnTo>
                    <a:pt x="552032" y="1935686"/>
                  </a:lnTo>
                  <a:lnTo>
                    <a:pt x="559918" y="1936778"/>
                  </a:lnTo>
                  <a:lnTo>
                    <a:pt x="567804" y="1937807"/>
                  </a:lnTo>
                  <a:lnTo>
                    <a:pt x="575691" y="1938756"/>
                  </a:lnTo>
                  <a:lnTo>
                    <a:pt x="583577" y="1939611"/>
                  </a:lnTo>
                  <a:lnTo>
                    <a:pt x="591463" y="1940336"/>
                  </a:lnTo>
                  <a:lnTo>
                    <a:pt x="599349" y="1940915"/>
                  </a:lnTo>
                  <a:lnTo>
                    <a:pt x="607235" y="1941350"/>
                  </a:lnTo>
                  <a:lnTo>
                    <a:pt x="615122" y="1941634"/>
                  </a:lnTo>
                  <a:lnTo>
                    <a:pt x="623008" y="1941758"/>
                  </a:lnTo>
                  <a:lnTo>
                    <a:pt x="630894" y="1941714"/>
                  </a:lnTo>
                  <a:lnTo>
                    <a:pt x="638780" y="1941454"/>
                  </a:lnTo>
                  <a:lnTo>
                    <a:pt x="646666" y="1941025"/>
                  </a:lnTo>
                  <a:lnTo>
                    <a:pt x="654552" y="1940429"/>
                  </a:lnTo>
                  <a:lnTo>
                    <a:pt x="662439" y="1939671"/>
                  </a:lnTo>
                  <a:lnTo>
                    <a:pt x="670325" y="1938758"/>
                  </a:lnTo>
                  <a:lnTo>
                    <a:pt x="678211" y="1937677"/>
                  </a:lnTo>
                  <a:lnTo>
                    <a:pt x="686097" y="1936452"/>
                  </a:lnTo>
                  <a:lnTo>
                    <a:pt x="693983" y="1935116"/>
                  </a:lnTo>
                  <a:lnTo>
                    <a:pt x="701870" y="1933682"/>
                  </a:lnTo>
                  <a:lnTo>
                    <a:pt x="709756" y="1932168"/>
                  </a:lnTo>
                  <a:lnTo>
                    <a:pt x="717642" y="1930590"/>
                  </a:lnTo>
                  <a:lnTo>
                    <a:pt x="725528" y="1928964"/>
                  </a:lnTo>
                  <a:lnTo>
                    <a:pt x="733414" y="1927326"/>
                  </a:lnTo>
                  <a:lnTo>
                    <a:pt x="741300" y="1925693"/>
                  </a:lnTo>
                  <a:lnTo>
                    <a:pt x="749187" y="1924085"/>
                  </a:lnTo>
                  <a:lnTo>
                    <a:pt x="757073" y="1922517"/>
                  </a:lnTo>
                  <a:lnTo>
                    <a:pt x="764959" y="1921022"/>
                  </a:lnTo>
                  <a:lnTo>
                    <a:pt x="772845" y="1919618"/>
                  </a:lnTo>
                  <a:lnTo>
                    <a:pt x="780731" y="1918313"/>
                  </a:lnTo>
                  <a:lnTo>
                    <a:pt x="788618" y="1917117"/>
                  </a:lnTo>
                  <a:lnTo>
                    <a:pt x="796504" y="1916039"/>
                  </a:lnTo>
                  <a:lnTo>
                    <a:pt x="804390" y="1915095"/>
                  </a:lnTo>
                  <a:lnTo>
                    <a:pt x="812276" y="1914320"/>
                  </a:lnTo>
                  <a:lnTo>
                    <a:pt x="820162" y="1913685"/>
                  </a:lnTo>
                  <a:lnTo>
                    <a:pt x="828048" y="1913190"/>
                  </a:lnTo>
                  <a:lnTo>
                    <a:pt x="835935" y="1912836"/>
                  </a:lnTo>
                  <a:lnTo>
                    <a:pt x="843821" y="1912619"/>
                  </a:lnTo>
                  <a:lnTo>
                    <a:pt x="851707" y="1912557"/>
                  </a:lnTo>
                  <a:lnTo>
                    <a:pt x="859593" y="1912631"/>
                  </a:lnTo>
                  <a:lnTo>
                    <a:pt x="867479" y="1912818"/>
                  </a:lnTo>
                  <a:lnTo>
                    <a:pt x="875366" y="1913109"/>
                  </a:lnTo>
                  <a:lnTo>
                    <a:pt x="883252" y="1913493"/>
                  </a:lnTo>
                  <a:lnTo>
                    <a:pt x="891138" y="1913963"/>
                  </a:lnTo>
                  <a:lnTo>
                    <a:pt x="899024" y="1914513"/>
                  </a:lnTo>
                  <a:lnTo>
                    <a:pt x="906910" y="1915110"/>
                  </a:lnTo>
                  <a:lnTo>
                    <a:pt x="914796" y="1915744"/>
                  </a:lnTo>
                  <a:lnTo>
                    <a:pt x="922683" y="1916399"/>
                  </a:lnTo>
                  <a:lnTo>
                    <a:pt x="930569" y="1917065"/>
                  </a:lnTo>
                  <a:lnTo>
                    <a:pt x="938455" y="1917723"/>
                  </a:lnTo>
                  <a:lnTo>
                    <a:pt x="946341" y="1918356"/>
                  </a:lnTo>
                  <a:lnTo>
                    <a:pt x="954227" y="1918953"/>
                  </a:lnTo>
                  <a:lnTo>
                    <a:pt x="962113" y="1919504"/>
                  </a:lnTo>
                  <a:lnTo>
                    <a:pt x="970000" y="1919997"/>
                  </a:lnTo>
                  <a:lnTo>
                    <a:pt x="977886" y="1920419"/>
                  </a:lnTo>
                  <a:lnTo>
                    <a:pt x="985772" y="1920744"/>
                  </a:lnTo>
                  <a:lnTo>
                    <a:pt x="993658" y="1920978"/>
                  </a:lnTo>
                  <a:lnTo>
                    <a:pt x="1001544" y="1921116"/>
                  </a:lnTo>
                  <a:lnTo>
                    <a:pt x="1009431" y="1921152"/>
                  </a:lnTo>
                  <a:lnTo>
                    <a:pt x="1017317" y="1921081"/>
                  </a:lnTo>
                  <a:lnTo>
                    <a:pt x="1025203" y="1920875"/>
                  </a:lnTo>
                  <a:lnTo>
                    <a:pt x="1033089" y="1920543"/>
                  </a:lnTo>
                  <a:lnTo>
                    <a:pt x="1040975" y="1920092"/>
                  </a:lnTo>
                  <a:lnTo>
                    <a:pt x="1048861" y="1919522"/>
                  </a:lnTo>
                  <a:lnTo>
                    <a:pt x="1056748" y="1918832"/>
                  </a:lnTo>
                  <a:lnTo>
                    <a:pt x="1064634" y="1918017"/>
                  </a:lnTo>
                  <a:lnTo>
                    <a:pt x="1072520" y="1917059"/>
                  </a:lnTo>
                  <a:lnTo>
                    <a:pt x="1080406" y="1915987"/>
                  </a:lnTo>
                  <a:lnTo>
                    <a:pt x="1088292" y="1914805"/>
                  </a:lnTo>
                  <a:lnTo>
                    <a:pt x="1096179" y="1913517"/>
                  </a:lnTo>
                  <a:lnTo>
                    <a:pt x="1104065" y="1912126"/>
                  </a:lnTo>
                  <a:lnTo>
                    <a:pt x="1111951" y="1910619"/>
                  </a:lnTo>
                  <a:lnTo>
                    <a:pt x="1119837" y="1909014"/>
                  </a:lnTo>
                  <a:lnTo>
                    <a:pt x="1127723" y="1907325"/>
                  </a:lnTo>
                  <a:lnTo>
                    <a:pt x="1135609" y="1905557"/>
                  </a:lnTo>
                  <a:lnTo>
                    <a:pt x="1143496" y="1903714"/>
                  </a:lnTo>
                  <a:lnTo>
                    <a:pt x="1151382" y="1901797"/>
                  </a:lnTo>
                  <a:lnTo>
                    <a:pt x="1159268" y="1899802"/>
                  </a:lnTo>
                  <a:lnTo>
                    <a:pt x="1167154" y="1897748"/>
                  </a:lnTo>
                  <a:lnTo>
                    <a:pt x="1175040" y="1895639"/>
                  </a:lnTo>
                  <a:lnTo>
                    <a:pt x="1182927" y="1893477"/>
                  </a:lnTo>
                  <a:lnTo>
                    <a:pt x="1190813" y="1891265"/>
                  </a:lnTo>
                  <a:lnTo>
                    <a:pt x="1198699" y="1888993"/>
                  </a:lnTo>
                  <a:lnTo>
                    <a:pt x="1206585" y="1886672"/>
                  </a:lnTo>
                  <a:lnTo>
                    <a:pt x="1214471" y="1884304"/>
                  </a:lnTo>
                  <a:lnTo>
                    <a:pt x="1222357" y="1881888"/>
                  </a:lnTo>
                  <a:lnTo>
                    <a:pt x="1230244" y="1879426"/>
                  </a:lnTo>
                  <a:lnTo>
                    <a:pt x="1238130" y="1876911"/>
                  </a:lnTo>
                  <a:lnTo>
                    <a:pt x="1246016" y="1874336"/>
                  </a:lnTo>
                  <a:lnTo>
                    <a:pt x="1253902" y="1871709"/>
                  </a:lnTo>
                  <a:lnTo>
                    <a:pt x="1261788" y="1869029"/>
                  </a:lnTo>
                  <a:lnTo>
                    <a:pt x="1269675" y="1866294"/>
                  </a:lnTo>
                  <a:lnTo>
                    <a:pt x="1277561" y="1863503"/>
                  </a:lnTo>
                  <a:lnTo>
                    <a:pt x="1285447" y="1860642"/>
                  </a:lnTo>
                  <a:lnTo>
                    <a:pt x="1293333" y="1857719"/>
                  </a:lnTo>
                  <a:lnTo>
                    <a:pt x="1301219" y="1854738"/>
                  </a:lnTo>
                  <a:lnTo>
                    <a:pt x="1309105" y="1851698"/>
                  </a:lnTo>
                  <a:lnTo>
                    <a:pt x="1316992" y="1848599"/>
                  </a:lnTo>
                  <a:lnTo>
                    <a:pt x="1324878" y="1845439"/>
                  </a:lnTo>
                  <a:lnTo>
                    <a:pt x="1332764" y="1842210"/>
                  </a:lnTo>
                  <a:lnTo>
                    <a:pt x="1340650" y="1838926"/>
                  </a:lnTo>
                  <a:lnTo>
                    <a:pt x="1348536" y="1835589"/>
                  </a:lnTo>
                  <a:lnTo>
                    <a:pt x="1356423" y="1832199"/>
                  </a:lnTo>
                  <a:lnTo>
                    <a:pt x="1364309" y="1828756"/>
                  </a:lnTo>
                  <a:lnTo>
                    <a:pt x="1372195" y="1825249"/>
                  </a:lnTo>
                  <a:lnTo>
                    <a:pt x="1380081" y="1821685"/>
                  </a:lnTo>
                  <a:lnTo>
                    <a:pt x="1387967" y="1818066"/>
                  </a:lnTo>
                  <a:lnTo>
                    <a:pt x="1395853" y="1814386"/>
                  </a:lnTo>
                  <a:lnTo>
                    <a:pt x="1403740" y="1810642"/>
                  </a:lnTo>
                  <a:lnTo>
                    <a:pt x="1411626" y="1806819"/>
                  </a:lnTo>
                  <a:lnTo>
                    <a:pt x="1419512" y="1802895"/>
                  </a:lnTo>
                  <a:lnTo>
                    <a:pt x="1427398" y="1798869"/>
                  </a:lnTo>
                  <a:lnTo>
                    <a:pt x="1435284" y="1794727"/>
                  </a:lnTo>
                  <a:lnTo>
                    <a:pt x="1443170" y="1790452"/>
                  </a:lnTo>
                  <a:lnTo>
                    <a:pt x="1451057" y="1786022"/>
                  </a:lnTo>
                  <a:lnTo>
                    <a:pt x="1458943" y="1781364"/>
                  </a:lnTo>
                  <a:lnTo>
                    <a:pt x="1466829" y="1776470"/>
                  </a:lnTo>
                  <a:lnTo>
                    <a:pt x="1474715" y="1771319"/>
                  </a:lnTo>
                  <a:lnTo>
                    <a:pt x="1482601" y="1765875"/>
                  </a:lnTo>
                  <a:lnTo>
                    <a:pt x="1490488" y="1760103"/>
                  </a:lnTo>
                  <a:lnTo>
                    <a:pt x="1498374" y="1753921"/>
                  </a:lnTo>
                  <a:lnTo>
                    <a:pt x="1506260" y="1747223"/>
                  </a:lnTo>
                  <a:lnTo>
                    <a:pt x="1514146" y="1740034"/>
                  </a:lnTo>
                  <a:lnTo>
                    <a:pt x="1522032" y="1732306"/>
                  </a:lnTo>
                  <a:lnTo>
                    <a:pt x="1529918" y="1723989"/>
                  </a:lnTo>
                  <a:lnTo>
                    <a:pt x="1537805" y="1715033"/>
                  </a:lnTo>
                  <a:lnTo>
                    <a:pt x="1545691" y="1705196"/>
                  </a:lnTo>
                  <a:lnTo>
                    <a:pt x="1553577" y="1694543"/>
                  </a:lnTo>
                  <a:lnTo>
                    <a:pt x="1561463" y="1683052"/>
                  </a:lnTo>
                  <a:lnTo>
                    <a:pt x="1569349" y="1670669"/>
                  </a:lnTo>
                  <a:lnTo>
                    <a:pt x="1577236" y="1657343"/>
                  </a:lnTo>
                  <a:lnTo>
                    <a:pt x="1585122" y="1642908"/>
                  </a:lnTo>
                  <a:lnTo>
                    <a:pt x="1593008" y="1627203"/>
                  </a:lnTo>
                  <a:lnTo>
                    <a:pt x="1600894" y="1610362"/>
                  </a:lnTo>
                  <a:lnTo>
                    <a:pt x="1608780" y="1592336"/>
                  </a:lnTo>
                  <a:lnTo>
                    <a:pt x="1616666" y="1573080"/>
                  </a:lnTo>
                  <a:lnTo>
                    <a:pt x="1624553" y="1552548"/>
                  </a:lnTo>
                  <a:lnTo>
                    <a:pt x="1632439" y="1530348"/>
                  </a:lnTo>
                  <a:lnTo>
                    <a:pt x="1640325" y="1506712"/>
                  </a:lnTo>
                  <a:lnTo>
                    <a:pt x="1648211" y="1481652"/>
                  </a:lnTo>
                  <a:lnTo>
                    <a:pt x="1656097" y="1455135"/>
                  </a:lnTo>
                  <a:lnTo>
                    <a:pt x="1663984" y="1427131"/>
                  </a:lnTo>
                  <a:lnTo>
                    <a:pt x="1671870" y="1397439"/>
                  </a:lnTo>
                  <a:lnTo>
                    <a:pt x="1679756" y="1365932"/>
                  </a:lnTo>
                  <a:lnTo>
                    <a:pt x="1687642" y="1332865"/>
                  </a:lnTo>
                  <a:lnTo>
                    <a:pt x="1695528" y="1298231"/>
                  </a:lnTo>
                  <a:lnTo>
                    <a:pt x="1703414" y="1262030"/>
                  </a:lnTo>
                  <a:lnTo>
                    <a:pt x="1711301" y="1224269"/>
                  </a:lnTo>
                  <a:lnTo>
                    <a:pt x="1719187" y="1184573"/>
                  </a:lnTo>
                  <a:lnTo>
                    <a:pt x="1727073" y="1143342"/>
                  </a:lnTo>
                  <a:lnTo>
                    <a:pt x="1734959" y="1100664"/>
                  </a:lnTo>
                  <a:lnTo>
                    <a:pt x="1742845" y="1056596"/>
                  </a:lnTo>
                  <a:lnTo>
                    <a:pt x="1750732" y="1011204"/>
                  </a:lnTo>
                  <a:lnTo>
                    <a:pt x="1758618" y="964432"/>
                  </a:lnTo>
                  <a:lnTo>
                    <a:pt x="1766504" y="916388"/>
                  </a:lnTo>
                  <a:lnTo>
                    <a:pt x="1774390" y="867398"/>
                  </a:lnTo>
                  <a:lnTo>
                    <a:pt x="1782276" y="817601"/>
                  </a:lnTo>
                  <a:lnTo>
                    <a:pt x="1790162" y="767145"/>
                  </a:lnTo>
                  <a:lnTo>
                    <a:pt x="1798049" y="716191"/>
                  </a:lnTo>
                  <a:lnTo>
                    <a:pt x="1805935" y="664920"/>
                  </a:lnTo>
                  <a:lnTo>
                    <a:pt x="1813821" y="613678"/>
                  </a:lnTo>
                  <a:lnTo>
                    <a:pt x="1821707" y="562687"/>
                  </a:lnTo>
                  <a:lnTo>
                    <a:pt x="1829593" y="512170"/>
                  </a:lnTo>
                  <a:lnTo>
                    <a:pt x="1837479" y="462360"/>
                  </a:lnTo>
                  <a:lnTo>
                    <a:pt x="1845366" y="413667"/>
                  </a:lnTo>
                  <a:lnTo>
                    <a:pt x="1853252" y="366524"/>
                  </a:lnTo>
                  <a:lnTo>
                    <a:pt x="1861138" y="321025"/>
                  </a:lnTo>
                  <a:lnTo>
                    <a:pt x="1869024" y="277419"/>
                  </a:lnTo>
                  <a:lnTo>
                    <a:pt x="1876910" y="235952"/>
                  </a:lnTo>
                  <a:lnTo>
                    <a:pt x="1884797" y="196864"/>
                  </a:lnTo>
                  <a:lnTo>
                    <a:pt x="1892683" y="161219"/>
                  </a:lnTo>
                  <a:lnTo>
                    <a:pt x="1900569" y="128605"/>
                  </a:lnTo>
                  <a:lnTo>
                    <a:pt x="1908455" y="99183"/>
                  </a:lnTo>
                  <a:lnTo>
                    <a:pt x="1916341" y="73127"/>
                  </a:lnTo>
                  <a:lnTo>
                    <a:pt x="1924227" y="50595"/>
                  </a:lnTo>
                  <a:lnTo>
                    <a:pt x="1932114" y="32248"/>
                  </a:lnTo>
                  <a:lnTo>
                    <a:pt x="1940000" y="18305"/>
                  </a:lnTo>
                  <a:lnTo>
                    <a:pt x="1947886" y="8264"/>
                  </a:lnTo>
                  <a:lnTo>
                    <a:pt x="1955772" y="2159"/>
                  </a:lnTo>
                  <a:lnTo>
                    <a:pt x="1963658" y="0"/>
                  </a:lnTo>
                  <a:lnTo>
                    <a:pt x="1971545" y="1772"/>
                  </a:lnTo>
                  <a:lnTo>
                    <a:pt x="1979431" y="8494"/>
                  </a:lnTo>
                  <a:lnTo>
                    <a:pt x="1987317" y="18961"/>
                  </a:lnTo>
                  <a:lnTo>
                    <a:pt x="1995203" y="33033"/>
                  </a:lnTo>
                  <a:lnTo>
                    <a:pt x="2003089" y="50562"/>
                  </a:lnTo>
                  <a:lnTo>
                    <a:pt x="2010975" y="71383"/>
                  </a:lnTo>
                  <a:lnTo>
                    <a:pt x="2018862" y="95709"/>
                  </a:lnTo>
                  <a:lnTo>
                    <a:pt x="2026748" y="123197"/>
                  </a:lnTo>
                  <a:lnTo>
                    <a:pt x="2034634" y="153171"/>
                  </a:lnTo>
                  <a:lnTo>
                    <a:pt x="2042520" y="185385"/>
                  </a:lnTo>
                  <a:lnTo>
                    <a:pt x="2050406" y="219588"/>
                  </a:lnTo>
                  <a:lnTo>
                    <a:pt x="2058293" y="255528"/>
                  </a:lnTo>
                  <a:lnTo>
                    <a:pt x="2066179" y="293221"/>
                  </a:lnTo>
                  <a:lnTo>
                    <a:pt x="2074065" y="331920"/>
                  </a:lnTo>
                  <a:lnTo>
                    <a:pt x="2081951" y="371377"/>
                  </a:lnTo>
                  <a:lnTo>
                    <a:pt x="2089837" y="411349"/>
                  </a:lnTo>
                  <a:lnTo>
                    <a:pt x="2097723" y="451604"/>
                  </a:lnTo>
                  <a:lnTo>
                    <a:pt x="2105610" y="491876"/>
                  </a:lnTo>
                  <a:lnTo>
                    <a:pt x="2113496" y="531850"/>
                  </a:lnTo>
                  <a:lnTo>
                    <a:pt x="2121382" y="571354"/>
                  </a:lnTo>
                  <a:lnTo>
                    <a:pt x="2129268" y="610235"/>
                  </a:lnTo>
                  <a:lnTo>
                    <a:pt x="2137154" y="648355"/>
                  </a:lnTo>
                  <a:lnTo>
                    <a:pt x="2145041" y="685582"/>
                  </a:lnTo>
                  <a:lnTo>
                    <a:pt x="2152927" y="721521"/>
                  </a:lnTo>
                  <a:lnTo>
                    <a:pt x="2160813" y="756364"/>
                  </a:lnTo>
                  <a:lnTo>
                    <a:pt x="2168699" y="790076"/>
                  </a:lnTo>
                  <a:lnTo>
                    <a:pt x="2176585" y="822637"/>
                  </a:lnTo>
                  <a:lnTo>
                    <a:pt x="2184471" y="854046"/>
                  </a:lnTo>
                  <a:lnTo>
                    <a:pt x="2192358" y="884143"/>
                  </a:lnTo>
                  <a:lnTo>
                    <a:pt x="2200244" y="913026"/>
                  </a:lnTo>
                  <a:lnTo>
                    <a:pt x="2208130" y="940900"/>
                  </a:lnTo>
                  <a:lnTo>
                    <a:pt x="2216016" y="967838"/>
                  </a:lnTo>
                  <a:lnTo>
                    <a:pt x="2223902" y="993918"/>
                  </a:lnTo>
                  <a:lnTo>
                    <a:pt x="2231789" y="1019213"/>
                  </a:lnTo>
                  <a:lnTo>
                    <a:pt x="2239675" y="1043703"/>
                  </a:lnTo>
                  <a:lnTo>
                    <a:pt x="2247561" y="1067695"/>
                  </a:lnTo>
                  <a:lnTo>
                    <a:pt x="2255447" y="1091288"/>
                  </a:lnTo>
                  <a:lnTo>
                    <a:pt x="2263333" y="1114584"/>
                  </a:lnTo>
                  <a:lnTo>
                    <a:pt x="2271219" y="1137678"/>
                  </a:lnTo>
                  <a:lnTo>
                    <a:pt x="2279106" y="1160671"/>
                  </a:lnTo>
                  <a:lnTo>
                    <a:pt x="2286992" y="1183697"/>
                  </a:lnTo>
                  <a:lnTo>
                    <a:pt x="2294878" y="1206836"/>
                  </a:lnTo>
                  <a:lnTo>
                    <a:pt x="2302764" y="1230151"/>
                  </a:lnTo>
                  <a:lnTo>
                    <a:pt x="2310650" y="1253692"/>
                  </a:lnTo>
                  <a:lnTo>
                    <a:pt x="2318536" y="1277512"/>
                  </a:lnTo>
                  <a:lnTo>
                    <a:pt x="2326423" y="1301719"/>
                  </a:lnTo>
                  <a:lnTo>
                    <a:pt x="2334309" y="1326247"/>
                  </a:lnTo>
                  <a:lnTo>
                    <a:pt x="2342195" y="1351088"/>
                  </a:lnTo>
                  <a:lnTo>
                    <a:pt x="2350081" y="1376226"/>
                  </a:lnTo>
                  <a:lnTo>
                    <a:pt x="2357967" y="1401633"/>
                  </a:lnTo>
                  <a:lnTo>
                    <a:pt x="2365854" y="1427300"/>
                  </a:lnTo>
                  <a:lnTo>
                    <a:pt x="2373740" y="1453133"/>
                  </a:lnTo>
                  <a:lnTo>
                    <a:pt x="2381626" y="1479039"/>
                  </a:lnTo>
                  <a:lnTo>
                    <a:pt x="2389512" y="1504950"/>
                  </a:lnTo>
                  <a:lnTo>
                    <a:pt x="2397398" y="1530790"/>
                  </a:lnTo>
                  <a:lnTo>
                    <a:pt x="2405284" y="1556471"/>
                  </a:lnTo>
                  <a:lnTo>
                    <a:pt x="2413171" y="1581815"/>
                  </a:lnTo>
                  <a:lnTo>
                    <a:pt x="2421057" y="1606777"/>
                  </a:lnTo>
                  <a:lnTo>
                    <a:pt x="2428943" y="1631275"/>
                  </a:lnTo>
                  <a:lnTo>
                    <a:pt x="2436829" y="1655229"/>
                  </a:lnTo>
                  <a:lnTo>
                    <a:pt x="2444715" y="1678562"/>
                  </a:lnTo>
                  <a:lnTo>
                    <a:pt x="2452602" y="1701056"/>
                  </a:lnTo>
                  <a:lnTo>
                    <a:pt x="2460488" y="1722667"/>
                  </a:lnTo>
                  <a:lnTo>
                    <a:pt x="2468374" y="1743417"/>
                  </a:lnTo>
                  <a:lnTo>
                    <a:pt x="2476260" y="1763260"/>
                  </a:lnTo>
                  <a:lnTo>
                    <a:pt x="2484146" y="1782157"/>
                  </a:lnTo>
                  <a:lnTo>
                    <a:pt x="2492032" y="1800032"/>
                  </a:lnTo>
                  <a:lnTo>
                    <a:pt x="2499919" y="1816651"/>
                  </a:lnTo>
                  <a:lnTo>
                    <a:pt x="2507805" y="1832247"/>
                  </a:lnTo>
                  <a:lnTo>
                    <a:pt x="2515691" y="1846822"/>
                  </a:lnTo>
                  <a:lnTo>
                    <a:pt x="2523577" y="1860382"/>
                  </a:lnTo>
                  <a:lnTo>
                    <a:pt x="2531463" y="1872939"/>
                  </a:lnTo>
                  <a:lnTo>
                    <a:pt x="2539350" y="1884334"/>
                  </a:lnTo>
                  <a:lnTo>
                    <a:pt x="2547236" y="1894698"/>
                  </a:lnTo>
                  <a:lnTo>
                    <a:pt x="2555122" y="1904163"/>
                  </a:lnTo>
                  <a:lnTo>
                    <a:pt x="2563008" y="1912765"/>
                  </a:lnTo>
                  <a:lnTo>
                    <a:pt x="2570894" y="1920544"/>
                  </a:lnTo>
                  <a:lnTo>
                    <a:pt x="2578780" y="1927508"/>
                  </a:lnTo>
                  <a:lnTo>
                    <a:pt x="2586667" y="1933588"/>
                  </a:lnTo>
                  <a:lnTo>
                    <a:pt x="2594553" y="1939016"/>
                  </a:lnTo>
                  <a:lnTo>
                    <a:pt x="2602439" y="1943836"/>
                  </a:lnTo>
                  <a:lnTo>
                    <a:pt x="2610325" y="1948095"/>
                  </a:lnTo>
                  <a:lnTo>
                    <a:pt x="2618211" y="1951836"/>
                  </a:lnTo>
                  <a:lnTo>
                    <a:pt x="2626098" y="1955024"/>
                  </a:lnTo>
                  <a:lnTo>
                    <a:pt x="2633984" y="1957771"/>
                  </a:lnTo>
                  <a:lnTo>
                    <a:pt x="2641870" y="1960156"/>
                  </a:lnTo>
                  <a:lnTo>
                    <a:pt x="2649756" y="1962216"/>
                  </a:lnTo>
                  <a:lnTo>
                    <a:pt x="2657642" y="1963983"/>
                  </a:lnTo>
                  <a:lnTo>
                    <a:pt x="2665528" y="1965477"/>
                  </a:lnTo>
                  <a:lnTo>
                    <a:pt x="2673415" y="1966704"/>
                  </a:lnTo>
                  <a:lnTo>
                    <a:pt x="2681301" y="1967746"/>
                  </a:lnTo>
                  <a:lnTo>
                    <a:pt x="2689187" y="1968626"/>
                  </a:lnTo>
                  <a:lnTo>
                    <a:pt x="2697073" y="1969363"/>
                  </a:lnTo>
                  <a:lnTo>
                    <a:pt x="2704959" y="1969978"/>
                  </a:lnTo>
                  <a:lnTo>
                    <a:pt x="2712846" y="1970469"/>
                  </a:lnTo>
                  <a:lnTo>
                    <a:pt x="2720732" y="1970871"/>
                  </a:lnTo>
                  <a:lnTo>
                    <a:pt x="2728618" y="1971202"/>
                  </a:lnTo>
                  <a:lnTo>
                    <a:pt x="2736504" y="1971475"/>
                  </a:lnTo>
                  <a:lnTo>
                    <a:pt x="2744390" y="1971696"/>
                  </a:lnTo>
                  <a:lnTo>
                    <a:pt x="2752276" y="1971873"/>
                  </a:lnTo>
                  <a:lnTo>
                    <a:pt x="2760163" y="1972009"/>
                  </a:lnTo>
                  <a:lnTo>
                    <a:pt x="2768049" y="1972120"/>
                  </a:lnTo>
                  <a:lnTo>
                    <a:pt x="2775935" y="1972208"/>
                  </a:lnTo>
                  <a:lnTo>
                    <a:pt x="2783821" y="1972279"/>
                  </a:lnTo>
                  <a:lnTo>
                    <a:pt x="2791707" y="1972335"/>
                  </a:lnTo>
                  <a:lnTo>
                    <a:pt x="2799593" y="1972377"/>
                  </a:lnTo>
                  <a:lnTo>
                    <a:pt x="2807480" y="1972409"/>
                  </a:lnTo>
                  <a:lnTo>
                    <a:pt x="2815366" y="1972434"/>
                  </a:lnTo>
                  <a:lnTo>
                    <a:pt x="2823252" y="1972454"/>
                  </a:lnTo>
                  <a:lnTo>
                    <a:pt x="2831138" y="1972470"/>
                  </a:lnTo>
                  <a:lnTo>
                    <a:pt x="2839024" y="1972481"/>
                  </a:lnTo>
                  <a:lnTo>
                    <a:pt x="2846911" y="1972490"/>
                  </a:lnTo>
                  <a:lnTo>
                    <a:pt x="2854797" y="1972496"/>
                  </a:lnTo>
                  <a:lnTo>
                    <a:pt x="2862683" y="1972501"/>
                  </a:lnTo>
                  <a:lnTo>
                    <a:pt x="2870569" y="1972505"/>
                  </a:lnTo>
                  <a:lnTo>
                    <a:pt x="2878455" y="1972508"/>
                  </a:lnTo>
                  <a:lnTo>
                    <a:pt x="2886341" y="1972510"/>
                  </a:lnTo>
                  <a:lnTo>
                    <a:pt x="2894228" y="1972511"/>
                  </a:lnTo>
                  <a:lnTo>
                    <a:pt x="2902114" y="1972512"/>
                  </a:lnTo>
                  <a:lnTo>
                    <a:pt x="2910000" y="1972513"/>
                  </a:lnTo>
                  <a:lnTo>
                    <a:pt x="2917886" y="1972513"/>
                  </a:lnTo>
                  <a:lnTo>
                    <a:pt x="2925772" y="1972514"/>
                  </a:lnTo>
                  <a:lnTo>
                    <a:pt x="2933659" y="1972514"/>
                  </a:lnTo>
                  <a:lnTo>
                    <a:pt x="2941545" y="1972514"/>
                  </a:lnTo>
                  <a:lnTo>
                    <a:pt x="2949431" y="1972515"/>
                  </a:lnTo>
                  <a:lnTo>
                    <a:pt x="2957317" y="1972515"/>
                  </a:lnTo>
                  <a:lnTo>
                    <a:pt x="2965203" y="1972515"/>
                  </a:lnTo>
                  <a:lnTo>
                    <a:pt x="2973089" y="1972515"/>
                  </a:lnTo>
                  <a:lnTo>
                    <a:pt x="2980976" y="1972515"/>
                  </a:lnTo>
                  <a:lnTo>
                    <a:pt x="2988862" y="1972515"/>
                  </a:lnTo>
                  <a:lnTo>
                    <a:pt x="2996748" y="1972515"/>
                  </a:lnTo>
                  <a:lnTo>
                    <a:pt x="3004634" y="1972515"/>
                  </a:lnTo>
                  <a:lnTo>
                    <a:pt x="3012520" y="1972515"/>
                  </a:lnTo>
                  <a:lnTo>
                    <a:pt x="3020407" y="1972515"/>
                  </a:lnTo>
                  <a:lnTo>
                    <a:pt x="3028293" y="1972515"/>
                  </a:lnTo>
                  <a:lnTo>
                    <a:pt x="3036179" y="1972515"/>
                  </a:lnTo>
                  <a:lnTo>
                    <a:pt x="3044065" y="1972515"/>
                  </a:lnTo>
                  <a:lnTo>
                    <a:pt x="3051951" y="1972515"/>
                  </a:lnTo>
                  <a:lnTo>
                    <a:pt x="3059837" y="1972515"/>
                  </a:lnTo>
                  <a:lnTo>
                    <a:pt x="3067724" y="1972515"/>
                  </a:lnTo>
                  <a:lnTo>
                    <a:pt x="3075610" y="1972515"/>
                  </a:lnTo>
                  <a:lnTo>
                    <a:pt x="3083496" y="1972515"/>
                  </a:lnTo>
                  <a:lnTo>
                    <a:pt x="3091382" y="1972515"/>
                  </a:lnTo>
                  <a:lnTo>
                    <a:pt x="3099268" y="1972515"/>
                  </a:lnTo>
                  <a:lnTo>
                    <a:pt x="3107155" y="1972515"/>
                  </a:lnTo>
                  <a:lnTo>
                    <a:pt x="3115041" y="1972515"/>
                  </a:lnTo>
                  <a:lnTo>
                    <a:pt x="3122927" y="1972515"/>
                  </a:lnTo>
                  <a:lnTo>
                    <a:pt x="3130813" y="1972515"/>
                  </a:lnTo>
                  <a:lnTo>
                    <a:pt x="3138699" y="1972515"/>
                  </a:lnTo>
                  <a:lnTo>
                    <a:pt x="3146585" y="1972515"/>
                  </a:lnTo>
                  <a:lnTo>
                    <a:pt x="3154472" y="1972515"/>
                  </a:lnTo>
                  <a:lnTo>
                    <a:pt x="3162358" y="1972515"/>
                  </a:lnTo>
                  <a:lnTo>
                    <a:pt x="3170244" y="1972515"/>
                  </a:lnTo>
                  <a:lnTo>
                    <a:pt x="3178130" y="1972515"/>
                  </a:lnTo>
                  <a:lnTo>
                    <a:pt x="3186016" y="1972515"/>
                  </a:lnTo>
                  <a:lnTo>
                    <a:pt x="3193903" y="1972515"/>
                  </a:lnTo>
                  <a:lnTo>
                    <a:pt x="3201789" y="1972515"/>
                  </a:lnTo>
                  <a:lnTo>
                    <a:pt x="3209675" y="1972515"/>
                  </a:lnTo>
                  <a:lnTo>
                    <a:pt x="3217561" y="1972515"/>
                  </a:lnTo>
                  <a:lnTo>
                    <a:pt x="3225447" y="1972515"/>
                  </a:lnTo>
                  <a:lnTo>
                    <a:pt x="3233333" y="1972515"/>
                  </a:lnTo>
                  <a:lnTo>
                    <a:pt x="3241220" y="1972515"/>
                  </a:lnTo>
                  <a:lnTo>
                    <a:pt x="3249106" y="1972515"/>
                  </a:lnTo>
                  <a:lnTo>
                    <a:pt x="3256992" y="1972515"/>
                  </a:lnTo>
                  <a:lnTo>
                    <a:pt x="3264878" y="1972515"/>
                  </a:lnTo>
                  <a:lnTo>
                    <a:pt x="3272764" y="1972515"/>
                  </a:lnTo>
                  <a:lnTo>
                    <a:pt x="3280650" y="1972515"/>
                  </a:lnTo>
                  <a:lnTo>
                    <a:pt x="3288537" y="1972515"/>
                  </a:lnTo>
                  <a:lnTo>
                    <a:pt x="3296423" y="1972515"/>
                  </a:lnTo>
                  <a:lnTo>
                    <a:pt x="3304309" y="1972515"/>
                  </a:lnTo>
                  <a:lnTo>
                    <a:pt x="3312195" y="1972515"/>
                  </a:lnTo>
                  <a:lnTo>
                    <a:pt x="3320081" y="1972515"/>
                  </a:lnTo>
                  <a:lnTo>
                    <a:pt x="3327968" y="1972515"/>
                  </a:lnTo>
                  <a:lnTo>
                    <a:pt x="3335854" y="1972515"/>
                  </a:lnTo>
                  <a:lnTo>
                    <a:pt x="3343740" y="1972515"/>
                  </a:lnTo>
                  <a:lnTo>
                    <a:pt x="3351626" y="1972515"/>
                  </a:lnTo>
                  <a:lnTo>
                    <a:pt x="3359512" y="1972515"/>
                  </a:lnTo>
                  <a:lnTo>
                    <a:pt x="3367398" y="1972515"/>
                  </a:lnTo>
                  <a:lnTo>
                    <a:pt x="3375285" y="1972515"/>
                  </a:lnTo>
                  <a:lnTo>
                    <a:pt x="3383171" y="1972515"/>
                  </a:lnTo>
                  <a:lnTo>
                    <a:pt x="3391057" y="1972515"/>
                  </a:lnTo>
                  <a:lnTo>
                    <a:pt x="3398943" y="1972515"/>
                  </a:lnTo>
                  <a:lnTo>
                    <a:pt x="3406829" y="1972515"/>
                  </a:lnTo>
                  <a:lnTo>
                    <a:pt x="3414716" y="1972515"/>
                  </a:lnTo>
                  <a:lnTo>
                    <a:pt x="3422602" y="1972515"/>
                  </a:lnTo>
                  <a:lnTo>
                    <a:pt x="3430488" y="1972515"/>
                  </a:lnTo>
                  <a:lnTo>
                    <a:pt x="3438374" y="1972515"/>
                  </a:lnTo>
                  <a:lnTo>
                    <a:pt x="3446260" y="1972515"/>
                  </a:lnTo>
                  <a:lnTo>
                    <a:pt x="3454146" y="1972515"/>
                  </a:lnTo>
                  <a:lnTo>
                    <a:pt x="3462033" y="1972515"/>
                  </a:lnTo>
                  <a:lnTo>
                    <a:pt x="3469919" y="1972515"/>
                  </a:lnTo>
                  <a:lnTo>
                    <a:pt x="3477805" y="1972515"/>
                  </a:lnTo>
                  <a:lnTo>
                    <a:pt x="3485691" y="1972515"/>
                  </a:lnTo>
                  <a:lnTo>
                    <a:pt x="3493577" y="1972515"/>
                  </a:lnTo>
                  <a:lnTo>
                    <a:pt x="3501464" y="1972515"/>
                  </a:lnTo>
                  <a:lnTo>
                    <a:pt x="3509350" y="1972515"/>
                  </a:lnTo>
                  <a:lnTo>
                    <a:pt x="3517236" y="1972515"/>
                  </a:lnTo>
                  <a:lnTo>
                    <a:pt x="3525122" y="1972515"/>
                  </a:lnTo>
                  <a:lnTo>
                    <a:pt x="3533008" y="1972515"/>
                  </a:lnTo>
                  <a:lnTo>
                    <a:pt x="3540894" y="1972515"/>
                  </a:lnTo>
                  <a:lnTo>
                    <a:pt x="3548781" y="1972515"/>
                  </a:lnTo>
                  <a:lnTo>
                    <a:pt x="3556667" y="1972515"/>
                  </a:lnTo>
                  <a:lnTo>
                    <a:pt x="3564553" y="1972515"/>
                  </a:lnTo>
                  <a:lnTo>
                    <a:pt x="3572439" y="1972515"/>
                  </a:lnTo>
                  <a:lnTo>
                    <a:pt x="3580325" y="1972515"/>
                  </a:lnTo>
                  <a:lnTo>
                    <a:pt x="3588212" y="1972515"/>
                  </a:lnTo>
                  <a:lnTo>
                    <a:pt x="3596098" y="1972515"/>
                  </a:lnTo>
                  <a:lnTo>
                    <a:pt x="3603984" y="1972515"/>
                  </a:lnTo>
                  <a:lnTo>
                    <a:pt x="3611870" y="1972515"/>
                  </a:lnTo>
                  <a:lnTo>
                    <a:pt x="3619756" y="1972515"/>
                  </a:lnTo>
                  <a:lnTo>
                    <a:pt x="3627642" y="1972515"/>
                  </a:lnTo>
                  <a:lnTo>
                    <a:pt x="3635529" y="1972515"/>
                  </a:lnTo>
                  <a:lnTo>
                    <a:pt x="3643415" y="1972515"/>
                  </a:lnTo>
                  <a:lnTo>
                    <a:pt x="3651301" y="1972515"/>
                  </a:lnTo>
                  <a:lnTo>
                    <a:pt x="3659187" y="1972515"/>
                  </a:lnTo>
                  <a:lnTo>
                    <a:pt x="3667073" y="1972515"/>
                  </a:lnTo>
                  <a:lnTo>
                    <a:pt x="3674959" y="1972515"/>
                  </a:lnTo>
                  <a:lnTo>
                    <a:pt x="3682846" y="1972515"/>
                  </a:lnTo>
                  <a:lnTo>
                    <a:pt x="3690732" y="1972515"/>
                  </a:lnTo>
                  <a:lnTo>
                    <a:pt x="3698618" y="1972515"/>
                  </a:lnTo>
                  <a:lnTo>
                    <a:pt x="3706504" y="1972515"/>
                  </a:lnTo>
                  <a:lnTo>
                    <a:pt x="3714390" y="1972515"/>
                  </a:lnTo>
                  <a:lnTo>
                    <a:pt x="3722277" y="1972515"/>
                  </a:lnTo>
                  <a:lnTo>
                    <a:pt x="3730163" y="1972515"/>
                  </a:lnTo>
                  <a:lnTo>
                    <a:pt x="3738049" y="1972515"/>
                  </a:lnTo>
                  <a:lnTo>
                    <a:pt x="3745935" y="1972515"/>
                  </a:lnTo>
                  <a:lnTo>
                    <a:pt x="3753821" y="1972515"/>
                  </a:lnTo>
                  <a:lnTo>
                    <a:pt x="3761707" y="1972515"/>
                  </a:lnTo>
                  <a:lnTo>
                    <a:pt x="3769594" y="1972515"/>
                  </a:lnTo>
                  <a:lnTo>
                    <a:pt x="3777480" y="1972515"/>
                  </a:lnTo>
                  <a:lnTo>
                    <a:pt x="3785366" y="1972515"/>
                  </a:lnTo>
                  <a:lnTo>
                    <a:pt x="3793252" y="1972515"/>
                  </a:lnTo>
                  <a:lnTo>
                    <a:pt x="3801138" y="1972515"/>
                  </a:lnTo>
                  <a:lnTo>
                    <a:pt x="3809025" y="1972515"/>
                  </a:lnTo>
                  <a:lnTo>
                    <a:pt x="3816911" y="1972515"/>
                  </a:lnTo>
                  <a:lnTo>
                    <a:pt x="3824797" y="1972515"/>
                  </a:lnTo>
                  <a:lnTo>
                    <a:pt x="3832683" y="1972515"/>
                  </a:lnTo>
                  <a:lnTo>
                    <a:pt x="3840569" y="1972515"/>
                  </a:lnTo>
                  <a:lnTo>
                    <a:pt x="3848455" y="1972515"/>
                  </a:lnTo>
                  <a:lnTo>
                    <a:pt x="3856342" y="1972515"/>
                  </a:lnTo>
                  <a:lnTo>
                    <a:pt x="3864228" y="1972515"/>
                  </a:lnTo>
                  <a:lnTo>
                    <a:pt x="3872114" y="1972515"/>
                  </a:lnTo>
                  <a:lnTo>
                    <a:pt x="3880000" y="1972515"/>
                  </a:lnTo>
                  <a:lnTo>
                    <a:pt x="3887886" y="1972515"/>
                  </a:lnTo>
                  <a:lnTo>
                    <a:pt x="3895773" y="1972515"/>
                  </a:lnTo>
                  <a:lnTo>
                    <a:pt x="3903659" y="1972515"/>
                  </a:lnTo>
                  <a:lnTo>
                    <a:pt x="3911545" y="1972515"/>
                  </a:lnTo>
                  <a:lnTo>
                    <a:pt x="3919431" y="1972515"/>
                  </a:lnTo>
                  <a:lnTo>
                    <a:pt x="3927317" y="1972515"/>
                  </a:lnTo>
                  <a:lnTo>
                    <a:pt x="3935203" y="1972515"/>
                  </a:lnTo>
                  <a:lnTo>
                    <a:pt x="3943090" y="1972515"/>
                  </a:lnTo>
                  <a:lnTo>
                    <a:pt x="3950976" y="1972515"/>
                  </a:lnTo>
                  <a:lnTo>
                    <a:pt x="3958862" y="1972515"/>
                  </a:lnTo>
                  <a:lnTo>
                    <a:pt x="3966748" y="1972515"/>
                  </a:lnTo>
                  <a:lnTo>
                    <a:pt x="3974634" y="1972515"/>
                  </a:lnTo>
                  <a:lnTo>
                    <a:pt x="3982521" y="1972515"/>
                  </a:lnTo>
                  <a:lnTo>
                    <a:pt x="3990407" y="1972515"/>
                  </a:lnTo>
                  <a:lnTo>
                    <a:pt x="3998293" y="1972515"/>
                  </a:lnTo>
                  <a:lnTo>
                    <a:pt x="4006179" y="1972515"/>
                  </a:lnTo>
                  <a:lnTo>
                    <a:pt x="4014065" y="1972515"/>
                  </a:lnTo>
                  <a:lnTo>
                    <a:pt x="4021951" y="1972515"/>
                  </a:lnTo>
                  <a:lnTo>
                    <a:pt x="4029838" y="197251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7814880" y="4556783"/>
              <a:ext cx="4029838" cy="237948"/>
            </a:xfrm>
            <a:custGeom>
              <a:avLst/>
              <a:pathLst>
                <a:path w="4029838" h="237948">
                  <a:moveTo>
                    <a:pt x="0" y="237948"/>
                  </a:moveTo>
                  <a:lnTo>
                    <a:pt x="7886" y="237948"/>
                  </a:lnTo>
                  <a:lnTo>
                    <a:pt x="15772" y="237948"/>
                  </a:lnTo>
                  <a:lnTo>
                    <a:pt x="23658" y="237948"/>
                  </a:lnTo>
                  <a:lnTo>
                    <a:pt x="31544" y="237948"/>
                  </a:lnTo>
                  <a:lnTo>
                    <a:pt x="39430" y="237948"/>
                  </a:lnTo>
                  <a:lnTo>
                    <a:pt x="47317" y="237948"/>
                  </a:lnTo>
                  <a:lnTo>
                    <a:pt x="55203" y="237948"/>
                  </a:lnTo>
                  <a:lnTo>
                    <a:pt x="63089" y="237948"/>
                  </a:lnTo>
                  <a:lnTo>
                    <a:pt x="70975" y="237948"/>
                  </a:lnTo>
                  <a:lnTo>
                    <a:pt x="78861" y="237948"/>
                  </a:lnTo>
                  <a:lnTo>
                    <a:pt x="86747" y="237948"/>
                  </a:lnTo>
                  <a:lnTo>
                    <a:pt x="94634" y="237948"/>
                  </a:lnTo>
                  <a:lnTo>
                    <a:pt x="102520" y="237948"/>
                  </a:lnTo>
                  <a:lnTo>
                    <a:pt x="110406" y="237948"/>
                  </a:lnTo>
                  <a:lnTo>
                    <a:pt x="118292" y="237948"/>
                  </a:lnTo>
                  <a:lnTo>
                    <a:pt x="126178" y="237948"/>
                  </a:lnTo>
                  <a:lnTo>
                    <a:pt x="134065" y="237948"/>
                  </a:lnTo>
                  <a:lnTo>
                    <a:pt x="141951" y="237948"/>
                  </a:lnTo>
                  <a:lnTo>
                    <a:pt x="149837" y="237948"/>
                  </a:lnTo>
                  <a:lnTo>
                    <a:pt x="157723" y="237948"/>
                  </a:lnTo>
                  <a:lnTo>
                    <a:pt x="165609" y="237948"/>
                  </a:lnTo>
                  <a:lnTo>
                    <a:pt x="173495" y="237948"/>
                  </a:lnTo>
                  <a:lnTo>
                    <a:pt x="181382" y="237948"/>
                  </a:lnTo>
                  <a:lnTo>
                    <a:pt x="189268" y="237948"/>
                  </a:lnTo>
                  <a:lnTo>
                    <a:pt x="197154" y="237948"/>
                  </a:lnTo>
                  <a:lnTo>
                    <a:pt x="205040" y="237948"/>
                  </a:lnTo>
                  <a:lnTo>
                    <a:pt x="212926" y="237948"/>
                  </a:lnTo>
                  <a:lnTo>
                    <a:pt x="220813" y="237948"/>
                  </a:lnTo>
                  <a:lnTo>
                    <a:pt x="228699" y="237948"/>
                  </a:lnTo>
                  <a:lnTo>
                    <a:pt x="236585" y="237948"/>
                  </a:lnTo>
                  <a:lnTo>
                    <a:pt x="244471" y="237948"/>
                  </a:lnTo>
                  <a:lnTo>
                    <a:pt x="252357" y="237948"/>
                  </a:lnTo>
                  <a:lnTo>
                    <a:pt x="260243" y="237948"/>
                  </a:lnTo>
                  <a:lnTo>
                    <a:pt x="268130" y="237948"/>
                  </a:lnTo>
                  <a:lnTo>
                    <a:pt x="276016" y="237948"/>
                  </a:lnTo>
                  <a:lnTo>
                    <a:pt x="283902" y="237948"/>
                  </a:lnTo>
                  <a:lnTo>
                    <a:pt x="291788" y="237948"/>
                  </a:lnTo>
                  <a:lnTo>
                    <a:pt x="299674" y="237948"/>
                  </a:lnTo>
                  <a:lnTo>
                    <a:pt x="307561" y="237948"/>
                  </a:lnTo>
                  <a:lnTo>
                    <a:pt x="315447" y="237948"/>
                  </a:lnTo>
                  <a:lnTo>
                    <a:pt x="323333" y="237948"/>
                  </a:lnTo>
                  <a:lnTo>
                    <a:pt x="331219" y="237948"/>
                  </a:lnTo>
                  <a:lnTo>
                    <a:pt x="339105" y="237948"/>
                  </a:lnTo>
                  <a:lnTo>
                    <a:pt x="346991" y="237948"/>
                  </a:lnTo>
                  <a:lnTo>
                    <a:pt x="354878" y="237948"/>
                  </a:lnTo>
                  <a:lnTo>
                    <a:pt x="362764" y="237948"/>
                  </a:lnTo>
                  <a:lnTo>
                    <a:pt x="370650" y="237948"/>
                  </a:lnTo>
                  <a:lnTo>
                    <a:pt x="378536" y="237948"/>
                  </a:lnTo>
                  <a:lnTo>
                    <a:pt x="386422" y="237948"/>
                  </a:lnTo>
                  <a:lnTo>
                    <a:pt x="394309" y="237948"/>
                  </a:lnTo>
                  <a:lnTo>
                    <a:pt x="402195" y="237948"/>
                  </a:lnTo>
                  <a:lnTo>
                    <a:pt x="410081" y="237948"/>
                  </a:lnTo>
                  <a:lnTo>
                    <a:pt x="417967" y="237948"/>
                  </a:lnTo>
                  <a:lnTo>
                    <a:pt x="425853" y="237948"/>
                  </a:lnTo>
                  <a:lnTo>
                    <a:pt x="433739" y="237948"/>
                  </a:lnTo>
                  <a:lnTo>
                    <a:pt x="441626" y="237948"/>
                  </a:lnTo>
                  <a:lnTo>
                    <a:pt x="449512" y="237948"/>
                  </a:lnTo>
                  <a:lnTo>
                    <a:pt x="457398" y="237948"/>
                  </a:lnTo>
                  <a:lnTo>
                    <a:pt x="465284" y="237948"/>
                  </a:lnTo>
                  <a:lnTo>
                    <a:pt x="473170" y="237948"/>
                  </a:lnTo>
                  <a:lnTo>
                    <a:pt x="481056" y="237948"/>
                  </a:lnTo>
                  <a:lnTo>
                    <a:pt x="488943" y="237948"/>
                  </a:lnTo>
                  <a:lnTo>
                    <a:pt x="496829" y="237948"/>
                  </a:lnTo>
                  <a:lnTo>
                    <a:pt x="504715" y="237948"/>
                  </a:lnTo>
                  <a:lnTo>
                    <a:pt x="512601" y="237948"/>
                  </a:lnTo>
                  <a:lnTo>
                    <a:pt x="520487" y="237948"/>
                  </a:lnTo>
                  <a:lnTo>
                    <a:pt x="528374" y="237948"/>
                  </a:lnTo>
                  <a:lnTo>
                    <a:pt x="536260" y="237948"/>
                  </a:lnTo>
                  <a:lnTo>
                    <a:pt x="544146" y="237948"/>
                  </a:lnTo>
                  <a:lnTo>
                    <a:pt x="552032" y="237948"/>
                  </a:lnTo>
                  <a:lnTo>
                    <a:pt x="559918" y="237948"/>
                  </a:lnTo>
                  <a:lnTo>
                    <a:pt x="567804" y="237948"/>
                  </a:lnTo>
                  <a:lnTo>
                    <a:pt x="575691" y="237948"/>
                  </a:lnTo>
                  <a:lnTo>
                    <a:pt x="583577" y="237948"/>
                  </a:lnTo>
                  <a:lnTo>
                    <a:pt x="591463" y="237948"/>
                  </a:lnTo>
                  <a:lnTo>
                    <a:pt x="599349" y="237948"/>
                  </a:lnTo>
                  <a:lnTo>
                    <a:pt x="607235" y="237948"/>
                  </a:lnTo>
                  <a:lnTo>
                    <a:pt x="615122" y="237948"/>
                  </a:lnTo>
                  <a:lnTo>
                    <a:pt x="623008" y="237948"/>
                  </a:lnTo>
                  <a:lnTo>
                    <a:pt x="630894" y="237948"/>
                  </a:lnTo>
                  <a:lnTo>
                    <a:pt x="638780" y="237948"/>
                  </a:lnTo>
                  <a:lnTo>
                    <a:pt x="646666" y="237948"/>
                  </a:lnTo>
                  <a:lnTo>
                    <a:pt x="654552" y="237948"/>
                  </a:lnTo>
                  <a:lnTo>
                    <a:pt x="662439" y="237948"/>
                  </a:lnTo>
                  <a:lnTo>
                    <a:pt x="670325" y="237948"/>
                  </a:lnTo>
                  <a:lnTo>
                    <a:pt x="678211" y="237948"/>
                  </a:lnTo>
                  <a:lnTo>
                    <a:pt x="686097" y="237948"/>
                  </a:lnTo>
                  <a:lnTo>
                    <a:pt x="693983" y="237948"/>
                  </a:lnTo>
                  <a:lnTo>
                    <a:pt x="701870" y="237948"/>
                  </a:lnTo>
                  <a:lnTo>
                    <a:pt x="709756" y="237948"/>
                  </a:lnTo>
                  <a:lnTo>
                    <a:pt x="717642" y="237948"/>
                  </a:lnTo>
                  <a:lnTo>
                    <a:pt x="725528" y="237948"/>
                  </a:lnTo>
                  <a:lnTo>
                    <a:pt x="733414" y="237948"/>
                  </a:lnTo>
                  <a:lnTo>
                    <a:pt x="741300" y="237948"/>
                  </a:lnTo>
                  <a:lnTo>
                    <a:pt x="749187" y="237948"/>
                  </a:lnTo>
                  <a:lnTo>
                    <a:pt x="757073" y="237948"/>
                  </a:lnTo>
                  <a:lnTo>
                    <a:pt x="764959" y="237948"/>
                  </a:lnTo>
                  <a:lnTo>
                    <a:pt x="772845" y="237948"/>
                  </a:lnTo>
                  <a:lnTo>
                    <a:pt x="780731" y="237948"/>
                  </a:lnTo>
                  <a:lnTo>
                    <a:pt x="788618" y="237948"/>
                  </a:lnTo>
                  <a:lnTo>
                    <a:pt x="796504" y="237948"/>
                  </a:lnTo>
                  <a:lnTo>
                    <a:pt x="804390" y="237948"/>
                  </a:lnTo>
                  <a:lnTo>
                    <a:pt x="812276" y="237948"/>
                  </a:lnTo>
                  <a:lnTo>
                    <a:pt x="820162" y="237948"/>
                  </a:lnTo>
                  <a:lnTo>
                    <a:pt x="828048" y="237948"/>
                  </a:lnTo>
                  <a:lnTo>
                    <a:pt x="835935" y="237948"/>
                  </a:lnTo>
                  <a:lnTo>
                    <a:pt x="843821" y="237948"/>
                  </a:lnTo>
                  <a:lnTo>
                    <a:pt x="851707" y="237948"/>
                  </a:lnTo>
                  <a:lnTo>
                    <a:pt x="859593" y="237948"/>
                  </a:lnTo>
                  <a:lnTo>
                    <a:pt x="867479" y="237948"/>
                  </a:lnTo>
                  <a:lnTo>
                    <a:pt x="875366" y="237948"/>
                  </a:lnTo>
                  <a:lnTo>
                    <a:pt x="883252" y="237948"/>
                  </a:lnTo>
                  <a:lnTo>
                    <a:pt x="891138" y="237948"/>
                  </a:lnTo>
                  <a:lnTo>
                    <a:pt x="899024" y="237948"/>
                  </a:lnTo>
                  <a:lnTo>
                    <a:pt x="906910" y="237948"/>
                  </a:lnTo>
                  <a:lnTo>
                    <a:pt x="914796" y="237948"/>
                  </a:lnTo>
                  <a:lnTo>
                    <a:pt x="922683" y="237948"/>
                  </a:lnTo>
                  <a:lnTo>
                    <a:pt x="930569" y="237948"/>
                  </a:lnTo>
                  <a:lnTo>
                    <a:pt x="938455" y="237948"/>
                  </a:lnTo>
                  <a:lnTo>
                    <a:pt x="946341" y="237948"/>
                  </a:lnTo>
                  <a:lnTo>
                    <a:pt x="954227" y="237948"/>
                  </a:lnTo>
                  <a:lnTo>
                    <a:pt x="962113" y="237948"/>
                  </a:lnTo>
                  <a:lnTo>
                    <a:pt x="970000" y="237948"/>
                  </a:lnTo>
                  <a:lnTo>
                    <a:pt x="977886" y="237948"/>
                  </a:lnTo>
                  <a:lnTo>
                    <a:pt x="985772" y="237948"/>
                  </a:lnTo>
                  <a:lnTo>
                    <a:pt x="993658" y="237948"/>
                  </a:lnTo>
                  <a:lnTo>
                    <a:pt x="1001544" y="237948"/>
                  </a:lnTo>
                  <a:lnTo>
                    <a:pt x="1009431" y="237948"/>
                  </a:lnTo>
                  <a:lnTo>
                    <a:pt x="1017317" y="237948"/>
                  </a:lnTo>
                  <a:lnTo>
                    <a:pt x="1025203" y="237948"/>
                  </a:lnTo>
                  <a:lnTo>
                    <a:pt x="1033089" y="237948"/>
                  </a:lnTo>
                  <a:lnTo>
                    <a:pt x="1040975" y="237948"/>
                  </a:lnTo>
                  <a:lnTo>
                    <a:pt x="1048861" y="237948"/>
                  </a:lnTo>
                  <a:lnTo>
                    <a:pt x="1056748" y="237948"/>
                  </a:lnTo>
                  <a:lnTo>
                    <a:pt x="1064634" y="237948"/>
                  </a:lnTo>
                  <a:lnTo>
                    <a:pt x="1072520" y="237948"/>
                  </a:lnTo>
                  <a:lnTo>
                    <a:pt x="1080406" y="237948"/>
                  </a:lnTo>
                  <a:lnTo>
                    <a:pt x="1088292" y="237948"/>
                  </a:lnTo>
                  <a:lnTo>
                    <a:pt x="1096179" y="237948"/>
                  </a:lnTo>
                  <a:lnTo>
                    <a:pt x="1104065" y="237948"/>
                  </a:lnTo>
                  <a:lnTo>
                    <a:pt x="1111951" y="237947"/>
                  </a:lnTo>
                  <a:lnTo>
                    <a:pt x="1119837" y="237947"/>
                  </a:lnTo>
                  <a:lnTo>
                    <a:pt x="1127723" y="237947"/>
                  </a:lnTo>
                  <a:lnTo>
                    <a:pt x="1135609" y="237947"/>
                  </a:lnTo>
                  <a:lnTo>
                    <a:pt x="1143496" y="237947"/>
                  </a:lnTo>
                  <a:lnTo>
                    <a:pt x="1151382" y="237947"/>
                  </a:lnTo>
                  <a:lnTo>
                    <a:pt x="1159268" y="237947"/>
                  </a:lnTo>
                  <a:lnTo>
                    <a:pt x="1167154" y="237946"/>
                  </a:lnTo>
                  <a:lnTo>
                    <a:pt x="1175040" y="237946"/>
                  </a:lnTo>
                  <a:lnTo>
                    <a:pt x="1182927" y="237946"/>
                  </a:lnTo>
                  <a:lnTo>
                    <a:pt x="1190813" y="237946"/>
                  </a:lnTo>
                  <a:lnTo>
                    <a:pt x="1198699" y="237945"/>
                  </a:lnTo>
                  <a:lnTo>
                    <a:pt x="1206585" y="237945"/>
                  </a:lnTo>
                  <a:lnTo>
                    <a:pt x="1214471" y="237945"/>
                  </a:lnTo>
                  <a:lnTo>
                    <a:pt x="1222357" y="237944"/>
                  </a:lnTo>
                  <a:lnTo>
                    <a:pt x="1230244" y="237943"/>
                  </a:lnTo>
                  <a:lnTo>
                    <a:pt x="1238130" y="237943"/>
                  </a:lnTo>
                  <a:lnTo>
                    <a:pt x="1246016" y="237942"/>
                  </a:lnTo>
                  <a:lnTo>
                    <a:pt x="1253902" y="237941"/>
                  </a:lnTo>
                  <a:lnTo>
                    <a:pt x="1261788" y="237940"/>
                  </a:lnTo>
                  <a:lnTo>
                    <a:pt x="1269675" y="237939"/>
                  </a:lnTo>
                  <a:lnTo>
                    <a:pt x="1277561" y="237938"/>
                  </a:lnTo>
                  <a:lnTo>
                    <a:pt x="1285447" y="237937"/>
                  </a:lnTo>
                  <a:lnTo>
                    <a:pt x="1293333" y="237936"/>
                  </a:lnTo>
                  <a:lnTo>
                    <a:pt x="1301219" y="237934"/>
                  </a:lnTo>
                  <a:lnTo>
                    <a:pt x="1309105" y="237932"/>
                  </a:lnTo>
                  <a:lnTo>
                    <a:pt x="1316992" y="237930"/>
                  </a:lnTo>
                  <a:lnTo>
                    <a:pt x="1324878" y="237928"/>
                  </a:lnTo>
                  <a:lnTo>
                    <a:pt x="1332764" y="237926"/>
                  </a:lnTo>
                  <a:lnTo>
                    <a:pt x="1340650" y="237923"/>
                  </a:lnTo>
                  <a:lnTo>
                    <a:pt x="1348536" y="237920"/>
                  </a:lnTo>
                  <a:lnTo>
                    <a:pt x="1356423" y="237916"/>
                  </a:lnTo>
                  <a:lnTo>
                    <a:pt x="1364309" y="237913"/>
                  </a:lnTo>
                  <a:lnTo>
                    <a:pt x="1372195" y="237909"/>
                  </a:lnTo>
                  <a:lnTo>
                    <a:pt x="1380081" y="237904"/>
                  </a:lnTo>
                  <a:lnTo>
                    <a:pt x="1387967" y="237899"/>
                  </a:lnTo>
                  <a:lnTo>
                    <a:pt x="1395853" y="237893"/>
                  </a:lnTo>
                  <a:lnTo>
                    <a:pt x="1403740" y="237886"/>
                  </a:lnTo>
                  <a:lnTo>
                    <a:pt x="1411626" y="237879"/>
                  </a:lnTo>
                  <a:lnTo>
                    <a:pt x="1419512" y="237871"/>
                  </a:lnTo>
                  <a:lnTo>
                    <a:pt x="1427398" y="237863"/>
                  </a:lnTo>
                  <a:lnTo>
                    <a:pt x="1435284" y="237853"/>
                  </a:lnTo>
                  <a:lnTo>
                    <a:pt x="1443170" y="237843"/>
                  </a:lnTo>
                  <a:lnTo>
                    <a:pt x="1451057" y="237831"/>
                  </a:lnTo>
                  <a:lnTo>
                    <a:pt x="1458943" y="237818"/>
                  </a:lnTo>
                  <a:lnTo>
                    <a:pt x="1466829" y="237804"/>
                  </a:lnTo>
                  <a:lnTo>
                    <a:pt x="1474715" y="237788"/>
                  </a:lnTo>
                  <a:lnTo>
                    <a:pt x="1482601" y="237772"/>
                  </a:lnTo>
                  <a:lnTo>
                    <a:pt x="1490488" y="237752"/>
                  </a:lnTo>
                  <a:lnTo>
                    <a:pt x="1498374" y="237732"/>
                  </a:lnTo>
                  <a:lnTo>
                    <a:pt x="1506260" y="237709"/>
                  </a:lnTo>
                  <a:lnTo>
                    <a:pt x="1514146" y="237684"/>
                  </a:lnTo>
                  <a:lnTo>
                    <a:pt x="1522032" y="237658"/>
                  </a:lnTo>
                  <a:lnTo>
                    <a:pt x="1529918" y="237628"/>
                  </a:lnTo>
                  <a:lnTo>
                    <a:pt x="1537805" y="237595"/>
                  </a:lnTo>
                  <a:lnTo>
                    <a:pt x="1545691" y="237561"/>
                  </a:lnTo>
                  <a:lnTo>
                    <a:pt x="1553577" y="237522"/>
                  </a:lnTo>
                  <a:lnTo>
                    <a:pt x="1561463" y="237479"/>
                  </a:lnTo>
                  <a:lnTo>
                    <a:pt x="1569349" y="237435"/>
                  </a:lnTo>
                  <a:lnTo>
                    <a:pt x="1577236" y="237384"/>
                  </a:lnTo>
                  <a:lnTo>
                    <a:pt x="1585122" y="237330"/>
                  </a:lnTo>
                  <a:lnTo>
                    <a:pt x="1593008" y="237272"/>
                  </a:lnTo>
                  <a:lnTo>
                    <a:pt x="1600894" y="237207"/>
                  </a:lnTo>
                  <a:lnTo>
                    <a:pt x="1608780" y="237138"/>
                  </a:lnTo>
                  <a:lnTo>
                    <a:pt x="1616666" y="237064"/>
                  </a:lnTo>
                  <a:lnTo>
                    <a:pt x="1624553" y="236981"/>
                  </a:lnTo>
                  <a:lnTo>
                    <a:pt x="1632439" y="236894"/>
                  </a:lnTo>
                  <a:lnTo>
                    <a:pt x="1640325" y="236799"/>
                  </a:lnTo>
                  <a:lnTo>
                    <a:pt x="1648211" y="236696"/>
                  </a:lnTo>
                  <a:lnTo>
                    <a:pt x="1656097" y="236587"/>
                  </a:lnTo>
                  <a:lnTo>
                    <a:pt x="1663984" y="236467"/>
                  </a:lnTo>
                  <a:lnTo>
                    <a:pt x="1671870" y="236337"/>
                  </a:lnTo>
                  <a:lnTo>
                    <a:pt x="1679756" y="236202"/>
                  </a:lnTo>
                  <a:lnTo>
                    <a:pt x="1687642" y="236051"/>
                  </a:lnTo>
                  <a:lnTo>
                    <a:pt x="1695528" y="235891"/>
                  </a:lnTo>
                  <a:lnTo>
                    <a:pt x="1703414" y="235722"/>
                  </a:lnTo>
                  <a:lnTo>
                    <a:pt x="1711301" y="235535"/>
                  </a:lnTo>
                  <a:lnTo>
                    <a:pt x="1719187" y="235338"/>
                  </a:lnTo>
                  <a:lnTo>
                    <a:pt x="1727073" y="235129"/>
                  </a:lnTo>
                  <a:lnTo>
                    <a:pt x="1734959" y="234900"/>
                  </a:lnTo>
                  <a:lnTo>
                    <a:pt x="1742845" y="234660"/>
                  </a:lnTo>
                  <a:lnTo>
                    <a:pt x="1750732" y="234403"/>
                  </a:lnTo>
                  <a:lnTo>
                    <a:pt x="1758618" y="234124"/>
                  </a:lnTo>
                  <a:lnTo>
                    <a:pt x="1766504" y="233833"/>
                  </a:lnTo>
                  <a:lnTo>
                    <a:pt x="1774390" y="233520"/>
                  </a:lnTo>
                  <a:lnTo>
                    <a:pt x="1782276" y="233184"/>
                  </a:lnTo>
                  <a:lnTo>
                    <a:pt x="1790162" y="232834"/>
                  </a:lnTo>
                  <a:lnTo>
                    <a:pt x="1798049" y="232455"/>
                  </a:lnTo>
                  <a:lnTo>
                    <a:pt x="1805935" y="232053"/>
                  </a:lnTo>
                  <a:lnTo>
                    <a:pt x="1813821" y="231635"/>
                  </a:lnTo>
                  <a:lnTo>
                    <a:pt x="1821707" y="231180"/>
                  </a:lnTo>
                  <a:lnTo>
                    <a:pt x="1829593" y="230703"/>
                  </a:lnTo>
                  <a:lnTo>
                    <a:pt x="1837479" y="230206"/>
                  </a:lnTo>
                  <a:lnTo>
                    <a:pt x="1845366" y="229665"/>
                  </a:lnTo>
                  <a:lnTo>
                    <a:pt x="1853252" y="229104"/>
                  </a:lnTo>
                  <a:lnTo>
                    <a:pt x="1861138" y="228514"/>
                  </a:lnTo>
                  <a:lnTo>
                    <a:pt x="1869024" y="227881"/>
                  </a:lnTo>
                  <a:lnTo>
                    <a:pt x="1876910" y="227224"/>
                  </a:lnTo>
                  <a:lnTo>
                    <a:pt x="1884797" y="226530"/>
                  </a:lnTo>
                  <a:lnTo>
                    <a:pt x="1892683" y="225793"/>
                  </a:lnTo>
                  <a:lnTo>
                    <a:pt x="1900569" y="225031"/>
                  </a:lnTo>
                  <a:lnTo>
                    <a:pt x="1908455" y="224221"/>
                  </a:lnTo>
                  <a:lnTo>
                    <a:pt x="1916341" y="223371"/>
                  </a:lnTo>
                  <a:lnTo>
                    <a:pt x="1924227" y="222492"/>
                  </a:lnTo>
                  <a:lnTo>
                    <a:pt x="1932114" y="221555"/>
                  </a:lnTo>
                  <a:lnTo>
                    <a:pt x="1940000" y="220581"/>
                  </a:lnTo>
                  <a:lnTo>
                    <a:pt x="1947886" y="219575"/>
                  </a:lnTo>
                  <a:lnTo>
                    <a:pt x="1955772" y="218501"/>
                  </a:lnTo>
                  <a:lnTo>
                    <a:pt x="1963658" y="217393"/>
                  </a:lnTo>
                  <a:lnTo>
                    <a:pt x="1971545" y="216245"/>
                  </a:lnTo>
                  <a:lnTo>
                    <a:pt x="1979431" y="215029"/>
                  </a:lnTo>
                  <a:lnTo>
                    <a:pt x="1987317" y="213778"/>
                  </a:lnTo>
                  <a:lnTo>
                    <a:pt x="1995203" y="212478"/>
                  </a:lnTo>
                  <a:lnTo>
                    <a:pt x="2003089" y="211113"/>
                  </a:lnTo>
                  <a:lnTo>
                    <a:pt x="2010975" y="209712"/>
                  </a:lnTo>
                  <a:lnTo>
                    <a:pt x="2018862" y="208251"/>
                  </a:lnTo>
                  <a:lnTo>
                    <a:pt x="2026748" y="206731"/>
                  </a:lnTo>
                  <a:lnTo>
                    <a:pt x="2034634" y="205173"/>
                  </a:lnTo>
                  <a:lnTo>
                    <a:pt x="2042520" y="203546"/>
                  </a:lnTo>
                  <a:lnTo>
                    <a:pt x="2050406" y="201866"/>
                  </a:lnTo>
                  <a:lnTo>
                    <a:pt x="2058293" y="200147"/>
                  </a:lnTo>
                  <a:lnTo>
                    <a:pt x="2066179" y="198350"/>
                  </a:lnTo>
                  <a:lnTo>
                    <a:pt x="2074065" y="196507"/>
                  </a:lnTo>
                  <a:lnTo>
                    <a:pt x="2081951" y="194624"/>
                  </a:lnTo>
                  <a:lnTo>
                    <a:pt x="2089837" y="192656"/>
                  </a:lnTo>
                  <a:lnTo>
                    <a:pt x="2097723" y="190650"/>
                  </a:lnTo>
                  <a:lnTo>
                    <a:pt x="2105610" y="188597"/>
                  </a:lnTo>
                  <a:lnTo>
                    <a:pt x="2113496" y="186468"/>
                  </a:lnTo>
                  <a:lnTo>
                    <a:pt x="2121382" y="184302"/>
                  </a:lnTo>
                  <a:lnTo>
                    <a:pt x="2129268" y="182081"/>
                  </a:lnTo>
                  <a:lnTo>
                    <a:pt x="2137154" y="179796"/>
                  </a:lnTo>
                  <a:lnTo>
                    <a:pt x="2145041" y="177474"/>
                  </a:lnTo>
                  <a:lnTo>
                    <a:pt x="2152927" y="175094"/>
                  </a:lnTo>
                  <a:lnTo>
                    <a:pt x="2160813" y="172660"/>
                  </a:lnTo>
                  <a:lnTo>
                    <a:pt x="2168699" y="170192"/>
                  </a:lnTo>
                  <a:lnTo>
                    <a:pt x="2176585" y="167662"/>
                  </a:lnTo>
                  <a:lnTo>
                    <a:pt x="2184471" y="165089"/>
                  </a:lnTo>
                  <a:lnTo>
                    <a:pt x="2192358" y="162486"/>
                  </a:lnTo>
                  <a:lnTo>
                    <a:pt x="2200244" y="159820"/>
                  </a:lnTo>
                  <a:lnTo>
                    <a:pt x="2208130" y="157124"/>
                  </a:lnTo>
                  <a:lnTo>
                    <a:pt x="2216016" y="154397"/>
                  </a:lnTo>
                  <a:lnTo>
                    <a:pt x="2223902" y="151615"/>
                  </a:lnTo>
                  <a:lnTo>
                    <a:pt x="2231789" y="148810"/>
                  </a:lnTo>
                  <a:lnTo>
                    <a:pt x="2239675" y="145975"/>
                  </a:lnTo>
                  <a:lnTo>
                    <a:pt x="2247561" y="143100"/>
                  </a:lnTo>
                  <a:lnTo>
                    <a:pt x="2255447" y="140206"/>
                  </a:lnTo>
                  <a:lnTo>
                    <a:pt x="2263333" y="137284"/>
                  </a:lnTo>
                  <a:lnTo>
                    <a:pt x="2271219" y="134336"/>
                  </a:lnTo>
                  <a:lnTo>
                    <a:pt x="2279106" y="131374"/>
                  </a:lnTo>
                  <a:lnTo>
                    <a:pt x="2286992" y="128390"/>
                  </a:lnTo>
                  <a:lnTo>
                    <a:pt x="2294878" y="125392"/>
                  </a:lnTo>
                  <a:lnTo>
                    <a:pt x="2302764" y="122385"/>
                  </a:lnTo>
                  <a:lnTo>
                    <a:pt x="2310650" y="119365"/>
                  </a:lnTo>
                  <a:lnTo>
                    <a:pt x="2318536" y="116340"/>
                  </a:lnTo>
                  <a:lnTo>
                    <a:pt x="2326423" y="113312"/>
                  </a:lnTo>
                  <a:lnTo>
                    <a:pt x="2334309" y="110283"/>
                  </a:lnTo>
                  <a:lnTo>
                    <a:pt x="2342195" y="107256"/>
                  </a:lnTo>
                  <a:lnTo>
                    <a:pt x="2350081" y="104233"/>
                  </a:lnTo>
                  <a:lnTo>
                    <a:pt x="2357967" y="101221"/>
                  </a:lnTo>
                  <a:lnTo>
                    <a:pt x="2365854" y="98219"/>
                  </a:lnTo>
                  <a:lnTo>
                    <a:pt x="2373740" y="95228"/>
                  </a:lnTo>
                  <a:lnTo>
                    <a:pt x="2381626" y="92259"/>
                  </a:lnTo>
                  <a:lnTo>
                    <a:pt x="2389512" y="89304"/>
                  </a:lnTo>
                  <a:lnTo>
                    <a:pt x="2397398" y="86372"/>
                  </a:lnTo>
                  <a:lnTo>
                    <a:pt x="2405284" y="83470"/>
                  </a:lnTo>
                  <a:lnTo>
                    <a:pt x="2413171" y="80586"/>
                  </a:lnTo>
                  <a:lnTo>
                    <a:pt x="2421057" y="77739"/>
                  </a:lnTo>
                  <a:lnTo>
                    <a:pt x="2428943" y="74926"/>
                  </a:lnTo>
                  <a:lnTo>
                    <a:pt x="2436829" y="72136"/>
                  </a:lnTo>
                  <a:lnTo>
                    <a:pt x="2444715" y="69397"/>
                  </a:lnTo>
                  <a:lnTo>
                    <a:pt x="2452602" y="66693"/>
                  </a:lnTo>
                  <a:lnTo>
                    <a:pt x="2460488" y="64016"/>
                  </a:lnTo>
                  <a:lnTo>
                    <a:pt x="2468374" y="61407"/>
                  </a:lnTo>
                  <a:lnTo>
                    <a:pt x="2476260" y="58829"/>
                  </a:lnTo>
                  <a:lnTo>
                    <a:pt x="2484146" y="56291"/>
                  </a:lnTo>
                  <a:lnTo>
                    <a:pt x="2492032" y="53821"/>
                  </a:lnTo>
                  <a:lnTo>
                    <a:pt x="2499919" y="51386"/>
                  </a:lnTo>
                  <a:lnTo>
                    <a:pt x="2507805" y="49002"/>
                  </a:lnTo>
                  <a:lnTo>
                    <a:pt x="2515691" y="46684"/>
                  </a:lnTo>
                  <a:lnTo>
                    <a:pt x="2523577" y="44405"/>
                  </a:lnTo>
                  <a:lnTo>
                    <a:pt x="2531463" y="42187"/>
                  </a:lnTo>
                  <a:lnTo>
                    <a:pt x="2539350" y="40032"/>
                  </a:lnTo>
                  <a:lnTo>
                    <a:pt x="2547236" y="37916"/>
                  </a:lnTo>
                  <a:lnTo>
                    <a:pt x="2555122" y="35875"/>
                  </a:lnTo>
                  <a:lnTo>
                    <a:pt x="2563008" y="33889"/>
                  </a:lnTo>
                  <a:lnTo>
                    <a:pt x="2570894" y="31944"/>
                  </a:lnTo>
                  <a:lnTo>
                    <a:pt x="2578780" y="30083"/>
                  </a:lnTo>
                  <a:lnTo>
                    <a:pt x="2586667" y="28271"/>
                  </a:lnTo>
                  <a:lnTo>
                    <a:pt x="2594553" y="26502"/>
                  </a:lnTo>
                  <a:lnTo>
                    <a:pt x="2602439" y="24823"/>
                  </a:lnTo>
                  <a:lnTo>
                    <a:pt x="2610325" y="23186"/>
                  </a:lnTo>
                  <a:lnTo>
                    <a:pt x="2618211" y="21601"/>
                  </a:lnTo>
                  <a:lnTo>
                    <a:pt x="2626098" y="20097"/>
                  </a:lnTo>
                  <a:lnTo>
                    <a:pt x="2633984" y="18634"/>
                  </a:lnTo>
                  <a:lnTo>
                    <a:pt x="2641870" y="17232"/>
                  </a:lnTo>
                  <a:lnTo>
                    <a:pt x="2649756" y="15900"/>
                  </a:lnTo>
                  <a:lnTo>
                    <a:pt x="2657642" y="14609"/>
                  </a:lnTo>
                  <a:lnTo>
                    <a:pt x="2665528" y="13386"/>
                  </a:lnTo>
                  <a:lnTo>
                    <a:pt x="2673415" y="12224"/>
                  </a:lnTo>
                  <a:lnTo>
                    <a:pt x="2681301" y="11102"/>
                  </a:lnTo>
                  <a:lnTo>
                    <a:pt x="2689187" y="10053"/>
                  </a:lnTo>
                  <a:lnTo>
                    <a:pt x="2697073" y="9056"/>
                  </a:lnTo>
                  <a:lnTo>
                    <a:pt x="2704959" y="8097"/>
                  </a:lnTo>
                  <a:lnTo>
                    <a:pt x="2712846" y="7219"/>
                  </a:lnTo>
                  <a:lnTo>
                    <a:pt x="2720732" y="6382"/>
                  </a:lnTo>
                  <a:lnTo>
                    <a:pt x="2728618" y="5587"/>
                  </a:lnTo>
                  <a:lnTo>
                    <a:pt x="2736504" y="4869"/>
                  </a:lnTo>
                  <a:lnTo>
                    <a:pt x="2744390" y="4188"/>
                  </a:lnTo>
                  <a:lnTo>
                    <a:pt x="2752276" y="3555"/>
                  </a:lnTo>
                  <a:lnTo>
                    <a:pt x="2760163" y="2990"/>
                  </a:lnTo>
                  <a:lnTo>
                    <a:pt x="2768049" y="2461"/>
                  </a:lnTo>
                  <a:lnTo>
                    <a:pt x="2775935" y="1987"/>
                  </a:lnTo>
                  <a:lnTo>
                    <a:pt x="2783821" y="1572"/>
                  </a:lnTo>
                  <a:lnTo>
                    <a:pt x="2791707" y="1192"/>
                  </a:lnTo>
                  <a:lnTo>
                    <a:pt x="2799593" y="874"/>
                  </a:lnTo>
                  <a:lnTo>
                    <a:pt x="2807480" y="607"/>
                  </a:lnTo>
                  <a:lnTo>
                    <a:pt x="2815366" y="375"/>
                  </a:lnTo>
                  <a:lnTo>
                    <a:pt x="2823252" y="212"/>
                  </a:lnTo>
                  <a:lnTo>
                    <a:pt x="2831138" y="92"/>
                  </a:lnTo>
                  <a:lnTo>
                    <a:pt x="2839024" y="8"/>
                  </a:lnTo>
                  <a:lnTo>
                    <a:pt x="2846911" y="0"/>
                  </a:lnTo>
                  <a:lnTo>
                    <a:pt x="2854797" y="28"/>
                  </a:lnTo>
                  <a:lnTo>
                    <a:pt x="2862683" y="99"/>
                  </a:lnTo>
                  <a:lnTo>
                    <a:pt x="2870569" y="242"/>
                  </a:lnTo>
                  <a:lnTo>
                    <a:pt x="2878455" y="421"/>
                  </a:lnTo>
                  <a:lnTo>
                    <a:pt x="2886341" y="651"/>
                  </a:lnTo>
                  <a:lnTo>
                    <a:pt x="2894228" y="947"/>
                  </a:lnTo>
                  <a:lnTo>
                    <a:pt x="2902114" y="1280"/>
                  </a:lnTo>
                  <a:lnTo>
                    <a:pt x="2910000" y="1673"/>
                  </a:lnTo>
                  <a:lnTo>
                    <a:pt x="2917886" y="2126"/>
                  </a:lnTo>
                  <a:lnTo>
                    <a:pt x="2925772" y="2617"/>
                  </a:lnTo>
                  <a:lnTo>
                    <a:pt x="2933659" y="3177"/>
                  </a:lnTo>
                  <a:lnTo>
                    <a:pt x="2941545" y="3792"/>
                  </a:lnTo>
                  <a:lnTo>
                    <a:pt x="2949431" y="4446"/>
                  </a:lnTo>
                  <a:lnTo>
                    <a:pt x="2957317" y="5179"/>
                  </a:lnTo>
                  <a:lnTo>
                    <a:pt x="2965203" y="5959"/>
                  </a:lnTo>
                  <a:lnTo>
                    <a:pt x="2973089" y="6780"/>
                  </a:lnTo>
                  <a:lnTo>
                    <a:pt x="2980976" y="7690"/>
                  </a:lnTo>
                  <a:lnTo>
                    <a:pt x="2988862" y="8640"/>
                  </a:lnTo>
                  <a:lnTo>
                    <a:pt x="2996748" y="9640"/>
                  </a:lnTo>
                  <a:lnTo>
                    <a:pt x="3004634" y="10722"/>
                  </a:lnTo>
                  <a:lnTo>
                    <a:pt x="3012520" y="11845"/>
                  </a:lnTo>
                  <a:lnTo>
                    <a:pt x="3020407" y="13028"/>
                  </a:lnTo>
                  <a:lnTo>
                    <a:pt x="3028293" y="14284"/>
                  </a:lnTo>
                  <a:lnTo>
                    <a:pt x="3036179" y="15582"/>
                  </a:lnTo>
                  <a:lnTo>
                    <a:pt x="3044065" y="16947"/>
                  </a:lnTo>
                  <a:lnTo>
                    <a:pt x="3051951" y="18378"/>
                  </a:lnTo>
                  <a:lnTo>
                    <a:pt x="3059837" y="19850"/>
                  </a:lnTo>
                  <a:lnTo>
                    <a:pt x="3067724" y="21397"/>
                  </a:lnTo>
                  <a:lnTo>
                    <a:pt x="3075610" y="23000"/>
                  </a:lnTo>
                  <a:lnTo>
                    <a:pt x="3083496" y="24643"/>
                  </a:lnTo>
                  <a:lnTo>
                    <a:pt x="3091382" y="26369"/>
                  </a:lnTo>
                  <a:lnTo>
                    <a:pt x="3099268" y="28140"/>
                  </a:lnTo>
                  <a:lnTo>
                    <a:pt x="3107155" y="29953"/>
                  </a:lnTo>
                  <a:lnTo>
                    <a:pt x="3115041" y="31847"/>
                  </a:lnTo>
                  <a:lnTo>
                    <a:pt x="3122927" y="33778"/>
                  </a:lnTo>
                  <a:lnTo>
                    <a:pt x="3130813" y="35757"/>
                  </a:lnTo>
                  <a:lnTo>
                    <a:pt x="3138699" y="37805"/>
                  </a:lnTo>
                  <a:lnTo>
                    <a:pt x="3146585" y="39887"/>
                  </a:lnTo>
                  <a:lnTo>
                    <a:pt x="3154472" y="42021"/>
                  </a:lnTo>
                  <a:lnTo>
                    <a:pt x="3162358" y="44210"/>
                  </a:lnTo>
                  <a:lnTo>
                    <a:pt x="3170244" y="46431"/>
                  </a:lnTo>
                  <a:lnTo>
                    <a:pt x="3178130" y="48704"/>
                  </a:lnTo>
                  <a:lnTo>
                    <a:pt x="3186016" y="51020"/>
                  </a:lnTo>
                  <a:lnTo>
                    <a:pt x="3193903" y="53364"/>
                  </a:lnTo>
                  <a:lnTo>
                    <a:pt x="3201789" y="55760"/>
                  </a:lnTo>
                  <a:lnTo>
                    <a:pt x="3209675" y="58186"/>
                  </a:lnTo>
                  <a:lnTo>
                    <a:pt x="3217561" y="60637"/>
                  </a:lnTo>
                  <a:lnTo>
                    <a:pt x="3225447" y="63135"/>
                  </a:lnTo>
                  <a:lnTo>
                    <a:pt x="3233333" y="65654"/>
                  </a:lnTo>
                  <a:lnTo>
                    <a:pt x="3241220" y="68194"/>
                  </a:lnTo>
                  <a:lnTo>
                    <a:pt x="3249106" y="70770"/>
                  </a:lnTo>
                  <a:lnTo>
                    <a:pt x="3256992" y="73361"/>
                  </a:lnTo>
                  <a:lnTo>
                    <a:pt x="3264878" y="75970"/>
                  </a:lnTo>
                  <a:lnTo>
                    <a:pt x="3272764" y="78602"/>
                  </a:lnTo>
                  <a:lnTo>
                    <a:pt x="3280650" y="81244"/>
                  </a:lnTo>
                  <a:lnTo>
                    <a:pt x="3288537" y="83899"/>
                  </a:lnTo>
                  <a:lnTo>
                    <a:pt x="3296423" y="86565"/>
                  </a:lnTo>
                  <a:lnTo>
                    <a:pt x="3304309" y="89236"/>
                  </a:lnTo>
                  <a:lnTo>
                    <a:pt x="3312195" y="91913"/>
                  </a:lnTo>
                  <a:lnTo>
                    <a:pt x="3320081" y="94592"/>
                  </a:lnTo>
                  <a:lnTo>
                    <a:pt x="3327968" y="97272"/>
                  </a:lnTo>
                  <a:lnTo>
                    <a:pt x="3335854" y="99948"/>
                  </a:lnTo>
                  <a:lnTo>
                    <a:pt x="3343740" y="102619"/>
                  </a:lnTo>
                  <a:lnTo>
                    <a:pt x="3351626" y="105286"/>
                  </a:lnTo>
                  <a:lnTo>
                    <a:pt x="3359512" y="107938"/>
                  </a:lnTo>
                  <a:lnTo>
                    <a:pt x="3367398" y="110582"/>
                  </a:lnTo>
                  <a:lnTo>
                    <a:pt x="3375285" y="113215"/>
                  </a:lnTo>
                  <a:lnTo>
                    <a:pt x="3383171" y="115825"/>
                  </a:lnTo>
                  <a:lnTo>
                    <a:pt x="3391057" y="118423"/>
                  </a:lnTo>
                  <a:lnTo>
                    <a:pt x="3398943" y="121002"/>
                  </a:lnTo>
                  <a:lnTo>
                    <a:pt x="3406829" y="123554"/>
                  </a:lnTo>
                  <a:lnTo>
                    <a:pt x="3414716" y="126089"/>
                  </a:lnTo>
                  <a:lnTo>
                    <a:pt x="3422602" y="128597"/>
                  </a:lnTo>
                  <a:lnTo>
                    <a:pt x="3430488" y="131074"/>
                  </a:lnTo>
                  <a:lnTo>
                    <a:pt x="3438374" y="133533"/>
                  </a:lnTo>
                  <a:lnTo>
                    <a:pt x="3446260" y="135954"/>
                  </a:lnTo>
                  <a:lnTo>
                    <a:pt x="3454146" y="138346"/>
                  </a:lnTo>
                  <a:lnTo>
                    <a:pt x="3462033" y="140716"/>
                  </a:lnTo>
                  <a:lnTo>
                    <a:pt x="3469919" y="143039"/>
                  </a:lnTo>
                  <a:lnTo>
                    <a:pt x="3477805" y="145334"/>
                  </a:lnTo>
                  <a:lnTo>
                    <a:pt x="3485691" y="147604"/>
                  </a:lnTo>
                  <a:lnTo>
                    <a:pt x="3493577" y="149821"/>
                  </a:lnTo>
                  <a:lnTo>
                    <a:pt x="3501464" y="152012"/>
                  </a:lnTo>
                  <a:lnTo>
                    <a:pt x="3509350" y="154171"/>
                  </a:lnTo>
                  <a:lnTo>
                    <a:pt x="3517236" y="156279"/>
                  </a:lnTo>
                  <a:lnTo>
                    <a:pt x="3525122" y="158360"/>
                  </a:lnTo>
                  <a:lnTo>
                    <a:pt x="3533008" y="160403"/>
                  </a:lnTo>
                  <a:lnTo>
                    <a:pt x="3540894" y="162399"/>
                  </a:lnTo>
                  <a:lnTo>
                    <a:pt x="3548781" y="164368"/>
                  </a:lnTo>
                  <a:lnTo>
                    <a:pt x="3556667" y="166292"/>
                  </a:lnTo>
                  <a:lnTo>
                    <a:pt x="3564553" y="168174"/>
                  </a:lnTo>
                  <a:lnTo>
                    <a:pt x="3572439" y="170030"/>
                  </a:lnTo>
                  <a:lnTo>
                    <a:pt x="3580325" y="171835"/>
                  </a:lnTo>
                  <a:lnTo>
                    <a:pt x="3588212" y="173605"/>
                  </a:lnTo>
                  <a:lnTo>
                    <a:pt x="3596098" y="175347"/>
                  </a:lnTo>
                  <a:lnTo>
                    <a:pt x="3603984" y="177035"/>
                  </a:lnTo>
                  <a:lnTo>
                    <a:pt x="3611870" y="178694"/>
                  </a:lnTo>
                  <a:lnTo>
                    <a:pt x="3619756" y="180324"/>
                  </a:lnTo>
                  <a:lnTo>
                    <a:pt x="3627642" y="181900"/>
                  </a:lnTo>
                  <a:lnTo>
                    <a:pt x="3635529" y="183451"/>
                  </a:lnTo>
                  <a:lnTo>
                    <a:pt x="3643415" y="184970"/>
                  </a:lnTo>
                  <a:lnTo>
                    <a:pt x="3651301" y="186442"/>
                  </a:lnTo>
                  <a:lnTo>
                    <a:pt x="3659187" y="187890"/>
                  </a:lnTo>
                  <a:lnTo>
                    <a:pt x="3667073" y="189302"/>
                  </a:lnTo>
                  <a:lnTo>
                    <a:pt x="3674959" y="190675"/>
                  </a:lnTo>
                  <a:lnTo>
                    <a:pt x="3682846" y="192025"/>
                  </a:lnTo>
                  <a:lnTo>
                    <a:pt x="3690732" y="193336"/>
                  </a:lnTo>
                  <a:lnTo>
                    <a:pt x="3698618" y="194615"/>
                  </a:lnTo>
                  <a:lnTo>
                    <a:pt x="3706504" y="195873"/>
                  </a:lnTo>
                  <a:lnTo>
                    <a:pt x="3714390" y="197090"/>
                  </a:lnTo>
                  <a:lnTo>
                    <a:pt x="3722277" y="198281"/>
                  </a:lnTo>
                  <a:lnTo>
                    <a:pt x="3730163" y="199451"/>
                  </a:lnTo>
                  <a:lnTo>
                    <a:pt x="3738049" y="200580"/>
                  </a:lnTo>
                  <a:lnTo>
                    <a:pt x="3745935" y="201689"/>
                  </a:lnTo>
                  <a:lnTo>
                    <a:pt x="3753821" y="202776"/>
                  </a:lnTo>
                  <a:lnTo>
                    <a:pt x="3761707" y="203826"/>
                  </a:lnTo>
                  <a:lnTo>
                    <a:pt x="3769594" y="204858"/>
                  </a:lnTo>
                  <a:lnTo>
                    <a:pt x="3777480" y="205867"/>
                  </a:lnTo>
                  <a:lnTo>
                    <a:pt x="3785366" y="206844"/>
                  </a:lnTo>
                  <a:lnTo>
                    <a:pt x="3793252" y="207805"/>
                  </a:lnTo>
                  <a:lnTo>
                    <a:pt x="3801138" y="208740"/>
                  </a:lnTo>
                  <a:lnTo>
                    <a:pt x="3809025" y="209650"/>
                  </a:lnTo>
                  <a:lnTo>
                    <a:pt x="3816911" y="210544"/>
                  </a:lnTo>
                  <a:lnTo>
                    <a:pt x="3824797" y="211411"/>
                  </a:lnTo>
                  <a:lnTo>
                    <a:pt x="3832683" y="212258"/>
                  </a:lnTo>
                  <a:lnTo>
                    <a:pt x="3840569" y="213091"/>
                  </a:lnTo>
                  <a:lnTo>
                    <a:pt x="3848455" y="213895"/>
                  </a:lnTo>
                  <a:lnTo>
                    <a:pt x="3856342" y="214683"/>
                  </a:lnTo>
                  <a:lnTo>
                    <a:pt x="3864228" y="215457"/>
                  </a:lnTo>
                  <a:lnTo>
                    <a:pt x="3872114" y="216203"/>
                  </a:lnTo>
                  <a:lnTo>
                    <a:pt x="3880000" y="216935"/>
                  </a:lnTo>
                  <a:lnTo>
                    <a:pt x="3887886" y="217652"/>
                  </a:lnTo>
                  <a:lnTo>
                    <a:pt x="3895773" y="218345"/>
                  </a:lnTo>
                  <a:lnTo>
                    <a:pt x="3903659" y="219026"/>
                  </a:lnTo>
                  <a:lnTo>
                    <a:pt x="3911545" y="219689"/>
                  </a:lnTo>
                  <a:lnTo>
                    <a:pt x="3919431" y="220332"/>
                  </a:lnTo>
                  <a:lnTo>
                    <a:pt x="3927317" y="220963"/>
                  </a:lnTo>
                  <a:lnTo>
                    <a:pt x="3935203" y="221576"/>
                  </a:lnTo>
                  <a:lnTo>
                    <a:pt x="3943090" y="222172"/>
                  </a:lnTo>
                  <a:lnTo>
                    <a:pt x="3950976" y="222756"/>
                  </a:lnTo>
                  <a:lnTo>
                    <a:pt x="3958862" y="223321"/>
                  </a:lnTo>
                  <a:lnTo>
                    <a:pt x="3966748" y="223871"/>
                  </a:lnTo>
                  <a:lnTo>
                    <a:pt x="3974634" y="224411"/>
                  </a:lnTo>
                  <a:lnTo>
                    <a:pt x="3982521" y="224930"/>
                  </a:lnTo>
                  <a:lnTo>
                    <a:pt x="3990407" y="225437"/>
                  </a:lnTo>
                  <a:lnTo>
                    <a:pt x="3998293" y="225934"/>
                  </a:lnTo>
                  <a:lnTo>
                    <a:pt x="4006179" y="226410"/>
                  </a:lnTo>
                  <a:lnTo>
                    <a:pt x="4014065" y="226876"/>
                  </a:lnTo>
                  <a:lnTo>
                    <a:pt x="4021951" y="227330"/>
                  </a:lnTo>
                  <a:lnTo>
                    <a:pt x="4029838" y="227766"/>
                  </a:lnTo>
                  <a:lnTo>
                    <a:pt x="4029838" y="237948"/>
                  </a:lnTo>
                  <a:lnTo>
                    <a:pt x="4021951" y="237948"/>
                  </a:lnTo>
                  <a:lnTo>
                    <a:pt x="4014065" y="237948"/>
                  </a:lnTo>
                  <a:lnTo>
                    <a:pt x="4006179" y="237948"/>
                  </a:lnTo>
                  <a:lnTo>
                    <a:pt x="3998293" y="237948"/>
                  </a:lnTo>
                  <a:lnTo>
                    <a:pt x="3990407" y="237948"/>
                  </a:lnTo>
                  <a:lnTo>
                    <a:pt x="3982521" y="237948"/>
                  </a:lnTo>
                  <a:lnTo>
                    <a:pt x="3974634" y="237948"/>
                  </a:lnTo>
                  <a:lnTo>
                    <a:pt x="3966748" y="237948"/>
                  </a:lnTo>
                  <a:lnTo>
                    <a:pt x="3958862" y="237948"/>
                  </a:lnTo>
                  <a:lnTo>
                    <a:pt x="3950976" y="237948"/>
                  </a:lnTo>
                  <a:lnTo>
                    <a:pt x="3943090" y="237948"/>
                  </a:lnTo>
                  <a:lnTo>
                    <a:pt x="3935203" y="237948"/>
                  </a:lnTo>
                  <a:lnTo>
                    <a:pt x="3927317" y="237948"/>
                  </a:lnTo>
                  <a:lnTo>
                    <a:pt x="3919431" y="237948"/>
                  </a:lnTo>
                  <a:lnTo>
                    <a:pt x="3911545" y="237948"/>
                  </a:lnTo>
                  <a:lnTo>
                    <a:pt x="3903659" y="237948"/>
                  </a:lnTo>
                  <a:lnTo>
                    <a:pt x="3895773" y="237948"/>
                  </a:lnTo>
                  <a:lnTo>
                    <a:pt x="3887886" y="237948"/>
                  </a:lnTo>
                  <a:lnTo>
                    <a:pt x="3880000" y="237948"/>
                  </a:lnTo>
                  <a:lnTo>
                    <a:pt x="3872114" y="237948"/>
                  </a:lnTo>
                  <a:lnTo>
                    <a:pt x="3864228" y="237948"/>
                  </a:lnTo>
                  <a:lnTo>
                    <a:pt x="3856342" y="237948"/>
                  </a:lnTo>
                  <a:lnTo>
                    <a:pt x="3848455" y="237948"/>
                  </a:lnTo>
                  <a:lnTo>
                    <a:pt x="3840569" y="237948"/>
                  </a:lnTo>
                  <a:lnTo>
                    <a:pt x="3832683" y="237948"/>
                  </a:lnTo>
                  <a:lnTo>
                    <a:pt x="3824797" y="237948"/>
                  </a:lnTo>
                  <a:lnTo>
                    <a:pt x="3816911" y="237948"/>
                  </a:lnTo>
                  <a:lnTo>
                    <a:pt x="3809025" y="237948"/>
                  </a:lnTo>
                  <a:lnTo>
                    <a:pt x="3801138" y="237948"/>
                  </a:lnTo>
                  <a:lnTo>
                    <a:pt x="3793252" y="237948"/>
                  </a:lnTo>
                  <a:lnTo>
                    <a:pt x="3785366" y="237948"/>
                  </a:lnTo>
                  <a:lnTo>
                    <a:pt x="3777480" y="237948"/>
                  </a:lnTo>
                  <a:lnTo>
                    <a:pt x="3769594" y="237948"/>
                  </a:lnTo>
                  <a:lnTo>
                    <a:pt x="3761707" y="237948"/>
                  </a:lnTo>
                  <a:lnTo>
                    <a:pt x="3753821" y="237948"/>
                  </a:lnTo>
                  <a:lnTo>
                    <a:pt x="3745935" y="237948"/>
                  </a:lnTo>
                  <a:lnTo>
                    <a:pt x="3738049" y="237948"/>
                  </a:lnTo>
                  <a:lnTo>
                    <a:pt x="3730163" y="237948"/>
                  </a:lnTo>
                  <a:lnTo>
                    <a:pt x="3722277" y="237948"/>
                  </a:lnTo>
                  <a:lnTo>
                    <a:pt x="3714390" y="237948"/>
                  </a:lnTo>
                  <a:lnTo>
                    <a:pt x="3706504" y="237948"/>
                  </a:lnTo>
                  <a:lnTo>
                    <a:pt x="3698618" y="237948"/>
                  </a:lnTo>
                  <a:lnTo>
                    <a:pt x="3690732" y="237948"/>
                  </a:lnTo>
                  <a:lnTo>
                    <a:pt x="3682846" y="237948"/>
                  </a:lnTo>
                  <a:lnTo>
                    <a:pt x="3674959" y="237948"/>
                  </a:lnTo>
                  <a:lnTo>
                    <a:pt x="3667073" y="237948"/>
                  </a:lnTo>
                  <a:lnTo>
                    <a:pt x="3659187" y="237948"/>
                  </a:lnTo>
                  <a:lnTo>
                    <a:pt x="3651301" y="237948"/>
                  </a:lnTo>
                  <a:lnTo>
                    <a:pt x="3643415" y="237948"/>
                  </a:lnTo>
                  <a:lnTo>
                    <a:pt x="3635529" y="237948"/>
                  </a:lnTo>
                  <a:lnTo>
                    <a:pt x="3627642" y="237948"/>
                  </a:lnTo>
                  <a:lnTo>
                    <a:pt x="3619756" y="237948"/>
                  </a:lnTo>
                  <a:lnTo>
                    <a:pt x="3611870" y="237948"/>
                  </a:lnTo>
                  <a:lnTo>
                    <a:pt x="3603984" y="237948"/>
                  </a:lnTo>
                  <a:lnTo>
                    <a:pt x="3596098" y="237948"/>
                  </a:lnTo>
                  <a:lnTo>
                    <a:pt x="3588212" y="237948"/>
                  </a:lnTo>
                  <a:lnTo>
                    <a:pt x="3580325" y="237948"/>
                  </a:lnTo>
                  <a:lnTo>
                    <a:pt x="3572439" y="237948"/>
                  </a:lnTo>
                  <a:lnTo>
                    <a:pt x="3564553" y="237948"/>
                  </a:lnTo>
                  <a:lnTo>
                    <a:pt x="3556667" y="237948"/>
                  </a:lnTo>
                  <a:lnTo>
                    <a:pt x="3548781" y="237948"/>
                  </a:lnTo>
                  <a:lnTo>
                    <a:pt x="3540894" y="237948"/>
                  </a:lnTo>
                  <a:lnTo>
                    <a:pt x="3533008" y="237948"/>
                  </a:lnTo>
                  <a:lnTo>
                    <a:pt x="3525122" y="237948"/>
                  </a:lnTo>
                  <a:lnTo>
                    <a:pt x="3517236" y="237948"/>
                  </a:lnTo>
                  <a:lnTo>
                    <a:pt x="3509350" y="237948"/>
                  </a:lnTo>
                  <a:lnTo>
                    <a:pt x="3501464" y="237948"/>
                  </a:lnTo>
                  <a:lnTo>
                    <a:pt x="3493577" y="237948"/>
                  </a:lnTo>
                  <a:lnTo>
                    <a:pt x="3485691" y="237948"/>
                  </a:lnTo>
                  <a:lnTo>
                    <a:pt x="3477805" y="237948"/>
                  </a:lnTo>
                  <a:lnTo>
                    <a:pt x="3469919" y="237948"/>
                  </a:lnTo>
                  <a:lnTo>
                    <a:pt x="3462033" y="237948"/>
                  </a:lnTo>
                  <a:lnTo>
                    <a:pt x="3454146" y="237948"/>
                  </a:lnTo>
                  <a:lnTo>
                    <a:pt x="3446260" y="237948"/>
                  </a:lnTo>
                  <a:lnTo>
                    <a:pt x="3438374" y="237948"/>
                  </a:lnTo>
                  <a:lnTo>
                    <a:pt x="3430488" y="237948"/>
                  </a:lnTo>
                  <a:lnTo>
                    <a:pt x="3422602" y="237948"/>
                  </a:lnTo>
                  <a:lnTo>
                    <a:pt x="3414716" y="237948"/>
                  </a:lnTo>
                  <a:lnTo>
                    <a:pt x="3406829" y="237948"/>
                  </a:lnTo>
                  <a:lnTo>
                    <a:pt x="3398943" y="237948"/>
                  </a:lnTo>
                  <a:lnTo>
                    <a:pt x="3391057" y="237948"/>
                  </a:lnTo>
                  <a:lnTo>
                    <a:pt x="3383171" y="237948"/>
                  </a:lnTo>
                  <a:lnTo>
                    <a:pt x="3375285" y="237948"/>
                  </a:lnTo>
                  <a:lnTo>
                    <a:pt x="3367398" y="237948"/>
                  </a:lnTo>
                  <a:lnTo>
                    <a:pt x="3359512" y="237948"/>
                  </a:lnTo>
                  <a:lnTo>
                    <a:pt x="3351626" y="237948"/>
                  </a:lnTo>
                  <a:lnTo>
                    <a:pt x="3343740" y="237948"/>
                  </a:lnTo>
                  <a:lnTo>
                    <a:pt x="3335854" y="237948"/>
                  </a:lnTo>
                  <a:lnTo>
                    <a:pt x="3327968" y="237948"/>
                  </a:lnTo>
                  <a:lnTo>
                    <a:pt x="3320081" y="237948"/>
                  </a:lnTo>
                  <a:lnTo>
                    <a:pt x="3312195" y="237948"/>
                  </a:lnTo>
                  <a:lnTo>
                    <a:pt x="3304309" y="237948"/>
                  </a:lnTo>
                  <a:lnTo>
                    <a:pt x="3296423" y="237948"/>
                  </a:lnTo>
                  <a:lnTo>
                    <a:pt x="3288537" y="237948"/>
                  </a:lnTo>
                  <a:lnTo>
                    <a:pt x="3280650" y="237948"/>
                  </a:lnTo>
                  <a:lnTo>
                    <a:pt x="3272764" y="237948"/>
                  </a:lnTo>
                  <a:lnTo>
                    <a:pt x="3264878" y="237948"/>
                  </a:lnTo>
                  <a:lnTo>
                    <a:pt x="3256992" y="237948"/>
                  </a:lnTo>
                  <a:lnTo>
                    <a:pt x="3249106" y="237948"/>
                  </a:lnTo>
                  <a:lnTo>
                    <a:pt x="3241220" y="237948"/>
                  </a:lnTo>
                  <a:lnTo>
                    <a:pt x="3233333" y="237948"/>
                  </a:lnTo>
                  <a:lnTo>
                    <a:pt x="3225447" y="237948"/>
                  </a:lnTo>
                  <a:lnTo>
                    <a:pt x="3217561" y="237948"/>
                  </a:lnTo>
                  <a:lnTo>
                    <a:pt x="3209675" y="237948"/>
                  </a:lnTo>
                  <a:lnTo>
                    <a:pt x="3201789" y="237948"/>
                  </a:lnTo>
                  <a:lnTo>
                    <a:pt x="3193903" y="237948"/>
                  </a:lnTo>
                  <a:lnTo>
                    <a:pt x="3186016" y="237948"/>
                  </a:lnTo>
                  <a:lnTo>
                    <a:pt x="3178130" y="237948"/>
                  </a:lnTo>
                  <a:lnTo>
                    <a:pt x="3170244" y="237948"/>
                  </a:lnTo>
                  <a:lnTo>
                    <a:pt x="3162358" y="237948"/>
                  </a:lnTo>
                  <a:lnTo>
                    <a:pt x="3154472" y="237948"/>
                  </a:lnTo>
                  <a:lnTo>
                    <a:pt x="3146585" y="237948"/>
                  </a:lnTo>
                  <a:lnTo>
                    <a:pt x="3138699" y="237948"/>
                  </a:lnTo>
                  <a:lnTo>
                    <a:pt x="3130813" y="237948"/>
                  </a:lnTo>
                  <a:lnTo>
                    <a:pt x="3122927" y="237948"/>
                  </a:lnTo>
                  <a:lnTo>
                    <a:pt x="3115041" y="237948"/>
                  </a:lnTo>
                  <a:lnTo>
                    <a:pt x="3107155" y="237948"/>
                  </a:lnTo>
                  <a:lnTo>
                    <a:pt x="3099268" y="237948"/>
                  </a:lnTo>
                  <a:lnTo>
                    <a:pt x="3091382" y="237948"/>
                  </a:lnTo>
                  <a:lnTo>
                    <a:pt x="3083496" y="237948"/>
                  </a:lnTo>
                  <a:lnTo>
                    <a:pt x="3075610" y="237948"/>
                  </a:lnTo>
                  <a:lnTo>
                    <a:pt x="3067724" y="237948"/>
                  </a:lnTo>
                  <a:lnTo>
                    <a:pt x="3059837" y="237948"/>
                  </a:lnTo>
                  <a:lnTo>
                    <a:pt x="3051951" y="237948"/>
                  </a:lnTo>
                  <a:lnTo>
                    <a:pt x="3044065" y="237948"/>
                  </a:lnTo>
                  <a:lnTo>
                    <a:pt x="3036179" y="237948"/>
                  </a:lnTo>
                  <a:lnTo>
                    <a:pt x="3028293" y="237948"/>
                  </a:lnTo>
                  <a:lnTo>
                    <a:pt x="3020407" y="237948"/>
                  </a:lnTo>
                  <a:lnTo>
                    <a:pt x="3012520" y="237948"/>
                  </a:lnTo>
                  <a:lnTo>
                    <a:pt x="3004634" y="237948"/>
                  </a:lnTo>
                  <a:lnTo>
                    <a:pt x="2996748" y="237948"/>
                  </a:lnTo>
                  <a:lnTo>
                    <a:pt x="2988862" y="237948"/>
                  </a:lnTo>
                  <a:lnTo>
                    <a:pt x="2980976" y="237948"/>
                  </a:lnTo>
                  <a:lnTo>
                    <a:pt x="2973089" y="237948"/>
                  </a:lnTo>
                  <a:lnTo>
                    <a:pt x="2965203" y="237948"/>
                  </a:lnTo>
                  <a:lnTo>
                    <a:pt x="2957317" y="237948"/>
                  </a:lnTo>
                  <a:lnTo>
                    <a:pt x="2949431" y="237948"/>
                  </a:lnTo>
                  <a:lnTo>
                    <a:pt x="2941545" y="237948"/>
                  </a:lnTo>
                  <a:lnTo>
                    <a:pt x="2933659" y="237948"/>
                  </a:lnTo>
                  <a:lnTo>
                    <a:pt x="2925772" y="237948"/>
                  </a:lnTo>
                  <a:lnTo>
                    <a:pt x="2917886" y="237948"/>
                  </a:lnTo>
                  <a:lnTo>
                    <a:pt x="2910000" y="237948"/>
                  </a:lnTo>
                  <a:lnTo>
                    <a:pt x="2902114" y="237948"/>
                  </a:lnTo>
                  <a:lnTo>
                    <a:pt x="2894228" y="237948"/>
                  </a:lnTo>
                  <a:lnTo>
                    <a:pt x="2886341" y="237948"/>
                  </a:lnTo>
                  <a:lnTo>
                    <a:pt x="2878455" y="237948"/>
                  </a:lnTo>
                  <a:lnTo>
                    <a:pt x="2870569" y="237948"/>
                  </a:lnTo>
                  <a:lnTo>
                    <a:pt x="2862683" y="237948"/>
                  </a:lnTo>
                  <a:lnTo>
                    <a:pt x="2854797" y="237948"/>
                  </a:lnTo>
                  <a:lnTo>
                    <a:pt x="2846911" y="237948"/>
                  </a:lnTo>
                  <a:lnTo>
                    <a:pt x="2839024" y="237948"/>
                  </a:lnTo>
                  <a:lnTo>
                    <a:pt x="2831138" y="237948"/>
                  </a:lnTo>
                  <a:lnTo>
                    <a:pt x="2823252" y="237948"/>
                  </a:lnTo>
                  <a:lnTo>
                    <a:pt x="2815366" y="237948"/>
                  </a:lnTo>
                  <a:lnTo>
                    <a:pt x="2807480" y="237948"/>
                  </a:lnTo>
                  <a:lnTo>
                    <a:pt x="2799593" y="237948"/>
                  </a:lnTo>
                  <a:lnTo>
                    <a:pt x="2791707" y="237948"/>
                  </a:lnTo>
                  <a:lnTo>
                    <a:pt x="2783821" y="237948"/>
                  </a:lnTo>
                  <a:lnTo>
                    <a:pt x="2775935" y="237948"/>
                  </a:lnTo>
                  <a:lnTo>
                    <a:pt x="2768049" y="237948"/>
                  </a:lnTo>
                  <a:lnTo>
                    <a:pt x="2760163" y="237948"/>
                  </a:lnTo>
                  <a:lnTo>
                    <a:pt x="2752276" y="237948"/>
                  </a:lnTo>
                  <a:lnTo>
                    <a:pt x="2744390" y="237948"/>
                  </a:lnTo>
                  <a:lnTo>
                    <a:pt x="2736504" y="237948"/>
                  </a:lnTo>
                  <a:lnTo>
                    <a:pt x="2728618" y="237948"/>
                  </a:lnTo>
                  <a:lnTo>
                    <a:pt x="2720732" y="237948"/>
                  </a:lnTo>
                  <a:lnTo>
                    <a:pt x="2712846" y="237948"/>
                  </a:lnTo>
                  <a:lnTo>
                    <a:pt x="2704959" y="237948"/>
                  </a:lnTo>
                  <a:lnTo>
                    <a:pt x="2697073" y="237948"/>
                  </a:lnTo>
                  <a:lnTo>
                    <a:pt x="2689187" y="237948"/>
                  </a:lnTo>
                  <a:lnTo>
                    <a:pt x="2681301" y="237948"/>
                  </a:lnTo>
                  <a:lnTo>
                    <a:pt x="2673415" y="237948"/>
                  </a:lnTo>
                  <a:lnTo>
                    <a:pt x="2665528" y="237948"/>
                  </a:lnTo>
                  <a:lnTo>
                    <a:pt x="2657642" y="237948"/>
                  </a:lnTo>
                  <a:lnTo>
                    <a:pt x="2649756" y="237948"/>
                  </a:lnTo>
                  <a:lnTo>
                    <a:pt x="2641870" y="237948"/>
                  </a:lnTo>
                  <a:lnTo>
                    <a:pt x="2633984" y="237948"/>
                  </a:lnTo>
                  <a:lnTo>
                    <a:pt x="2626098" y="237948"/>
                  </a:lnTo>
                  <a:lnTo>
                    <a:pt x="2618211" y="237948"/>
                  </a:lnTo>
                  <a:lnTo>
                    <a:pt x="2610325" y="237948"/>
                  </a:lnTo>
                  <a:lnTo>
                    <a:pt x="2602439" y="237948"/>
                  </a:lnTo>
                  <a:lnTo>
                    <a:pt x="2594553" y="237948"/>
                  </a:lnTo>
                  <a:lnTo>
                    <a:pt x="2586667" y="237948"/>
                  </a:lnTo>
                  <a:lnTo>
                    <a:pt x="2578780" y="237948"/>
                  </a:lnTo>
                  <a:lnTo>
                    <a:pt x="2570894" y="237948"/>
                  </a:lnTo>
                  <a:lnTo>
                    <a:pt x="2563008" y="237948"/>
                  </a:lnTo>
                  <a:lnTo>
                    <a:pt x="2555122" y="237948"/>
                  </a:lnTo>
                  <a:lnTo>
                    <a:pt x="2547236" y="237948"/>
                  </a:lnTo>
                  <a:lnTo>
                    <a:pt x="2539350" y="237948"/>
                  </a:lnTo>
                  <a:lnTo>
                    <a:pt x="2531463" y="237948"/>
                  </a:lnTo>
                  <a:lnTo>
                    <a:pt x="2523577" y="237948"/>
                  </a:lnTo>
                  <a:lnTo>
                    <a:pt x="2515691" y="237948"/>
                  </a:lnTo>
                  <a:lnTo>
                    <a:pt x="2507805" y="237948"/>
                  </a:lnTo>
                  <a:lnTo>
                    <a:pt x="2499919" y="237948"/>
                  </a:lnTo>
                  <a:lnTo>
                    <a:pt x="2492032" y="237948"/>
                  </a:lnTo>
                  <a:lnTo>
                    <a:pt x="2484146" y="237948"/>
                  </a:lnTo>
                  <a:lnTo>
                    <a:pt x="2476260" y="237948"/>
                  </a:lnTo>
                  <a:lnTo>
                    <a:pt x="2468374" y="237948"/>
                  </a:lnTo>
                  <a:lnTo>
                    <a:pt x="2460488" y="237948"/>
                  </a:lnTo>
                  <a:lnTo>
                    <a:pt x="2452602" y="237948"/>
                  </a:lnTo>
                  <a:lnTo>
                    <a:pt x="2444715" y="237948"/>
                  </a:lnTo>
                  <a:lnTo>
                    <a:pt x="2436829" y="237948"/>
                  </a:lnTo>
                  <a:lnTo>
                    <a:pt x="2428943" y="237948"/>
                  </a:lnTo>
                  <a:lnTo>
                    <a:pt x="2421057" y="237948"/>
                  </a:lnTo>
                  <a:lnTo>
                    <a:pt x="2413171" y="237948"/>
                  </a:lnTo>
                  <a:lnTo>
                    <a:pt x="2405284" y="237948"/>
                  </a:lnTo>
                  <a:lnTo>
                    <a:pt x="2397398" y="237948"/>
                  </a:lnTo>
                  <a:lnTo>
                    <a:pt x="2389512" y="237948"/>
                  </a:lnTo>
                  <a:lnTo>
                    <a:pt x="2381626" y="237948"/>
                  </a:lnTo>
                  <a:lnTo>
                    <a:pt x="2373740" y="237948"/>
                  </a:lnTo>
                  <a:lnTo>
                    <a:pt x="2365854" y="237948"/>
                  </a:lnTo>
                  <a:lnTo>
                    <a:pt x="2357967" y="237948"/>
                  </a:lnTo>
                  <a:lnTo>
                    <a:pt x="2350081" y="237948"/>
                  </a:lnTo>
                  <a:lnTo>
                    <a:pt x="2342195" y="237948"/>
                  </a:lnTo>
                  <a:lnTo>
                    <a:pt x="2334309" y="237948"/>
                  </a:lnTo>
                  <a:lnTo>
                    <a:pt x="2326423" y="237948"/>
                  </a:lnTo>
                  <a:lnTo>
                    <a:pt x="2318536" y="237948"/>
                  </a:lnTo>
                  <a:lnTo>
                    <a:pt x="2310650" y="237948"/>
                  </a:lnTo>
                  <a:lnTo>
                    <a:pt x="2302764" y="237948"/>
                  </a:lnTo>
                  <a:lnTo>
                    <a:pt x="2294878" y="237948"/>
                  </a:lnTo>
                  <a:lnTo>
                    <a:pt x="2286992" y="237948"/>
                  </a:lnTo>
                  <a:lnTo>
                    <a:pt x="2279106" y="237948"/>
                  </a:lnTo>
                  <a:lnTo>
                    <a:pt x="2271219" y="237948"/>
                  </a:lnTo>
                  <a:lnTo>
                    <a:pt x="2263333" y="237948"/>
                  </a:lnTo>
                  <a:lnTo>
                    <a:pt x="2255447" y="237948"/>
                  </a:lnTo>
                  <a:lnTo>
                    <a:pt x="2247561" y="237948"/>
                  </a:lnTo>
                  <a:lnTo>
                    <a:pt x="2239675" y="237948"/>
                  </a:lnTo>
                  <a:lnTo>
                    <a:pt x="2231789" y="237948"/>
                  </a:lnTo>
                  <a:lnTo>
                    <a:pt x="2223902" y="237948"/>
                  </a:lnTo>
                  <a:lnTo>
                    <a:pt x="2216016" y="237948"/>
                  </a:lnTo>
                  <a:lnTo>
                    <a:pt x="2208130" y="237948"/>
                  </a:lnTo>
                  <a:lnTo>
                    <a:pt x="2200244" y="237948"/>
                  </a:lnTo>
                  <a:lnTo>
                    <a:pt x="2192358" y="237948"/>
                  </a:lnTo>
                  <a:lnTo>
                    <a:pt x="2184471" y="237948"/>
                  </a:lnTo>
                  <a:lnTo>
                    <a:pt x="2176585" y="237948"/>
                  </a:lnTo>
                  <a:lnTo>
                    <a:pt x="2168699" y="237948"/>
                  </a:lnTo>
                  <a:lnTo>
                    <a:pt x="2160813" y="237948"/>
                  </a:lnTo>
                  <a:lnTo>
                    <a:pt x="2152927" y="237948"/>
                  </a:lnTo>
                  <a:lnTo>
                    <a:pt x="2145041" y="237948"/>
                  </a:lnTo>
                  <a:lnTo>
                    <a:pt x="2137154" y="237948"/>
                  </a:lnTo>
                  <a:lnTo>
                    <a:pt x="2129268" y="237948"/>
                  </a:lnTo>
                  <a:lnTo>
                    <a:pt x="2121382" y="237948"/>
                  </a:lnTo>
                  <a:lnTo>
                    <a:pt x="2113496" y="237948"/>
                  </a:lnTo>
                  <a:lnTo>
                    <a:pt x="2105610" y="237948"/>
                  </a:lnTo>
                  <a:lnTo>
                    <a:pt x="2097723" y="237948"/>
                  </a:lnTo>
                  <a:lnTo>
                    <a:pt x="2089837" y="237948"/>
                  </a:lnTo>
                  <a:lnTo>
                    <a:pt x="2081951" y="237948"/>
                  </a:lnTo>
                  <a:lnTo>
                    <a:pt x="2074065" y="237948"/>
                  </a:lnTo>
                  <a:lnTo>
                    <a:pt x="2066179" y="237948"/>
                  </a:lnTo>
                  <a:lnTo>
                    <a:pt x="2058293" y="237948"/>
                  </a:lnTo>
                  <a:lnTo>
                    <a:pt x="2050406" y="237948"/>
                  </a:lnTo>
                  <a:lnTo>
                    <a:pt x="2042520" y="237948"/>
                  </a:lnTo>
                  <a:lnTo>
                    <a:pt x="2034634" y="237948"/>
                  </a:lnTo>
                  <a:lnTo>
                    <a:pt x="2026748" y="237948"/>
                  </a:lnTo>
                  <a:lnTo>
                    <a:pt x="2018862" y="237948"/>
                  </a:lnTo>
                  <a:lnTo>
                    <a:pt x="2010975" y="237948"/>
                  </a:lnTo>
                  <a:lnTo>
                    <a:pt x="2003089" y="237948"/>
                  </a:lnTo>
                  <a:lnTo>
                    <a:pt x="1995203" y="237948"/>
                  </a:lnTo>
                  <a:lnTo>
                    <a:pt x="1987317" y="237948"/>
                  </a:lnTo>
                  <a:lnTo>
                    <a:pt x="1979431" y="237948"/>
                  </a:lnTo>
                  <a:lnTo>
                    <a:pt x="1971545" y="237948"/>
                  </a:lnTo>
                  <a:lnTo>
                    <a:pt x="1963658" y="237948"/>
                  </a:lnTo>
                  <a:lnTo>
                    <a:pt x="1955772" y="237948"/>
                  </a:lnTo>
                  <a:lnTo>
                    <a:pt x="1947886" y="237948"/>
                  </a:lnTo>
                  <a:lnTo>
                    <a:pt x="1940000" y="237948"/>
                  </a:lnTo>
                  <a:lnTo>
                    <a:pt x="1932114" y="237948"/>
                  </a:lnTo>
                  <a:lnTo>
                    <a:pt x="1924227" y="237948"/>
                  </a:lnTo>
                  <a:lnTo>
                    <a:pt x="1916341" y="237948"/>
                  </a:lnTo>
                  <a:lnTo>
                    <a:pt x="1908455" y="237948"/>
                  </a:lnTo>
                  <a:lnTo>
                    <a:pt x="1900569" y="237948"/>
                  </a:lnTo>
                  <a:lnTo>
                    <a:pt x="1892683" y="237948"/>
                  </a:lnTo>
                  <a:lnTo>
                    <a:pt x="1884797" y="237948"/>
                  </a:lnTo>
                  <a:lnTo>
                    <a:pt x="1876910" y="237948"/>
                  </a:lnTo>
                  <a:lnTo>
                    <a:pt x="1869024" y="237948"/>
                  </a:lnTo>
                  <a:lnTo>
                    <a:pt x="1861138" y="237948"/>
                  </a:lnTo>
                  <a:lnTo>
                    <a:pt x="1853252" y="237948"/>
                  </a:lnTo>
                  <a:lnTo>
                    <a:pt x="1845366" y="237948"/>
                  </a:lnTo>
                  <a:lnTo>
                    <a:pt x="1837479" y="237948"/>
                  </a:lnTo>
                  <a:lnTo>
                    <a:pt x="1829593" y="237948"/>
                  </a:lnTo>
                  <a:lnTo>
                    <a:pt x="1821707" y="237948"/>
                  </a:lnTo>
                  <a:lnTo>
                    <a:pt x="1813821" y="237948"/>
                  </a:lnTo>
                  <a:lnTo>
                    <a:pt x="1805935" y="237948"/>
                  </a:lnTo>
                  <a:lnTo>
                    <a:pt x="1798049" y="237948"/>
                  </a:lnTo>
                  <a:lnTo>
                    <a:pt x="1790162" y="237948"/>
                  </a:lnTo>
                  <a:lnTo>
                    <a:pt x="1782276" y="237948"/>
                  </a:lnTo>
                  <a:lnTo>
                    <a:pt x="1774390" y="237948"/>
                  </a:lnTo>
                  <a:lnTo>
                    <a:pt x="1766504" y="237948"/>
                  </a:lnTo>
                  <a:lnTo>
                    <a:pt x="1758618" y="237948"/>
                  </a:lnTo>
                  <a:lnTo>
                    <a:pt x="1750732" y="237948"/>
                  </a:lnTo>
                  <a:lnTo>
                    <a:pt x="1742845" y="237948"/>
                  </a:lnTo>
                  <a:lnTo>
                    <a:pt x="1734959" y="237948"/>
                  </a:lnTo>
                  <a:lnTo>
                    <a:pt x="1727073" y="237948"/>
                  </a:lnTo>
                  <a:lnTo>
                    <a:pt x="1719187" y="237948"/>
                  </a:lnTo>
                  <a:lnTo>
                    <a:pt x="1711301" y="237948"/>
                  </a:lnTo>
                  <a:lnTo>
                    <a:pt x="1703414" y="237948"/>
                  </a:lnTo>
                  <a:lnTo>
                    <a:pt x="1695528" y="237948"/>
                  </a:lnTo>
                  <a:lnTo>
                    <a:pt x="1687642" y="237948"/>
                  </a:lnTo>
                  <a:lnTo>
                    <a:pt x="1679756" y="237948"/>
                  </a:lnTo>
                  <a:lnTo>
                    <a:pt x="1671870" y="237948"/>
                  </a:lnTo>
                  <a:lnTo>
                    <a:pt x="1663984" y="237948"/>
                  </a:lnTo>
                  <a:lnTo>
                    <a:pt x="1656097" y="237948"/>
                  </a:lnTo>
                  <a:lnTo>
                    <a:pt x="1648211" y="237948"/>
                  </a:lnTo>
                  <a:lnTo>
                    <a:pt x="1640325" y="237948"/>
                  </a:lnTo>
                  <a:lnTo>
                    <a:pt x="1632439" y="237948"/>
                  </a:lnTo>
                  <a:lnTo>
                    <a:pt x="1624553" y="237948"/>
                  </a:lnTo>
                  <a:lnTo>
                    <a:pt x="1616666" y="237948"/>
                  </a:lnTo>
                  <a:lnTo>
                    <a:pt x="1608780" y="237948"/>
                  </a:lnTo>
                  <a:lnTo>
                    <a:pt x="1600894" y="237948"/>
                  </a:lnTo>
                  <a:lnTo>
                    <a:pt x="1593008" y="237948"/>
                  </a:lnTo>
                  <a:lnTo>
                    <a:pt x="1585122" y="237948"/>
                  </a:lnTo>
                  <a:lnTo>
                    <a:pt x="1577236" y="237948"/>
                  </a:lnTo>
                  <a:lnTo>
                    <a:pt x="1569349" y="237948"/>
                  </a:lnTo>
                  <a:lnTo>
                    <a:pt x="1561463" y="237948"/>
                  </a:lnTo>
                  <a:lnTo>
                    <a:pt x="1553577" y="237948"/>
                  </a:lnTo>
                  <a:lnTo>
                    <a:pt x="1545691" y="237948"/>
                  </a:lnTo>
                  <a:lnTo>
                    <a:pt x="1537805" y="237948"/>
                  </a:lnTo>
                  <a:lnTo>
                    <a:pt x="1529918" y="237948"/>
                  </a:lnTo>
                  <a:lnTo>
                    <a:pt x="1522032" y="237948"/>
                  </a:lnTo>
                  <a:lnTo>
                    <a:pt x="1514146" y="237948"/>
                  </a:lnTo>
                  <a:lnTo>
                    <a:pt x="1506260" y="237948"/>
                  </a:lnTo>
                  <a:lnTo>
                    <a:pt x="1498374" y="237948"/>
                  </a:lnTo>
                  <a:lnTo>
                    <a:pt x="1490488" y="237948"/>
                  </a:lnTo>
                  <a:lnTo>
                    <a:pt x="1482601" y="237948"/>
                  </a:lnTo>
                  <a:lnTo>
                    <a:pt x="1474715" y="237948"/>
                  </a:lnTo>
                  <a:lnTo>
                    <a:pt x="1466829" y="237948"/>
                  </a:lnTo>
                  <a:lnTo>
                    <a:pt x="1458943" y="237948"/>
                  </a:lnTo>
                  <a:lnTo>
                    <a:pt x="1451057" y="237948"/>
                  </a:lnTo>
                  <a:lnTo>
                    <a:pt x="1443170" y="237948"/>
                  </a:lnTo>
                  <a:lnTo>
                    <a:pt x="1435284" y="237948"/>
                  </a:lnTo>
                  <a:lnTo>
                    <a:pt x="1427398" y="237948"/>
                  </a:lnTo>
                  <a:lnTo>
                    <a:pt x="1419512" y="237948"/>
                  </a:lnTo>
                  <a:lnTo>
                    <a:pt x="1411626" y="237948"/>
                  </a:lnTo>
                  <a:lnTo>
                    <a:pt x="1403740" y="237948"/>
                  </a:lnTo>
                  <a:lnTo>
                    <a:pt x="1395853" y="237948"/>
                  </a:lnTo>
                  <a:lnTo>
                    <a:pt x="1387967" y="237948"/>
                  </a:lnTo>
                  <a:lnTo>
                    <a:pt x="1380081" y="237948"/>
                  </a:lnTo>
                  <a:lnTo>
                    <a:pt x="1372195" y="237948"/>
                  </a:lnTo>
                  <a:lnTo>
                    <a:pt x="1364309" y="237948"/>
                  </a:lnTo>
                  <a:lnTo>
                    <a:pt x="1356423" y="237948"/>
                  </a:lnTo>
                  <a:lnTo>
                    <a:pt x="1348536" y="237948"/>
                  </a:lnTo>
                  <a:lnTo>
                    <a:pt x="1340650" y="237948"/>
                  </a:lnTo>
                  <a:lnTo>
                    <a:pt x="1332764" y="237948"/>
                  </a:lnTo>
                  <a:lnTo>
                    <a:pt x="1324878" y="237948"/>
                  </a:lnTo>
                  <a:lnTo>
                    <a:pt x="1316992" y="237948"/>
                  </a:lnTo>
                  <a:lnTo>
                    <a:pt x="1309105" y="237948"/>
                  </a:lnTo>
                  <a:lnTo>
                    <a:pt x="1301219" y="237948"/>
                  </a:lnTo>
                  <a:lnTo>
                    <a:pt x="1293333" y="237948"/>
                  </a:lnTo>
                  <a:lnTo>
                    <a:pt x="1285447" y="237948"/>
                  </a:lnTo>
                  <a:lnTo>
                    <a:pt x="1277561" y="237948"/>
                  </a:lnTo>
                  <a:lnTo>
                    <a:pt x="1269675" y="237948"/>
                  </a:lnTo>
                  <a:lnTo>
                    <a:pt x="1261788" y="237948"/>
                  </a:lnTo>
                  <a:lnTo>
                    <a:pt x="1253902" y="237948"/>
                  </a:lnTo>
                  <a:lnTo>
                    <a:pt x="1246016" y="237948"/>
                  </a:lnTo>
                  <a:lnTo>
                    <a:pt x="1238130" y="237948"/>
                  </a:lnTo>
                  <a:lnTo>
                    <a:pt x="1230244" y="237948"/>
                  </a:lnTo>
                  <a:lnTo>
                    <a:pt x="1222357" y="237948"/>
                  </a:lnTo>
                  <a:lnTo>
                    <a:pt x="1214471" y="237948"/>
                  </a:lnTo>
                  <a:lnTo>
                    <a:pt x="1206585" y="237948"/>
                  </a:lnTo>
                  <a:lnTo>
                    <a:pt x="1198699" y="237948"/>
                  </a:lnTo>
                  <a:lnTo>
                    <a:pt x="1190813" y="237948"/>
                  </a:lnTo>
                  <a:lnTo>
                    <a:pt x="1182927" y="237948"/>
                  </a:lnTo>
                  <a:lnTo>
                    <a:pt x="1175040" y="237948"/>
                  </a:lnTo>
                  <a:lnTo>
                    <a:pt x="1167154" y="237948"/>
                  </a:lnTo>
                  <a:lnTo>
                    <a:pt x="1159268" y="237948"/>
                  </a:lnTo>
                  <a:lnTo>
                    <a:pt x="1151382" y="237948"/>
                  </a:lnTo>
                  <a:lnTo>
                    <a:pt x="1143496" y="237948"/>
                  </a:lnTo>
                  <a:lnTo>
                    <a:pt x="1135609" y="237948"/>
                  </a:lnTo>
                  <a:lnTo>
                    <a:pt x="1127723" y="237948"/>
                  </a:lnTo>
                  <a:lnTo>
                    <a:pt x="1119837" y="237948"/>
                  </a:lnTo>
                  <a:lnTo>
                    <a:pt x="1111951" y="237948"/>
                  </a:lnTo>
                  <a:lnTo>
                    <a:pt x="1104065" y="237948"/>
                  </a:lnTo>
                  <a:lnTo>
                    <a:pt x="1096179" y="237948"/>
                  </a:lnTo>
                  <a:lnTo>
                    <a:pt x="1088292" y="237948"/>
                  </a:lnTo>
                  <a:lnTo>
                    <a:pt x="1080406" y="237948"/>
                  </a:lnTo>
                  <a:lnTo>
                    <a:pt x="1072520" y="237948"/>
                  </a:lnTo>
                  <a:lnTo>
                    <a:pt x="1064634" y="237948"/>
                  </a:lnTo>
                  <a:lnTo>
                    <a:pt x="1056748" y="237948"/>
                  </a:lnTo>
                  <a:lnTo>
                    <a:pt x="1048861" y="237948"/>
                  </a:lnTo>
                  <a:lnTo>
                    <a:pt x="1040975" y="237948"/>
                  </a:lnTo>
                  <a:lnTo>
                    <a:pt x="1033089" y="237948"/>
                  </a:lnTo>
                  <a:lnTo>
                    <a:pt x="1025203" y="237948"/>
                  </a:lnTo>
                  <a:lnTo>
                    <a:pt x="1017317" y="237948"/>
                  </a:lnTo>
                  <a:lnTo>
                    <a:pt x="1009431" y="237948"/>
                  </a:lnTo>
                  <a:lnTo>
                    <a:pt x="1001544" y="237948"/>
                  </a:lnTo>
                  <a:lnTo>
                    <a:pt x="993658" y="237948"/>
                  </a:lnTo>
                  <a:lnTo>
                    <a:pt x="985772" y="237948"/>
                  </a:lnTo>
                  <a:lnTo>
                    <a:pt x="977886" y="237948"/>
                  </a:lnTo>
                  <a:lnTo>
                    <a:pt x="970000" y="237948"/>
                  </a:lnTo>
                  <a:lnTo>
                    <a:pt x="962113" y="237948"/>
                  </a:lnTo>
                  <a:lnTo>
                    <a:pt x="954227" y="237948"/>
                  </a:lnTo>
                  <a:lnTo>
                    <a:pt x="946341" y="237948"/>
                  </a:lnTo>
                  <a:lnTo>
                    <a:pt x="938455" y="237948"/>
                  </a:lnTo>
                  <a:lnTo>
                    <a:pt x="930569" y="237948"/>
                  </a:lnTo>
                  <a:lnTo>
                    <a:pt x="922683" y="237948"/>
                  </a:lnTo>
                  <a:lnTo>
                    <a:pt x="914796" y="237948"/>
                  </a:lnTo>
                  <a:lnTo>
                    <a:pt x="906910" y="237948"/>
                  </a:lnTo>
                  <a:lnTo>
                    <a:pt x="899024" y="237948"/>
                  </a:lnTo>
                  <a:lnTo>
                    <a:pt x="891138" y="237948"/>
                  </a:lnTo>
                  <a:lnTo>
                    <a:pt x="883252" y="237948"/>
                  </a:lnTo>
                  <a:lnTo>
                    <a:pt x="875366" y="237948"/>
                  </a:lnTo>
                  <a:lnTo>
                    <a:pt x="867479" y="237948"/>
                  </a:lnTo>
                  <a:lnTo>
                    <a:pt x="859593" y="237948"/>
                  </a:lnTo>
                  <a:lnTo>
                    <a:pt x="851707" y="237948"/>
                  </a:lnTo>
                  <a:lnTo>
                    <a:pt x="843821" y="237948"/>
                  </a:lnTo>
                  <a:lnTo>
                    <a:pt x="835935" y="237948"/>
                  </a:lnTo>
                  <a:lnTo>
                    <a:pt x="828048" y="237948"/>
                  </a:lnTo>
                  <a:lnTo>
                    <a:pt x="820162" y="237948"/>
                  </a:lnTo>
                  <a:lnTo>
                    <a:pt x="812276" y="237948"/>
                  </a:lnTo>
                  <a:lnTo>
                    <a:pt x="804390" y="237948"/>
                  </a:lnTo>
                  <a:lnTo>
                    <a:pt x="796504" y="237948"/>
                  </a:lnTo>
                  <a:lnTo>
                    <a:pt x="788618" y="237948"/>
                  </a:lnTo>
                  <a:lnTo>
                    <a:pt x="780731" y="237948"/>
                  </a:lnTo>
                  <a:lnTo>
                    <a:pt x="772845" y="237948"/>
                  </a:lnTo>
                  <a:lnTo>
                    <a:pt x="764959" y="237948"/>
                  </a:lnTo>
                  <a:lnTo>
                    <a:pt x="757073" y="237948"/>
                  </a:lnTo>
                  <a:lnTo>
                    <a:pt x="749187" y="237948"/>
                  </a:lnTo>
                  <a:lnTo>
                    <a:pt x="741300" y="237948"/>
                  </a:lnTo>
                  <a:lnTo>
                    <a:pt x="733414" y="237948"/>
                  </a:lnTo>
                  <a:lnTo>
                    <a:pt x="725528" y="237948"/>
                  </a:lnTo>
                  <a:lnTo>
                    <a:pt x="717642" y="237948"/>
                  </a:lnTo>
                  <a:lnTo>
                    <a:pt x="709756" y="237948"/>
                  </a:lnTo>
                  <a:lnTo>
                    <a:pt x="701870" y="237948"/>
                  </a:lnTo>
                  <a:lnTo>
                    <a:pt x="693983" y="237948"/>
                  </a:lnTo>
                  <a:lnTo>
                    <a:pt x="686097" y="237948"/>
                  </a:lnTo>
                  <a:lnTo>
                    <a:pt x="678211" y="237948"/>
                  </a:lnTo>
                  <a:lnTo>
                    <a:pt x="670325" y="237948"/>
                  </a:lnTo>
                  <a:lnTo>
                    <a:pt x="662439" y="237948"/>
                  </a:lnTo>
                  <a:lnTo>
                    <a:pt x="654552" y="237948"/>
                  </a:lnTo>
                  <a:lnTo>
                    <a:pt x="646666" y="237948"/>
                  </a:lnTo>
                  <a:lnTo>
                    <a:pt x="638780" y="237948"/>
                  </a:lnTo>
                  <a:lnTo>
                    <a:pt x="630894" y="237948"/>
                  </a:lnTo>
                  <a:lnTo>
                    <a:pt x="623008" y="237948"/>
                  </a:lnTo>
                  <a:lnTo>
                    <a:pt x="615122" y="237948"/>
                  </a:lnTo>
                  <a:lnTo>
                    <a:pt x="607235" y="237948"/>
                  </a:lnTo>
                  <a:lnTo>
                    <a:pt x="599349" y="237948"/>
                  </a:lnTo>
                  <a:lnTo>
                    <a:pt x="591463" y="237948"/>
                  </a:lnTo>
                  <a:lnTo>
                    <a:pt x="583577" y="237948"/>
                  </a:lnTo>
                  <a:lnTo>
                    <a:pt x="575691" y="237948"/>
                  </a:lnTo>
                  <a:lnTo>
                    <a:pt x="567804" y="237948"/>
                  </a:lnTo>
                  <a:lnTo>
                    <a:pt x="559918" y="237948"/>
                  </a:lnTo>
                  <a:lnTo>
                    <a:pt x="552032" y="237948"/>
                  </a:lnTo>
                  <a:lnTo>
                    <a:pt x="544146" y="237948"/>
                  </a:lnTo>
                  <a:lnTo>
                    <a:pt x="536260" y="237948"/>
                  </a:lnTo>
                  <a:lnTo>
                    <a:pt x="528374" y="237948"/>
                  </a:lnTo>
                  <a:lnTo>
                    <a:pt x="520487" y="237948"/>
                  </a:lnTo>
                  <a:lnTo>
                    <a:pt x="512601" y="237948"/>
                  </a:lnTo>
                  <a:lnTo>
                    <a:pt x="504715" y="237948"/>
                  </a:lnTo>
                  <a:lnTo>
                    <a:pt x="496829" y="237948"/>
                  </a:lnTo>
                  <a:lnTo>
                    <a:pt x="488943" y="237948"/>
                  </a:lnTo>
                  <a:lnTo>
                    <a:pt x="481056" y="237948"/>
                  </a:lnTo>
                  <a:lnTo>
                    <a:pt x="473170" y="237948"/>
                  </a:lnTo>
                  <a:lnTo>
                    <a:pt x="465284" y="237948"/>
                  </a:lnTo>
                  <a:lnTo>
                    <a:pt x="457398" y="237948"/>
                  </a:lnTo>
                  <a:lnTo>
                    <a:pt x="449512" y="237948"/>
                  </a:lnTo>
                  <a:lnTo>
                    <a:pt x="441626" y="237948"/>
                  </a:lnTo>
                  <a:lnTo>
                    <a:pt x="433739" y="237948"/>
                  </a:lnTo>
                  <a:lnTo>
                    <a:pt x="425853" y="237948"/>
                  </a:lnTo>
                  <a:lnTo>
                    <a:pt x="417967" y="237948"/>
                  </a:lnTo>
                  <a:lnTo>
                    <a:pt x="410081" y="237948"/>
                  </a:lnTo>
                  <a:lnTo>
                    <a:pt x="402195" y="237948"/>
                  </a:lnTo>
                  <a:lnTo>
                    <a:pt x="394309" y="237948"/>
                  </a:lnTo>
                  <a:lnTo>
                    <a:pt x="386422" y="237948"/>
                  </a:lnTo>
                  <a:lnTo>
                    <a:pt x="378536" y="237948"/>
                  </a:lnTo>
                  <a:lnTo>
                    <a:pt x="370650" y="237948"/>
                  </a:lnTo>
                  <a:lnTo>
                    <a:pt x="362764" y="237948"/>
                  </a:lnTo>
                  <a:lnTo>
                    <a:pt x="354878" y="237948"/>
                  </a:lnTo>
                  <a:lnTo>
                    <a:pt x="346991" y="237948"/>
                  </a:lnTo>
                  <a:lnTo>
                    <a:pt x="339105" y="237948"/>
                  </a:lnTo>
                  <a:lnTo>
                    <a:pt x="331219" y="237948"/>
                  </a:lnTo>
                  <a:lnTo>
                    <a:pt x="323333" y="237948"/>
                  </a:lnTo>
                  <a:lnTo>
                    <a:pt x="315447" y="237948"/>
                  </a:lnTo>
                  <a:lnTo>
                    <a:pt x="307561" y="237948"/>
                  </a:lnTo>
                  <a:lnTo>
                    <a:pt x="299674" y="237948"/>
                  </a:lnTo>
                  <a:lnTo>
                    <a:pt x="291788" y="237948"/>
                  </a:lnTo>
                  <a:lnTo>
                    <a:pt x="283902" y="237948"/>
                  </a:lnTo>
                  <a:lnTo>
                    <a:pt x="276016" y="237948"/>
                  </a:lnTo>
                  <a:lnTo>
                    <a:pt x="268130" y="237948"/>
                  </a:lnTo>
                  <a:lnTo>
                    <a:pt x="260243" y="237948"/>
                  </a:lnTo>
                  <a:lnTo>
                    <a:pt x="252357" y="237948"/>
                  </a:lnTo>
                  <a:lnTo>
                    <a:pt x="244471" y="237948"/>
                  </a:lnTo>
                  <a:lnTo>
                    <a:pt x="236585" y="237948"/>
                  </a:lnTo>
                  <a:lnTo>
                    <a:pt x="228699" y="237948"/>
                  </a:lnTo>
                  <a:lnTo>
                    <a:pt x="220813" y="237948"/>
                  </a:lnTo>
                  <a:lnTo>
                    <a:pt x="212926" y="237948"/>
                  </a:lnTo>
                  <a:lnTo>
                    <a:pt x="205040" y="237948"/>
                  </a:lnTo>
                  <a:lnTo>
                    <a:pt x="197154" y="237948"/>
                  </a:lnTo>
                  <a:lnTo>
                    <a:pt x="189268" y="237948"/>
                  </a:lnTo>
                  <a:lnTo>
                    <a:pt x="181382" y="237948"/>
                  </a:lnTo>
                  <a:lnTo>
                    <a:pt x="173495" y="237948"/>
                  </a:lnTo>
                  <a:lnTo>
                    <a:pt x="165609" y="237948"/>
                  </a:lnTo>
                  <a:lnTo>
                    <a:pt x="157723" y="237948"/>
                  </a:lnTo>
                  <a:lnTo>
                    <a:pt x="149837" y="237948"/>
                  </a:lnTo>
                  <a:lnTo>
                    <a:pt x="141951" y="237948"/>
                  </a:lnTo>
                  <a:lnTo>
                    <a:pt x="134065" y="237948"/>
                  </a:lnTo>
                  <a:lnTo>
                    <a:pt x="126178" y="237948"/>
                  </a:lnTo>
                  <a:lnTo>
                    <a:pt x="118292" y="237948"/>
                  </a:lnTo>
                  <a:lnTo>
                    <a:pt x="110406" y="237948"/>
                  </a:lnTo>
                  <a:lnTo>
                    <a:pt x="102520" y="237948"/>
                  </a:lnTo>
                  <a:lnTo>
                    <a:pt x="94634" y="237948"/>
                  </a:lnTo>
                  <a:lnTo>
                    <a:pt x="86747" y="237948"/>
                  </a:lnTo>
                  <a:lnTo>
                    <a:pt x="78861" y="237948"/>
                  </a:lnTo>
                  <a:lnTo>
                    <a:pt x="70975" y="237948"/>
                  </a:lnTo>
                  <a:lnTo>
                    <a:pt x="63089" y="237948"/>
                  </a:lnTo>
                  <a:lnTo>
                    <a:pt x="55203" y="237948"/>
                  </a:lnTo>
                  <a:lnTo>
                    <a:pt x="47317" y="237948"/>
                  </a:lnTo>
                  <a:lnTo>
                    <a:pt x="39430" y="237948"/>
                  </a:lnTo>
                  <a:lnTo>
                    <a:pt x="31544" y="237948"/>
                  </a:lnTo>
                  <a:lnTo>
                    <a:pt x="23658" y="237948"/>
                  </a:lnTo>
                  <a:lnTo>
                    <a:pt x="15772" y="237948"/>
                  </a:lnTo>
                  <a:lnTo>
                    <a:pt x="7886" y="23794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7814880" y="4556783"/>
              <a:ext cx="4029838" cy="237948"/>
            </a:xfrm>
            <a:custGeom>
              <a:avLst/>
              <a:pathLst>
                <a:path w="4029838" h="237948">
                  <a:moveTo>
                    <a:pt x="0" y="237948"/>
                  </a:moveTo>
                  <a:lnTo>
                    <a:pt x="7886" y="237948"/>
                  </a:lnTo>
                  <a:lnTo>
                    <a:pt x="15772" y="237948"/>
                  </a:lnTo>
                  <a:lnTo>
                    <a:pt x="23658" y="237948"/>
                  </a:lnTo>
                  <a:lnTo>
                    <a:pt x="31544" y="237948"/>
                  </a:lnTo>
                  <a:lnTo>
                    <a:pt x="39430" y="237948"/>
                  </a:lnTo>
                  <a:lnTo>
                    <a:pt x="47317" y="237948"/>
                  </a:lnTo>
                  <a:lnTo>
                    <a:pt x="55203" y="237948"/>
                  </a:lnTo>
                  <a:lnTo>
                    <a:pt x="63089" y="237948"/>
                  </a:lnTo>
                  <a:lnTo>
                    <a:pt x="70975" y="237948"/>
                  </a:lnTo>
                  <a:lnTo>
                    <a:pt x="78861" y="237948"/>
                  </a:lnTo>
                  <a:lnTo>
                    <a:pt x="86747" y="237948"/>
                  </a:lnTo>
                  <a:lnTo>
                    <a:pt x="94634" y="237948"/>
                  </a:lnTo>
                  <a:lnTo>
                    <a:pt x="102520" y="237948"/>
                  </a:lnTo>
                  <a:lnTo>
                    <a:pt x="110406" y="237948"/>
                  </a:lnTo>
                  <a:lnTo>
                    <a:pt x="118292" y="237948"/>
                  </a:lnTo>
                  <a:lnTo>
                    <a:pt x="126178" y="237948"/>
                  </a:lnTo>
                  <a:lnTo>
                    <a:pt x="134065" y="237948"/>
                  </a:lnTo>
                  <a:lnTo>
                    <a:pt x="141951" y="237948"/>
                  </a:lnTo>
                  <a:lnTo>
                    <a:pt x="149837" y="237948"/>
                  </a:lnTo>
                  <a:lnTo>
                    <a:pt x="157723" y="237948"/>
                  </a:lnTo>
                  <a:lnTo>
                    <a:pt x="165609" y="237948"/>
                  </a:lnTo>
                  <a:lnTo>
                    <a:pt x="173495" y="237948"/>
                  </a:lnTo>
                  <a:lnTo>
                    <a:pt x="181382" y="237948"/>
                  </a:lnTo>
                  <a:lnTo>
                    <a:pt x="189268" y="237948"/>
                  </a:lnTo>
                  <a:lnTo>
                    <a:pt x="197154" y="237948"/>
                  </a:lnTo>
                  <a:lnTo>
                    <a:pt x="205040" y="237948"/>
                  </a:lnTo>
                  <a:lnTo>
                    <a:pt x="212926" y="237948"/>
                  </a:lnTo>
                  <a:lnTo>
                    <a:pt x="220813" y="237948"/>
                  </a:lnTo>
                  <a:lnTo>
                    <a:pt x="228699" y="237948"/>
                  </a:lnTo>
                  <a:lnTo>
                    <a:pt x="236585" y="237948"/>
                  </a:lnTo>
                  <a:lnTo>
                    <a:pt x="244471" y="237948"/>
                  </a:lnTo>
                  <a:lnTo>
                    <a:pt x="252357" y="237948"/>
                  </a:lnTo>
                  <a:lnTo>
                    <a:pt x="260243" y="237948"/>
                  </a:lnTo>
                  <a:lnTo>
                    <a:pt x="268130" y="237948"/>
                  </a:lnTo>
                  <a:lnTo>
                    <a:pt x="276016" y="237948"/>
                  </a:lnTo>
                  <a:lnTo>
                    <a:pt x="283902" y="237948"/>
                  </a:lnTo>
                  <a:lnTo>
                    <a:pt x="291788" y="237948"/>
                  </a:lnTo>
                  <a:lnTo>
                    <a:pt x="299674" y="237948"/>
                  </a:lnTo>
                  <a:lnTo>
                    <a:pt x="307561" y="237948"/>
                  </a:lnTo>
                  <a:lnTo>
                    <a:pt x="315447" y="237948"/>
                  </a:lnTo>
                  <a:lnTo>
                    <a:pt x="323333" y="237948"/>
                  </a:lnTo>
                  <a:lnTo>
                    <a:pt x="331219" y="237948"/>
                  </a:lnTo>
                  <a:lnTo>
                    <a:pt x="339105" y="237948"/>
                  </a:lnTo>
                  <a:lnTo>
                    <a:pt x="346991" y="237948"/>
                  </a:lnTo>
                  <a:lnTo>
                    <a:pt x="354878" y="237948"/>
                  </a:lnTo>
                  <a:lnTo>
                    <a:pt x="362764" y="237948"/>
                  </a:lnTo>
                  <a:lnTo>
                    <a:pt x="370650" y="237948"/>
                  </a:lnTo>
                  <a:lnTo>
                    <a:pt x="378536" y="237948"/>
                  </a:lnTo>
                  <a:lnTo>
                    <a:pt x="386422" y="237948"/>
                  </a:lnTo>
                  <a:lnTo>
                    <a:pt x="394309" y="237948"/>
                  </a:lnTo>
                  <a:lnTo>
                    <a:pt x="402195" y="237948"/>
                  </a:lnTo>
                  <a:lnTo>
                    <a:pt x="410081" y="237948"/>
                  </a:lnTo>
                  <a:lnTo>
                    <a:pt x="417967" y="237948"/>
                  </a:lnTo>
                  <a:lnTo>
                    <a:pt x="425853" y="237948"/>
                  </a:lnTo>
                  <a:lnTo>
                    <a:pt x="433739" y="237948"/>
                  </a:lnTo>
                  <a:lnTo>
                    <a:pt x="441626" y="237948"/>
                  </a:lnTo>
                  <a:lnTo>
                    <a:pt x="449512" y="237948"/>
                  </a:lnTo>
                  <a:lnTo>
                    <a:pt x="457398" y="237948"/>
                  </a:lnTo>
                  <a:lnTo>
                    <a:pt x="465284" y="237948"/>
                  </a:lnTo>
                  <a:lnTo>
                    <a:pt x="473170" y="237948"/>
                  </a:lnTo>
                  <a:lnTo>
                    <a:pt x="481056" y="237948"/>
                  </a:lnTo>
                  <a:lnTo>
                    <a:pt x="488943" y="237948"/>
                  </a:lnTo>
                  <a:lnTo>
                    <a:pt x="496829" y="237948"/>
                  </a:lnTo>
                  <a:lnTo>
                    <a:pt x="504715" y="237948"/>
                  </a:lnTo>
                  <a:lnTo>
                    <a:pt x="512601" y="237948"/>
                  </a:lnTo>
                  <a:lnTo>
                    <a:pt x="520487" y="237948"/>
                  </a:lnTo>
                  <a:lnTo>
                    <a:pt x="528374" y="237948"/>
                  </a:lnTo>
                  <a:lnTo>
                    <a:pt x="536260" y="237948"/>
                  </a:lnTo>
                  <a:lnTo>
                    <a:pt x="544146" y="237948"/>
                  </a:lnTo>
                  <a:lnTo>
                    <a:pt x="552032" y="237948"/>
                  </a:lnTo>
                  <a:lnTo>
                    <a:pt x="559918" y="237948"/>
                  </a:lnTo>
                  <a:lnTo>
                    <a:pt x="567804" y="237948"/>
                  </a:lnTo>
                  <a:lnTo>
                    <a:pt x="575691" y="237948"/>
                  </a:lnTo>
                  <a:lnTo>
                    <a:pt x="583577" y="237948"/>
                  </a:lnTo>
                  <a:lnTo>
                    <a:pt x="591463" y="237948"/>
                  </a:lnTo>
                  <a:lnTo>
                    <a:pt x="599349" y="237948"/>
                  </a:lnTo>
                  <a:lnTo>
                    <a:pt x="607235" y="237948"/>
                  </a:lnTo>
                  <a:lnTo>
                    <a:pt x="615122" y="237948"/>
                  </a:lnTo>
                  <a:lnTo>
                    <a:pt x="623008" y="237948"/>
                  </a:lnTo>
                  <a:lnTo>
                    <a:pt x="630894" y="237948"/>
                  </a:lnTo>
                  <a:lnTo>
                    <a:pt x="638780" y="237948"/>
                  </a:lnTo>
                  <a:lnTo>
                    <a:pt x="646666" y="237948"/>
                  </a:lnTo>
                  <a:lnTo>
                    <a:pt x="654552" y="237948"/>
                  </a:lnTo>
                  <a:lnTo>
                    <a:pt x="662439" y="237948"/>
                  </a:lnTo>
                  <a:lnTo>
                    <a:pt x="670325" y="237948"/>
                  </a:lnTo>
                  <a:lnTo>
                    <a:pt x="678211" y="237948"/>
                  </a:lnTo>
                  <a:lnTo>
                    <a:pt x="686097" y="237948"/>
                  </a:lnTo>
                  <a:lnTo>
                    <a:pt x="693983" y="237948"/>
                  </a:lnTo>
                  <a:lnTo>
                    <a:pt x="701870" y="237948"/>
                  </a:lnTo>
                  <a:lnTo>
                    <a:pt x="709756" y="237948"/>
                  </a:lnTo>
                  <a:lnTo>
                    <a:pt x="717642" y="237948"/>
                  </a:lnTo>
                  <a:lnTo>
                    <a:pt x="725528" y="237948"/>
                  </a:lnTo>
                  <a:lnTo>
                    <a:pt x="733414" y="237948"/>
                  </a:lnTo>
                  <a:lnTo>
                    <a:pt x="741300" y="237948"/>
                  </a:lnTo>
                  <a:lnTo>
                    <a:pt x="749187" y="237948"/>
                  </a:lnTo>
                  <a:lnTo>
                    <a:pt x="757073" y="237948"/>
                  </a:lnTo>
                  <a:lnTo>
                    <a:pt x="764959" y="237948"/>
                  </a:lnTo>
                  <a:lnTo>
                    <a:pt x="772845" y="237948"/>
                  </a:lnTo>
                  <a:lnTo>
                    <a:pt x="780731" y="237948"/>
                  </a:lnTo>
                  <a:lnTo>
                    <a:pt x="788618" y="237948"/>
                  </a:lnTo>
                  <a:lnTo>
                    <a:pt x="796504" y="237948"/>
                  </a:lnTo>
                  <a:lnTo>
                    <a:pt x="804390" y="237948"/>
                  </a:lnTo>
                  <a:lnTo>
                    <a:pt x="812276" y="237948"/>
                  </a:lnTo>
                  <a:lnTo>
                    <a:pt x="820162" y="237948"/>
                  </a:lnTo>
                  <a:lnTo>
                    <a:pt x="828048" y="237948"/>
                  </a:lnTo>
                  <a:lnTo>
                    <a:pt x="835935" y="237948"/>
                  </a:lnTo>
                  <a:lnTo>
                    <a:pt x="843821" y="237948"/>
                  </a:lnTo>
                  <a:lnTo>
                    <a:pt x="851707" y="237948"/>
                  </a:lnTo>
                  <a:lnTo>
                    <a:pt x="859593" y="237948"/>
                  </a:lnTo>
                  <a:lnTo>
                    <a:pt x="867479" y="237948"/>
                  </a:lnTo>
                  <a:lnTo>
                    <a:pt x="875366" y="237948"/>
                  </a:lnTo>
                  <a:lnTo>
                    <a:pt x="883252" y="237948"/>
                  </a:lnTo>
                  <a:lnTo>
                    <a:pt x="891138" y="237948"/>
                  </a:lnTo>
                  <a:lnTo>
                    <a:pt x="899024" y="237948"/>
                  </a:lnTo>
                  <a:lnTo>
                    <a:pt x="906910" y="237948"/>
                  </a:lnTo>
                  <a:lnTo>
                    <a:pt x="914796" y="237948"/>
                  </a:lnTo>
                  <a:lnTo>
                    <a:pt x="922683" y="237948"/>
                  </a:lnTo>
                  <a:lnTo>
                    <a:pt x="930569" y="237948"/>
                  </a:lnTo>
                  <a:lnTo>
                    <a:pt x="938455" y="237948"/>
                  </a:lnTo>
                  <a:lnTo>
                    <a:pt x="946341" y="237948"/>
                  </a:lnTo>
                  <a:lnTo>
                    <a:pt x="954227" y="237948"/>
                  </a:lnTo>
                  <a:lnTo>
                    <a:pt x="962113" y="237948"/>
                  </a:lnTo>
                  <a:lnTo>
                    <a:pt x="970000" y="237948"/>
                  </a:lnTo>
                  <a:lnTo>
                    <a:pt x="977886" y="237948"/>
                  </a:lnTo>
                  <a:lnTo>
                    <a:pt x="985772" y="237948"/>
                  </a:lnTo>
                  <a:lnTo>
                    <a:pt x="993658" y="237948"/>
                  </a:lnTo>
                  <a:lnTo>
                    <a:pt x="1001544" y="237948"/>
                  </a:lnTo>
                  <a:lnTo>
                    <a:pt x="1009431" y="237948"/>
                  </a:lnTo>
                  <a:lnTo>
                    <a:pt x="1017317" y="237948"/>
                  </a:lnTo>
                  <a:lnTo>
                    <a:pt x="1025203" y="237948"/>
                  </a:lnTo>
                  <a:lnTo>
                    <a:pt x="1033089" y="237948"/>
                  </a:lnTo>
                  <a:lnTo>
                    <a:pt x="1040975" y="237948"/>
                  </a:lnTo>
                  <a:lnTo>
                    <a:pt x="1048861" y="237948"/>
                  </a:lnTo>
                  <a:lnTo>
                    <a:pt x="1056748" y="237948"/>
                  </a:lnTo>
                  <a:lnTo>
                    <a:pt x="1064634" y="237948"/>
                  </a:lnTo>
                  <a:lnTo>
                    <a:pt x="1072520" y="237948"/>
                  </a:lnTo>
                  <a:lnTo>
                    <a:pt x="1080406" y="237948"/>
                  </a:lnTo>
                  <a:lnTo>
                    <a:pt x="1088292" y="237948"/>
                  </a:lnTo>
                  <a:lnTo>
                    <a:pt x="1096179" y="237948"/>
                  </a:lnTo>
                  <a:lnTo>
                    <a:pt x="1104065" y="237948"/>
                  </a:lnTo>
                  <a:lnTo>
                    <a:pt x="1111951" y="237947"/>
                  </a:lnTo>
                  <a:lnTo>
                    <a:pt x="1119837" y="237947"/>
                  </a:lnTo>
                  <a:lnTo>
                    <a:pt x="1127723" y="237947"/>
                  </a:lnTo>
                  <a:lnTo>
                    <a:pt x="1135609" y="237947"/>
                  </a:lnTo>
                  <a:lnTo>
                    <a:pt x="1143496" y="237947"/>
                  </a:lnTo>
                  <a:lnTo>
                    <a:pt x="1151382" y="237947"/>
                  </a:lnTo>
                  <a:lnTo>
                    <a:pt x="1159268" y="237947"/>
                  </a:lnTo>
                  <a:lnTo>
                    <a:pt x="1167154" y="237946"/>
                  </a:lnTo>
                  <a:lnTo>
                    <a:pt x="1175040" y="237946"/>
                  </a:lnTo>
                  <a:lnTo>
                    <a:pt x="1182927" y="237946"/>
                  </a:lnTo>
                  <a:lnTo>
                    <a:pt x="1190813" y="237946"/>
                  </a:lnTo>
                  <a:lnTo>
                    <a:pt x="1198699" y="237945"/>
                  </a:lnTo>
                  <a:lnTo>
                    <a:pt x="1206585" y="237945"/>
                  </a:lnTo>
                  <a:lnTo>
                    <a:pt x="1214471" y="237945"/>
                  </a:lnTo>
                  <a:lnTo>
                    <a:pt x="1222357" y="237944"/>
                  </a:lnTo>
                  <a:lnTo>
                    <a:pt x="1230244" y="237943"/>
                  </a:lnTo>
                  <a:lnTo>
                    <a:pt x="1238130" y="237943"/>
                  </a:lnTo>
                  <a:lnTo>
                    <a:pt x="1246016" y="237942"/>
                  </a:lnTo>
                  <a:lnTo>
                    <a:pt x="1253902" y="237941"/>
                  </a:lnTo>
                  <a:lnTo>
                    <a:pt x="1261788" y="237940"/>
                  </a:lnTo>
                  <a:lnTo>
                    <a:pt x="1269675" y="237939"/>
                  </a:lnTo>
                  <a:lnTo>
                    <a:pt x="1277561" y="237938"/>
                  </a:lnTo>
                  <a:lnTo>
                    <a:pt x="1285447" y="237937"/>
                  </a:lnTo>
                  <a:lnTo>
                    <a:pt x="1293333" y="237936"/>
                  </a:lnTo>
                  <a:lnTo>
                    <a:pt x="1301219" y="237934"/>
                  </a:lnTo>
                  <a:lnTo>
                    <a:pt x="1309105" y="237932"/>
                  </a:lnTo>
                  <a:lnTo>
                    <a:pt x="1316992" y="237930"/>
                  </a:lnTo>
                  <a:lnTo>
                    <a:pt x="1324878" y="237928"/>
                  </a:lnTo>
                  <a:lnTo>
                    <a:pt x="1332764" y="237926"/>
                  </a:lnTo>
                  <a:lnTo>
                    <a:pt x="1340650" y="237923"/>
                  </a:lnTo>
                  <a:lnTo>
                    <a:pt x="1348536" y="237920"/>
                  </a:lnTo>
                  <a:lnTo>
                    <a:pt x="1356423" y="237916"/>
                  </a:lnTo>
                  <a:lnTo>
                    <a:pt x="1364309" y="237913"/>
                  </a:lnTo>
                  <a:lnTo>
                    <a:pt x="1372195" y="237909"/>
                  </a:lnTo>
                  <a:lnTo>
                    <a:pt x="1380081" y="237904"/>
                  </a:lnTo>
                  <a:lnTo>
                    <a:pt x="1387967" y="237899"/>
                  </a:lnTo>
                  <a:lnTo>
                    <a:pt x="1395853" y="237893"/>
                  </a:lnTo>
                  <a:lnTo>
                    <a:pt x="1403740" y="237886"/>
                  </a:lnTo>
                  <a:lnTo>
                    <a:pt x="1411626" y="237879"/>
                  </a:lnTo>
                  <a:lnTo>
                    <a:pt x="1419512" y="237871"/>
                  </a:lnTo>
                  <a:lnTo>
                    <a:pt x="1427398" y="237863"/>
                  </a:lnTo>
                  <a:lnTo>
                    <a:pt x="1435284" y="237853"/>
                  </a:lnTo>
                  <a:lnTo>
                    <a:pt x="1443170" y="237843"/>
                  </a:lnTo>
                  <a:lnTo>
                    <a:pt x="1451057" y="237831"/>
                  </a:lnTo>
                  <a:lnTo>
                    <a:pt x="1458943" y="237818"/>
                  </a:lnTo>
                  <a:lnTo>
                    <a:pt x="1466829" y="237804"/>
                  </a:lnTo>
                  <a:lnTo>
                    <a:pt x="1474715" y="237788"/>
                  </a:lnTo>
                  <a:lnTo>
                    <a:pt x="1482601" y="237772"/>
                  </a:lnTo>
                  <a:lnTo>
                    <a:pt x="1490488" y="237752"/>
                  </a:lnTo>
                  <a:lnTo>
                    <a:pt x="1498374" y="237732"/>
                  </a:lnTo>
                  <a:lnTo>
                    <a:pt x="1506260" y="237709"/>
                  </a:lnTo>
                  <a:lnTo>
                    <a:pt x="1514146" y="237684"/>
                  </a:lnTo>
                  <a:lnTo>
                    <a:pt x="1522032" y="237658"/>
                  </a:lnTo>
                  <a:lnTo>
                    <a:pt x="1529918" y="237628"/>
                  </a:lnTo>
                  <a:lnTo>
                    <a:pt x="1537805" y="237595"/>
                  </a:lnTo>
                  <a:lnTo>
                    <a:pt x="1545691" y="237561"/>
                  </a:lnTo>
                  <a:lnTo>
                    <a:pt x="1553577" y="237522"/>
                  </a:lnTo>
                  <a:lnTo>
                    <a:pt x="1561463" y="237479"/>
                  </a:lnTo>
                  <a:lnTo>
                    <a:pt x="1569349" y="237435"/>
                  </a:lnTo>
                  <a:lnTo>
                    <a:pt x="1577236" y="237384"/>
                  </a:lnTo>
                  <a:lnTo>
                    <a:pt x="1585122" y="237330"/>
                  </a:lnTo>
                  <a:lnTo>
                    <a:pt x="1593008" y="237272"/>
                  </a:lnTo>
                  <a:lnTo>
                    <a:pt x="1600894" y="237207"/>
                  </a:lnTo>
                  <a:lnTo>
                    <a:pt x="1608780" y="237138"/>
                  </a:lnTo>
                  <a:lnTo>
                    <a:pt x="1616666" y="237064"/>
                  </a:lnTo>
                  <a:lnTo>
                    <a:pt x="1624553" y="236981"/>
                  </a:lnTo>
                  <a:lnTo>
                    <a:pt x="1632439" y="236894"/>
                  </a:lnTo>
                  <a:lnTo>
                    <a:pt x="1640325" y="236799"/>
                  </a:lnTo>
                  <a:lnTo>
                    <a:pt x="1648211" y="236696"/>
                  </a:lnTo>
                  <a:lnTo>
                    <a:pt x="1656097" y="236587"/>
                  </a:lnTo>
                  <a:lnTo>
                    <a:pt x="1663984" y="236467"/>
                  </a:lnTo>
                  <a:lnTo>
                    <a:pt x="1671870" y="236337"/>
                  </a:lnTo>
                  <a:lnTo>
                    <a:pt x="1679756" y="236202"/>
                  </a:lnTo>
                  <a:lnTo>
                    <a:pt x="1687642" y="236051"/>
                  </a:lnTo>
                  <a:lnTo>
                    <a:pt x="1695528" y="235891"/>
                  </a:lnTo>
                  <a:lnTo>
                    <a:pt x="1703414" y="235722"/>
                  </a:lnTo>
                  <a:lnTo>
                    <a:pt x="1711301" y="235535"/>
                  </a:lnTo>
                  <a:lnTo>
                    <a:pt x="1719187" y="235338"/>
                  </a:lnTo>
                  <a:lnTo>
                    <a:pt x="1727073" y="235129"/>
                  </a:lnTo>
                  <a:lnTo>
                    <a:pt x="1734959" y="234900"/>
                  </a:lnTo>
                  <a:lnTo>
                    <a:pt x="1742845" y="234660"/>
                  </a:lnTo>
                  <a:lnTo>
                    <a:pt x="1750732" y="234403"/>
                  </a:lnTo>
                  <a:lnTo>
                    <a:pt x="1758618" y="234124"/>
                  </a:lnTo>
                  <a:lnTo>
                    <a:pt x="1766504" y="233833"/>
                  </a:lnTo>
                  <a:lnTo>
                    <a:pt x="1774390" y="233520"/>
                  </a:lnTo>
                  <a:lnTo>
                    <a:pt x="1782276" y="233184"/>
                  </a:lnTo>
                  <a:lnTo>
                    <a:pt x="1790162" y="232834"/>
                  </a:lnTo>
                  <a:lnTo>
                    <a:pt x="1798049" y="232455"/>
                  </a:lnTo>
                  <a:lnTo>
                    <a:pt x="1805935" y="232053"/>
                  </a:lnTo>
                  <a:lnTo>
                    <a:pt x="1813821" y="231635"/>
                  </a:lnTo>
                  <a:lnTo>
                    <a:pt x="1821707" y="231180"/>
                  </a:lnTo>
                  <a:lnTo>
                    <a:pt x="1829593" y="230703"/>
                  </a:lnTo>
                  <a:lnTo>
                    <a:pt x="1837479" y="230206"/>
                  </a:lnTo>
                  <a:lnTo>
                    <a:pt x="1845366" y="229665"/>
                  </a:lnTo>
                  <a:lnTo>
                    <a:pt x="1853252" y="229104"/>
                  </a:lnTo>
                  <a:lnTo>
                    <a:pt x="1861138" y="228514"/>
                  </a:lnTo>
                  <a:lnTo>
                    <a:pt x="1869024" y="227881"/>
                  </a:lnTo>
                  <a:lnTo>
                    <a:pt x="1876910" y="227224"/>
                  </a:lnTo>
                  <a:lnTo>
                    <a:pt x="1884797" y="226530"/>
                  </a:lnTo>
                  <a:lnTo>
                    <a:pt x="1892683" y="225793"/>
                  </a:lnTo>
                  <a:lnTo>
                    <a:pt x="1900569" y="225031"/>
                  </a:lnTo>
                  <a:lnTo>
                    <a:pt x="1908455" y="224221"/>
                  </a:lnTo>
                  <a:lnTo>
                    <a:pt x="1916341" y="223371"/>
                  </a:lnTo>
                  <a:lnTo>
                    <a:pt x="1924227" y="222492"/>
                  </a:lnTo>
                  <a:lnTo>
                    <a:pt x="1932114" y="221555"/>
                  </a:lnTo>
                  <a:lnTo>
                    <a:pt x="1940000" y="220581"/>
                  </a:lnTo>
                  <a:lnTo>
                    <a:pt x="1947886" y="219575"/>
                  </a:lnTo>
                  <a:lnTo>
                    <a:pt x="1955772" y="218501"/>
                  </a:lnTo>
                  <a:lnTo>
                    <a:pt x="1963658" y="217393"/>
                  </a:lnTo>
                  <a:lnTo>
                    <a:pt x="1971545" y="216245"/>
                  </a:lnTo>
                  <a:lnTo>
                    <a:pt x="1979431" y="215029"/>
                  </a:lnTo>
                  <a:lnTo>
                    <a:pt x="1987317" y="213778"/>
                  </a:lnTo>
                  <a:lnTo>
                    <a:pt x="1995203" y="212478"/>
                  </a:lnTo>
                  <a:lnTo>
                    <a:pt x="2003089" y="211113"/>
                  </a:lnTo>
                  <a:lnTo>
                    <a:pt x="2010975" y="209712"/>
                  </a:lnTo>
                  <a:lnTo>
                    <a:pt x="2018862" y="208251"/>
                  </a:lnTo>
                  <a:lnTo>
                    <a:pt x="2026748" y="206731"/>
                  </a:lnTo>
                  <a:lnTo>
                    <a:pt x="2034634" y="205173"/>
                  </a:lnTo>
                  <a:lnTo>
                    <a:pt x="2042520" y="203546"/>
                  </a:lnTo>
                  <a:lnTo>
                    <a:pt x="2050406" y="201866"/>
                  </a:lnTo>
                  <a:lnTo>
                    <a:pt x="2058293" y="200147"/>
                  </a:lnTo>
                  <a:lnTo>
                    <a:pt x="2066179" y="198350"/>
                  </a:lnTo>
                  <a:lnTo>
                    <a:pt x="2074065" y="196507"/>
                  </a:lnTo>
                  <a:lnTo>
                    <a:pt x="2081951" y="194624"/>
                  </a:lnTo>
                  <a:lnTo>
                    <a:pt x="2089837" y="192656"/>
                  </a:lnTo>
                  <a:lnTo>
                    <a:pt x="2097723" y="190650"/>
                  </a:lnTo>
                  <a:lnTo>
                    <a:pt x="2105610" y="188597"/>
                  </a:lnTo>
                  <a:lnTo>
                    <a:pt x="2113496" y="186468"/>
                  </a:lnTo>
                  <a:lnTo>
                    <a:pt x="2121382" y="184302"/>
                  </a:lnTo>
                  <a:lnTo>
                    <a:pt x="2129268" y="182081"/>
                  </a:lnTo>
                  <a:lnTo>
                    <a:pt x="2137154" y="179796"/>
                  </a:lnTo>
                  <a:lnTo>
                    <a:pt x="2145041" y="177474"/>
                  </a:lnTo>
                  <a:lnTo>
                    <a:pt x="2152927" y="175094"/>
                  </a:lnTo>
                  <a:lnTo>
                    <a:pt x="2160813" y="172660"/>
                  </a:lnTo>
                  <a:lnTo>
                    <a:pt x="2168699" y="170192"/>
                  </a:lnTo>
                  <a:lnTo>
                    <a:pt x="2176585" y="167662"/>
                  </a:lnTo>
                  <a:lnTo>
                    <a:pt x="2184471" y="165089"/>
                  </a:lnTo>
                  <a:lnTo>
                    <a:pt x="2192358" y="162486"/>
                  </a:lnTo>
                  <a:lnTo>
                    <a:pt x="2200244" y="159820"/>
                  </a:lnTo>
                  <a:lnTo>
                    <a:pt x="2208130" y="157124"/>
                  </a:lnTo>
                  <a:lnTo>
                    <a:pt x="2216016" y="154397"/>
                  </a:lnTo>
                  <a:lnTo>
                    <a:pt x="2223902" y="151615"/>
                  </a:lnTo>
                  <a:lnTo>
                    <a:pt x="2231789" y="148810"/>
                  </a:lnTo>
                  <a:lnTo>
                    <a:pt x="2239675" y="145975"/>
                  </a:lnTo>
                  <a:lnTo>
                    <a:pt x="2247561" y="143100"/>
                  </a:lnTo>
                  <a:lnTo>
                    <a:pt x="2255447" y="140206"/>
                  </a:lnTo>
                  <a:lnTo>
                    <a:pt x="2263333" y="137284"/>
                  </a:lnTo>
                  <a:lnTo>
                    <a:pt x="2271219" y="134336"/>
                  </a:lnTo>
                  <a:lnTo>
                    <a:pt x="2279106" y="131374"/>
                  </a:lnTo>
                  <a:lnTo>
                    <a:pt x="2286992" y="128390"/>
                  </a:lnTo>
                  <a:lnTo>
                    <a:pt x="2294878" y="125392"/>
                  </a:lnTo>
                  <a:lnTo>
                    <a:pt x="2302764" y="122385"/>
                  </a:lnTo>
                  <a:lnTo>
                    <a:pt x="2310650" y="119365"/>
                  </a:lnTo>
                  <a:lnTo>
                    <a:pt x="2318536" y="116340"/>
                  </a:lnTo>
                  <a:lnTo>
                    <a:pt x="2326423" y="113312"/>
                  </a:lnTo>
                  <a:lnTo>
                    <a:pt x="2334309" y="110283"/>
                  </a:lnTo>
                  <a:lnTo>
                    <a:pt x="2342195" y="107256"/>
                  </a:lnTo>
                  <a:lnTo>
                    <a:pt x="2350081" y="104233"/>
                  </a:lnTo>
                  <a:lnTo>
                    <a:pt x="2357967" y="101221"/>
                  </a:lnTo>
                  <a:lnTo>
                    <a:pt x="2365854" y="98219"/>
                  </a:lnTo>
                  <a:lnTo>
                    <a:pt x="2373740" y="95228"/>
                  </a:lnTo>
                  <a:lnTo>
                    <a:pt x="2381626" y="92259"/>
                  </a:lnTo>
                  <a:lnTo>
                    <a:pt x="2389512" y="89304"/>
                  </a:lnTo>
                  <a:lnTo>
                    <a:pt x="2397398" y="86372"/>
                  </a:lnTo>
                  <a:lnTo>
                    <a:pt x="2405284" y="83470"/>
                  </a:lnTo>
                  <a:lnTo>
                    <a:pt x="2413171" y="80586"/>
                  </a:lnTo>
                  <a:lnTo>
                    <a:pt x="2421057" y="77739"/>
                  </a:lnTo>
                  <a:lnTo>
                    <a:pt x="2428943" y="74926"/>
                  </a:lnTo>
                  <a:lnTo>
                    <a:pt x="2436829" y="72136"/>
                  </a:lnTo>
                  <a:lnTo>
                    <a:pt x="2444715" y="69397"/>
                  </a:lnTo>
                  <a:lnTo>
                    <a:pt x="2452602" y="66693"/>
                  </a:lnTo>
                  <a:lnTo>
                    <a:pt x="2460488" y="64016"/>
                  </a:lnTo>
                  <a:lnTo>
                    <a:pt x="2468374" y="61407"/>
                  </a:lnTo>
                  <a:lnTo>
                    <a:pt x="2476260" y="58829"/>
                  </a:lnTo>
                  <a:lnTo>
                    <a:pt x="2484146" y="56291"/>
                  </a:lnTo>
                  <a:lnTo>
                    <a:pt x="2492032" y="53821"/>
                  </a:lnTo>
                  <a:lnTo>
                    <a:pt x="2499919" y="51386"/>
                  </a:lnTo>
                  <a:lnTo>
                    <a:pt x="2507805" y="49002"/>
                  </a:lnTo>
                  <a:lnTo>
                    <a:pt x="2515691" y="46684"/>
                  </a:lnTo>
                  <a:lnTo>
                    <a:pt x="2523577" y="44405"/>
                  </a:lnTo>
                  <a:lnTo>
                    <a:pt x="2531463" y="42187"/>
                  </a:lnTo>
                  <a:lnTo>
                    <a:pt x="2539350" y="40032"/>
                  </a:lnTo>
                  <a:lnTo>
                    <a:pt x="2547236" y="37916"/>
                  </a:lnTo>
                  <a:lnTo>
                    <a:pt x="2555122" y="35875"/>
                  </a:lnTo>
                  <a:lnTo>
                    <a:pt x="2563008" y="33889"/>
                  </a:lnTo>
                  <a:lnTo>
                    <a:pt x="2570894" y="31944"/>
                  </a:lnTo>
                  <a:lnTo>
                    <a:pt x="2578780" y="30083"/>
                  </a:lnTo>
                  <a:lnTo>
                    <a:pt x="2586667" y="28271"/>
                  </a:lnTo>
                  <a:lnTo>
                    <a:pt x="2594553" y="26502"/>
                  </a:lnTo>
                  <a:lnTo>
                    <a:pt x="2602439" y="24823"/>
                  </a:lnTo>
                  <a:lnTo>
                    <a:pt x="2610325" y="23186"/>
                  </a:lnTo>
                  <a:lnTo>
                    <a:pt x="2618211" y="21601"/>
                  </a:lnTo>
                  <a:lnTo>
                    <a:pt x="2626098" y="20097"/>
                  </a:lnTo>
                  <a:lnTo>
                    <a:pt x="2633984" y="18634"/>
                  </a:lnTo>
                  <a:lnTo>
                    <a:pt x="2641870" y="17232"/>
                  </a:lnTo>
                  <a:lnTo>
                    <a:pt x="2649756" y="15900"/>
                  </a:lnTo>
                  <a:lnTo>
                    <a:pt x="2657642" y="14609"/>
                  </a:lnTo>
                  <a:lnTo>
                    <a:pt x="2665528" y="13386"/>
                  </a:lnTo>
                  <a:lnTo>
                    <a:pt x="2673415" y="12224"/>
                  </a:lnTo>
                  <a:lnTo>
                    <a:pt x="2681301" y="11102"/>
                  </a:lnTo>
                  <a:lnTo>
                    <a:pt x="2689187" y="10053"/>
                  </a:lnTo>
                  <a:lnTo>
                    <a:pt x="2697073" y="9056"/>
                  </a:lnTo>
                  <a:lnTo>
                    <a:pt x="2704959" y="8097"/>
                  </a:lnTo>
                  <a:lnTo>
                    <a:pt x="2712846" y="7219"/>
                  </a:lnTo>
                  <a:lnTo>
                    <a:pt x="2720732" y="6382"/>
                  </a:lnTo>
                  <a:lnTo>
                    <a:pt x="2728618" y="5587"/>
                  </a:lnTo>
                  <a:lnTo>
                    <a:pt x="2736504" y="4869"/>
                  </a:lnTo>
                  <a:lnTo>
                    <a:pt x="2744390" y="4188"/>
                  </a:lnTo>
                  <a:lnTo>
                    <a:pt x="2752276" y="3555"/>
                  </a:lnTo>
                  <a:lnTo>
                    <a:pt x="2760163" y="2990"/>
                  </a:lnTo>
                  <a:lnTo>
                    <a:pt x="2768049" y="2461"/>
                  </a:lnTo>
                  <a:lnTo>
                    <a:pt x="2775935" y="1987"/>
                  </a:lnTo>
                  <a:lnTo>
                    <a:pt x="2783821" y="1572"/>
                  </a:lnTo>
                  <a:lnTo>
                    <a:pt x="2791707" y="1192"/>
                  </a:lnTo>
                  <a:lnTo>
                    <a:pt x="2799593" y="874"/>
                  </a:lnTo>
                  <a:lnTo>
                    <a:pt x="2807480" y="607"/>
                  </a:lnTo>
                  <a:lnTo>
                    <a:pt x="2815366" y="375"/>
                  </a:lnTo>
                  <a:lnTo>
                    <a:pt x="2823252" y="212"/>
                  </a:lnTo>
                  <a:lnTo>
                    <a:pt x="2831138" y="92"/>
                  </a:lnTo>
                  <a:lnTo>
                    <a:pt x="2839024" y="8"/>
                  </a:lnTo>
                  <a:lnTo>
                    <a:pt x="2846911" y="0"/>
                  </a:lnTo>
                  <a:lnTo>
                    <a:pt x="2854797" y="28"/>
                  </a:lnTo>
                  <a:lnTo>
                    <a:pt x="2862683" y="99"/>
                  </a:lnTo>
                  <a:lnTo>
                    <a:pt x="2870569" y="242"/>
                  </a:lnTo>
                  <a:lnTo>
                    <a:pt x="2878455" y="421"/>
                  </a:lnTo>
                  <a:lnTo>
                    <a:pt x="2886341" y="651"/>
                  </a:lnTo>
                  <a:lnTo>
                    <a:pt x="2894228" y="947"/>
                  </a:lnTo>
                  <a:lnTo>
                    <a:pt x="2902114" y="1280"/>
                  </a:lnTo>
                  <a:lnTo>
                    <a:pt x="2910000" y="1673"/>
                  </a:lnTo>
                  <a:lnTo>
                    <a:pt x="2917886" y="2126"/>
                  </a:lnTo>
                  <a:lnTo>
                    <a:pt x="2925772" y="2617"/>
                  </a:lnTo>
                  <a:lnTo>
                    <a:pt x="2933659" y="3177"/>
                  </a:lnTo>
                  <a:lnTo>
                    <a:pt x="2941545" y="3792"/>
                  </a:lnTo>
                  <a:lnTo>
                    <a:pt x="2949431" y="4446"/>
                  </a:lnTo>
                  <a:lnTo>
                    <a:pt x="2957317" y="5179"/>
                  </a:lnTo>
                  <a:lnTo>
                    <a:pt x="2965203" y="5959"/>
                  </a:lnTo>
                  <a:lnTo>
                    <a:pt x="2973089" y="6780"/>
                  </a:lnTo>
                  <a:lnTo>
                    <a:pt x="2980976" y="7690"/>
                  </a:lnTo>
                  <a:lnTo>
                    <a:pt x="2988862" y="8640"/>
                  </a:lnTo>
                  <a:lnTo>
                    <a:pt x="2996748" y="9640"/>
                  </a:lnTo>
                  <a:lnTo>
                    <a:pt x="3004634" y="10722"/>
                  </a:lnTo>
                  <a:lnTo>
                    <a:pt x="3012520" y="11845"/>
                  </a:lnTo>
                  <a:lnTo>
                    <a:pt x="3020407" y="13028"/>
                  </a:lnTo>
                  <a:lnTo>
                    <a:pt x="3028293" y="14284"/>
                  </a:lnTo>
                  <a:lnTo>
                    <a:pt x="3036179" y="15582"/>
                  </a:lnTo>
                  <a:lnTo>
                    <a:pt x="3044065" y="16947"/>
                  </a:lnTo>
                  <a:lnTo>
                    <a:pt x="3051951" y="18378"/>
                  </a:lnTo>
                  <a:lnTo>
                    <a:pt x="3059837" y="19850"/>
                  </a:lnTo>
                  <a:lnTo>
                    <a:pt x="3067724" y="21397"/>
                  </a:lnTo>
                  <a:lnTo>
                    <a:pt x="3075610" y="23000"/>
                  </a:lnTo>
                  <a:lnTo>
                    <a:pt x="3083496" y="24643"/>
                  </a:lnTo>
                  <a:lnTo>
                    <a:pt x="3091382" y="26369"/>
                  </a:lnTo>
                  <a:lnTo>
                    <a:pt x="3099268" y="28140"/>
                  </a:lnTo>
                  <a:lnTo>
                    <a:pt x="3107155" y="29953"/>
                  </a:lnTo>
                  <a:lnTo>
                    <a:pt x="3115041" y="31847"/>
                  </a:lnTo>
                  <a:lnTo>
                    <a:pt x="3122927" y="33778"/>
                  </a:lnTo>
                  <a:lnTo>
                    <a:pt x="3130813" y="35757"/>
                  </a:lnTo>
                  <a:lnTo>
                    <a:pt x="3138699" y="37805"/>
                  </a:lnTo>
                  <a:lnTo>
                    <a:pt x="3146585" y="39887"/>
                  </a:lnTo>
                  <a:lnTo>
                    <a:pt x="3154472" y="42021"/>
                  </a:lnTo>
                  <a:lnTo>
                    <a:pt x="3162358" y="44210"/>
                  </a:lnTo>
                  <a:lnTo>
                    <a:pt x="3170244" y="46431"/>
                  </a:lnTo>
                  <a:lnTo>
                    <a:pt x="3178130" y="48704"/>
                  </a:lnTo>
                  <a:lnTo>
                    <a:pt x="3186016" y="51020"/>
                  </a:lnTo>
                  <a:lnTo>
                    <a:pt x="3193903" y="53364"/>
                  </a:lnTo>
                  <a:lnTo>
                    <a:pt x="3201789" y="55760"/>
                  </a:lnTo>
                  <a:lnTo>
                    <a:pt x="3209675" y="58186"/>
                  </a:lnTo>
                  <a:lnTo>
                    <a:pt x="3217561" y="60637"/>
                  </a:lnTo>
                  <a:lnTo>
                    <a:pt x="3225447" y="63135"/>
                  </a:lnTo>
                  <a:lnTo>
                    <a:pt x="3233333" y="65654"/>
                  </a:lnTo>
                  <a:lnTo>
                    <a:pt x="3241220" y="68194"/>
                  </a:lnTo>
                  <a:lnTo>
                    <a:pt x="3249106" y="70770"/>
                  </a:lnTo>
                  <a:lnTo>
                    <a:pt x="3256992" y="73361"/>
                  </a:lnTo>
                  <a:lnTo>
                    <a:pt x="3264878" y="75970"/>
                  </a:lnTo>
                  <a:lnTo>
                    <a:pt x="3272764" y="78602"/>
                  </a:lnTo>
                  <a:lnTo>
                    <a:pt x="3280650" y="81244"/>
                  </a:lnTo>
                  <a:lnTo>
                    <a:pt x="3288537" y="83899"/>
                  </a:lnTo>
                  <a:lnTo>
                    <a:pt x="3296423" y="86565"/>
                  </a:lnTo>
                  <a:lnTo>
                    <a:pt x="3304309" y="89236"/>
                  </a:lnTo>
                  <a:lnTo>
                    <a:pt x="3312195" y="91913"/>
                  </a:lnTo>
                  <a:lnTo>
                    <a:pt x="3320081" y="94592"/>
                  </a:lnTo>
                  <a:lnTo>
                    <a:pt x="3327968" y="97272"/>
                  </a:lnTo>
                  <a:lnTo>
                    <a:pt x="3335854" y="99948"/>
                  </a:lnTo>
                  <a:lnTo>
                    <a:pt x="3343740" y="102619"/>
                  </a:lnTo>
                  <a:lnTo>
                    <a:pt x="3351626" y="105286"/>
                  </a:lnTo>
                  <a:lnTo>
                    <a:pt x="3359512" y="107938"/>
                  </a:lnTo>
                  <a:lnTo>
                    <a:pt x="3367398" y="110582"/>
                  </a:lnTo>
                  <a:lnTo>
                    <a:pt x="3375285" y="113215"/>
                  </a:lnTo>
                  <a:lnTo>
                    <a:pt x="3383171" y="115825"/>
                  </a:lnTo>
                  <a:lnTo>
                    <a:pt x="3391057" y="118423"/>
                  </a:lnTo>
                  <a:lnTo>
                    <a:pt x="3398943" y="121002"/>
                  </a:lnTo>
                  <a:lnTo>
                    <a:pt x="3406829" y="123554"/>
                  </a:lnTo>
                  <a:lnTo>
                    <a:pt x="3414716" y="126089"/>
                  </a:lnTo>
                  <a:lnTo>
                    <a:pt x="3422602" y="128597"/>
                  </a:lnTo>
                  <a:lnTo>
                    <a:pt x="3430488" y="131074"/>
                  </a:lnTo>
                  <a:lnTo>
                    <a:pt x="3438374" y="133533"/>
                  </a:lnTo>
                  <a:lnTo>
                    <a:pt x="3446260" y="135954"/>
                  </a:lnTo>
                  <a:lnTo>
                    <a:pt x="3454146" y="138346"/>
                  </a:lnTo>
                  <a:lnTo>
                    <a:pt x="3462033" y="140716"/>
                  </a:lnTo>
                  <a:lnTo>
                    <a:pt x="3469919" y="143039"/>
                  </a:lnTo>
                  <a:lnTo>
                    <a:pt x="3477805" y="145334"/>
                  </a:lnTo>
                  <a:lnTo>
                    <a:pt x="3485691" y="147604"/>
                  </a:lnTo>
                  <a:lnTo>
                    <a:pt x="3493577" y="149821"/>
                  </a:lnTo>
                  <a:lnTo>
                    <a:pt x="3501464" y="152012"/>
                  </a:lnTo>
                  <a:lnTo>
                    <a:pt x="3509350" y="154171"/>
                  </a:lnTo>
                  <a:lnTo>
                    <a:pt x="3517236" y="156279"/>
                  </a:lnTo>
                  <a:lnTo>
                    <a:pt x="3525122" y="158360"/>
                  </a:lnTo>
                  <a:lnTo>
                    <a:pt x="3533008" y="160403"/>
                  </a:lnTo>
                  <a:lnTo>
                    <a:pt x="3540894" y="162399"/>
                  </a:lnTo>
                  <a:lnTo>
                    <a:pt x="3548781" y="164368"/>
                  </a:lnTo>
                  <a:lnTo>
                    <a:pt x="3556667" y="166292"/>
                  </a:lnTo>
                  <a:lnTo>
                    <a:pt x="3564553" y="168174"/>
                  </a:lnTo>
                  <a:lnTo>
                    <a:pt x="3572439" y="170030"/>
                  </a:lnTo>
                  <a:lnTo>
                    <a:pt x="3580325" y="171835"/>
                  </a:lnTo>
                  <a:lnTo>
                    <a:pt x="3588212" y="173605"/>
                  </a:lnTo>
                  <a:lnTo>
                    <a:pt x="3596098" y="175347"/>
                  </a:lnTo>
                  <a:lnTo>
                    <a:pt x="3603984" y="177035"/>
                  </a:lnTo>
                  <a:lnTo>
                    <a:pt x="3611870" y="178694"/>
                  </a:lnTo>
                  <a:lnTo>
                    <a:pt x="3619756" y="180324"/>
                  </a:lnTo>
                  <a:lnTo>
                    <a:pt x="3627642" y="181900"/>
                  </a:lnTo>
                  <a:lnTo>
                    <a:pt x="3635529" y="183451"/>
                  </a:lnTo>
                  <a:lnTo>
                    <a:pt x="3643415" y="184970"/>
                  </a:lnTo>
                  <a:lnTo>
                    <a:pt x="3651301" y="186442"/>
                  </a:lnTo>
                  <a:lnTo>
                    <a:pt x="3659187" y="187890"/>
                  </a:lnTo>
                  <a:lnTo>
                    <a:pt x="3667073" y="189302"/>
                  </a:lnTo>
                  <a:lnTo>
                    <a:pt x="3674959" y="190675"/>
                  </a:lnTo>
                  <a:lnTo>
                    <a:pt x="3682846" y="192025"/>
                  </a:lnTo>
                  <a:lnTo>
                    <a:pt x="3690732" y="193336"/>
                  </a:lnTo>
                  <a:lnTo>
                    <a:pt x="3698618" y="194615"/>
                  </a:lnTo>
                  <a:lnTo>
                    <a:pt x="3706504" y="195873"/>
                  </a:lnTo>
                  <a:lnTo>
                    <a:pt x="3714390" y="197090"/>
                  </a:lnTo>
                  <a:lnTo>
                    <a:pt x="3722277" y="198281"/>
                  </a:lnTo>
                  <a:lnTo>
                    <a:pt x="3730163" y="199451"/>
                  </a:lnTo>
                  <a:lnTo>
                    <a:pt x="3738049" y="200580"/>
                  </a:lnTo>
                  <a:lnTo>
                    <a:pt x="3745935" y="201689"/>
                  </a:lnTo>
                  <a:lnTo>
                    <a:pt x="3753821" y="202776"/>
                  </a:lnTo>
                  <a:lnTo>
                    <a:pt x="3761707" y="203826"/>
                  </a:lnTo>
                  <a:lnTo>
                    <a:pt x="3769594" y="204858"/>
                  </a:lnTo>
                  <a:lnTo>
                    <a:pt x="3777480" y="205867"/>
                  </a:lnTo>
                  <a:lnTo>
                    <a:pt x="3785366" y="206844"/>
                  </a:lnTo>
                  <a:lnTo>
                    <a:pt x="3793252" y="207805"/>
                  </a:lnTo>
                  <a:lnTo>
                    <a:pt x="3801138" y="208740"/>
                  </a:lnTo>
                  <a:lnTo>
                    <a:pt x="3809025" y="209650"/>
                  </a:lnTo>
                  <a:lnTo>
                    <a:pt x="3816911" y="210544"/>
                  </a:lnTo>
                  <a:lnTo>
                    <a:pt x="3824797" y="211411"/>
                  </a:lnTo>
                  <a:lnTo>
                    <a:pt x="3832683" y="212258"/>
                  </a:lnTo>
                  <a:lnTo>
                    <a:pt x="3840569" y="213091"/>
                  </a:lnTo>
                  <a:lnTo>
                    <a:pt x="3848455" y="213895"/>
                  </a:lnTo>
                  <a:lnTo>
                    <a:pt x="3856342" y="214683"/>
                  </a:lnTo>
                  <a:lnTo>
                    <a:pt x="3864228" y="215457"/>
                  </a:lnTo>
                  <a:lnTo>
                    <a:pt x="3872114" y="216203"/>
                  </a:lnTo>
                  <a:lnTo>
                    <a:pt x="3880000" y="216935"/>
                  </a:lnTo>
                  <a:lnTo>
                    <a:pt x="3887886" y="217652"/>
                  </a:lnTo>
                  <a:lnTo>
                    <a:pt x="3895773" y="218345"/>
                  </a:lnTo>
                  <a:lnTo>
                    <a:pt x="3903659" y="219026"/>
                  </a:lnTo>
                  <a:lnTo>
                    <a:pt x="3911545" y="219689"/>
                  </a:lnTo>
                  <a:lnTo>
                    <a:pt x="3919431" y="220332"/>
                  </a:lnTo>
                  <a:lnTo>
                    <a:pt x="3927317" y="220963"/>
                  </a:lnTo>
                  <a:lnTo>
                    <a:pt x="3935203" y="221576"/>
                  </a:lnTo>
                  <a:lnTo>
                    <a:pt x="3943090" y="222172"/>
                  </a:lnTo>
                  <a:lnTo>
                    <a:pt x="3950976" y="222756"/>
                  </a:lnTo>
                  <a:lnTo>
                    <a:pt x="3958862" y="223321"/>
                  </a:lnTo>
                  <a:lnTo>
                    <a:pt x="3966748" y="223871"/>
                  </a:lnTo>
                  <a:lnTo>
                    <a:pt x="3974634" y="224411"/>
                  </a:lnTo>
                  <a:lnTo>
                    <a:pt x="3982521" y="224930"/>
                  </a:lnTo>
                  <a:lnTo>
                    <a:pt x="3990407" y="225437"/>
                  </a:lnTo>
                  <a:lnTo>
                    <a:pt x="3998293" y="225934"/>
                  </a:lnTo>
                  <a:lnTo>
                    <a:pt x="4006179" y="226410"/>
                  </a:lnTo>
                  <a:lnTo>
                    <a:pt x="4014065" y="226876"/>
                  </a:lnTo>
                  <a:lnTo>
                    <a:pt x="4021951" y="227330"/>
                  </a:lnTo>
                  <a:lnTo>
                    <a:pt x="4029838" y="2277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rc1348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tx1354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355" name="tx1355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56" name="tx1356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57" name="tx1357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58" name="tx1358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59" name="tx1359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360" name="rc1360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rc1361"/>
            <p:cNvSpPr/>
            <p:nvPr/>
          </p:nvSpPr>
          <p:spPr>
            <a:xfrm>
              <a:off x="3467413" y="5418670"/>
              <a:ext cx="248279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467413" y="8514967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467413" y="7638287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467413" y="676160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467413" y="588492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404342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474284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544225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467413" y="8076627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467413" y="7199947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467413" y="632326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467413" y="5446585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69371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439313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509254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579196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3709072" y="72548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745595" y="7067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657132" y="7158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883624" y="7025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40152" y="71153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697830" y="7150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3687987" y="72044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3667805" y="72581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3728904" y="7175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3660875" y="7057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163546" y="73956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3660588" y="7210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4093637" y="665184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4020186" y="67354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3840397" y="69638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3595498" y="7183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3670281" y="71752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3776775" y="70019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3702686" y="7045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3684122" y="71531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3679325" y="7238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812530" y="58336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083230" y="67418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4839770" y="7188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3619619" y="7307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3684276" y="7105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3734036" y="69023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3634256" y="7323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3646870" y="72123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4813980" y="7211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3909304" y="7028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3701606" y="7177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3579081" y="70784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3607971" y="72120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3718644" y="72100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3670488" y="7062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3648634" y="72842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3636037" y="71532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3662854" y="7162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4844099" y="687193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269446" y="64175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3694874" y="7222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3617537" y="7058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3639525" y="71845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3645523" y="718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4757209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4374502" y="7108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4533514" y="60593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4541395" y="69731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4123936" y="6865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4180143" y="64992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3702723" y="70624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115043" y="61232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3811376" y="7042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3645410" y="7209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4716741" y="82474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3687937" y="7103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3555442" y="70438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4411927" y="67335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3850812" y="7062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4165640" y="70268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4525430" y="7022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3679344" y="7143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4012603" y="69218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3632456" y="72396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3743645" y="6845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343174" y="76668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3680299" y="7218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3739951" y="7132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3630353" y="723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3648587" y="72090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3693091" y="72123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3642697" y="72327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3694699" y="7196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4612280" y="7479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3671553" y="7178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3639855" y="7270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4668667" y="71857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4935376" y="7615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3683623" y="71885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3668352" y="7215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3669906" y="72467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3663213" y="71032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4219593" y="69945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3698775" y="7174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3669878" y="71840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3893066" y="673202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3690443" y="71872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3622984" y="717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4144885" y="67798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234025" y="74123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3618039" y="71594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3700442" y="72190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476667" y="7913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3622066" y="7320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3745264" y="7227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3672170" y="7094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3906202" y="7047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4379071" y="7124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3629836" y="72311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3657881" y="71994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3685790" y="7126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4694494" y="66404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4915023" y="73946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3682719" y="72055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4743907" y="67675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4258622" y="67121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3671193" y="71272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3716650" y="70856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3832638" y="66502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4030754" y="67246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4291969" y="7331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4092303" y="68059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3660527" y="71783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3650902" y="71694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3729683" y="70342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3682158" y="72488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4143391" y="70017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3680125" y="72343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3674068" y="71016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3653254" y="71031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3632185" y="7173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3617668" y="7175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4480391" y="73516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3642979" y="72333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263129" y="7500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4373196" y="74039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3668765" y="7185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3676865" y="7157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3628133" y="70864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644177" y="72066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172331" y="75322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3659025" y="7273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661630" y="7142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3689279" y="72305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407057" y="74301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4611904" y="7284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4119800" y="672755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3670351" y="7088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3663721" y="72099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3683768" y="71959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4658478" y="69336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3683014" y="7210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3622087" y="71840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285502" y="72685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3980998" y="675735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3640945" y="72234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4641885" y="66726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3676934" y="71428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3898636" y="70272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3649275" y="7125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3672693" y="7270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3650333" y="71830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3663263" y="70625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3947493" y="66970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3701693" y="7206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3652011" y="72581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3694324" y="67336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4087207" y="6657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3724724" y="69376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3666827" y="7256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4716879" y="7255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3593077" y="72168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3805130" y="70087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3665586" y="7150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142987" y="55387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3659758" y="7182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3669088" y="7154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3776591" y="70234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4665753" y="7111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4038375" y="68848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3635764" y="71737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4328046" y="72738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4585672" y="74567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143559" y="7714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4082884" y="67235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679288" y="80702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3683053" y="71429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3736427" y="72604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3680460" y="7080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4374748" y="72868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3696385" y="7229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3732645" y="70553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3707816" y="7052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032023" y="74452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3825164" y="7148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3879666" y="64893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3653468" y="7174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3673727" y="73547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3648541" y="71912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3797852" y="70183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3664017" y="7226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3679781" y="72282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4710041" y="69652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4815916" y="70893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3627396" y="7129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3653280" y="71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4848665" y="78379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167357" y="77016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4474508" y="70150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4688721" y="7248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3719839" y="73082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3901442" y="6647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3673665" y="7153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3707452" y="72066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4420436" y="7286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4886968" y="68616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4317169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3686293" y="69773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4005075" y="69849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3657911" y="7311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4022107" y="66590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3671761" y="72290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3630682" y="71940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3811502" y="7067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4575141" y="7976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077511" y="79639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4676657" y="7552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3659273" y="7194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3665625" y="71857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3659934" y="72432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3651521" y="72860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3677003" y="7134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3694480" y="71500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3830733" y="7034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3692869" y="71440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4135932" y="73712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3645600" y="7222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3694666" y="72271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4125442" y="67410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3741915" y="7194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465892" y="69072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4058794" y="68206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3664332" y="71765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3795751" y="658793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3833021" y="7171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3747958" y="72215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4560544" y="683038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3806998" y="698985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3661200" y="71892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3795390" y="69462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3628490" y="7185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3666440" y="71898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3644866" y="7106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044973" y="7852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3717825" y="7140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4493098" y="72321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3714000" y="71939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4541667" y="7314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3681329" y="7254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3620357" y="72154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3622462" y="72416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3684713" y="7184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3630817" y="7301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3624446" y="7230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3658775" y="72404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3930825" y="69457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3636343" y="72583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3683832" y="7310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3669553" y="71677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3651663" y="72046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4274365" y="58412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3683661" y="72450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3677082" y="71931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4174240" y="68840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3643244" y="73164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3467413" y="7033548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3580268" y="6609521"/>
              <a:ext cx="2257088" cy="846142"/>
            </a:xfrm>
            <a:custGeom>
              <a:avLst/>
              <a:pathLst>
                <a:path w="2257088" h="846142">
                  <a:moveTo>
                    <a:pt x="0" y="580437"/>
                  </a:moveTo>
                  <a:lnTo>
                    <a:pt x="28570" y="580553"/>
                  </a:lnTo>
                  <a:lnTo>
                    <a:pt x="57141" y="575274"/>
                  </a:lnTo>
                  <a:lnTo>
                    <a:pt x="85712" y="562419"/>
                  </a:lnTo>
                  <a:lnTo>
                    <a:pt x="114282" y="539377"/>
                  </a:lnTo>
                  <a:lnTo>
                    <a:pt x="142853" y="505648"/>
                  </a:lnTo>
                  <a:lnTo>
                    <a:pt x="171424" y="465398"/>
                  </a:lnTo>
                  <a:lnTo>
                    <a:pt x="199995" y="423222"/>
                  </a:lnTo>
                  <a:lnTo>
                    <a:pt x="228565" y="382607"/>
                  </a:lnTo>
                  <a:lnTo>
                    <a:pt x="257136" y="343963"/>
                  </a:lnTo>
                  <a:lnTo>
                    <a:pt x="285707" y="307015"/>
                  </a:lnTo>
                  <a:lnTo>
                    <a:pt x="314278" y="271961"/>
                  </a:lnTo>
                  <a:lnTo>
                    <a:pt x="342848" y="239865"/>
                  </a:lnTo>
                  <a:lnTo>
                    <a:pt x="371419" y="212437"/>
                  </a:lnTo>
                  <a:lnTo>
                    <a:pt x="399990" y="190563"/>
                  </a:lnTo>
                  <a:lnTo>
                    <a:pt x="428561" y="174123"/>
                  </a:lnTo>
                  <a:lnTo>
                    <a:pt x="457131" y="162709"/>
                  </a:lnTo>
                  <a:lnTo>
                    <a:pt x="485702" y="155756"/>
                  </a:lnTo>
                  <a:lnTo>
                    <a:pt x="514273" y="152615"/>
                  </a:lnTo>
                  <a:lnTo>
                    <a:pt x="542844" y="152619"/>
                  </a:lnTo>
                  <a:lnTo>
                    <a:pt x="571414" y="155147"/>
                  </a:lnTo>
                  <a:lnTo>
                    <a:pt x="599985" y="159704"/>
                  </a:lnTo>
                  <a:lnTo>
                    <a:pt x="628556" y="165986"/>
                  </a:lnTo>
                  <a:lnTo>
                    <a:pt x="657126" y="173908"/>
                  </a:lnTo>
                  <a:lnTo>
                    <a:pt x="685697" y="183583"/>
                  </a:lnTo>
                  <a:lnTo>
                    <a:pt x="714268" y="195259"/>
                  </a:lnTo>
                  <a:lnTo>
                    <a:pt x="742839" y="209255"/>
                  </a:lnTo>
                  <a:lnTo>
                    <a:pt x="771409" y="225899"/>
                  </a:lnTo>
                  <a:lnTo>
                    <a:pt x="799980" y="245445"/>
                  </a:lnTo>
                  <a:lnTo>
                    <a:pt x="828551" y="267738"/>
                  </a:lnTo>
                  <a:lnTo>
                    <a:pt x="857122" y="292361"/>
                  </a:lnTo>
                  <a:lnTo>
                    <a:pt x="885692" y="318818"/>
                  </a:lnTo>
                  <a:lnTo>
                    <a:pt x="914263" y="346552"/>
                  </a:lnTo>
                  <a:lnTo>
                    <a:pt x="942834" y="374962"/>
                  </a:lnTo>
                  <a:lnTo>
                    <a:pt x="971405" y="403425"/>
                  </a:lnTo>
                  <a:lnTo>
                    <a:pt x="999975" y="431316"/>
                  </a:lnTo>
                  <a:lnTo>
                    <a:pt x="1028546" y="458052"/>
                  </a:lnTo>
                  <a:lnTo>
                    <a:pt x="1057117" y="483135"/>
                  </a:lnTo>
                  <a:lnTo>
                    <a:pt x="1085688" y="506195"/>
                  </a:lnTo>
                  <a:lnTo>
                    <a:pt x="1114258" y="527014"/>
                  </a:lnTo>
                  <a:lnTo>
                    <a:pt x="1142829" y="545515"/>
                  </a:lnTo>
                  <a:lnTo>
                    <a:pt x="1171400" y="561725"/>
                  </a:lnTo>
                  <a:lnTo>
                    <a:pt x="1199971" y="575746"/>
                  </a:lnTo>
                  <a:lnTo>
                    <a:pt x="1228541" y="587806"/>
                  </a:lnTo>
                  <a:lnTo>
                    <a:pt x="1257112" y="598127"/>
                  </a:lnTo>
                  <a:lnTo>
                    <a:pt x="1285683" y="606868"/>
                  </a:lnTo>
                  <a:lnTo>
                    <a:pt x="1314253" y="614145"/>
                  </a:lnTo>
                  <a:lnTo>
                    <a:pt x="1342824" y="620033"/>
                  </a:lnTo>
                  <a:lnTo>
                    <a:pt x="1371395" y="624582"/>
                  </a:lnTo>
                  <a:lnTo>
                    <a:pt x="1399966" y="627811"/>
                  </a:lnTo>
                  <a:lnTo>
                    <a:pt x="1428536" y="629721"/>
                  </a:lnTo>
                  <a:lnTo>
                    <a:pt x="1457107" y="630291"/>
                  </a:lnTo>
                  <a:lnTo>
                    <a:pt x="1485678" y="629482"/>
                  </a:lnTo>
                  <a:lnTo>
                    <a:pt x="1514249" y="627235"/>
                  </a:lnTo>
                  <a:lnTo>
                    <a:pt x="1542819" y="623478"/>
                  </a:lnTo>
                  <a:lnTo>
                    <a:pt x="1571390" y="618125"/>
                  </a:lnTo>
                  <a:lnTo>
                    <a:pt x="1599961" y="611080"/>
                  </a:lnTo>
                  <a:lnTo>
                    <a:pt x="1628532" y="602248"/>
                  </a:lnTo>
                  <a:lnTo>
                    <a:pt x="1657102" y="591539"/>
                  </a:lnTo>
                  <a:lnTo>
                    <a:pt x="1685673" y="578879"/>
                  </a:lnTo>
                  <a:lnTo>
                    <a:pt x="1714244" y="564221"/>
                  </a:lnTo>
                  <a:lnTo>
                    <a:pt x="1742815" y="547546"/>
                  </a:lnTo>
                  <a:lnTo>
                    <a:pt x="1771385" y="528870"/>
                  </a:lnTo>
                  <a:lnTo>
                    <a:pt x="1799956" y="508241"/>
                  </a:lnTo>
                  <a:lnTo>
                    <a:pt x="1828527" y="485733"/>
                  </a:lnTo>
                  <a:lnTo>
                    <a:pt x="1857097" y="461443"/>
                  </a:lnTo>
                  <a:lnTo>
                    <a:pt x="1885668" y="435482"/>
                  </a:lnTo>
                  <a:lnTo>
                    <a:pt x="1914239" y="407968"/>
                  </a:lnTo>
                  <a:lnTo>
                    <a:pt x="1942810" y="379025"/>
                  </a:lnTo>
                  <a:lnTo>
                    <a:pt x="1971380" y="348777"/>
                  </a:lnTo>
                  <a:lnTo>
                    <a:pt x="1999951" y="317346"/>
                  </a:lnTo>
                  <a:lnTo>
                    <a:pt x="2028522" y="284853"/>
                  </a:lnTo>
                  <a:lnTo>
                    <a:pt x="2057093" y="251414"/>
                  </a:lnTo>
                  <a:lnTo>
                    <a:pt x="2085663" y="217143"/>
                  </a:lnTo>
                  <a:lnTo>
                    <a:pt x="2114234" y="182149"/>
                  </a:lnTo>
                  <a:lnTo>
                    <a:pt x="2142805" y="146541"/>
                  </a:lnTo>
                  <a:lnTo>
                    <a:pt x="2171376" y="110421"/>
                  </a:lnTo>
                  <a:lnTo>
                    <a:pt x="2199946" y="73891"/>
                  </a:lnTo>
                  <a:lnTo>
                    <a:pt x="2228517" y="37052"/>
                  </a:lnTo>
                  <a:lnTo>
                    <a:pt x="2257088" y="0"/>
                  </a:lnTo>
                  <a:lnTo>
                    <a:pt x="2257088" y="675782"/>
                  </a:lnTo>
                  <a:lnTo>
                    <a:pt x="2228517" y="681487"/>
                  </a:lnTo>
                  <a:lnTo>
                    <a:pt x="2199946" y="687297"/>
                  </a:lnTo>
                  <a:lnTo>
                    <a:pt x="2171376" y="693200"/>
                  </a:lnTo>
                  <a:lnTo>
                    <a:pt x="2142805" y="699186"/>
                  </a:lnTo>
                  <a:lnTo>
                    <a:pt x="2114234" y="705250"/>
                  </a:lnTo>
                  <a:lnTo>
                    <a:pt x="2085663" y="711386"/>
                  </a:lnTo>
                  <a:lnTo>
                    <a:pt x="2057093" y="717594"/>
                  </a:lnTo>
                  <a:lnTo>
                    <a:pt x="2028522" y="723874"/>
                  </a:lnTo>
                  <a:lnTo>
                    <a:pt x="1999951" y="730231"/>
                  </a:lnTo>
                  <a:lnTo>
                    <a:pt x="1971380" y="736675"/>
                  </a:lnTo>
                  <a:lnTo>
                    <a:pt x="1942810" y="743215"/>
                  </a:lnTo>
                  <a:lnTo>
                    <a:pt x="1914239" y="749867"/>
                  </a:lnTo>
                  <a:lnTo>
                    <a:pt x="1885668" y="756645"/>
                  </a:lnTo>
                  <a:lnTo>
                    <a:pt x="1857097" y="763565"/>
                  </a:lnTo>
                  <a:lnTo>
                    <a:pt x="1828527" y="770638"/>
                  </a:lnTo>
                  <a:lnTo>
                    <a:pt x="1799956" y="777864"/>
                  </a:lnTo>
                  <a:lnTo>
                    <a:pt x="1771385" y="785233"/>
                  </a:lnTo>
                  <a:lnTo>
                    <a:pt x="1742815" y="792710"/>
                  </a:lnTo>
                  <a:lnTo>
                    <a:pt x="1714244" y="800234"/>
                  </a:lnTo>
                  <a:lnTo>
                    <a:pt x="1685673" y="807713"/>
                  </a:lnTo>
                  <a:lnTo>
                    <a:pt x="1657102" y="815020"/>
                  </a:lnTo>
                  <a:lnTo>
                    <a:pt x="1628532" y="821998"/>
                  </a:lnTo>
                  <a:lnTo>
                    <a:pt x="1599961" y="828466"/>
                  </a:lnTo>
                  <a:lnTo>
                    <a:pt x="1571390" y="834225"/>
                  </a:lnTo>
                  <a:lnTo>
                    <a:pt x="1542819" y="839071"/>
                  </a:lnTo>
                  <a:lnTo>
                    <a:pt x="1514249" y="842800"/>
                  </a:lnTo>
                  <a:lnTo>
                    <a:pt x="1485678" y="845218"/>
                  </a:lnTo>
                  <a:lnTo>
                    <a:pt x="1457107" y="846142"/>
                  </a:lnTo>
                  <a:lnTo>
                    <a:pt x="1428536" y="845407"/>
                  </a:lnTo>
                  <a:lnTo>
                    <a:pt x="1399966" y="842865"/>
                  </a:lnTo>
                  <a:lnTo>
                    <a:pt x="1371395" y="838386"/>
                  </a:lnTo>
                  <a:lnTo>
                    <a:pt x="1342824" y="831861"/>
                  </a:lnTo>
                  <a:lnTo>
                    <a:pt x="1314253" y="823204"/>
                  </a:lnTo>
                  <a:lnTo>
                    <a:pt x="1285683" y="812354"/>
                  </a:lnTo>
                  <a:lnTo>
                    <a:pt x="1257112" y="799278"/>
                  </a:lnTo>
                  <a:lnTo>
                    <a:pt x="1228541" y="783983"/>
                  </a:lnTo>
                  <a:lnTo>
                    <a:pt x="1199971" y="766521"/>
                  </a:lnTo>
                  <a:lnTo>
                    <a:pt x="1171400" y="747004"/>
                  </a:lnTo>
                  <a:lnTo>
                    <a:pt x="1142829" y="725726"/>
                  </a:lnTo>
                  <a:lnTo>
                    <a:pt x="1114258" y="703265"/>
                  </a:lnTo>
                  <a:lnTo>
                    <a:pt x="1085688" y="680182"/>
                  </a:lnTo>
                  <a:lnTo>
                    <a:pt x="1057117" y="656937"/>
                  </a:lnTo>
                  <a:lnTo>
                    <a:pt x="1028546" y="633847"/>
                  </a:lnTo>
                  <a:lnTo>
                    <a:pt x="999975" y="611078"/>
                  </a:lnTo>
                  <a:lnTo>
                    <a:pt x="971405" y="588667"/>
                  </a:lnTo>
                  <a:lnTo>
                    <a:pt x="942834" y="566566"/>
                  </a:lnTo>
                  <a:lnTo>
                    <a:pt x="914263" y="544687"/>
                  </a:lnTo>
                  <a:lnTo>
                    <a:pt x="885692" y="522941"/>
                  </a:lnTo>
                  <a:lnTo>
                    <a:pt x="857122" y="501264"/>
                  </a:lnTo>
                  <a:lnTo>
                    <a:pt x="828551" y="479635"/>
                  </a:lnTo>
                  <a:lnTo>
                    <a:pt x="799980" y="458091"/>
                  </a:lnTo>
                  <a:lnTo>
                    <a:pt x="771409" y="436752"/>
                  </a:lnTo>
                  <a:lnTo>
                    <a:pt x="742839" y="415941"/>
                  </a:lnTo>
                  <a:lnTo>
                    <a:pt x="714268" y="396265"/>
                  </a:lnTo>
                  <a:lnTo>
                    <a:pt x="685697" y="378393"/>
                  </a:lnTo>
                  <a:lnTo>
                    <a:pt x="657126" y="362981"/>
                  </a:lnTo>
                  <a:lnTo>
                    <a:pt x="628556" y="350619"/>
                  </a:lnTo>
                  <a:lnTo>
                    <a:pt x="599985" y="341757"/>
                  </a:lnTo>
                  <a:lnTo>
                    <a:pt x="571414" y="336650"/>
                  </a:lnTo>
                  <a:lnTo>
                    <a:pt x="542844" y="335332"/>
                  </a:lnTo>
                  <a:lnTo>
                    <a:pt x="514273" y="337648"/>
                  </a:lnTo>
                  <a:lnTo>
                    <a:pt x="485702" y="343316"/>
                  </a:lnTo>
                  <a:lnTo>
                    <a:pt x="457131" y="352008"/>
                  </a:lnTo>
                  <a:lnTo>
                    <a:pt x="428561" y="363415"/>
                  </a:lnTo>
                  <a:lnTo>
                    <a:pt x="399990" y="377310"/>
                  </a:lnTo>
                  <a:lnTo>
                    <a:pt x="371419" y="393624"/>
                  </a:lnTo>
                  <a:lnTo>
                    <a:pt x="342848" y="412563"/>
                  </a:lnTo>
                  <a:lnTo>
                    <a:pt x="314278" y="434591"/>
                  </a:lnTo>
                  <a:lnTo>
                    <a:pt x="285707" y="459887"/>
                  </a:lnTo>
                  <a:lnTo>
                    <a:pt x="257136" y="487894"/>
                  </a:lnTo>
                  <a:lnTo>
                    <a:pt x="228565" y="517188"/>
                  </a:lnTo>
                  <a:lnTo>
                    <a:pt x="199995" y="545874"/>
                  </a:lnTo>
                  <a:lnTo>
                    <a:pt x="171424" y="572742"/>
                  </a:lnTo>
                  <a:lnTo>
                    <a:pt x="142853" y="599909"/>
                  </a:lnTo>
                  <a:lnTo>
                    <a:pt x="114282" y="631152"/>
                  </a:lnTo>
                  <a:lnTo>
                    <a:pt x="85712" y="670330"/>
                  </a:lnTo>
                  <a:lnTo>
                    <a:pt x="57141" y="717694"/>
                  </a:lnTo>
                  <a:lnTo>
                    <a:pt x="28570" y="771382"/>
                  </a:lnTo>
                  <a:lnTo>
                    <a:pt x="0" y="8298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3580268" y="6609521"/>
              <a:ext cx="2257088" cy="630291"/>
            </a:xfrm>
            <a:custGeom>
              <a:avLst/>
              <a:pathLst>
                <a:path w="2257088" h="630291">
                  <a:moveTo>
                    <a:pt x="0" y="580437"/>
                  </a:moveTo>
                  <a:lnTo>
                    <a:pt x="28570" y="580553"/>
                  </a:lnTo>
                  <a:lnTo>
                    <a:pt x="57141" y="575274"/>
                  </a:lnTo>
                  <a:lnTo>
                    <a:pt x="85712" y="562419"/>
                  </a:lnTo>
                  <a:lnTo>
                    <a:pt x="114282" y="539377"/>
                  </a:lnTo>
                  <a:lnTo>
                    <a:pt x="142853" y="505648"/>
                  </a:lnTo>
                  <a:lnTo>
                    <a:pt x="171424" y="465398"/>
                  </a:lnTo>
                  <a:lnTo>
                    <a:pt x="199995" y="423222"/>
                  </a:lnTo>
                  <a:lnTo>
                    <a:pt x="228565" y="382607"/>
                  </a:lnTo>
                  <a:lnTo>
                    <a:pt x="257136" y="343963"/>
                  </a:lnTo>
                  <a:lnTo>
                    <a:pt x="285707" y="307015"/>
                  </a:lnTo>
                  <a:lnTo>
                    <a:pt x="314278" y="271961"/>
                  </a:lnTo>
                  <a:lnTo>
                    <a:pt x="342848" y="239865"/>
                  </a:lnTo>
                  <a:lnTo>
                    <a:pt x="371419" y="212437"/>
                  </a:lnTo>
                  <a:lnTo>
                    <a:pt x="399990" y="190563"/>
                  </a:lnTo>
                  <a:lnTo>
                    <a:pt x="428561" y="174123"/>
                  </a:lnTo>
                  <a:lnTo>
                    <a:pt x="457131" y="162709"/>
                  </a:lnTo>
                  <a:lnTo>
                    <a:pt x="485702" y="155756"/>
                  </a:lnTo>
                  <a:lnTo>
                    <a:pt x="514273" y="152615"/>
                  </a:lnTo>
                  <a:lnTo>
                    <a:pt x="542844" y="152619"/>
                  </a:lnTo>
                  <a:lnTo>
                    <a:pt x="571414" y="155147"/>
                  </a:lnTo>
                  <a:lnTo>
                    <a:pt x="599985" y="159704"/>
                  </a:lnTo>
                  <a:lnTo>
                    <a:pt x="628556" y="165986"/>
                  </a:lnTo>
                  <a:lnTo>
                    <a:pt x="657126" y="173908"/>
                  </a:lnTo>
                  <a:lnTo>
                    <a:pt x="685697" y="183583"/>
                  </a:lnTo>
                  <a:lnTo>
                    <a:pt x="714268" y="195259"/>
                  </a:lnTo>
                  <a:lnTo>
                    <a:pt x="742839" y="209255"/>
                  </a:lnTo>
                  <a:lnTo>
                    <a:pt x="771409" y="225899"/>
                  </a:lnTo>
                  <a:lnTo>
                    <a:pt x="799980" y="245445"/>
                  </a:lnTo>
                  <a:lnTo>
                    <a:pt x="828551" y="267738"/>
                  </a:lnTo>
                  <a:lnTo>
                    <a:pt x="857122" y="292361"/>
                  </a:lnTo>
                  <a:lnTo>
                    <a:pt x="885692" y="318818"/>
                  </a:lnTo>
                  <a:lnTo>
                    <a:pt x="914263" y="346552"/>
                  </a:lnTo>
                  <a:lnTo>
                    <a:pt x="942834" y="374962"/>
                  </a:lnTo>
                  <a:lnTo>
                    <a:pt x="971405" y="403425"/>
                  </a:lnTo>
                  <a:lnTo>
                    <a:pt x="999975" y="431316"/>
                  </a:lnTo>
                  <a:lnTo>
                    <a:pt x="1028546" y="458052"/>
                  </a:lnTo>
                  <a:lnTo>
                    <a:pt x="1057117" y="483135"/>
                  </a:lnTo>
                  <a:lnTo>
                    <a:pt x="1085688" y="506195"/>
                  </a:lnTo>
                  <a:lnTo>
                    <a:pt x="1114258" y="527014"/>
                  </a:lnTo>
                  <a:lnTo>
                    <a:pt x="1142829" y="545515"/>
                  </a:lnTo>
                  <a:lnTo>
                    <a:pt x="1171400" y="561725"/>
                  </a:lnTo>
                  <a:lnTo>
                    <a:pt x="1199971" y="575746"/>
                  </a:lnTo>
                  <a:lnTo>
                    <a:pt x="1228541" y="587806"/>
                  </a:lnTo>
                  <a:lnTo>
                    <a:pt x="1257112" y="598127"/>
                  </a:lnTo>
                  <a:lnTo>
                    <a:pt x="1285683" y="606868"/>
                  </a:lnTo>
                  <a:lnTo>
                    <a:pt x="1314253" y="614145"/>
                  </a:lnTo>
                  <a:lnTo>
                    <a:pt x="1342824" y="620033"/>
                  </a:lnTo>
                  <a:lnTo>
                    <a:pt x="1371395" y="624582"/>
                  </a:lnTo>
                  <a:lnTo>
                    <a:pt x="1399966" y="627811"/>
                  </a:lnTo>
                  <a:lnTo>
                    <a:pt x="1428536" y="629721"/>
                  </a:lnTo>
                  <a:lnTo>
                    <a:pt x="1457107" y="630291"/>
                  </a:lnTo>
                  <a:lnTo>
                    <a:pt x="1485678" y="629482"/>
                  </a:lnTo>
                  <a:lnTo>
                    <a:pt x="1514249" y="627235"/>
                  </a:lnTo>
                  <a:lnTo>
                    <a:pt x="1542819" y="623478"/>
                  </a:lnTo>
                  <a:lnTo>
                    <a:pt x="1571390" y="618125"/>
                  </a:lnTo>
                  <a:lnTo>
                    <a:pt x="1599961" y="611080"/>
                  </a:lnTo>
                  <a:lnTo>
                    <a:pt x="1628532" y="602248"/>
                  </a:lnTo>
                  <a:lnTo>
                    <a:pt x="1657102" y="591539"/>
                  </a:lnTo>
                  <a:lnTo>
                    <a:pt x="1685673" y="578879"/>
                  </a:lnTo>
                  <a:lnTo>
                    <a:pt x="1714244" y="564221"/>
                  </a:lnTo>
                  <a:lnTo>
                    <a:pt x="1742815" y="547546"/>
                  </a:lnTo>
                  <a:lnTo>
                    <a:pt x="1771385" y="528870"/>
                  </a:lnTo>
                  <a:lnTo>
                    <a:pt x="1799956" y="508241"/>
                  </a:lnTo>
                  <a:lnTo>
                    <a:pt x="1828527" y="485733"/>
                  </a:lnTo>
                  <a:lnTo>
                    <a:pt x="1857097" y="461443"/>
                  </a:lnTo>
                  <a:lnTo>
                    <a:pt x="1885668" y="435482"/>
                  </a:lnTo>
                  <a:lnTo>
                    <a:pt x="1914239" y="407968"/>
                  </a:lnTo>
                  <a:lnTo>
                    <a:pt x="1942810" y="379025"/>
                  </a:lnTo>
                  <a:lnTo>
                    <a:pt x="1971380" y="348777"/>
                  </a:lnTo>
                  <a:lnTo>
                    <a:pt x="1999951" y="317346"/>
                  </a:lnTo>
                  <a:lnTo>
                    <a:pt x="2028522" y="284853"/>
                  </a:lnTo>
                  <a:lnTo>
                    <a:pt x="2057093" y="251414"/>
                  </a:lnTo>
                  <a:lnTo>
                    <a:pt x="2085663" y="217143"/>
                  </a:lnTo>
                  <a:lnTo>
                    <a:pt x="2114234" y="182149"/>
                  </a:lnTo>
                  <a:lnTo>
                    <a:pt x="2142805" y="146541"/>
                  </a:lnTo>
                  <a:lnTo>
                    <a:pt x="2171376" y="110421"/>
                  </a:lnTo>
                  <a:lnTo>
                    <a:pt x="2199946" y="73891"/>
                  </a:lnTo>
                  <a:lnTo>
                    <a:pt x="2228517" y="37052"/>
                  </a:lnTo>
                  <a:lnTo>
                    <a:pt x="225708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3580268" y="6944853"/>
              <a:ext cx="2257088" cy="510810"/>
            </a:xfrm>
            <a:custGeom>
              <a:avLst/>
              <a:pathLst>
                <a:path w="2257088" h="510810">
                  <a:moveTo>
                    <a:pt x="2257088" y="340450"/>
                  </a:moveTo>
                  <a:lnTo>
                    <a:pt x="2228517" y="346155"/>
                  </a:lnTo>
                  <a:lnTo>
                    <a:pt x="2199946" y="351965"/>
                  </a:lnTo>
                  <a:lnTo>
                    <a:pt x="2171376" y="357868"/>
                  </a:lnTo>
                  <a:lnTo>
                    <a:pt x="2142805" y="363854"/>
                  </a:lnTo>
                  <a:lnTo>
                    <a:pt x="2114234" y="369918"/>
                  </a:lnTo>
                  <a:lnTo>
                    <a:pt x="2085663" y="376054"/>
                  </a:lnTo>
                  <a:lnTo>
                    <a:pt x="2057093" y="382262"/>
                  </a:lnTo>
                  <a:lnTo>
                    <a:pt x="2028522" y="388542"/>
                  </a:lnTo>
                  <a:lnTo>
                    <a:pt x="1999951" y="394899"/>
                  </a:lnTo>
                  <a:lnTo>
                    <a:pt x="1971380" y="401343"/>
                  </a:lnTo>
                  <a:lnTo>
                    <a:pt x="1942810" y="407883"/>
                  </a:lnTo>
                  <a:lnTo>
                    <a:pt x="1914239" y="414535"/>
                  </a:lnTo>
                  <a:lnTo>
                    <a:pt x="1885668" y="421313"/>
                  </a:lnTo>
                  <a:lnTo>
                    <a:pt x="1857097" y="428233"/>
                  </a:lnTo>
                  <a:lnTo>
                    <a:pt x="1828527" y="435305"/>
                  </a:lnTo>
                  <a:lnTo>
                    <a:pt x="1799956" y="442532"/>
                  </a:lnTo>
                  <a:lnTo>
                    <a:pt x="1771385" y="449901"/>
                  </a:lnTo>
                  <a:lnTo>
                    <a:pt x="1742815" y="457378"/>
                  </a:lnTo>
                  <a:lnTo>
                    <a:pt x="1714244" y="464902"/>
                  </a:lnTo>
                  <a:lnTo>
                    <a:pt x="1685673" y="472381"/>
                  </a:lnTo>
                  <a:lnTo>
                    <a:pt x="1657102" y="479688"/>
                  </a:lnTo>
                  <a:lnTo>
                    <a:pt x="1628532" y="486666"/>
                  </a:lnTo>
                  <a:lnTo>
                    <a:pt x="1599961" y="493134"/>
                  </a:lnTo>
                  <a:lnTo>
                    <a:pt x="1571390" y="498893"/>
                  </a:lnTo>
                  <a:lnTo>
                    <a:pt x="1542819" y="503739"/>
                  </a:lnTo>
                  <a:lnTo>
                    <a:pt x="1514249" y="507468"/>
                  </a:lnTo>
                  <a:lnTo>
                    <a:pt x="1485678" y="509885"/>
                  </a:lnTo>
                  <a:lnTo>
                    <a:pt x="1457107" y="510810"/>
                  </a:lnTo>
                  <a:lnTo>
                    <a:pt x="1428536" y="510075"/>
                  </a:lnTo>
                  <a:lnTo>
                    <a:pt x="1399966" y="507532"/>
                  </a:lnTo>
                  <a:lnTo>
                    <a:pt x="1371395" y="503053"/>
                  </a:lnTo>
                  <a:lnTo>
                    <a:pt x="1342824" y="496529"/>
                  </a:lnTo>
                  <a:lnTo>
                    <a:pt x="1314253" y="487872"/>
                  </a:lnTo>
                  <a:lnTo>
                    <a:pt x="1285683" y="477022"/>
                  </a:lnTo>
                  <a:lnTo>
                    <a:pt x="1257112" y="463946"/>
                  </a:lnTo>
                  <a:lnTo>
                    <a:pt x="1228541" y="448651"/>
                  </a:lnTo>
                  <a:lnTo>
                    <a:pt x="1199971" y="431188"/>
                  </a:lnTo>
                  <a:lnTo>
                    <a:pt x="1171400" y="411672"/>
                  </a:lnTo>
                  <a:lnTo>
                    <a:pt x="1142829" y="390394"/>
                  </a:lnTo>
                  <a:lnTo>
                    <a:pt x="1114258" y="367933"/>
                  </a:lnTo>
                  <a:lnTo>
                    <a:pt x="1085688" y="344850"/>
                  </a:lnTo>
                  <a:lnTo>
                    <a:pt x="1057117" y="321605"/>
                  </a:lnTo>
                  <a:lnTo>
                    <a:pt x="1028546" y="298515"/>
                  </a:lnTo>
                  <a:lnTo>
                    <a:pt x="999975" y="275746"/>
                  </a:lnTo>
                  <a:lnTo>
                    <a:pt x="971405" y="253335"/>
                  </a:lnTo>
                  <a:lnTo>
                    <a:pt x="942834" y="231234"/>
                  </a:lnTo>
                  <a:lnTo>
                    <a:pt x="914263" y="209355"/>
                  </a:lnTo>
                  <a:lnTo>
                    <a:pt x="885692" y="187609"/>
                  </a:lnTo>
                  <a:lnTo>
                    <a:pt x="857122" y="165932"/>
                  </a:lnTo>
                  <a:lnTo>
                    <a:pt x="828551" y="144303"/>
                  </a:lnTo>
                  <a:lnTo>
                    <a:pt x="799980" y="122758"/>
                  </a:lnTo>
                  <a:lnTo>
                    <a:pt x="771409" y="101420"/>
                  </a:lnTo>
                  <a:lnTo>
                    <a:pt x="742839" y="80609"/>
                  </a:lnTo>
                  <a:lnTo>
                    <a:pt x="714268" y="60933"/>
                  </a:lnTo>
                  <a:lnTo>
                    <a:pt x="685697" y="43060"/>
                  </a:lnTo>
                  <a:lnTo>
                    <a:pt x="657126" y="27649"/>
                  </a:lnTo>
                  <a:lnTo>
                    <a:pt x="628556" y="15287"/>
                  </a:lnTo>
                  <a:lnTo>
                    <a:pt x="599985" y="6425"/>
                  </a:lnTo>
                  <a:lnTo>
                    <a:pt x="571414" y="1317"/>
                  </a:lnTo>
                  <a:lnTo>
                    <a:pt x="542844" y="0"/>
                  </a:lnTo>
                  <a:lnTo>
                    <a:pt x="514273" y="2315"/>
                  </a:lnTo>
                  <a:lnTo>
                    <a:pt x="485702" y="7984"/>
                  </a:lnTo>
                  <a:lnTo>
                    <a:pt x="457131" y="16676"/>
                  </a:lnTo>
                  <a:lnTo>
                    <a:pt x="428561" y="28082"/>
                  </a:lnTo>
                  <a:lnTo>
                    <a:pt x="399990" y="41978"/>
                  </a:lnTo>
                  <a:lnTo>
                    <a:pt x="371419" y="58292"/>
                  </a:lnTo>
                  <a:lnTo>
                    <a:pt x="342848" y="77231"/>
                  </a:lnTo>
                  <a:lnTo>
                    <a:pt x="314278" y="99258"/>
                  </a:lnTo>
                  <a:lnTo>
                    <a:pt x="285707" y="124555"/>
                  </a:lnTo>
                  <a:lnTo>
                    <a:pt x="257136" y="152562"/>
                  </a:lnTo>
                  <a:lnTo>
                    <a:pt x="228565" y="181856"/>
                  </a:lnTo>
                  <a:lnTo>
                    <a:pt x="199995" y="210542"/>
                  </a:lnTo>
                  <a:lnTo>
                    <a:pt x="171424" y="237410"/>
                  </a:lnTo>
                  <a:lnTo>
                    <a:pt x="142853" y="264577"/>
                  </a:lnTo>
                  <a:lnTo>
                    <a:pt x="114282" y="295820"/>
                  </a:lnTo>
                  <a:lnTo>
                    <a:pt x="85712" y="334998"/>
                  </a:lnTo>
                  <a:lnTo>
                    <a:pt x="57141" y="382362"/>
                  </a:lnTo>
                  <a:lnTo>
                    <a:pt x="28570" y="436050"/>
                  </a:lnTo>
                  <a:lnTo>
                    <a:pt x="0" y="494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3580268" y="6853497"/>
              <a:ext cx="2257088" cy="494241"/>
            </a:xfrm>
            <a:custGeom>
              <a:avLst/>
              <a:pathLst>
                <a:path w="2257088" h="494241">
                  <a:moveTo>
                    <a:pt x="0" y="461163"/>
                  </a:moveTo>
                  <a:lnTo>
                    <a:pt x="28570" y="431992"/>
                  </a:lnTo>
                  <a:lnTo>
                    <a:pt x="57141" y="402508"/>
                  </a:lnTo>
                  <a:lnTo>
                    <a:pt x="85712" y="372398"/>
                  </a:lnTo>
                  <a:lnTo>
                    <a:pt x="114282" y="341289"/>
                  </a:lnTo>
                  <a:lnTo>
                    <a:pt x="142853" y="308803"/>
                  </a:lnTo>
                  <a:lnTo>
                    <a:pt x="171424" y="275094"/>
                  </a:lnTo>
                  <a:lnTo>
                    <a:pt x="199995" y="240572"/>
                  </a:lnTo>
                  <a:lnTo>
                    <a:pt x="228565" y="205922"/>
                  </a:lnTo>
                  <a:lnTo>
                    <a:pt x="257136" y="171953"/>
                  </a:lnTo>
                  <a:lnTo>
                    <a:pt x="285707" y="139475"/>
                  </a:lnTo>
                  <a:lnTo>
                    <a:pt x="314278" y="109300"/>
                  </a:lnTo>
                  <a:lnTo>
                    <a:pt x="342848" y="82238"/>
                  </a:lnTo>
                  <a:lnTo>
                    <a:pt x="371419" y="59055"/>
                  </a:lnTo>
                  <a:lnTo>
                    <a:pt x="399990" y="39961"/>
                  </a:lnTo>
                  <a:lnTo>
                    <a:pt x="428561" y="24793"/>
                  </a:lnTo>
                  <a:lnTo>
                    <a:pt x="457131" y="13383"/>
                  </a:lnTo>
                  <a:lnTo>
                    <a:pt x="485702" y="5560"/>
                  </a:lnTo>
                  <a:lnTo>
                    <a:pt x="514273" y="1156"/>
                  </a:lnTo>
                  <a:lnTo>
                    <a:pt x="542844" y="0"/>
                  </a:lnTo>
                  <a:lnTo>
                    <a:pt x="571414" y="1922"/>
                  </a:lnTo>
                  <a:lnTo>
                    <a:pt x="599985" y="6755"/>
                  </a:lnTo>
                  <a:lnTo>
                    <a:pt x="628556" y="14327"/>
                  </a:lnTo>
                  <a:lnTo>
                    <a:pt x="657126" y="24469"/>
                  </a:lnTo>
                  <a:lnTo>
                    <a:pt x="685697" y="37012"/>
                  </a:lnTo>
                  <a:lnTo>
                    <a:pt x="714268" y="51786"/>
                  </a:lnTo>
                  <a:lnTo>
                    <a:pt x="742839" y="68622"/>
                  </a:lnTo>
                  <a:lnTo>
                    <a:pt x="771409" y="87350"/>
                  </a:lnTo>
                  <a:lnTo>
                    <a:pt x="799980" y="107792"/>
                  </a:lnTo>
                  <a:lnTo>
                    <a:pt x="828551" y="129710"/>
                  </a:lnTo>
                  <a:lnTo>
                    <a:pt x="857122" y="152837"/>
                  </a:lnTo>
                  <a:lnTo>
                    <a:pt x="885692" y="176904"/>
                  </a:lnTo>
                  <a:lnTo>
                    <a:pt x="914263" y="201644"/>
                  </a:lnTo>
                  <a:lnTo>
                    <a:pt x="942834" y="226788"/>
                  </a:lnTo>
                  <a:lnTo>
                    <a:pt x="971405" y="252070"/>
                  </a:lnTo>
                  <a:lnTo>
                    <a:pt x="999975" y="277221"/>
                  </a:lnTo>
                  <a:lnTo>
                    <a:pt x="1028546" y="301974"/>
                  </a:lnTo>
                  <a:lnTo>
                    <a:pt x="1057117" y="326060"/>
                  </a:lnTo>
                  <a:lnTo>
                    <a:pt x="1085688" y="349213"/>
                  </a:lnTo>
                  <a:lnTo>
                    <a:pt x="1114258" y="371164"/>
                  </a:lnTo>
                  <a:lnTo>
                    <a:pt x="1142829" y="391645"/>
                  </a:lnTo>
                  <a:lnTo>
                    <a:pt x="1171400" y="410389"/>
                  </a:lnTo>
                  <a:lnTo>
                    <a:pt x="1199971" y="427158"/>
                  </a:lnTo>
                  <a:lnTo>
                    <a:pt x="1228541" y="441919"/>
                  </a:lnTo>
                  <a:lnTo>
                    <a:pt x="1257112" y="454727"/>
                  </a:lnTo>
                  <a:lnTo>
                    <a:pt x="1285683" y="465635"/>
                  </a:lnTo>
                  <a:lnTo>
                    <a:pt x="1314253" y="474699"/>
                  </a:lnTo>
                  <a:lnTo>
                    <a:pt x="1342824" y="481972"/>
                  </a:lnTo>
                  <a:lnTo>
                    <a:pt x="1371395" y="487508"/>
                  </a:lnTo>
                  <a:lnTo>
                    <a:pt x="1399966" y="491362"/>
                  </a:lnTo>
                  <a:lnTo>
                    <a:pt x="1428536" y="493588"/>
                  </a:lnTo>
                  <a:lnTo>
                    <a:pt x="1457107" y="494241"/>
                  </a:lnTo>
                  <a:lnTo>
                    <a:pt x="1485678" y="493374"/>
                  </a:lnTo>
                  <a:lnTo>
                    <a:pt x="1514249" y="491042"/>
                  </a:lnTo>
                  <a:lnTo>
                    <a:pt x="1542819" y="487299"/>
                  </a:lnTo>
                  <a:lnTo>
                    <a:pt x="1571390" y="482199"/>
                  </a:lnTo>
                  <a:lnTo>
                    <a:pt x="1599961" y="475797"/>
                  </a:lnTo>
                  <a:lnTo>
                    <a:pt x="1628532" y="468147"/>
                  </a:lnTo>
                  <a:lnTo>
                    <a:pt x="1657102" y="459304"/>
                  </a:lnTo>
                  <a:lnTo>
                    <a:pt x="1685673" y="449320"/>
                  </a:lnTo>
                  <a:lnTo>
                    <a:pt x="1714244" y="438252"/>
                  </a:lnTo>
                  <a:lnTo>
                    <a:pt x="1742815" y="426152"/>
                  </a:lnTo>
                  <a:lnTo>
                    <a:pt x="1771385" y="413076"/>
                  </a:lnTo>
                  <a:lnTo>
                    <a:pt x="1799956" y="399077"/>
                  </a:lnTo>
                  <a:lnTo>
                    <a:pt x="1828527" y="384210"/>
                  </a:lnTo>
                  <a:lnTo>
                    <a:pt x="1857097" y="368529"/>
                  </a:lnTo>
                  <a:lnTo>
                    <a:pt x="1885668" y="352088"/>
                  </a:lnTo>
                  <a:lnTo>
                    <a:pt x="1914239" y="334942"/>
                  </a:lnTo>
                  <a:lnTo>
                    <a:pt x="1942810" y="317144"/>
                  </a:lnTo>
                  <a:lnTo>
                    <a:pt x="1971380" y="298750"/>
                  </a:lnTo>
                  <a:lnTo>
                    <a:pt x="1999951" y="279813"/>
                  </a:lnTo>
                  <a:lnTo>
                    <a:pt x="2028522" y="260388"/>
                  </a:lnTo>
                  <a:lnTo>
                    <a:pt x="2057093" y="240528"/>
                  </a:lnTo>
                  <a:lnTo>
                    <a:pt x="2085663" y="220289"/>
                  </a:lnTo>
                  <a:lnTo>
                    <a:pt x="2114234" y="199724"/>
                  </a:lnTo>
                  <a:lnTo>
                    <a:pt x="2142805" y="178888"/>
                  </a:lnTo>
                  <a:lnTo>
                    <a:pt x="2171376" y="157834"/>
                  </a:lnTo>
                  <a:lnTo>
                    <a:pt x="2199946" y="136618"/>
                  </a:lnTo>
                  <a:lnTo>
                    <a:pt x="2228517" y="115294"/>
                  </a:lnTo>
                  <a:lnTo>
                    <a:pt x="2257088" y="93915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rc1648"/>
            <p:cNvSpPr/>
            <p:nvPr/>
          </p:nvSpPr>
          <p:spPr>
            <a:xfrm>
              <a:off x="3467413" y="5418670"/>
              <a:ext cx="248279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tx1649"/>
            <p:cNvSpPr/>
            <p:nvPr/>
          </p:nvSpPr>
          <p:spPr>
            <a:xfrm>
              <a:off x="3212205" y="8034935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50" name="tx1650"/>
            <p:cNvSpPr/>
            <p:nvPr/>
          </p:nvSpPr>
          <p:spPr>
            <a:xfrm>
              <a:off x="3249421" y="715825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51" name="tx1651"/>
            <p:cNvSpPr/>
            <p:nvPr/>
          </p:nvSpPr>
          <p:spPr>
            <a:xfrm>
              <a:off x="3249421" y="628157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52" name="tx1652"/>
            <p:cNvSpPr/>
            <p:nvPr/>
          </p:nvSpPr>
          <p:spPr>
            <a:xfrm>
              <a:off x="3249421" y="54048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53" name="pl1653"/>
            <p:cNvSpPr/>
            <p:nvPr/>
          </p:nvSpPr>
          <p:spPr>
            <a:xfrm>
              <a:off x="3432619" y="80766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3432619" y="71999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3432619" y="63232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3432619" y="54465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369371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3931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509254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579196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tx1661"/>
            <p:cNvSpPr/>
            <p:nvPr/>
          </p:nvSpPr>
          <p:spPr>
            <a:xfrm>
              <a:off x="3662638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62" name="tx1662"/>
            <p:cNvSpPr/>
            <p:nvPr/>
          </p:nvSpPr>
          <p:spPr>
            <a:xfrm>
              <a:off x="43309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63" name="tx1663"/>
            <p:cNvSpPr/>
            <p:nvPr/>
          </p:nvSpPr>
          <p:spPr>
            <a:xfrm>
              <a:off x="5030394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64" name="tx1664"/>
            <p:cNvSpPr/>
            <p:nvPr/>
          </p:nvSpPr>
          <p:spPr>
            <a:xfrm>
              <a:off x="5729810" y="8657676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665" name="tx1665"/>
            <p:cNvSpPr/>
            <p:nvPr/>
          </p:nvSpPr>
          <p:spPr>
            <a:xfrm>
              <a:off x="3878013" y="8777412"/>
              <a:ext cx="166159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CSF pTau217 (Z)</a:t>
              </a:r>
            </a:p>
          </p:txBody>
        </p:sp>
        <p:sp>
          <p:nvSpPr>
            <p:cNvPr id="1666" name="tx1666"/>
            <p:cNvSpPr/>
            <p:nvPr/>
          </p:nvSpPr>
          <p:spPr>
            <a:xfrm rot="-5400000">
              <a:off x="2210214" y="6942179"/>
              <a:ext cx="17312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CSF pTau217 (Z/year)</a:t>
              </a:r>
            </a:p>
          </p:txBody>
        </p:sp>
        <p:sp>
          <p:nvSpPr>
            <p:cNvPr id="1667" name="rc1667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66782"/>
                  </a:lnTo>
                  <a:lnTo>
                    <a:pt x="10020" y="2066782"/>
                  </a:lnTo>
                  <a:lnTo>
                    <a:pt x="20041" y="2066782"/>
                  </a:lnTo>
                  <a:lnTo>
                    <a:pt x="20041" y="2029204"/>
                  </a:lnTo>
                  <a:lnTo>
                    <a:pt x="30062" y="2029204"/>
                  </a:lnTo>
                  <a:lnTo>
                    <a:pt x="40083" y="2029204"/>
                  </a:lnTo>
                  <a:lnTo>
                    <a:pt x="50103" y="2029204"/>
                  </a:lnTo>
                  <a:lnTo>
                    <a:pt x="50103" y="1991626"/>
                  </a:lnTo>
                  <a:lnTo>
                    <a:pt x="60124" y="1991626"/>
                  </a:lnTo>
                  <a:lnTo>
                    <a:pt x="70145" y="1991626"/>
                  </a:lnTo>
                  <a:lnTo>
                    <a:pt x="80166" y="1991626"/>
                  </a:lnTo>
                  <a:lnTo>
                    <a:pt x="90186" y="1991626"/>
                  </a:lnTo>
                  <a:lnTo>
                    <a:pt x="100207" y="1991626"/>
                  </a:lnTo>
                  <a:lnTo>
                    <a:pt x="110228" y="1991626"/>
                  </a:lnTo>
                  <a:lnTo>
                    <a:pt x="110228" y="1954048"/>
                  </a:lnTo>
                  <a:lnTo>
                    <a:pt x="110228" y="1916471"/>
                  </a:lnTo>
                  <a:lnTo>
                    <a:pt x="110228" y="1878893"/>
                  </a:lnTo>
                  <a:lnTo>
                    <a:pt x="120249" y="1878893"/>
                  </a:lnTo>
                  <a:lnTo>
                    <a:pt x="130269" y="1878893"/>
                  </a:lnTo>
                  <a:lnTo>
                    <a:pt x="140290" y="1878893"/>
                  </a:lnTo>
                  <a:lnTo>
                    <a:pt x="150311" y="1878893"/>
                  </a:lnTo>
                  <a:lnTo>
                    <a:pt x="160332" y="1878893"/>
                  </a:lnTo>
                  <a:lnTo>
                    <a:pt x="160332" y="1841315"/>
                  </a:lnTo>
                  <a:lnTo>
                    <a:pt x="170352" y="1841315"/>
                  </a:lnTo>
                  <a:lnTo>
                    <a:pt x="170352" y="1803737"/>
                  </a:lnTo>
                  <a:lnTo>
                    <a:pt x="180373" y="1803737"/>
                  </a:lnTo>
                  <a:lnTo>
                    <a:pt x="190394" y="1803737"/>
                  </a:lnTo>
                  <a:lnTo>
                    <a:pt x="200415" y="1803737"/>
                  </a:lnTo>
                  <a:lnTo>
                    <a:pt x="210436" y="1803737"/>
                  </a:lnTo>
                  <a:lnTo>
                    <a:pt x="210436" y="1766159"/>
                  </a:lnTo>
                  <a:lnTo>
                    <a:pt x="220456" y="1766159"/>
                  </a:lnTo>
                  <a:lnTo>
                    <a:pt x="230477" y="1766159"/>
                  </a:lnTo>
                  <a:lnTo>
                    <a:pt x="230477" y="1728581"/>
                  </a:lnTo>
                  <a:lnTo>
                    <a:pt x="230477" y="1691003"/>
                  </a:lnTo>
                  <a:lnTo>
                    <a:pt x="240498" y="1691003"/>
                  </a:lnTo>
                  <a:lnTo>
                    <a:pt x="250519" y="1691003"/>
                  </a:lnTo>
                  <a:lnTo>
                    <a:pt x="260539" y="1691003"/>
                  </a:lnTo>
                  <a:lnTo>
                    <a:pt x="270560" y="1691003"/>
                  </a:lnTo>
                  <a:lnTo>
                    <a:pt x="270560" y="1653425"/>
                  </a:lnTo>
                  <a:lnTo>
                    <a:pt x="270560" y="1615848"/>
                  </a:lnTo>
                  <a:lnTo>
                    <a:pt x="280581" y="1615848"/>
                  </a:lnTo>
                  <a:lnTo>
                    <a:pt x="290602" y="1615848"/>
                  </a:lnTo>
                  <a:lnTo>
                    <a:pt x="300622" y="1615848"/>
                  </a:lnTo>
                  <a:lnTo>
                    <a:pt x="310643" y="1615848"/>
                  </a:lnTo>
                  <a:lnTo>
                    <a:pt x="310643" y="1578270"/>
                  </a:lnTo>
                  <a:lnTo>
                    <a:pt x="320664" y="1578270"/>
                  </a:lnTo>
                  <a:lnTo>
                    <a:pt x="320664" y="1540692"/>
                  </a:lnTo>
                  <a:lnTo>
                    <a:pt x="330685" y="1540692"/>
                  </a:lnTo>
                  <a:lnTo>
                    <a:pt x="330685" y="1503114"/>
                  </a:lnTo>
                  <a:lnTo>
                    <a:pt x="340705" y="1503114"/>
                  </a:lnTo>
                  <a:lnTo>
                    <a:pt x="350726" y="1503114"/>
                  </a:lnTo>
                  <a:lnTo>
                    <a:pt x="360747" y="1503114"/>
                  </a:lnTo>
                  <a:lnTo>
                    <a:pt x="370768" y="1503114"/>
                  </a:lnTo>
                  <a:lnTo>
                    <a:pt x="380789" y="1503114"/>
                  </a:lnTo>
                  <a:lnTo>
                    <a:pt x="380789" y="1465536"/>
                  </a:lnTo>
                  <a:lnTo>
                    <a:pt x="390809" y="1465536"/>
                  </a:lnTo>
                  <a:lnTo>
                    <a:pt x="400830" y="1465536"/>
                  </a:lnTo>
                  <a:lnTo>
                    <a:pt x="410851" y="1465536"/>
                  </a:lnTo>
                  <a:lnTo>
                    <a:pt x="420872" y="1465536"/>
                  </a:lnTo>
                  <a:lnTo>
                    <a:pt x="430892" y="1465536"/>
                  </a:lnTo>
                  <a:lnTo>
                    <a:pt x="430892" y="1427958"/>
                  </a:lnTo>
                  <a:lnTo>
                    <a:pt x="440913" y="1427958"/>
                  </a:lnTo>
                  <a:lnTo>
                    <a:pt x="440913" y="1390380"/>
                  </a:lnTo>
                  <a:lnTo>
                    <a:pt x="440913" y="1352803"/>
                  </a:lnTo>
                  <a:lnTo>
                    <a:pt x="440913" y="1315225"/>
                  </a:lnTo>
                  <a:lnTo>
                    <a:pt x="440913" y="1277647"/>
                  </a:lnTo>
                  <a:lnTo>
                    <a:pt x="440913" y="1240069"/>
                  </a:lnTo>
                  <a:lnTo>
                    <a:pt x="450934" y="1240069"/>
                  </a:lnTo>
                  <a:lnTo>
                    <a:pt x="450934" y="1202491"/>
                  </a:lnTo>
                  <a:lnTo>
                    <a:pt x="450934" y="1164913"/>
                  </a:lnTo>
                  <a:lnTo>
                    <a:pt x="460955" y="1164913"/>
                  </a:lnTo>
                  <a:lnTo>
                    <a:pt x="460955" y="1127335"/>
                  </a:lnTo>
                  <a:lnTo>
                    <a:pt x="460955" y="1089758"/>
                  </a:lnTo>
                  <a:lnTo>
                    <a:pt x="460955" y="1052180"/>
                  </a:lnTo>
                  <a:lnTo>
                    <a:pt x="460955" y="1014602"/>
                  </a:lnTo>
                  <a:lnTo>
                    <a:pt x="460955" y="977024"/>
                  </a:lnTo>
                  <a:lnTo>
                    <a:pt x="460955" y="939446"/>
                  </a:lnTo>
                  <a:lnTo>
                    <a:pt x="460955" y="901868"/>
                  </a:lnTo>
                  <a:lnTo>
                    <a:pt x="460955" y="864290"/>
                  </a:lnTo>
                  <a:lnTo>
                    <a:pt x="460955" y="826712"/>
                  </a:lnTo>
                  <a:lnTo>
                    <a:pt x="460955" y="789135"/>
                  </a:lnTo>
                  <a:lnTo>
                    <a:pt x="460955" y="751557"/>
                  </a:lnTo>
                  <a:lnTo>
                    <a:pt x="460955" y="713979"/>
                  </a:lnTo>
                  <a:lnTo>
                    <a:pt x="460955" y="676401"/>
                  </a:lnTo>
                  <a:lnTo>
                    <a:pt x="460955" y="638823"/>
                  </a:lnTo>
                  <a:lnTo>
                    <a:pt x="460955" y="601245"/>
                  </a:lnTo>
                  <a:lnTo>
                    <a:pt x="460955" y="563667"/>
                  </a:lnTo>
                  <a:lnTo>
                    <a:pt x="460955" y="526090"/>
                  </a:lnTo>
                  <a:lnTo>
                    <a:pt x="470975" y="526090"/>
                  </a:lnTo>
                  <a:lnTo>
                    <a:pt x="480996" y="526090"/>
                  </a:lnTo>
                  <a:lnTo>
                    <a:pt x="480996" y="488512"/>
                  </a:lnTo>
                  <a:lnTo>
                    <a:pt x="491017" y="488512"/>
                  </a:lnTo>
                  <a:lnTo>
                    <a:pt x="491017" y="450934"/>
                  </a:lnTo>
                  <a:lnTo>
                    <a:pt x="501038" y="450934"/>
                  </a:lnTo>
                  <a:lnTo>
                    <a:pt x="501038" y="413356"/>
                  </a:lnTo>
                  <a:lnTo>
                    <a:pt x="511058" y="413356"/>
                  </a:lnTo>
                  <a:lnTo>
                    <a:pt x="511058" y="375778"/>
                  </a:lnTo>
                  <a:lnTo>
                    <a:pt x="521079" y="375778"/>
                  </a:lnTo>
                  <a:lnTo>
                    <a:pt x="521079" y="338200"/>
                  </a:lnTo>
                  <a:lnTo>
                    <a:pt x="531100" y="338200"/>
                  </a:lnTo>
                  <a:lnTo>
                    <a:pt x="541121" y="338200"/>
                  </a:lnTo>
                  <a:lnTo>
                    <a:pt x="551141" y="338200"/>
                  </a:lnTo>
                  <a:lnTo>
                    <a:pt x="561162" y="338200"/>
                  </a:lnTo>
                  <a:lnTo>
                    <a:pt x="561162" y="300622"/>
                  </a:lnTo>
                  <a:lnTo>
                    <a:pt x="571183" y="300622"/>
                  </a:lnTo>
                  <a:lnTo>
                    <a:pt x="581204" y="300622"/>
                  </a:lnTo>
                  <a:lnTo>
                    <a:pt x="581204" y="263045"/>
                  </a:lnTo>
                  <a:lnTo>
                    <a:pt x="581204" y="225467"/>
                  </a:lnTo>
                  <a:lnTo>
                    <a:pt x="581204" y="187889"/>
                  </a:lnTo>
                  <a:lnTo>
                    <a:pt x="591225" y="187889"/>
                  </a:lnTo>
                  <a:lnTo>
                    <a:pt x="601245" y="187889"/>
                  </a:lnTo>
                  <a:lnTo>
                    <a:pt x="611266" y="187889"/>
                  </a:lnTo>
                  <a:lnTo>
                    <a:pt x="621287" y="187889"/>
                  </a:lnTo>
                  <a:lnTo>
                    <a:pt x="621287" y="150311"/>
                  </a:lnTo>
                  <a:lnTo>
                    <a:pt x="631308" y="150311"/>
                  </a:lnTo>
                  <a:lnTo>
                    <a:pt x="641328" y="150311"/>
                  </a:lnTo>
                  <a:lnTo>
                    <a:pt x="651349" y="150311"/>
                  </a:lnTo>
                  <a:lnTo>
                    <a:pt x="651349" y="112733"/>
                  </a:lnTo>
                  <a:lnTo>
                    <a:pt x="661370" y="112733"/>
                  </a:lnTo>
                  <a:lnTo>
                    <a:pt x="671391" y="112733"/>
                  </a:lnTo>
                  <a:lnTo>
                    <a:pt x="681411" y="112733"/>
                  </a:lnTo>
                  <a:lnTo>
                    <a:pt x="681411" y="75155"/>
                  </a:lnTo>
                  <a:lnTo>
                    <a:pt x="691432" y="75155"/>
                  </a:lnTo>
                  <a:lnTo>
                    <a:pt x="701453" y="75155"/>
                  </a:lnTo>
                  <a:lnTo>
                    <a:pt x="711474" y="75155"/>
                  </a:lnTo>
                  <a:lnTo>
                    <a:pt x="721494" y="75155"/>
                  </a:lnTo>
                  <a:lnTo>
                    <a:pt x="731515" y="75155"/>
                  </a:lnTo>
                  <a:lnTo>
                    <a:pt x="741536" y="75155"/>
                  </a:lnTo>
                  <a:lnTo>
                    <a:pt x="751557" y="75155"/>
                  </a:lnTo>
                  <a:lnTo>
                    <a:pt x="761578" y="75155"/>
                  </a:lnTo>
                  <a:lnTo>
                    <a:pt x="771598" y="75155"/>
                  </a:lnTo>
                  <a:lnTo>
                    <a:pt x="781619" y="75155"/>
                  </a:lnTo>
                  <a:lnTo>
                    <a:pt x="791640" y="75155"/>
                  </a:lnTo>
                  <a:lnTo>
                    <a:pt x="801661" y="75155"/>
                  </a:lnTo>
                  <a:lnTo>
                    <a:pt x="811681" y="75155"/>
                  </a:lnTo>
                  <a:lnTo>
                    <a:pt x="821702" y="75155"/>
                  </a:lnTo>
                  <a:lnTo>
                    <a:pt x="831723" y="75155"/>
                  </a:lnTo>
                  <a:lnTo>
                    <a:pt x="841744" y="75155"/>
                  </a:lnTo>
                  <a:lnTo>
                    <a:pt x="851764" y="75155"/>
                  </a:lnTo>
                  <a:lnTo>
                    <a:pt x="861785" y="75155"/>
                  </a:lnTo>
                  <a:lnTo>
                    <a:pt x="871806" y="75155"/>
                  </a:lnTo>
                  <a:lnTo>
                    <a:pt x="881827" y="75155"/>
                  </a:lnTo>
                  <a:lnTo>
                    <a:pt x="881827" y="37577"/>
                  </a:lnTo>
                  <a:lnTo>
                    <a:pt x="891847" y="37577"/>
                  </a:lnTo>
                  <a:lnTo>
                    <a:pt x="901868" y="37577"/>
                  </a:lnTo>
                  <a:lnTo>
                    <a:pt x="911889" y="37577"/>
                  </a:lnTo>
                  <a:lnTo>
                    <a:pt x="921910" y="37577"/>
                  </a:lnTo>
                  <a:lnTo>
                    <a:pt x="931931" y="37577"/>
                  </a:lnTo>
                  <a:lnTo>
                    <a:pt x="941951" y="37577"/>
                  </a:lnTo>
                  <a:lnTo>
                    <a:pt x="941951" y="0"/>
                  </a:lnTo>
                  <a:lnTo>
                    <a:pt x="951972" y="0"/>
                  </a:lnTo>
                  <a:lnTo>
                    <a:pt x="961993" y="0"/>
                  </a:lnTo>
                  <a:lnTo>
                    <a:pt x="972014" y="0"/>
                  </a:lnTo>
                  <a:lnTo>
                    <a:pt x="982034" y="0"/>
                  </a:lnTo>
                  <a:lnTo>
                    <a:pt x="992055" y="0"/>
                  </a:lnTo>
                  <a:lnTo>
                    <a:pt x="1002076" y="0"/>
                  </a:lnTo>
                  <a:lnTo>
                    <a:pt x="1012097" y="0"/>
                  </a:lnTo>
                  <a:lnTo>
                    <a:pt x="1022117" y="0"/>
                  </a:lnTo>
                  <a:lnTo>
                    <a:pt x="1032138" y="0"/>
                  </a:lnTo>
                  <a:lnTo>
                    <a:pt x="1042159" y="0"/>
                  </a:lnTo>
                  <a:lnTo>
                    <a:pt x="1052180" y="0"/>
                  </a:lnTo>
                  <a:lnTo>
                    <a:pt x="1062200" y="0"/>
                  </a:lnTo>
                  <a:lnTo>
                    <a:pt x="1072221" y="0"/>
                  </a:lnTo>
                  <a:lnTo>
                    <a:pt x="1082242" y="0"/>
                  </a:lnTo>
                  <a:lnTo>
                    <a:pt x="1092263" y="0"/>
                  </a:lnTo>
                  <a:lnTo>
                    <a:pt x="1102283" y="0"/>
                  </a:lnTo>
                  <a:lnTo>
                    <a:pt x="1112304" y="0"/>
                  </a:lnTo>
                  <a:lnTo>
                    <a:pt x="1122325" y="0"/>
                  </a:lnTo>
                  <a:lnTo>
                    <a:pt x="1132346" y="0"/>
                  </a:lnTo>
                  <a:lnTo>
                    <a:pt x="1142367" y="0"/>
                  </a:lnTo>
                  <a:lnTo>
                    <a:pt x="1152387" y="0"/>
                  </a:lnTo>
                  <a:lnTo>
                    <a:pt x="1162408" y="0"/>
                  </a:lnTo>
                  <a:lnTo>
                    <a:pt x="1172429" y="0"/>
                  </a:lnTo>
                  <a:lnTo>
                    <a:pt x="1182450" y="0"/>
                  </a:lnTo>
                  <a:lnTo>
                    <a:pt x="1192470" y="0"/>
                  </a:lnTo>
                  <a:lnTo>
                    <a:pt x="1202491" y="0"/>
                  </a:lnTo>
                  <a:lnTo>
                    <a:pt x="1212512" y="0"/>
                  </a:lnTo>
                  <a:lnTo>
                    <a:pt x="1222533" y="0"/>
                  </a:lnTo>
                  <a:lnTo>
                    <a:pt x="1232553" y="0"/>
                  </a:lnTo>
                  <a:lnTo>
                    <a:pt x="1242574" y="0"/>
                  </a:lnTo>
                  <a:lnTo>
                    <a:pt x="1252595" y="0"/>
                  </a:lnTo>
                  <a:lnTo>
                    <a:pt x="1262616" y="0"/>
                  </a:lnTo>
                  <a:lnTo>
                    <a:pt x="1272636" y="0"/>
                  </a:lnTo>
                  <a:lnTo>
                    <a:pt x="1282657" y="0"/>
                  </a:lnTo>
                  <a:lnTo>
                    <a:pt x="1292678" y="0"/>
                  </a:lnTo>
                  <a:lnTo>
                    <a:pt x="1302699" y="0"/>
                  </a:lnTo>
                  <a:lnTo>
                    <a:pt x="1312720" y="0"/>
                  </a:lnTo>
                  <a:lnTo>
                    <a:pt x="1322740" y="0"/>
                  </a:lnTo>
                  <a:lnTo>
                    <a:pt x="1332761" y="0"/>
                  </a:lnTo>
                  <a:lnTo>
                    <a:pt x="1342782" y="0"/>
                  </a:lnTo>
                  <a:lnTo>
                    <a:pt x="1352803" y="0"/>
                  </a:lnTo>
                  <a:lnTo>
                    <a:pt x="1362823" y="0"/>
                  </a:lnTo>
                  <a:lnTo>
                    <a:pt x="1372844" y="0"/>
                  </a:lnTo>
                  <a:lnTo>
                    <a:pt x="1382865" y="0"/>
                  </a:lnTo>
                  <a:lnTo>
                    <a:pt x="1392886" y="0"/>
                  </a:lnTo>
                  <a:lnTo>
                    <a:pt x="1402906" y="0"/>
                  </a:lnTo>
                  <a:lnTo>
                    <a:pt x="1412927" y="0"/>
                  </a:lnTo>
                  <a:lnTo>
                    <a:pt x="1422948" y="0"/>
                  </a:lnTo>
                  <a:lnTo>
                    <a:pt x="1432969" y="0"/>
                  </a:lnTo>
                  <a:lnTo>
                    <a:pt x="1442989" y="0"/>
                  </a:lnTo>
                  <a:lnTo>
                    <a:pt x="1453010" y="0"/>
                  </a:lnTo>
                  <a:lnTo>
                    <a:pt x="1463031" y="0"/>
                  </a:lnTo>
                  <a:lnTo>
                    <a:pt x="1473052" y="0"/>
                  </a:lnTo>
                  <a:lnTo>
                    <a:pt x="1483073" y="0"/>
                  </a:lnTo>
                  <a:lnTo>
                    <a:pt x="1493093" y="0"/>
                  </a:lnTo>
                  <a:lnTo>
                    <a:pt x="1503114" y="0"/>
                  </a:lnTo>
                  <a:lnTo>
                    <a:pt x="1513135" y="0"/>
                  </a:lnTo>
                  <a:lnTo>
                    <a:pt x="1523156" y="0"/>
                  </a:lnTo>
                  <a:lnTo>
                    <a:pt x="1533176" y="0"/>
                  </a:lnTo>
                  <a:lnTo>
                    <a:pt x="1543197" y="0"/>
                  </a:lnTo>
                  <a:lnTo>
                    <a:pt x="1553218" y="0"/>
                  </a:lnTo>
                  <a:lnTo>
                    <a:pt x="1563239" y="0"/>
                  </a:lnTo>
                  <a:lnTo>
                    <a:pt x="1573259" y="0"/>
                  </a:lnTo>
                  <a:lnTo>
                    <a:pt x="1583280" y="0"/>
                  </a:lnTo>
                  <a:lnTo>
                    <a:pt x="1593301" y="0"/>
                  </a:lnTo>
                  <a:lnTo>
                    <a:pt x="1603322" y="0"/>
                  </a:lnTo>
                  <a:lnTo>
                    <a:pt x="1613342" y="0"/>
                  </a:lnTo>
                  <a:lnTo>
                    <a:pt x="1623363" y="0"/>
                  </a:lnTo>
                  <a:lnTo>
                    <a:pt x="1633384" y="0"/>
                  </a:lnTo>
                  <a:lnTo>
                    <a:pt x="1643405" y="0"/>
                  </a:lnTo>
                  <a:lnTo>
                    <a:pt x="1653425" y="0"/>
                  </a:lnTo>
                  <a:lnTo>
                    <a:pt x="1663446" y="0"/>
                  </a:lnTo>
                  <a:lnTo>
                    <a:pt x="1673467" y="0"/>
                  </a:lnTo>
                  <a:lnTo>
                    <a:pt x="1683488" y="0"/>
                  </a:lnTo>
                  <a:lnTo>
                    <a:pt x="1693509" y="0"/>
                  </a:lnTo>
                  <a:lnTo>
                    <a:pt x="1703529" y="0"/>
                  </a:lnTo>
                  <a:lnTo>
                    <a:pt x="1713550" y="0"/>
                  </a:lnTo>
                  <a:lnTo>
                    <a:pt x="1723571" y="0"/>
                  </a:lnTo>
                  <a:lnTo>
                    <a:pt x="1733592" y="0"/>
                  </a:lnTo>
                  <a:lnTo>
                    <a:pt x="1743612" y="0"/>
                  </a:lnTo>
                  <a:lnTo>
                    <a:pt x="1753633" y="0"/>
                  </a:lnTo>
                  <a:lnTo>
                    <a:pt x="1763654" y="0"/>
                  </a:lnTo>
                  <a:lnTo>
                    <a:pt x="1773675" y="0"/>
                  </a:lnTo>
                  <a:lnTo>
                    <a:pt x="1783695" y="0"/>
                  </a:lnTo>
                  <a:lnTo>
                    <a:pt x="1793716" y="0"/>
                  </a:lnTo>
                  <a:lnTo>
                    <a:pt x="1803737" y="0"/>
                  </a:lnTo>
                  <a:lnTo>
                    <a:pt x="1813758" y="0"/>
                  </a:lnTo>
                  <a:lnTo>
                    <a:pt x="1823778" y="0"/>
                  </a:lnTo>
                  <a:lnTo>
                    <a:pt x="1833799" y="0"/>
                  </a:lnTo>
                  <a:lnTo>
                    <a:pt x="1843820" y="0"/>
                  </a:lnTo>
                  <a:lnTo>
                    <a:pt x="1853841" y="0"/>
                  </a:lnTo>
                  <a:lnTo>
                    <a:pt x="1863862" y="0"/>
                  </a:lnTo>
                  <a:lnTo>
                    <a:pt x="1873882" y="0"/>
                  </a:lnTo>
                  <a:lnTo>
                    <a:pt x="1883903" y="0"/>
                  </a:lnTo>
                  <a:lnTo>
                    <a:pt x="1893924" y="0"/>
                  </a:lnTo>
                  <a:lnTo>
                    <a:pt x="1903945" y="0"/>
                  </a:lnTo>
                  <a:lnTo>
                    <a:pt x="1913965" y="0"/>
                  </a:lnTo>
                  <a:lnTo>
                    <a:pt x="1923986" y="0"/>
                  </a:lnTo>
                  <a:lnTo>
                    <a:pt x="1934007" y="0"/>
                  </a:lnTo>
                  <a:lnTo>
                    <a:pt x="1944028" y="0"/>
                  </a:lnTo>
                  <a:lnTo>
                    <a:pt x="1954048" y="0"/>
                  </a:lnTo>
                  <a:lnTo>
                    <a:pt x="1964069" y="0"/>
                  </a:lnTo>
                  <a:lnTo>
                    <a:pt x="1974090" y="0"/>
                  </a:lnTo>
                  <a:lnTo>
                    <a:pt x="1984111" y="0"/>
                  </a:lnTo>
                  <a:lnTo>
                    <a:pt x="1994131" y="0"/>
                  </a:lnTo>
                  <a:lnTo>
                    <a:pt x="2004152" y="0"/>
                  </a:lnTo>
                  <a:lnTo>
                    <a:pt x="2014173" y="0"/>
                  </a:lnTo>
                  <a:lnTo>
                    <a:pt x="2024194" y="0"/>
                  </a:lnTo>
                  <a:lnTo>
                    <a:pt x="2034215" y="0"/>
                  </a:lnTo>
                  <a:lnTo>
                    <a:pt x="2044235" y="0"/>
                  </a:lnTo>
                  <a:lnTo>
                    <a:pt x="2054256" y="0"/>
                  </a:lnTo>
                  <a:lnTo>
                    <a:pt x="2064277" y="0"/>
                  </a:lnTo>
                  <a:lnTo>
                    <a:pt x="2074298" y="0"/>
                  </a:lnTo>
                  <a:lnTo>
                    <a:pt x="2084318" y="0"/>
                  </a:lnTo>
                  <a:lnTo>
                    <a:pt x="2094339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tx1689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0.93 [0.798, 2.341]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7341273" y="7425697"/>
              <a:ext cx="873178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0.803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7341273" y="7645650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0.443</a:t>
              </a:r>
            </a:p>
          </p:txBody>
        </p:sp>
        <p:sp>
          <p:nvSpPr>
            <p:cNvPr id="1692" name="tx1692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0.964</a:t>
              </a:r>
            </a:p>
          </p:txBody>
        </p:sp>
        <p:sp>
          <p:nvSpPr>
            <p:cNvPr id="1693" name="tx1693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694" name="tx1694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695" name="tx1695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696" name="tx1696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697" name="tx1697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698" name="tx1698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699" name="tx1699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00" name="tx1700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01" name="tx1701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04" name="tx1704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05" name="rc1705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rc1706"/>
            <p:cNvSpPr/>
            <p:nvPr/>
          </p:nvSpPr>
          <p:spPr>
            <a:xfrm>
              <a:off x="9563413" y="5418670"/>
              <a:ext cx="95879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9563413" y="8514967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9563413" y="7638287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9563413" y="676160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9563413" y="588492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978585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005595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032605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9563413" y="8076627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9563413" y="7199947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9563413" y="632326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9563413" y="5446585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965080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992090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019100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046110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9641497" y="72548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9655602" y="7067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9621439" y="7158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9708905" y="7025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9962441" y="71153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9637156" y="7150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9633355" y="72044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9625561" y="72581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9649156" y="7175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9622885" y="7057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10203180" y="73956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9622774" y="7210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9790007" y="665184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9761642" y="67354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9692212" y="69638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9597638" y="7183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9626517" y="71752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9667643" y="70019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9639031" y="7045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9631862" y="71531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9630010" y="7238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10453803" y="58336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10172164" y="67418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10078146" y="7188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9606953" y="7307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9631922" y="7105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9651138" y="69023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9612605" y="7323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9617476" y="72123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10068187" y="7211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9718822" y="7028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9638614" y="7177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9591298" y="70784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9602455" y="72120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9645194" y="72100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9626597" y="7062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9618158" y="72842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9613293" y="71532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9623649" y="7162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10079818" y="687193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10244077" y="64175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9636014" y="7222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9606149" y="7058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9614640" y="71845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9616956" y="718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10046263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9898470" y="7108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9959877" y="60593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9962921" y="69731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9801708" y="6865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9823414" y="64992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9639045" y="70624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10184450" y="61232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9681005" y="7042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9616913" y="7209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10030635" y="82474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9633336" y="7103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9582169" y="70438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9912923" y="67335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9696234" y="7062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9817813" y="70268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9956755" y="7022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9630017" y="7143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9758714" y="69218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9611910" y="72396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9654849" y="6845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10272549" y="76668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9630386" y="7218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9653422" y="7132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9611098" y="723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9618139" y="72090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9635326" y="72123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9615865" y="72327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9635947" y="7196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9990295" y="7479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9627008" y="7178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9614768" y="7270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10012070" y="71857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10115067" y="7615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9631670" y="71885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9625772" y="7215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9626372" y="72467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9623788" y="71032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9838649" y="69945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9637521" y="7174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9626361" y="71840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9712551" y="673202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9634303" y="71872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9608252" y="717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9809798" y="67798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10230398" y="74123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9606343" y="71594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9638165" y="72190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10324101" y="7913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9607898" y="7320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9655474" y="7227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9627247" y="7094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9717624" y="7047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9900235" y="7124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9610898" y="72311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9621729" y="71994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9632506" y="7126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10022044" y="66404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10107207" y="73946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9631320" y="72055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10041126" y="67675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9853721" y="67121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9626869" y="71272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9644424" y="70856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9689216" y="66502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9765723" y="67246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9866599" y="7331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9789492" y="68059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9622750" y="71783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9619034" y="71694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9649457" y="70342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9631104" y="72488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9809221" y="70017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9630319" y="72343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9627980" y="71016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9619942" y="71031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9611805" y="7173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9606199" y="7175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9939363" y="73516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9615974" y="72333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10241637" y="7500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9897966" y="74039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9625932" y="7185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9629060" y="7157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9610241" y="70864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9616437" y="72066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10206573" y="75322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9622171" y="7273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9623176" y="7142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9633854" y="72305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10297219" y="74301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9990150" y="7284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9800111" y="672755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9626544" y="7088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9623984" y="72099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9631725" y="71959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10008135" y="69336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9631434" y="7210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9607906" y="71840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10250277" y="72685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9746509" y="675735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9615188" y="72234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10001728" y="66726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9629086" y="71428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9714703" y="70272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9618405" y="7125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9627449" y="7270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9618814" y="71830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9623807" y="70625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9733570" y="66970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9638648" y="7206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9619462" y="72581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9635802" y="67336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9787524" y="6657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9647542" y="69376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9625184" y="7256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10030689" y="7255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9596703" y="72168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9678593" y="70087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9624704" y="7150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10195241" y="55387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9622453" y="7182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9626056" y="7154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9667572" y="70234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10010945" y="7111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9768666" y="68848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9613188" y="71737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9880530" y="72738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9980019" y="74567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10195462" y="7714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9785855" y="67235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10402348" y="80702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9631449" y="71429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9652061" y="72604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9630448" y="7080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9898566" y="72868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9636598" y="7229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9650601" y="70553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9641012" y="7052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10152390" y="74452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9686329" y="7148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9707377" y="64893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9620024" y="7174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9627848" y="73547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9618122" y="71912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9675782" y="70183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9624098" y="7226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9630186" y="72282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10028048" y="69652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10068934" y="70893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9609956" y="7129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9619952" y="71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10081581" y="78379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10204652" y="77016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9937091" y="70150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10019814" y="7248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9645655" y="73082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9715786" y="6647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9627824" y="7153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9640872" y="72066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9916209" y="7286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10096373" y="68616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9876330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9632701" y="69773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9755807" y="69849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9621740" y="7311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9762384" y="66590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9627089" y="72290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9611225" y="71940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9681054" y="7067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9975953" y="7976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10169956" y="79639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10015156" y="7552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9622266" y="7194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9624719" y="71857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9622521" y="72432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9619272" y="72860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9629113" y="7134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9635862" y="71500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9688480" y="7034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9635240" y="71440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9806341" y="73712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9616986" y="7222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9635934" y="72271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9802290" y="67410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9654180" y="7194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10319940" y="69072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9776552" y="68206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9624220" y="71765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9674971" y="658793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9689364" y="7171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9656514" y="72215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9970316" y="683038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9679314" y="698985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9623010" y="71892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9674831" y="69462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9610378" y="7185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9625034" y="71898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9616703" y="7106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10157390" y="7852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9644877" y="7140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9944270" y="72321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9643401" y="71939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9963026" y="7314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9630784" y="7254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9607238" y="72154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9608051" y="72416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9632090" y="7184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9611277" y="7301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9608817" y="7230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9622074" y="72404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9727133" y="69457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9613411" y="72583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9631750" y="7310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9626236" y="71677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9619327" y="72046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9859800" y="58412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9631684" y="72450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9629144" y="71931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9821134" y="68840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9616076" y="73164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9563413" y="7033548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9606995" y="6609521"/>
              <a:ext cx="871633" cy="846142"/>
            </a:xfrm>
            <a:custGeom>
              <a:avLst/>
              <a:pathLst>
                <a:path w="871633" h="846142">
                  <a:moveTo>
                    <a:pt x="0" y="580437"/>
                  </a:moveTo>
                  <a:lnTo>
                    <a:pt x="11033" y="580553"/>
                  </a:lnTo>
                  <a:lnTo>
                    <a:pt x="22066" y="575274"/>
                  </a:lnTo>
                  <a:lnTo>
                    <a:pt x="33100" y="562419"/>
                  </a:lnTo>
                  <a:lnTo>
                    <a:pt x="44133" y="539377"/>
                  </a:lnTo>
                  <a:lnTo>
                    <a:pt x="55166" y="505648"/>
                  </a:lnTo>
                  <a:lnTo>
                    <a:pt x="66200" y="465398"/>
                  </a:lnTo>
                  <a:lnTo>
                    <a:pt x="77233" y="423222"/>
                  </a:lnTo>
                  <a:lnTo>
                    <a:pt x="88266" y="382607"/>
                  </a:lnTo>
                  <a:lnTo>
                    <a:pt x="99300" y="343963"/>
                  </a:lnTo>
                  <a:lnTo>
                    <a:pt x="110333" y="307015"/>
                  </a:lnTo>
                  <a:lnTo>
                    <a:pt x="121366" y="271961"/>
                  </a:lnTo>
                  <a:lnTo>
                    <a:pt x="132400" y="239865"/>
                  </a:lnTo>
                  <a:lnTo>
                    <a:pt x="143433" y="212437"/>
                  </a:lnTo>
                  <a:lnTo>
                    <a:pt x="154466" y="190563"/>
                  </a:lnTo>
                  <a:lnTo>
                    <a:pt x="165500" y="174123"/>
                  </a:lnTo>
                  <a:lnTo>
                    <a:pt x="176533" y="162709"/>
                  </a:lnTo>
                  <a:lnTo>
                    <a:pt x="187566" y="155756"/>
                  </a:lnTo>
                  <a:lnTo>
                    <a:pt x="198600" y="152615"/>
                  </a:lnTo>
                  <a:lnTo>
                    <a:pt x="209633" y="152619"/>
                  </a:lnTo>
                  <a:lnTo>
                    <a:pt x="220666" y="155147"/>
                  </a:lnTo>
                  <a:lnTo>
                    <a:pt x="231700" y="159704"/>
                  </a:lnTo>
                  <a:lnTo>
                    <a:pt x="242733" y="165986"/>
                  </a:lnTo>
                  <a:lnTo>
                    <a:pt x="253766" y="173908"/>
                  </a:lnTo>
                  <a:lnTo>
                    <a:pt x="264800" y="183583"/>
                  </a:lnTo>
                  <a:lnTo>
                    <a:pt x="275833" y="195259"/>
                  </a:lnTo>
                  <a:lnTo>
                    <a:pt x="286866" y="209255"/>
                  </a:lnTo>
                  <a:lnTo>
                    <a:pt x="297900" y="225899"/>
                  </a:lnTo>
                  <a:lnTo>
                    <a:pt x="308933" y="245445"/>
                  </a:lnTo>
                  <a:lnTo>
                    <a:pt x="319966" y="267738"/>
                  </a:lnTo>
                  <a:lnTo>
                    <a:pt x="331000" y="292361"/>
                  </a:lnTo>
                  <a:lnTo>
                    <a:pt x="342033" y="318818"/>
                  </a:lnTo>
                  <a:lnTo>
                    <a:pt x="353066" y="346552"/>
                  </a:lnTo>
                  <a:lnTo>
                    <a:pt x="364100" y="374962"/>
                  </a:lnTo>
                  <a:lnTo>
                    <a:pt x="375133" y="403425"/>
                  </a:lnTo>
                  <a:lnTo>
                    <a:pt x="386166" y="431316"/>
                  </a:lnTo>
                  <a:lnTo>
                    <a:pt x="397200" y="458052"/>
                  </a:lnTo>
                  <a:lnTo>
                    <a:pt x="408233" y="483135"/>
                  </a:lnTo>
                  <a:lnTo>
                    <a:pt x="419266" y="506195"/>
                  </a:lnTo>
                  <a:lnTo>
                    <a:pt x="430300" y="527014"/>
                  </a:lnTo>
                  <a:lnTo>
                    <a:pt x="441333" y="545515"/>
                  </a:lnTo>
                  <a:lnTo>
                    <a:pt x="452366" y="561725"/>
                  </a:lnTo>
                  <a:lnTo>
                    <a:pt x="463400" y="575746"/>
                  </a:lnTo>
                  <a:lnTo>
                    <a:pt x="474433" y="587806"/>
                  </a:lnTo>
                  <a:lnTo>
                    <a:pt x="485466" y="598127"/>
                  </a:lnTo>
                  <a:lnTo>
                    <a:pt x="496500" y="606868"/>
                  </a:lnTo>
                  <a:lnTo>
                    <a:pt x="507533" y="614145"/>
                  </a:lnTo>
                  <a:lnTo>
                    <a:pt x="518566" y="620033"/>
                  </a:lnTo>
                  <a:lnTo>
                    <a:pt x="529600" y="624582"/>
                  </a:lnTo>
                  <a:lnTo>
                    <a:pt x="540633" y="627811"/>
                  </a:lnTo>
                  <a:lnTo>
                    <a:pt x="551666" y="629721"/>
                  </a:lnTo>
                  <a:lnTo>
                    <a:pt x="562700" y="630291"/>
                  </a:lnTo>
                  <a:lnTo>
                    <a:pt x="573733" y="629482"/>
                  </a:lnTo>
                  <a:lnTo>
                    <a:pt x="584766" y="627235"/>
                  </a:lnTo>
                  <a:lnTo>
                    <a:pt x="595800" y="623478"/>
                  </a:lnTo>
                  <a:lnTo>
                    <a:pt x="606833" y="618125"/>
                  </a:lnTo>
                  <a:lnTo>
                    <a:pt x="617866" y="611080"/>
                  </a:lnTo>
                  <a:lnTo>
                    <a:pt x="628900" y="602248"/>
                  </a:lnTo>
                  <a:lnTo>
                    <a:pt x="639933" y="591539"/>
                  </a:lnTo>
                  <a:lnTo>
                    <a:pt x="650967" y="578879"/>
                  </a:lnTo>
                  <a:lnTo>
                    <a:pt x="662000" y="564221"/>
                  </a:lnTo>
                  <a:lnTo>
                    <a:pt x="673033" y="547546"/>
                  </a:lnTo>
                  <a:lnTo>
                    <a:pt x="684067" y="528870"/>
                  </a:lnTo>
                  <a:lnTo>
                    <a:pt x="695100" y="508241"/>
                  </a:lnTo>
                  <a:lnTo>
                    <a:pt x="706133" y="485733"/>
                  </a:lnTo>
                  <a:lnTo>
                    <a:pt x="717167" y="461443"/>
                  </a:lnTo>
                  <a:lnTo>
                    <a:pt x="728200" y="435482"/>
                  </a:lnTo>
                  <a:lnTo>
                    <a:pt x="739233" y="407968"/>
                  </a:lnTo>
                  <a:lnTo>
                    <a:pt x="750267" y="379025"/>
                  </a:lnTo>
                  <a:lnTo>
                    <a:pt x="761300" y="348777"/>
                  </a:lnTo>
                  <a:lnTo>
                    <a:pt x="772333" y="317346"/>
                  </a:lnTo>
                  <a:lnTo>
                    <a:pt x="783367" y="284853"/>
                  </a:lnTo>
                  <a:lnTo>
                    <a:pt x="794400" y="251414"/>
                  </a:lnTo>
                  <a:lnTo>
                    <a:pt x="805433" y="217143"/>
                  </a:lnTo>
                  <a:lnTo>
                    <a:pt x="816467" y="182149"/>
                  </a:lnTo>
                  <a:lnTo>
                    <a:pt x="827500" y="146541"/>
                  </a:lnTo>
                  <a:lnTo>
                    <a:pt x="838533" y="110421"/>
                  </a:lnTo>
                  <a:lnTo>
                    <a:pt x="849567" y="73891"/>
                  </a:lnTo>
                  <a:lnTo>
                    <a:pt x="860600" y="37052"/>
                  </a:lnTo>
                  <a:lnTo>
                    <a:pt x="871633" y="0"/>
                  </a:lnTo>
                  <a:lnTo>
                    <a:pt x="871633" y="675782"/>
                  </a:lnTo>
                  <a:lnTo>
                    <a:pt x="860600" y="681487"/>
                  </a:lnTo>
                  <a:lnTo>
                    <a:pt x="849567" y="687297"/>
                  </a:lnTo>
                  <a:lnTo>
                    <a:pt x="838533" y="693200"/>
                  </a:lnTo>
                  <a:lnTo>
                    <a:pt x="827500" y="699186"/>
                  </a:lnTo>
                  <a:lnTo>
                    <a:pt x="816467" y="705250"/>
                  </a:lnTo>
                  <a:lnTo>
                    <a:pt x="805433" y="711386"/>
                  </a:lnTo>
                  <a:lnTo>
                    <a:pt x="794400" y="717594"/>
                  </a:lnTo>
                  <a:lnTo>
                    <a:pt x="783367" y="723874"/>
                  </a:lnTo>
                  <a:lnTo>
                    <a:pt x="772333" y="730231"/>
                  </a:lnTo>
                  <a:lnTo>
                    <a:pt x="761300" y="736675"/>
                  </a:lnTo>
                  <a:lnTo>
                    <a:pt x="750267" y="743215"/>
                  </a:lnTo>
                  <a:lnTo>
                    <a:pt x="739233" y="749867"/>
                  </a:lnTo>
                  <a:lnTo>
                    <a:pt x="728200" y="756645"/>
                  </a:lnTo>
                  <a:lnTo>
                    <a:pt x="717167" y="763565"/>
                  </a:lnTo>
                  <a:lnTo>
                    <a:pt x="706133" y="770638"/>
                  </a:lnTo>
                  <a:lnTo>
                    <a:pt x="695100" y="777864"/>
                  </a:lnTo>
                  <a:lnTo>
                    <a:pt x="684067" y="785233"/>
                  </a:lnTo>
                  <a:lnTo>
                    <a:pt x="673033" y="792710"/>
                  </a:lnTo>
                  <a:lnTo>
                    <a:pt x="662000" y="800234"/>
                  </a:lnTo>
                  <a:lnTo>
                    <a:pt x="650967" y="807713"/>
                  </a:lnTo>
                  <a:lnTo>
                    <a:pt x="639933" y="815020"/>
                  </a:lnTo>
                  <a:lnTo>
                    <a:pt x="628900" y="821998"/>
                  </a:lnTo>
                  <a:lnTo>
                    <a:pt x="617866" y="828466"/>
                  </a:lnTo>
                  <a:lnTo>
                    <a:pt x="606833" y="834225"/>
                  </a:lnTo>
                  <a:lnTo>
                    <a:pt x="595800" y="839071"/>
                  </a:lnTo>
                  <a:lnTo>
                    <a:pt x="584766" y="842800"/>
                  </a:lnTo>
                  <a:lnTo>
                    <a:pt x="573733" y="845218"/>
                  </a:lnTo>
                  <a:lnTo>
                    <a:pt x="562700" y="846142"/>
                  </a:lnTo>
                  <a:lnTo>
                    <a:pt x="551666" y="845407"/>
                  </a:lnTo>
                  <a:lnTo>
                    <a:pt x="540633" y="842865"/>
                  </a:lnTo>
                  <a:lnTo>
                    <a:pt x="529600" y="838386"/>
                  </a:lnTo>
                  <a:lnTo>
                    <a:pt x="518566" y="831861"/>
                  </a:lnTo>
                  <a:lnTo>
                    <a:pt x="507533" y="823204"/>
                  </a:lnTo>
                  <a:lnTo>
                    <a:pt x="496500" y="812354"/>
                  </a:lnTo>
                  <a:lnTo>
                    <a:pt x="485466" y="799278"/>
                  </a:lnTo>
                  <a:lnTo>
                    <a:pt x="474433" y="783983"/>
                  </a:lnTo>
                  <a:lnTo>
                    <a:pt x="463400" y="766521"/>
                  </a:lnTo>
                  <a:lnTo>
                    <a:pt x="452366" y="747004"/>
                  </a:lnTo>
                  <a:lnTo>
                    <a:pt x="441333" y="725726"/>
                  </a:lnTo>
                  <a:lnTo>
                    <a:pt x="430300" y="703265"/>
                  </a:lnTo>
                  <a:lnTo>
                    <a:pt x="419266" y="680182"/>
                  </a:lnTo>
                  <a:lnTo>
                    <a:pt x="408233" y="656937"/>
                  </a:lnTo>
                  <a:lnTo>
                    <a:pt x="397200" y="633847"/>
                  </a:lnTo>
                  <a:lnTo>
                    <a:pt x="386166" y="611078"/>
                  </a:lnTo>
                  <a:lnTo>
                    <a:pt x="375133" y="588667"/>
                  </a:lnTo>
                  <a:lnTo>
                    <a:pt x="364100" y="566566"/>
                  </a:lnTo>
                  <a:lnTo>
                    <a:pt x="353066" y="544687"/>
                  </a:lnTo>
                  <a:lnTo>
                    <a:pt x="342033" y="522941"/>
                  </a:lnTo>
                  <a:lnTo>
                    <a:pt x="331000" y="501264"/>
                  </a:lnTo>
                  <a:lnTo>
                    <a:pt x="319966" y="479635"/>
                  </a:lnTo>
                  <a:lnTo>
                    <a:pt x="308933" y="458091"/>
                  </a:lnTo>
                  <a:lnTo>
                    <a:pt x="297900" y="436752"/>
                  </a:lnTo>
                  <a:lnTo>
                    <a:pt x="286866" y="415941"/>
                  </a:lnTo>
                  <a:lnTo>
                    <a:pt x="275833" y="396265"/>
                  </a:lnTo>
                  <a:lnTo>
                    <a:pt x="264800" y="378393"/>
                  </a:lnTo>
                  <a:lnTo>
                    <a:pt x="253766" y="362981"/>
                  </a:lnTo>
                  <a:lnTo>
                    <a:pt x="242733" y="350619"/>
                  </a:lnTo>
                  <a:lnTo>
                    <a:pt x="231700" y="341757"/>
                  </a:lnTo>
                  <a:lnTo>
                    <a:pt x="220666" y="336650"/>
                  </a:lnTo>
                  <a:lnTo>
                    <a:pt x="209633" y="335332"/>
                  </a:lnTo>
                  <a:lnTo>
                    <a:pt x="198600" y="337648"/>
                  </a:lnTo>
                  <a:lnTo>
                    <a:pt x="187566" y="343316"/>
                  </a:lnTo>
                  <a:lnTo>
                    <a:pt x="176533" y="352008"/>
                  </a:lnTo>
                  <a:lnTo>
                    <a:pt x="165500" y="363415"/>
                  </a:lnTo>
                  <a:lnTo>
                    <a:pt x="154466" y="377310"/>
                  </a:lnTo>
                  <a:lnTo>
                    <a:pt x="143433" y="393624"/>
                  </a:lnTo>
                  <a:lnTo>
                    <a:pt x="132400" y="412563"/>
                  </a:lnTo>
                  <a:lnTo>
                    <a:pt x="121366" y="434591"/>
                  </a:lnTo>
                  <a:lnTo>
                    <a:pt x="110333" y="459887"/>
                  </a:lnTo>
                  <a:lnTo>
                    <a:pt x="99300" y="487894"/>
                  </a:lnTo>
                  <a:lnTo>
                    <a:pt x="88266" y="517188"/>
                  </a:lnTo>
                  <a:lnTo>
                    <a:pt x="77233" y="545874"/>
                  </a:lnTo>
                  <a:lnTo>
                    <a:pt x="66200" y="572742"/>
                  </a:lnTo>
                  <a:lnTo>
                    <a:pt x="55166" y="599909"/>
                  </a:lnTo>
                  <a:lnTo>
                    <a:pt x="44133" y="631152"/>
                  </a:lnTo>
                  <a:lnTo>
                    <a:pt x="33100" y="670330"/>
                  </a:lnTo>
                  <a:lnTo>
                    <a:pt x="22066" y="717694"/>
                  </a:lnTo>
                  <a:lnTo>
                    <a:pt x="11033" y="771382"/>
                  </a:lnTo>
                  <a:lnTo>
                    <a:pt x="0" y="8298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9606995" y="6609521"/>
              <a:ext cx="871633" cy="630291"/>
            </a:xfrm>
            <a:custGeom>
              <a:avLst/>
              <a:pathLst>
                <a:path w="871633" h="630291">
                  <a:moveTo>
                    <a:pt x="0" y="580437"/>
                  </a:moveTo>
                  <a:lnTo>
                    <a:pt x="11033" y="580553"/>
                  </a:lnTo>
                  <a:lnTo>
                    <a:pt x="22066" y="575274"/>
                  </a:lnTo>
                  <a:lnTo>
                    <a:pt x="33100" y="562419"/>
                  </a:lnTo>
                  <a:lnTo>
                    <a:pt x="44133" y="539377"/>
                  </a:lnTo>
                  <a:lnTo>
                    <a:pt x="55166" y="505648"/>
                  </a:lnTo>
                  <a:lnTo>
                    <a:pt x="66200" y="465398"/>
                  </a:lnTo>
                  <a:lnTo>
                    <a:pt x="77233" y="423222"/>
                  </a:lnTo>
                  <a:lnTo>
                    <a:pt x="88266" y="382607"/>
                  </a:lnTo>
                  <a:lnTo>
                    <a:pt x="99300" y="343963"/>
                  </a:lnTo>
                  <a:lnTo>
                    <a:pt x="110333" y="307015"/>
                  </a:lnTo>
                  <a:lnTo>
                    <a:pt x="121366" y="271961"/>
                  </a:lnTo>
                  <a:lnTo>
                    <a:pt x="132400" y="239865"/>
                  </a:lnTo>
                  <a:lnTo>
                    <a:pt x="143433" y="212437"/>
                  </a:lnTo>
                  <a:lnTo>
                    <a:pt x="154466" y="190563"/>
                  </a:lnTo>
                  <a:lnTo>
                    <a:pt x="165500" y="174123"/>
                  </a:lnTo>
                  <a:lnTo>
                    <a:pt x="176533" y="162709"/>
                  </a:lnTo>
                  <a:lnTo>
                    <a:pt x="187566" y="155756"/>
                  </a:lnTo>
                  <a:lnTo>
                    <a:pt x="198600" y="152615"/>
                  </a:lnTo>
                  <a:lnTo>
                    <a:pt x="209633" y="152619"/>
                  </a:lnTo>
                  <a:lnTo>
                    <a:pt x="220666" y="155147"/>
                  </a:lnTo>
                  <a:lnTo>
                    <a:pt x="231700" y="159704"/>
                  </a:lnTo>
                  <a:lnTo>
                    <a:pt x="242733" y="165986"/>
                  </a:lnTo>
                  <a:lnTo>
                    <a:pt x="253766" y="173908"/>
                  </a:lnTo>
                  <a:lnTo>
                    <a:pt x="264800" y="183583"/>
                  </a:lnTo>
                  <a:lnTo>
                    <a:pt x="275833" y="195259"/>
                  </a:lnTo>
                  <a:lnTo>
                    <a:pt x="286866" y="209255"/>
                  </a:lnTo>
                  <a:lnTo>
                    <a:pt x="297900" y="225899"/>
                  </a:lnTo>
                  <a:lnTo>
                    <a:pt x="308933" y="245445"/>
                  </a:lnTo>
                  <a:lnTo>
                    <a:pt x="319966" y="267738"/>
                  </a:lnTo>
                  <a:lnTo>
                    <a:pt x="331000" y="292361"/>
                  </a:lnTo>
                  <a:lnTo>
                    <a:pt x="342033" y="318818"/>
                  </a:lnTo>
                  <a:lnTo>
                    <a:pt x="353066" y="346552"/>
                  </a:lnTo>
                  <a:lnTo>
                    <a:pt x="364100" y="374962"/>
                  </a:lnTo>
                  <a:lnTo>
                    <a:pt x="375133" y="403425"/>
                  </a:lnTo>
                  <a:lnTo>
                    <a:pt x="386166" y="431316"/>
                  </a:lnTo>
                  <a:lnTo>
                    <a:pt x="397200" y="458052"/>
                  </a:lnTo>
                  <a:lnTo>
                    <a:pt x="408233" y="483135"/>
                  </a:lnTo>
                  <a:lnTo>
                    <a:pt x="419266" y="506195"/>
                  </a:lnTo>
                  <a:lnTo>
                    <a:pt x="430300" y="527014"/>
                  </a:lnTo>
                  <a:lnTo>
                    <a:pt x="441333" y="545515"/>
                  </a:lnTo>
                  <a:lnTo>
                    <a:pt x="452366" y="561725"/>
                  </a:lnTo>
                  <a:lnTo>
                    <a:pt x="463400" y="575746"/>
                  </a:lnTo>
                  <a:lnTo>
                    <a:pt x="474433" y="587806"/>
                  </a:lnTo>
                  <a:lnTo>
                    <a:pt x="485466" y="598127"/>
                  </a:lnTo>
                  <a:lnTo>
                    <a:pt x="496500" y="606868"/>
                  </a:lnTo>
                  <a:lnTo>
                    <a:pt x="507533" y="614145"/>
                  </a:lnTo>
                  <a:lnTo>
                    <a:pt x="518566" y="620033"/>
                  </a:lnTo>
                  <a:lnTo>
                    <a:pt x="529600" y="624582"/>
                  </a:lnTo>
                  <a:lnTo>
                    <a:pt x="540633" y="627811"/>
                  </a:lnTo>
                  <a:lnTo>
                    <a:pt x="551666" y="629721"/>
                  </a:lnTo>
                  <a:lnTo>
                    <a:pt x="562700" y="630291"/>
                  </a:lnTo>
                  <a:lnTo>
                    <a:pt x="573733" y="629482"/>
                  </a:lnTo>
                  <a:lnTo>
                    <a:pt x="584766" y="627235"/>
                  </a:lnTo>
                  <a:lnTo>
                    <a:pt x="595800" y="623478"/>
                  </a:lnTo>
                  <a:lnTo>
                    <a:pt x="606833" y="618125"/>
                  </a:lnTo>
                  <a:lnTo>
                    <a:pt x="617866" y="611080"/>
                  </a:lnTo>
                  <a:lnTo>
                    <a:pt x="628900" y="602248"/>
                  </a:lnTo>
                  <a:lnTo>
                    <a:pt x="639933" y="591539"/>
                  </a:lnTo>
                  <a:lnTo>
                    <a:pt x="650967" y="578879"/>
                  </a:lnTo>
                  <a:lnTo>
                    <a:pt x="662000" y="564221"/>
                  </a:lnTo>
                  <a:lnTo>
                    <a:pt x="673033" y="547546"/>
                  </a:lnTo>
                  <a:lnTo>
                    <a:pt x="684067" y="528870"/>
                  </a:lnTo>
                  <a:lnTo>
                    <a:pt x="695100" y="508241"/>
                  </a:lnTo>
                  <a:lnTo>
                    <a:pt x="706133" y="485733"/>
                  </a:lnTo>
                  <a:lnTo>
                    <a:pt x="717167" y="461443"/>
                  </a:lnTo>
                  <a:lnTo>
                    <a:pt x="728200" y="435482"/>
                  </a:lnTo>
                  <a:lnTo>
                    <a:pt x="739233" y="407968"/>
                  </a:lnTo>
                  <a:lnTo>
                    <a:pt x="750267" y="379025"/>
                  </a:lnTo>
                  <a:lnTo>
                    <a:pt x="761300" y="348777"/>
                  </a:lnTo>
                  <a:lnTo>
                    <a:pt x="772333" y="317346"/>
                  </a:lnTo>
                  <a:lnTo>
                    <a:pt x="783367" y="284853"/>
                  </a:lnTo>
                  <a:lnTo>
                    <a:pt x="794400" y="251414"/>
                  </a:lnTo>
                  <a:lnTo>
                    <a:pt x="805433" y="217143"/>
                  </a:lnTo>
                  <a:lnTo>
                    <a:pt x="816467" y="182149"/>
                  </a:lnTo>
                  <a:lnTo>
                    <a:pt x="827500" y="146541"/>
                  </a:lnTo>
                  <a:lnTo>
                    <a:pt x="838533" y="110421"/>
                  </a:lnTo>
                  <a:lnTo>
                    <a:pt x="849567" y="73891"/>
                  </a:lnTo>
                  <a:lnTo>
                    <a:pt x="860600" y="37052"/>
                  </a:lnTo>
                  <a:lnTo>
                    <a:pt x="871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9606995" y="6944853"/>
              <a:ext cx="871633" cy="510810"/>
            </a:xfrm>
            <a:custGeom>
              <a:avLst/>
              <a:pathLst>
                <a:path w="871633" h="510810">
                  <a:moveTo>
                    <a:pt x="871633" y="340450"/>
                  </a:moveTo>
                  <a:lnTo>
                    <a:pt x="860600" y="346155"/>
                  </a:lnTo>
                  <a:lnTo>
                    <a:pt x="849567" y="351965"/>
                  </a:lnTo>
                  <a:lnTo>
                    <a:pt x="838533" y="357868"/>
                  </a:lnTo>
                  <a:lnTo>
                    <a:pt x="827500" y="363854"/>
                  </a:lnTo>
                  <a:lnTo>
                    <a:pt x="816467" y="369918"/>
                  </a:lnTo>
                  <a:lnTo>
                    <a:pt x="805433" y="376054"/>
                  </a:lnTo>
                  <a:lnTo>
                    <a:pt x="794400" y="382262"/>
                  </a:lnTo>
                  <a:lnTo>
                    <a:pt x="783367" y="388542"/>
                  </a:lnTo>
                  <a:lnTo>
                    <a:pt x="772333" y="394899"/>
                  </a:lnTo>
                  <a:lnTo>
                    <a:pt x="761300" y="401343"/>
                  </a:lnTo>
                  <a:lnTo>
                    <a:pt x="750267" y="407883"/>
                  </a:lnTo>
                  <a:lnTo>
                    <a:pt x="739233" y="414535"/>
                  </a:lnTo>
                  <a:lnTo>
                    <a:pt x="728200" y="421313"/>
                  </a:lnTo>
                  <a:lnTo>
                    <a:pt x="717167" y="428233"/>
                  </a:lnTo>
                  <a:lnTo>
                    <a:pt x="706133" y="435305"/>
                  </a:lnTo>
                  <a:lnTo>
                    <a:pt x="695100" y="442532"/>
                  </a:lnTo>
                  <a:lnTo>
                    <a:pt x="684067" y="449901"/>
                  </a:lnTo>
                  <a:lnTo>
                    <a:pt x="673033" y="457378"/>
                  </a:lnTo>
                  <a:lnTo>
                    <a:pt x="662000" y="464902"/>
                  </a:lnTo>
                  <a:lnTo>
                    <a:pt x="650967" y="472381"/>
                  </a:lnTo>
                  <a:lnTo>
                    <a:pt x="639933" y="479688"/>
                  </a:lnTo>
                  <a:lnTo>
                    <a:pt x="628900" y="486666"/>
                  </a:lnTo>
                  <a:lnTo>
                    <a:pt x="617866" y="493134"/>
                  </a:lnTo>
                  <a:lnTo>
                    <a:pt x="606833" y="498893"/>
                  </a:lnTo>
                  <a:lnTo>
                    <a:pt x="595800" y="503739"/>
                  </a:lnTo>
                  <a:lnTo>
                    <a:pt x="584766" y="507468"/>
                  </a:lnTo>
                  <a:lnTo>
                    <a:pt x="573733" y="509885"/>
                  </a:lnTo>
                  <a:lnTo>
                    <a:pt x="562700" y="510810"/>
                  </a:lnTo>
                  <a:lnTo>
                    <a:pt x="551666" y="510075"/>
                  </a:lnTo>
                  <a:lnTo>
                    <a:pt x="540633" y="507532"/>
                  </a:lnTo>
                  <a:lnTo>
                    <a:pt x="529600" y="503053"/>
                  </a:lnTo>
                  <a:lnTo>
                    <a:pt x="518566" y="496529"/>
                  </a:lnTo>
                  <a:lnTo>
                    <a:pt x="507533" y="487872"/>
                  </a:lnTo>
                  <a:lnTo>
                    <a:pt x="496500" y="477022"/>
                  </a:lnTo>
                  <a:lnTo>
                    <a:pt x="485466" y="463946"/>
                  </a:lnTo>
                  <a:lnTo>
                    <a:pt x="474433" y="448651"/>
                  </a:lnTo>
                  <a:lnTo>
                    <a:pt x="463400" y="431188"/>
                  </a:lnTo>
                  <a:lnTo>
                    <a:pt x="452366" y="411672"/>
                  </a:lnTo>
                  <a:lnTo>
                    <a:pt x="441333" y="390394"/>
                  </a:lnTo>
                  <a:lnTo>
                    <a:pt x="430300" y="367933"/>
                  </a:lnTo>
                  <a:lnTo>
                    <a:pt x="419266" y="344850"/>
                  </a:lnTo>
                  <a:lnTo>
                    <a:pt x="408233" y="321605"/>
                  </a:lnTo>
                  <a:lnTo>
                    <a:pt x="397200" y="298515"/>
                  </a:lnTo>
                  <a:lnTo>
                    <a:pt x="386166" y="275746"/>
                  </a:lnTo>
                  <a:lnTo>
                    <a:pt x="375133" y="253335"/>
                  </a:lnTo>
                  <a:lnTo>
                    <a:pt x="364100" y="231234"/>
                  </a:lnTo>
                  <a:lnTo>
                    <a:pt x="353066" y="209355"/>
                  </a:lnTo>
                  <a:lnTo>
                    <a:pt x="342033" y="187609"/>
                  </a:lnTo>
                  <a:lnTo>
                    <a:pt x="331000" y="165932"/>
                  </a:lnTo>
                  <a:lnTo>
                    <a:pt x="319966" y="144303"/>
                  </a:lnTo>
                  <a:lnTo>
                    <a:pt x="308933" y="122758"/>
                  </a:lnTo>
                  <a:lnTo>
                    <a:pt x="297900" y="101420"/>
                  </a:lnTo>
                  <a:lnTo>
                    <a:pt x="286866" y="80609"/>
                  </a:lnTo>
                  <a:lnTo>
                    <a:pt x="275833" y="60933"/>
                  </a:lnTo>
                  <a:lnTo>
                    <a:pt x="264800" y="43060"/>
                  </a:lnTo>
                  <a:lnTo>
                    <a:pt x="253766" y="27649"/>
                  </a:lnTo>
                  <a:lnTo>
                    <a:pt x="242733" y="15287"/>
                  </a:lnTo>
                  <a:lnTo>
                    <a:pt x="231700" y="6425"/>
                  </a:lnTo>
                  <a:lnTo>
                    <a:pt x="220666" y="1317"/>
                  </a:lnTo>
                  <a:lnTo>
                    <a:pt x="209633" y="0"/>
                  </a:lnTo>
                  <a:lnTo>
                    <a:pt x="198600" y="2315"/>
                  </a:lnTo>
                  <a:lnTo>
                    <a:pt x="187566" y="7984"/>
                  </a:lnTo>
                  <a:lnTo>
                    <a:pt x="176533" y="16676"/>
                  </a:lnTo>
                  <a:lnTo>
                    <a:pt x="165500" y="28082"/>
                  </a:lnTo>
                  <a:lnTo>
                    <a:pt x="154466" y="41978"/>
                  </a:lnTo>
                  <a:lnTo>
                    <a:pt x="143433" y="58292"/>
                  </a:lnTo>
                  <a:lnTo>
                    <a:pt x="132400" y="77231"/>
                  </a:lnTo>
                  <a:lnTo>
                    <a:pt x="121366" y="99258"/>
                  </a:lnTo>
                  <a:lnTo>
                    <a:pt x="110333" y="124555"/>
                  </a:lnTo>
                  <a:lnTo>
                    <a:pt x="99300" y="152562"/>
                  </a:lnTo>
                  <a:lnTo>
                    <a:pt x="88266" y="181856"/>
                  </a:lnTo>
                  <a:lnTo>
                    <a:pt x="77233" y="210542"/>
                  </a:lnTo>
                  <a:lnTo>
                    <a:pt x="66200" y="237410"/>
                  </a:lnTo>
                  <a:lnTo>
                    <a:pt x="55166" y="264577"/>
                  </a:lnTo>
                  <a:lnTo>
                    <a:pt x="44133" y="295820"/>
                  </a:lnTo>
                  <a:lnTo>
                    <a:pt x="33100" y="334998"/>
                  </a:lnTo>
                  <a:lnTo>
                    <a:pt x="22066" y="382362"/>
                  </a:lnTo>
                  <a:lnTo>
                    <a:pt x="11033" y="436050"/>
                  </a:lnTo>
                  <a:lnTo>
                    <a:pt x="0" y="494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9606995" y="6853497"/>
              <a:ext cx="871633" cy="494241"/>
            </a:xfrm>
            <a:custGeom>
              <a:avLst/>
              <a:pathLst>
                <a:path w="871633" h="494241">
                  <a:moveTo>
                    <a:pt x="0" y="461163"/>
                  </a:moveTo>
                  <a:lnTo>
                    <a:pt x="11033" y="431992"/>
                  </a:lnTo>
                  <a:lnTo>
                    <a:pt x="22066" y="402508"/>
                  </a:lnTo>
                  <a:lnTo>
                    <a:pt x="33100" y="372398"/>
                  </a:lnTo>
                  <a:lnTo>
                    <a:pt x="44133" y="341289"/>
                  </a:lnTo>
                  <a:lnTo>
                    <a:pt x="55166" y="308803"/>
                  </a:lnTo>
                  <a:lnTo>
                    <a:pt x="66200" y="275094"/>
                  </a:lnTo>
                  <a:lnTo>
                    <a:pt x="77233" y="240572"/>
                  </a:lnTo>
                  <a:lnTo>
                    <a:pt x="88266" y="205922"/>
                  </a:lnTo>
                  <a:lnTo>
                    <a:pt x="99300" y="171953"/>
                  </a:lnTo>
                  <a:lnTo>
                    <a:pt x="110333" y="139475"/>
                  </a:lnTo>
                  <a:lnTo>
                    <a:pt x="121366" y="109300"/>
                  </a:lnTo>
                  <a:lnTo>
                    <a:pt x="132400" y="82238"/>
                  </a:lnTo>
                  <a:lnTo>
                    <a:pt x="143433" y="59055"/>
                  </a:lnTo>
                  <a:lnTo>
                    <a:pt x="154466" y="39961"/>
                  </a:lnTo>
                  <a:lnTo>
                    <a:pt x="165500" y="24793"/>
                  </a:lnTo>
                  <a:lnTo>
                    <a:pt x="176533" y="13383"/>
                  </a:lnTo>
                  <a:lnTo>
                    <a:pt x="187566" y="5560"/>
                  </a:lnTo>
                  <a:lnTo>
                    <a:pt x="198600" y="1156"/>
                  </a:lnTo>
                  <a:lnTo>
                    <a:pt x="209633" y="0"/>
                  </a:lnTo>
                  <a:lnTo>
                    <a:pt x="220666" y="1922"/>
                  </a:lnTo>
                  <a:lnTo>
                    <a:pt x="231700" y="6755"/>
                  </a:lnTo>
                  <a:lnTo>
                    <a:pt x="242733" y="14327"/>
                  </a:lnTo>
                  <a:lnTo>
                    <a:pt x="253766" y="24469"/>
                  </a:lnTo>
                  <a:lnTo>
                    <a:pt x="264800" y="37012"/>
                  </a:lnTo>
                  <a:lnTo>
                    <a:pt x="275833" y="51786"/>
                  </a:lnTo>
                  <a:lnTo>
                    <a:pt x="286866" y="68622"/>
                  </a:lnTo>
                  <a:lnTo>
                    <a:pt x="297900" y="87350"/>
                  </a:lnTo>
                  <a:lnTo>
                    <a:pt x="308933" y="107792"/>
                  </a:lnTo>
                  <a:lnTo>
                    <a:pt x="319966" y="129710"/>
                  </a:lnTo>
                  <a:lnTo>
                    <a:pt x="331000" y="152837"/>
                  </a:lnTo>
                  <a:lnTo>
                    <a:pt x="342033" y="176904"/>
                  </a:lnTo>
                  <a:lnTo>
                    <a:pt x="353066" y="201644"/>
                  </a:lnTo>
                  <a:lnTo>
                    <a:pt x="364100" y="226788"/>
                  </a:lnTo>
                  <a:lnTo>
                    <a:pt x="375133" y="252070"/>
                  </a:lnTo>
                  <a:lnTo>
                    <a:pt x="386166" y="277221"/>
                  </a:lnTo>
                  <a:lnTo>
                    <a:pt x="397200" y="301974"/>
                  </a:lnTo>
                  <a:lnTo>
                    <a:pt x="408233" y="326060"/>
                  </a:lnTo>
                  <a:lnTo>
                    <a:pt x="419266" y="349213"/>
                  </a:lnTo>
                  <a:lnTo>
                    <a:pt x="430300" y="371164"/>
                  </a:lnTo>
                  <a:lnTo>
                    <a:pt x="441333" y="391645"/>
                  </a:lnTo>
                  <a:lnTo>
                    <a:pt x="452366" y="410389"/>
                  </a:lnTo>
                  <a:lnTo>
                    <a:pt x="463400" y="427158"/>
                  </a:lnTo>
                  <a:lnTo>
                    <a:pt x="474433" y="441919"/>
                  </a:lnTo>
                  <a:lnTo>
                    <a:pt x="485466" y="454727"/>
                  </a:lnTo>
                  <a:lnTo>
                    <a:pt x="496500" y="465635"/>
                  </a:lnTo>
                  <a:lnTo>
                    <a:pt x="507533" y="474699"/>
                  </a:lnTo>
                  <a:lnTo>
                    <a:pt x="518566" y="481972"/>
                  </a:lnTo>
                  <a:lnTo>
                    <a:pt x="529600" y="487508"/>
                  </a:lnTo>
                  <a:lnTo>
                    <a:pt x="540633" y="491362"/>
                  </a:lnTo>
                  <a:lnTo>
                    <a:pt x="551666" y="493588"/>
                  </a:lnTo>
                  <a:lnTo>
                    <a:pt x="562700" y="494241"/>
                  </a:lnTo>
                  <a:lnTo>
                    <a:pt x="573733" y="493374"/>
                  </a:lnTo>
                  <a:lnTo>
                    <a:pt x="584766" y="491042"/>
                  </a:lnTo>
                  <a:lnTo>
                    <a:pt x="595800" y="487299"/>
                  </a:lnTo>
                  <a:lnTo>
                    <a:pt x="606833" y="482199"/>
                  </a:lnTo>
                  <a:lnTo>
                    <a:pt x="617866" y="475797"/>
                  </a:lnTo>
                  <a:lnTo>
                    <a:pt x="628900" y="468147"/>
                  </a:lnTo>
                  <a:lnTo>
                    <a:pt x="639933" y="459304"/>
                  </a:lnTo>
                  <a:lnTo>
                    <a:pt x="650967" y="449320"/>
                  </a:lnTo>
                  <a:lnTo>
                    <a:pt x="662000" y="438252"/>
                  </a:lnTo>
                  <a:lnTo>
                    <a:pt x="673033" y="426152"/>
                  </a:lnTo>
                  <a:lnTo>
                    <a:pt x="684067" y="413076"/>
                  </a:lnTo>
                  <a:lnTo>
                    <a:pt x="695100" y="399077"/>
                  </a:lnTo>
                  <a:lnTo>
                    <a:pt x="706133" y="384210"/>
                  </a:lnTo>
                  <a:lnTo>
                    <a:pt x="717167" y="368529"/>
                  </a:lnTo>
                  <a:lnTo>
                    <a:pt x="728200" y="352088"/>
                  </a:lnTo>
                  <a:lnTo>
                    <a:pt x="739233" y="334942"/>
                  </a:lnTo>
                  <a:lnTo>
                    <a:pt x="750267" y="317144"/>
                  </a:lnTo>
                  <a:lnTo>
                    <a:pt x="761300" y="298750"/>
                  </a:lnTo>
                  <a:lnTo>
                    <a:pt x="772333" y="279813"/>
                  </a:lnTo>
                  <a:lnTo>
                    <a:pt x="783367" y="260388"/>
                  </a:lnTo>
                  <a:lnTo>
                    <a:pt x="794400" y="240528"/>
                  </a:lnTo>
                  <a:lnTo>
                    <a:pt x="805433" y="220289"/>
                  </a:lnTo>
                  <a:lnTo>
                    <a:pt x="816467" y="199724"/>
                  </a:lnTo>
                  <a:lnTo>
                    <a:pt x="827500" y="178888"/>
                  </a:lnTo>
                  <a:lnTo>
                    <a:pt x="838533" y="157834"/>
                  </a:lnTo>
                  <a:lnTo>
                    <a:pt x="849567" y="136618"/>
                  </a:lnTo>
                  <a:lnTo>
                    <a:pt x="860600" y="115294"/>
                  </a:lnTo>
                  <a:lnTo>
                    <a:pt x="871633" y="93915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969804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4" name="rc1994"/>
            <p:cNvSpPr/>
            <p:nvPr/>
          </p:nvSpPr>
          <p:spPr>
            <a:xfrm>
              <a:off x="9563413" y="5418670"/>
              <a:ext cx="95879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tx1995"/>
            <p:cNvSpPr/>
            <p:nvPr/>
          </p:nvSpPr>
          <p:spPr>
            <a:xfrm>
              <a:off x="9308205" y="8034935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996" name="tx1996"/>
            <p:cNvSpPr/>
            <p:nvPr/>
          </p:nvSpPr>
          <p:spPr>
            <a:xfrm>
              <a:off x="9345421" y="715825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997" name="tx1997"/>
            <p:cNvSpPr/>
            <p:nvPr/>
          </p:nvSpPr>
          <p:spPr>
            <a:xfrm>
              <a:off x="9345421" y="628157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998" name="tx1998"/>
            <p:cNvSpPr/>
            <p:nvPr/>
          </p:nvSpPr>
          <p:spPr>
            <a:xfrm>
              <a:off x="9345421" y="54048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999" name="pl1999"/>
            <p:cNvSpPr/>
            <p:nvPr/>
          </p:nvSpPr>
          <p:spPr>
            <a:xfrm>
              <a:off x="9528619" y="80766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9528619" y="71999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9528619" y="63232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9528619" y="54465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965080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992090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1019100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1046110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tx2007"/>
            <p:cNvSpPr/>
            <p:nvPr/>
          </p:nvSpPr>
          <p:spPr>
            <a:xfrm>
              <a:off x="9619728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08" name="tx2008"/>
            <p:cNvSpPr/>
            <p:nvPr/>
          </p:nvSpPr>
          <p:spPr>
            <a:xfrm>
              <a:off x="985874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09" name="tx2009"/>
            <p:cNvSpPr/>
            <p:nvPr/>
          </p:nvSpPr>
          <p:spPr>
            <a:xfrm>
              <a:off x="10128846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10" name="tx2010"/>
            <p:cNvSpPr/>
            <p:nvPr/>
          </p:nvSpPr>
          <p:spPr>
            <a:xfrm>
              <a:off x="10398945" y="8657676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011" name="tx2011"/>
            <p:cNvSpPr/>
            <p:nvPr/>
          </p:nvSpPr>
          <p:spPr>
            <a:xfrm>
              <a:off x="9444960" y="8779049"/>
              <a:ext cx="119570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CSFpT217_Nico_Z</a:t>
              </a:r>
            </a:p>
          </p:txBody>
        </p:sp>
        <p:sp>
          <p:nvSpPr>
            <p:cNvPr id="2012" name="tx2012"/>
            <p:cNvSpPr/>
            <p:nvPr/>
          </p:nvSpPr>
          <p:spPr>
            <a:xfrm rot="-5400000">
              <a:off x="8376815" y="6942997"/>
              <a:ext cx="159167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RofC_CSFpT217_Nico_Z</a:t>
              </a:r>
            </a:p>
          </p:txBody>
        </p:sp>
        <p:sp>
          <p:nvSpPr>
            <p:cNvPr id="2013" name="rc2013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rc2014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11020738" y="648363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11020738" y="615811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11020738" y="583259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11020738" y="550707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11020738" y="664640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11020738" y="632087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11020738" y="599535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11020738" y="566983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11042525" y="661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11042525" y="660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11219880" y="662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11042525" y="6636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11042525" y="659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11042525" y="662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11376221" y="6623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11557380" y="66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11643612" y="66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11042525" y="6608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11221057" y="6583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11307199" y="6619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11441619" y="6585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11042525" y="661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11184295" y="661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11042525" y="6622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11170171" y="6636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11042525" y="6609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11042525" y="6625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11116442" y="662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11182022" y="6601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11042525" y="6620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11042525" y="6621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11241893" y="6625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11509096" y="6638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11042525" y="663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11042525" y="6627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11266076" y="661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11042525" y="665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11202670" y="665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11042525" y="6620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11255387" y="6620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11042525" y="663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11042525" y="660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11241863" y="6558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11374834" y="6529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11505450" y="652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11042525" y="662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11187027" y="6630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11042525" y="6614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11112177" y="6609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11183467" y="6604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11371070" y="661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11505388" y="6591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11195800" y="661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11273503" y="6610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11519156" y="6656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11644699" y="6654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11777489" y="6659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11042525" y="66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11178032" y="666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11378164" y="6636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11042525" y="6614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11184430" y="655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11355444" y="6580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11239041" y="6607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11042525" y="6637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11176583" y="666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11042525" y="6646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11042525" y="6631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11273141" y="664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11042525" y="6606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11254300" y="6607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11042525" y="6645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11042525" y="6663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11184538" y="6642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11320061" y="662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11252980" y="661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11042525" y="6649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11400759" y="666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11042525" y="65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11241532" y="6611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11042525" y="659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11310992" y="659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11717391" y="6629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11042525" y="6664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11042525" y="6620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11245685" y="658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11376120" y="65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11513076" y="655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11638077" y="652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11042525" y="6631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11180500" y="665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11042525" y="6636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11115988" y="6634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11042525" y="664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11042525" y="662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11177194" y="662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11042525" y="6609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11042525" y="6609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11241598" y="6602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11373301" y="662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11505185" y="6637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11042525" y="6611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11042525" y="664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11152670" y="662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11042525" y="663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11170592" y="6636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11042525" y="660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11042525" y="66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11042525" y="6627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11042525" y="662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11042525" y="6632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11241575" y="662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11379256" y="662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11511140" y="6654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11675814" y="6631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11181006" y="661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11042525" y="6681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11042525" y="661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11042525" y="662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11042525" y="6605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11108342" y="659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11176764" y="6595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11240532" y="6580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11379700" y="6547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11511366" y="6536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11042525" y="662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11042525" y="663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11316257" y="664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11042525" y="661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11185262" y="659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11042525" y="667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11176740" y="664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11042525" y="6616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11175496" y="660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11322570" y="6619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11451402" y="6590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11042525" y="660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11186755" y="6638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11314626" y="6663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11446370" y="666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11042525" y="666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11042525" y="662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11042525" y="663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11042525" y="661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11376221" y="66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11511728" y="665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11660098" y="664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11042525" y="6628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11042525" y="6639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11110097" y="664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11042525" y="6622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11042525" y="663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11174228" y="6651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11306112" y="6641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11473322" y="6656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11042525" y="660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11042525" y="6613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11042525" y="659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11042525" y="6610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11265351" y="6621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11042525" y="6633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11186728" y="666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11313902" y="665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11451583" y="667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11042525" y="6609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11181507" y="6613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11042525" y="6629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11042525" y="6620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11313540" y="662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11042525" y="6635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11183286" y="666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11314626" y="667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11042525" y="6617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11241619" y="660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11042525" y="661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11109154" y="6631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11042525" y="661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11249047" y="662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11377851" y="662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11042525" y="6621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11202489" y="66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11316438" y="663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11456837" y="6645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11042525" y="666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11042525" y="6621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11203394" y="6637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11042525" y="662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11177670" y="661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11042525" y="6607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11236366" y="6610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11379588" y="662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11577308" y="6603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11042525" y="6598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11042525" y="6621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11175790" y="662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11042525" y="6611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11181836" y="661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11042525" y="6642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11188539" y="6618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11314083" y="662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11444337" y="6642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11042525" y="664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11198411" y="66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11422324" y="663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11042525" y="660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11114296" y="6603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11171692" y="661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11042525" y="6643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11178676" y="6671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11042525" y="6620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11133445" y="660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11042525" y="661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11042525" y="6616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11042525" y="663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11185709" y="663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11311547" y="666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11042525" y="6626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11190725" y="660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11307379" y="6626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11450689" y="6635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11042525" y="6626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11042525" y="6613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11120061" y="662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11188612" y="662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11277308" y="6597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11042525" y="6619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11042525" y="659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11042525" y="661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11322555" y="6627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11042525" y="663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11042525" y="6605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11337634" y="6620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11455569" y="661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11042525" y="662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11042525" y="659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11119880" y="6590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11211003" y="6578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11042525" y="6651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11042525" y="6617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11042525" y="6610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11042525" y="662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11176221" y="662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11042525" y="6629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11244155" y="662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11042525" y="6619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11042525" y="6615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11241881" y="662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11392605" y="664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11504200" y="6667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1676120" y="6673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11042525" y="661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11170558" y="66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11345014" y="66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11042525" y="6619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11175315" y="6605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11042525" y="6628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11187008" y="6594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11346610" y="659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11042525" y="6638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11179291" y="6638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11042525" y="6629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11042525" y="6601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11042525" y="664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11181500" y="6645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11254119" y="6633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11548141" y="6657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11042525" y="6595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11241893" y="66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11509096" y="662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11042525" y="662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11042525" y="6635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11042525" y="6617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11246578" y="6612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11382098" y="664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11505105" y="662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11042525" y="661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11042525" y="667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11042525" y="663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11181112" y="663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11042525" y="662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11175571" y="6642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11376658" y="667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11042525" y="6624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11307561" y="6587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11513721" y="660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11042525" y="6612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11236440" y="662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11501295" y="665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11630100" y="665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11042525" y="660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11242525" y="662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11381902" y="6607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11516257" y="6587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1195967" y="662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11311184" y="663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11469683" y="6640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11573504" y="664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11042525" y="662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11042525" y="6614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11242806" y="6620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11042525" y="6615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11268068" y="662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11386909" y="663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11514989" y="663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11042525" y="663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11042525" y="6643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11241503" y="664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11042525" y="6635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11042525" y="6634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11122416" y="6619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11254405" y="662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11385822" y="6654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11042525" y="663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11042525" y="6617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11268068" y="6619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11522054" y="6596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11042525" y="663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11175762" y="662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11308644" y="661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11042525" y="6619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11179434" y="6653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11338674" y="666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11042525" y="6630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11121329" y="6635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11278442" y="663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11631294" y="6624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11715533" y="661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11285641" y="66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11042525" y="662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11042525" y="6606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11258123" y="6604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11378956" y="660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11515188" y="662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11686384" y="6631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11042525" y="6629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11185641" y="6646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11042525" y="660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11192163" y="651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11265895" y="661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11245424" y="6615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11042525" y="6622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11193401" y="6618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11307380" y="6657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11440532" y="666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11042525" y="6656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11275496" y="667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11042525" y="663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11042525" y="663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11042525" y="662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11258957" y="6615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11042525" y="662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11042525" y="661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11042525" y="662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11042525" y="662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11176821" y="6641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11312438" y="662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11441676" y="6636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11042525" y="662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11241800" y="6622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11373557" y="6621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11705207" y="660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11254119" y="66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11042525" y="6636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11182923" y="6636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11042525" y="6614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11247416" y="6605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11042525" y="6616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11111849" y="661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11182923" y="6534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11251583" y="6613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11042525" y="6608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11114166" y="661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11042525" y="660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11242743" y="658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11365388" y="655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11511221" y="6539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11652707" y="6495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11121148" y="661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11042525" y="661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11042525" y="6628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11174305" y="6628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11042525" y="6619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11205931" y="6660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11639265" y="6645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1635090" y="665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11042525" y="6631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11400134" y="66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11042525" y="6623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11170171" y="663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11042525" y="66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11205931" y="661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11459392" y="6645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11509011" y="6640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11643355" y="663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11042525" y="66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11310279" y="6619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11441801" y="6599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11573685" y="65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11042525" y="663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11042525" y="6597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11176764" y="662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11042525" y="6620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11444880" y="663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11190783" y="6619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11245242" y="661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11320424" y="661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11435403" y="661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11042525" y="660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11241619" y="661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11042525" y="6622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11042525" y="6613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11108729" y="658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11178757" y="6575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11042525" y="6632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11042525" y="660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11042525" y="6613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11709554" y="662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11841076" y="665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11042525" y="6620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11188177" y="663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11184378" y="6639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11314967" y="6642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11042525" y="659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11042525" y="6626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11192439" y="6640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11306474" y="663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11042525" y="6623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11351561" y="6627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1042525" y="66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11042525" y="660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11042525" y="6625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11188539" y="664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11381019" y="6658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11180793" y="662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11316076" y="6660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11448899" y="6671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11042525" y="661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11277308" y="6604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11042525" y="6617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11208574" y="660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11307380" y="6609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11450664" y="6601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11042525" y="6619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11042525" y="661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11188358" y="6604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11042525" y="6659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11240688" y="6623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11042525" y="663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11179316" y="66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11351642" y="6664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11454316" y="665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11042525" y="6642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11042525" y="6609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11109700" y="6614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11175473" y="6637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11042525" y="6623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11185641" y="6623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11512996" y="6653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11042525" y="6657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11639627" y="6646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11042525" y="6625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11124952" y="6630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11426764" y="6633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11042525" y="6640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11241619" y="6643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11042525" y="6622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11255206" y="662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11427821" y="663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11042525" y="6632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11317525" y="66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11268068" y="6598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11385420" y="6595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11515351" y="6586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11042525" y="660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11179300" y="663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11308648" y="6613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11445061" y="661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11239041" y="6625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11042525" y="661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11042525" y="665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11042525" y="6615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11177194" y="6611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11299771" y="6644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11244120" y="6607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11042525" y="6644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11317163" y="665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11042525" y="6643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11178975" y="6655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11257380" y="6614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11461728" y="6616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11042525" y="6633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11042525" y="6654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11042525" y="663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11187047" y="666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1042525" y="664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11394447" y="6669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1042525" y="662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11182923" y="6639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11042525" y="663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11180692" y="6652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11042525" y="664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11042525" y="6614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11175383" y="661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11313358" y="6665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11042525" y="663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1042525" y="659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11042525" y="6621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1239041" y="6625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11374911" y="6603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11506795" y="662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11640672" y="661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11042525" y="662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11185641" y="660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11388358" y="6640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11042525" y="661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11188539" y="6617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11320061" y="6641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11472054" y="665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11042525" y="661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11245786" y="6609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11384574" y="6609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1498685" y="660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11670967" y="663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11309916" y="663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11442887" y="6659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11042525" y="664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11042525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11042525" y="664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11067351" y="6627699"/>
              <a:ext cx="177355" cy="19852"/>
            </a:xfrm>
            <a:custGeom>
              <a:avLst/>
              <a:pathLst>
                <a:path w="177355" h="19852">
                  <a:moveTo>
                    <a:pt x="0" y="0"/>
                  </a:moveTo>
                  <a:lnTo>
                    <a:pt x="177355" y="198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11067351" y="6634970"/>
              <a:ext cx="601087" cy="16902"/>
            </a:xfrm>
            <a:custGeom>
              <a:avLst/>
              <a:pathLst>
                <a:path w="601087" h="16902">
                  <a:moveTo>
                    <a:pt x="0" y="16902"/>
                  </a:moveTo>
                  <a:lnTo>
                    <a:pt x="333696" y="13462"/>
                  </a:lnTo>
                  <a:lnTo>
                    <a:pt x="514855" y="10112"/>
                  </a:lnTo>
                  <a:lnTo>
                    <a:pt x="601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11067351" y="6608141"/>
              <a:ext cx="399094" cy="36310"/>
            </a:xfrm>
            <a:custGeom>
              <a:avLst/>
              <a:pathLst>
                <a:path w="399094" h="36310">
                  <a:moveTo>
                    <a:pt x="0" y="24790"/>
                  </a:moveTo>
                  <a:lnTo>
                    <a:pt x="178531" y="0"/>
                  </a:lnTo>
                  <a:lnTo>
                    <a:pt x="264674" y="36310"/>
                  </a:lnTo>
                  <a:lnTo>
                    <a:pt x="399094" y="19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11067351" y="6637512"/>
              <a:ext cx="141769" cy="5837"/>
            </a:xfrm>
            <a:custGeom>
              <a:avLst/>
              <a:pathLst>
                <a:path w="141769" h="5837">
                  <a:moveTo>
                    <a:pt x="0" y="0"/>
                  </a:moveTo>
                  <a:lnTo>
                    <a:pt x="141769" y="58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11067351" y="6646905"/>
              <a:ext cx="127646" cy="14877"/>
            </a:xfrm>
            <a:custGeom>
              <a:avLst/>
              <a:pathLst>
                <a:path w="127646" h="14877">
                  <a:moveTo>
                    <a:pt x="0" y="0"/>
                  </a:moveTo>
                  <a:lnTo>
                    <a:pt x="127646" y="148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11067351" y="6626779"/>
              <a:ext cx="139496" cy="23351"/>
            </a:xfrm>
            <a:custGeom>
              <a:avLst/>
              <a:pathLst>
                <a:path w="139496" h="23351">
                  <a:moveTo>
                    <a:pt x="0" y="23351"/>
                  </a:moveTo>
                  <a:lnTo>
                    <a:pt x="73917" y="20173"/>
                  </a:lnTo>
                  <a:lnTo>
                    <a:pt x="1394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11266719" y="6650264"/>
              <a:ext cx="267203" cy="13207"/>
            </a:xfrm>
            <a:custGeom>
              <a:avLst/>
              <a:pathLst>
                <a:path w="267203" h="13207">
                  <a:moveTo>
                    <a:pt x="0" y="0"/>
                  </a:moveTo>
                  <a:lnTo>
                    <a:pt x="267203" y="13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11067351" y="6680558"/>
              <a:ext cx="160145" cy="1895"/>
            </a:xfrm>
            <a:custGeom>
              <a:avLst/>
              <a:pathLst>
                <a:path w="160145" h="1895">
                  <a:moveTo>
                    <a:pt x="0" y="0"/>
                  </a:moveTo>
                  <a:lnTo>
                    <a:pt x="160145" y="1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11067351" y="6645753"/>
              <a:ext cx="212862" cy="43"/>
            </a:xfrm>
            <a:custGeom>
              <a:avLst/>
              <a:pathLst>
                <a:path w="212862" h="43">
                  <a:moveTo>
                    <a:pt x="0" y="0"/>
                  </a:moveTo>
                  <a:lnTo>
                    <a:pt x="212862" y="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11067351" y="6549558"/>
              <a:ext cx="462925" cy="81112"/>
            </a:xfrm>
            <a:custGeom>
              <a:avLst/>
              <a:pathLst>
                <a:path w="462925" h="81112">
                  <a:moveTo>
                    <a:pt x="0" y="81112"/>
                  </a:moveTo>
                  <a:lnTo>
                    <a:pt x="199338" y="33432"/>
                  </a:lnTo>
                  <a:lnTo>
                    <a:pt x="332309" y="5250"/>
                  </a:lnTo>
                  <a:lnTo>
                    <a:pt x="4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11067351" y="6629490"/>
              <a:ext cx="140942" cy="9820"/>
            </a:xfrm>
            <a:custGeom>
              <a:avLst/>
              <a:pathLst>
                <a:path w="140942" h="9820">
                  <a:moveTo>
                    <a:pt x="0" y="9820"/>
                  </a:moveTo>
                  <a:lnTo>
                    <a:pt x="69652" y="5154"/>
                  </a:lnTo>
                  <a:lnTo>
                    <a:pt x="1409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11395896" y="6616408"/>
              <a:ext cx="134317" cy="25258"/>
            </a:xfrm>
            <a:custGeom>
              <a:avLst/>
              <a:pathLst>
                <a:path w="134317" h="25258">
                  <a:moveTo>
                    <a:pt x="0" y="25258"/>
                  </a:moveTo>
                  <a:lnTo>
                    <a:pt x="1343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11220626" y="6635722"/>
              <a:ext cx="77703" cy="5821"/>
            </a:xfrm>
            <a:custGeom>
              <a:avLst/>
              <a:pathLst>
                <a:path w="77703" h="5821">
                  <a:moveTo>
                    <a:pt x="0" y="5821"/>
                  </a:moveTo>
                  <a:lnTo>
                    <a:pt x="777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11543982" y="6679479"/>
              <a:ext cx="258333" cy="5026"/>
            </a:xfrm>
            <a:custGeom>
              <a:avLst/>
              <a:pathLst>
                <a:path w="258333" h="5026">
                  <a:moveTo>
                    <a:pt x="0" y="1700"/>
                  </a:moveTo>
                  <a:lnTo>
                    <a:pt x="125543" y="0"/>
                  </a:lnTo>
                  <a:lnTo>
                    <a:pt x="258333" y="50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11067351" y="6669332"/>
              <a:ext cx="135507" cy="25189"/>
            </a:xfrm>
            <a:custGeom>
              <a:avLst/>
              <a:pathLst>
                <a:path w="135507" h="25189">
                  <a:moveTo>
                    <a:pt x="0" y="0"/>
                  </a:moveTo>
                  <a:lnTo>
                    <a:pt x="135507" y="251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11067351" y="6577800"/>
              <a:ext cx="312919" cy="61439"/>
            </a:xfrm>
            <a:custGeom>
              <a:avLst/>
              <a:pathLst>
                <a:path w="312919" h="61439">
                  <a:moveTo>
                    <a:pt x="0" y="61439"/>
                  </a:moveTo>
                  <a:lnTo>
                    <a:pt x="141904" y="0"/>
                  </a:lnTo>
                  <a:lnTo>
                    <a:pt x="312919" y="280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11067351" y="6662520"/>
              <a:ext cx="134058" cy="27961"/>
            </a:xfrm>
            <a:custGeom>
              <a:avLst/>
              <a:pathLst>
                <a:path w="134058" h="27961">
                  <a:moveTo>
                    <a:pt x="0" y="0"/>
                  </a:moveTo>
                  <a:lnTo>
                    <a:pt x="134058" y="27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11067351" y="6656649"/>
              <a:ext cx="230616" cy="12043"/>
            </a:xfrm>
            <a:custGeom>
              <a:avLst/>
              <a:pathLst>
                <a:path w="230616" h="12043">
                  <a:moveTo>
                    <a:pt x="0" y="0"/>
                  </a:moveTo>
                  <a:lnTo>
                    <a:pt x="230616" y="120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11067351" y="6631173"/>
              <a:ext cx="211775" cy="812"/>
            </a:xfrm>
            <a:custGeom>
              <a:avLst/>
              <a:pathLst>
                <a:path w="211775" h="812">
                  <a:moveTo>
                    <a:pt x="0" y="0"/>
                  </a:moveTo>
                  <a:lnTo>
                    <a:pt x="211775" y="8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11067351" y="6650547"/>
              <a:ext cx="277536" cy="37652"/>
            </a:xfrm>
            <a:custGeom>
              <a:avLst/>
              <a:pathLst>
                <a:path w="277536" h="37652">
                  <a:moveTo>
                    <a:pt x="0" y="37652"/>
                  </a:moveTo>
                  <a:lnTo>
                    <a:pt x="142012" y="16612"/>
                  </a:lnTo>
                  <a:lnTo>
                    <a:pt x="277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11067351" y="6674753"/>
              <a:ext cx="358234" cy="18596"/>
            </a:xfrm>
            <a:custGeom>
              <a:avLst/>
              <a:pathLst>
                <a:path w="358234" h="18596">
                  <a:moveTo>
                    <a:pt x="0" y="0"/>
                  </a:moveTo>
                  <a:lnTo>
                    <a:pt x="358234" y="185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11067351" y="6618472"/>
              <a:ext cx="268467" cy="4772"/>
            </a:xfrm>
            <a:custGeom>
              <a:avLst/>
              <a:pathLst>
                <a:path w="268467" h="4772">
                  <a:moveTo>
                    <a:pt x="0" y="4772"/>
                  </a:moveTo>
                  <a:lnTo>
                    <a:pt x="2684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11067351" y="6545376"/>
              <a:ext cx="595551" cy="100280"/>
            </a:xfrm>
            <a:custGeom>
              <a:avLst/>
              <a:pathLst>
                <a:path w="595551" h="100280">
                  <a:moveTo>
                    <a:pt x="0" y="100280"/>
                  </a:moveTo>
                  <a:lnTo>
                    <a:pt x="203160" y="68348"/>
                  </a:lnTo>
                  <a:lnTo>
                    <a:pt x="333595" y="64790"/>
                  </a:lnTo>
                  <a:lnTo>
                    <a:pt x="470551" y="35818"/>
                  </a:lnTo>
                  <a:lnTo>
                    <a:pt x="595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11067351" y="6655828"/>
              <a:ext cx="137975" cy="21128"/>
            </a:xfrm>
            <a:custGeom>
              <a:avLst/>
              <a:pathLst>
                <a:path w="137975" h="21128">
                  <a:moveTo>
                    <a:pt x="0" y="0"/>
                  </a:moveTo>
                  <a:lnTo>
                    <a:pt x="137975" y="21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11067351" y="6659432"/>
              <a:ext cx="73463" cy="2258"/>
            </a:xfrm>
            <a:custGeom>
              <a:avLst/>
              <a:pathLst>
                <a:path w="73463" h="2258">
                  <a:moveTo>
                    <a:pt x="0" y="2258"/>
                  </a:moveTo>
                  <a:lnTo>
                    <a:pt x="73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11067351" y="6646833"/>
              <a:ext cx="134669" cy="2376"/>
            </a:xfrm>
            <a:custGeom>
              <a:avLst/>
              <a:pathLst>
                <a:path w="134669" h="2376">
                  <a:moveTo>
                    <a:pt x="0" y="2376"/>
                  </a:moveTo>
                  <a:lnTo>
                    <a:pt x="1346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11067351" y="6627017"/>
              <a:ext cx="462660" cy="35043"/>
            </a:xfrm>
            <a:custGeom>
              <a:avLst/>
              <a:pathLst>
                <a:path w="462660" h="35043">
                  <a:moveTo>
                    <a:pt x="0" y="7289"/>
                  </a:moveTo>
                  <a:lnTo>
                    <a:pt x="199073" y="0"/>
                  </a:lnTo>
                  <a:lnTo>
                    <a:pt x="330776" y="24382"/>
                  </a:lnTo>
                  <a:lnTo>
                    <a:pt x="462660" y="350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11067351" y="6652291"/>
              <a:ext cx="110145" cy="18010"/>
            </a:xfrm>
            <a:custGeom>
              <a:avLst/>
              <a:pathLst>
                <a:path w="110145" h="18010">
                  <a:moveTo>
                    <a:pt x="0" y="18010"/>
                  </a:moveTo>
                  <a:lnTo>
                    <a:pt x="1101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11067351" y="6660067"/>
              <a:ext cx="128067" cy="1702"/>
            </a:xfrm>
            <a:custGeom>
              <a:avLst/>
              <a:pathLst>
                <a:path w="128067" h="1702">
                  <a:moveTo>
                    <a:pt x="0" y="0"/>
                  </a:moveTo>
                  <a:lnTo>
                    <a:pt x="128067" y="17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11067351" y="6652992"/>
              <a:ext cx="633289" cy="26775"/>
            </a:xfrm>
            <a:custGeom>
              <a:avLst/>
              <a:pathLst>
                <a:path w="633289" h="26775">
                  <a:moveTo>
                    <a:pt x="0" y="4283"/>
                  </a:moveTo>
                  <a:lnTo>
                    <a:pt x="199049" y="0"/>
                  </a:lnTo>
                  <a:lnTo>
                    <a:pt x="336731" y="863"/>
                  </a:lnTo>
                  <a:lnTo>
                    <a:pt x="468615" y="26775"/>
                  </a:lnTo>
                  <a:lnTo>
                    <a:pt x="633289" y="34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11067351" y="6560838"/>
              <a:ext cx="468841" cy="69816"/>
            </a:xfrm>
            <a:custGeom>
              <a:avLst/>
              <a:pathLst>
                <a:path w="468841" h="69816">
                  <a:moveTo>
                    <a:pt x="0" y="69816"/>
                  </a:moveTo>
                  <a:lnTo>
                    <a:pt x="65816" y="56687"/>
                  </a:lnTo>
                  <a:lnTo>
                    <a:pt x="134239" y="59986"/>
                  </a:lnTo>
                  <a:lnTo>
                    <a:pt x="198007" y="44629"/>
                  </a:lnTo>
                  <a:lnTo>
                    <a:pt x="337175" y="11003"/>
                  </a:lnTo>
                  <a:lnTo>
                    <a:pt x="468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11067351" y="6623150"/>
              <a:ext cx="142737" cy="14385"/>
            </a:xfrm>
            <a:custGeom>
              <a:avLst/>
              <a:pathLst>
                <a:path w="142737" h="14385">
                  <a:moveTo>
                    <a:pt x="0" y="14385"/>
                  </a:moveTo>
                  <a:lnTo>
                    <a:pt x="1427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11067351" y="6674472"/>
              <a:ext cx="134215" cy="24729"/>
            </a:xfrm>
            <a:custGeom>
              <a:avLst/>
              <a:pathLst>
                <a:path w="134215" h="24729">
                  <a:moveTo>
                    <a:pt x="0" y="24729"/>
                  </a:moveTo>
                  <a:lnTo>
                    <a:pt x="1342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067351" y="6615659"/>
              <a:ext cx="408877" cy="29143"/>
            </a:xfrm>
            <a:custGeom>
              <a:avLst/>
              <a:pathLst>
                <a:path w="408877" h="29143">
                  <a:moveTo>
                    <a:pt x="0" y="25875"/>
                  </a:moveTo>
                  <a:lnTo>
                    <a:pt x="132971" y="14861"/>
                  </a:lnTo>
                  <a:lnTo>
                    <a:pt x="280045" y="29143"/>
                  </a:lnTo>
                  <a:lnTo>
                    <a:pt x="4088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211580" y="6663357"/>
              <a:ext cx="259615" cy="25417"/>
            </a:xfrm>
            <a:custGeom>
              <a:avLst/>
              <a:pathLst>
                <a:path w="259615" h="25417">
                  <a:moveTo>
                    <a:pt x="0" y="0"/>
                  </a:moveTo>
                  <a:lnTo>
                    <a:pt x="127871" y="25417"/>
                  </a:lnTo>
                  <a:lnTo>
                    <a:pt x="259615" y="236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067351" y="6641067"/>
              <a:ext cx="617573" cy="37739"/>
            </a:xfrm>
            <a:custGeom>
              <a:avLst/>
              <a:pathLst>
                <a:path w="617573" h="37739">
                  <a:moveTo>
                    <a:pt x="0" y="23"/>
                  </a:moveTo>
                  <a:lnTo>
                    <a:pt x="333696" y="0"/>
                  </a:lnTo>
                  <a:lnTo>
                    <a:pt x="469203" y="37739"/>
                  </a:lnTo>
                  <a:lnTo>
                    <a:pt x="617573" y="320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067351" y="6664336"/>
              <a:ext cx="67572" cy="5894"/>
            </a:xfrm>
            <a:custGeom>
              <a:avLst/>
              <a:pathLst>
                <a:path w="67572" h="5894">
                  <a:moveTo>
                    <a:pt x="0" y="0"/>
                  </a:moveTo>
                  <a:lnTo>
                    <a:pt x="67572" y="58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067351" y="6655850"/>
              <a:ext cx="430797" cy="25921"/>
            </a:xfrm>
            <a:custGeom>
              <a:avLst/>
              <a:pathLst>
                <a:path w="430797" h="25921">
                  <a:moveTo>
                    <a:pt x="0" y="0"/>
                  </a:moveTo>
                  <a:lnTo>
                    <a:pt x="131703" y="20859"/>
                  </a:lnTo>
                  <a:lnTo>
                    <a:pt x="263587" y="10349"/>
                  </a:lnTo>
                  <a:lnTo>
                    <a:pt x="430797" y="259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067351" y="6635137"/>
              <a:ext cx="222826" cy="11638"/>
            </a:xfrm>
            <a:custGeom>
              <a:avLst/>
              <a:pathLst>
                <a:path w="222826" h="11638">
                  <a:moveTo>
                    <a:pt x="0" y="0"/>
                  </a:moveTo>
                  <a:lnTo>
                    <a:pt x="222826" y="116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1067351" y="6658591"/>
              <a:ext cx="409058" cy="38783"/>
            </a:xfrm>
            <a:custGeom>
              <a:avLst/>
              <a:pathLst>
                <a:path w="409058" h="38783">
                  <a:moveTo>
                    <a:pt x="0" y="0"/>
                  </a:moveTo>
                  <a:lnTo>
                    <a:pt x="144203" y="32709"/>
                  </a:lnTo>
                  <a:lnTo>
                    <a:pt x="271377" y="24324"/>
                  </a:lnTo>
                  <a:lnTo>
                    <a:pt x="409058" y="387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1067351" y="6634388"/>
              <a:ext cx="138982" cy="4158"/>
            </a:xfrm>
            <a:custGeom>
              <a:avLst/>
              <a:pathLst>
                <a:path w="138982" h="4158">
                  <a:moveTo>
                    <a:pt x="0" y="0"/>
                  </a:moveTo>
                  <a:lnTo>
                    <a:pt x="138982" y="41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1067351" y="6645161"/>
              <a:ext cx="271014" cy="1384"/>
            </a:xfrm>
            <a:custGeom>
              <a:avLst/>
              <a:pathLst>
                <a:path w="271014" h="1384">
                  <a:moveTo>
                    <a:pt x="0" y="0"/>
                  </a:moveTo>
                  <a:lnTo>
                    <a:pt x="271014" y="13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1067351" y="6659914"/>
              <a:ext cx="272101" cy="36051"/>
            </a:xfrm>
            <a:custGeom>
              <a:avLst/>
              <a:pathLst>
                <a:path w="272101" h="36051">
                  <a:moveTo>
                    <a:pt x="0" y="0"/>
                  </a:moveTo>
                  <a:lnTo>
                    <a:pt x="140761" y="28740"/>
                  </a:lnTo>
                  <a:lnTo>
                    <a:pt x="272101" y="360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067351" y="6639543"/>
              <a:ext cx="335326" cy="7171"/>
            </a:xfrm>
            <a:custGeom>
              <a:avLst/>
              <a:pathLst>
                <a:path w="335326" h="7171">
                  <a:moveTo>
                    <a:pt x="0" y="0"/>
                  </a:moveTo>
                  <a:lnTo>
                    <a:pt x="206521" y="7171"/>
                  </a:lnTo>
                  <a:lnTo>
                    <a:pt x="335326" y="57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067351" y="6646651"/>
              <a:ext cx="414312" cy="23492"/>
            </a:xfrm>
            <a:custGeom>
              <a:avLst/>
              <a:pathLst>
                <a:path w="414312" h="23492">
                  <a:moveTo>
                    <a:pt x="0" y="0"/>
                  </a:moveTo>
                  <a:lnTo>
                    <a:pt x="159963" y="7287"/>
                  </a:lnTo>
                  <a:lnTo>
                    <a:pt x="273913" y="14264"/>
                  </a:lnTo>
                  <a:lnTo>
                    <a:pt x="414312" y="234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067351" y="6645927"/>
              <a:ext cx="160869" cy="16184"/>
            </a:xfrm>
            <a:custGeom>
              <a:avLst/>
              <a:pathLst>
                <a:path w="160869" h="16184">
                  <a:moveTo>
                    <a:pt x="0" y="0"/>
                  </a:moveTo>
                  <a:lnTo>
                    <a:pt x="160869" y="161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067351" y="6635401"/>
              <a:ext cx="135145" cy="13641"/>
            </a:xfrm>
            <a:custGeom>
              <a:avLst/>
              <a:pathLst>
                <a:path w="135145" h="13641">
                  <a:moveTo>
                    <a:pt x="0" y="13641"/>
                  </a:moveTo>
                  <a:lnTo>
                    <a:pt x="1351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067351" y="6628700"/>
              <a:ext cx="534783" cy="18557"/>
            </a:xfrm>
            <a:custGeom>
              <a:avLst/>
              <a:pathLst>
                <a:path w="534783" h="18557">
                  <a:moveTo>
                    <a:pt x="0" y="3791"/>
                  </a:moveTo>
                  <a:lnTo>
                    <a:pt x="193840" y="6615"/>
                  </a:lnTo>
                  <a:lnTo>
                    <a:pt x="337062" y="18557"/>
                  </a:lnTo>
                  <a:lnTo>
                    <a:pt x="5347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067351" y="6645941"/>
              <a:ext cx="133265" cy="1667"/>
            </a:xfrm>
            <a:custGeom>
              <a:avLst/>
              <a:pathLst>
                <a:path w="133265" h="1667">
                  <a:moveTo>
                    <a:pt x="0" y="0"/>
                  </a:moveTo>
                  <a:lnTo>
                    <a:pt x="133265" y="16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1067351" y="6643111"/>
              <a:ext cx="401812" cy="24654"/>
            </a:xfrm>
            <a:custGeom>
              <a:avLst/>
              <a:pathLst>
                <a:path w="401812" h="24654">
                  <a:moveTo>
                    <a:pt x="0" y="24654"/>
                  </a:moveTo>
                  <a:lnTo>
                    <a:pt x="146014" y="0"/>
                  </a:lnTo>
                  <a:lnTo>
                    <a:pt x="271558" y="7713"/>
                  </a:lnTo>
                  <a:lnTo>
                    <a:pt x="401812" y="245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1067351" y="6661514"/>
              <a:ext cx="379799" cy="8553"/>
            </a:xfrm>
            <a:custGeom>
              <a:avLst/>
              <a:pathLst>
                <a:path w="379799" h="8553">
                  <a:moveTo>
                    <a:pt x="0" y="8553"/>
                  </a:moveTo>
                  <a:lnTo>
                    <a:pt x="155886" y="3449"/>
                  </a:lnTo>
                  <a:lnTo>
                    <a:pt x="3797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1067351" y="6627993"/>
              <a:ext cx="129166" cy="12307"/>
            </a:xfrm>
            <a:custGeom>
              <a:avLst/>
              <a:pathLst>
                <a:path w="129166" h="12307">
                  <a:moveTo>
                    <a:pt x="0" y="3722"/>
                  </a:moveTo>
                  <a:lnTo>
                    <a:pt x="71770" y="0"/>
                  </a:lnTo>
                  <a:lnTo>
                    <a:pt x="129166" y="123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11067351" y="6668193"/>
              <a:ext cx="136151" cy="27729"/>
            </a:xfrm>
            <a:custGeom>
              <a:avLst/>
              <a:pathLst>
                <a:path w="136151" h="27729">
                  <a:moveTo>
                    <a:pt x="0" y="0"/>
                  </a:moveTo>
                  <a:lnTo>
                    <a:pt x="136151" y="277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11067351" y="6634544"/>
              <a:ext cx="90920" cy="10329"/>
            </a:xfrm>
            <a:custGeom>
              <a:avLst/>
              <a:pathLst>
                <a:path w="90920" h="10329">
                  <a:moveTo>
                    <a:pt x="0" y="10329"/>
                  </a:moveTo>
                  <a:lnTo>
                    <a:pt x="909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11067351" y="6657192"/>
              <a:ext cx="269022" cy="29346"/>
            </a:xfrm>
            <a:custGeom>
              <a:avLst/>
              <a:pathLst>
                <a:path w="269022" h="29346">
                  <a:moveTo>
                    <a:pt x="0" y="7384"/>
                  </a:moveTo>
                  <a:lnTo>
                    <a:pt x="143184" y="0"/>
                  </a:lnTo>
                  <a:lnTo>
                    <a:pt x="269022" y="293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11067351" y="6629156"/>
              <a:ext cx="408164" cy="31309"/>
            </a:xfrm>
            <a:custGeom>
              <a:avLst/>
              <a:pathLst>
                <a:path w="408164" h="31309">
                  <a:moveTo>
                    <a:pt x="0" y="22367"/>
                  </a:moveTo>
                  <a:lnTo>
                    <a:pt x="148200" y="0"/>
                  </a:lnTo>
                  <a:lnTo>
                    <a:pt x="264854" y="22157"/>
                  </a:lnTo>
                  <a:lnTo>
                    <a:pt x="408164" y="313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11067351" y="6622309"/>
              <a:ext cx="234782" cy="27380"/>
            </a:xfrm>
            <a:custGeom>
              <a:avLst/>
              <a:pathLst>
                <a:path w="234782" h="27380">
                  <a:moveTo>
                    <a:pt x="0" y="16225"/>
                  </a:moveTo>
                  <a:lnTo>
                    <a:pt x="77536" y="27380"/>
                  </a:lnTo>
                  <a:lnTo>
                    <a:pt x="146086" y="27014"/>
                  </a:lnTo>
                  <a:lnTo>
                    <a:pt x="2347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11067351" y="6639964"/>
              <a:ext cx="280030" cy="11980"/>
            </a:xfrm>
            <a:custGeom>
              <a:avLst/>
              <a:pathLst>
                <a:path w="280030" h="11980">
                  <a:moveTo>
                    <a:pt x="0" y="0"/>
                  </a:moveTo>
                  <a:lnTo>
                    <a:pt x="280030" y="119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11362460" y="6637401"/>
              <a:ext cx="117934" cy="7927"/>
            </a:xfrm>
            <a:custGeom>
              <a:avLst/>
              <a:pathLst>
                <a:path w="117934" h="7927">
                  <a:moveTo>
                    <a:pt x="0" y="7927"/>
                  </a:moveTo>
                  <a:lnTo>
                    <a:pt x="117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11067351" y="6603054"/>
              <a:ext cx="168478" cy="21118"/>
            </a:xfrm>
            <a:custGeom>
              <a:avLst/>
              <a:pathLst>
                <a:path w="168478" h="21118">
                  <a:moveTo>
                    <a:pt x="0" y="21118"/>
                  </a:moveTo>
                  <a:lnTo>
                    <a:pt x="77355" y="12261"/>
                  </a:lnTo>
                  <a:lnTo>
                    <a:pt x="1684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11067351" y="6650293"/>
              <a:ext cx="133695" cy="597"/>
            </a:xfrm>
            <a:custGeom>
              <a:avLst/>
              <a:pathLst>
                <a:path w="133695" h="597">
                  <a:moveTo>
                    <a:pt x="0" y="0"/>
                  </a:moveTo>
                  <a:lnTo>
                    <a:pt x="133695" y="5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11067351" y="6653158"/>
              <a:ext cx="201630" cy="1614"/>
            </a:xfrm>
            <a:custGeom>
              <a:avLst/>
              <a:pathLst>
                <a:path w="201630" h="1614">
                  <a:moveTo>
                    <a:pt x="0" y="1614"/>
                  </a:moveTo>
                  <a:lnTo>
                    <a:pt x="2016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11067351" y="6640225"/>
              <a:ext cx="633595" cy="58208"/>
            </a:xfrm>
            <a:custGeom>
              <a:avLst/>
              <a:pathLst>
                <a:path w="633595" h="58208">
                  <a:moveTo>
                    <a:pt x="0" y="0"/>
                  </a:moveTo>
                  <a:lnTo>
                    <a:pt x="199355" y="6845"/>
                  </a:lnTo>
                  <a:lnTo>
                    <a:pt x="350080" y="32598"/>
                  </a:lnTo>
                  <a:lnTo>
                    <a:pt x="461674" y="51903"/>
                  </a:lnTo>
                  <a:lnTo>
                    <a:pt x="633595" y="582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11067351" y="6641171"/>
              <a:ext cx="302489" cy="30331"/>
            </a:xfrm>
            <a:custGeom>
              <a:avLst/>
              <a:pathLst>
                <a:path w="302489" h="30331">
                  <a:moveTo>
                    <a:pt x="0" y="0"/>
                  </a:moveTo>
                  <a:lnTo>
                    <a:pt x="128032" y="30331"/>
                  </a:lnTo>
                  <a:lnTo>
                    <a:pt x="302489" y="270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11067351" y="6630291"/>
              <a:ext cx="132790" cy="13699"/>
            </a:xfrm>
            <a:custGeom>
              <a:avLst/>
              <a:pathLst>
                <a:path w="132790" h="13699">
                  <a:moveTo>
                    <a:pt x="0" y="13699"/>
                  </a:moveTo>
                  <a:lnTo>
                    <a:pt x="1327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11067351" y="6618869"/>
              <a:ext cx="304084" cy="34808"/>
            </a:xfrm>
            <a:custGeom>
              <a:avLst/>
              <a:pathLst>
                <a:path w="304084" h="34808">
                  <a:moveTo>
                    <a:pt x="0" y="34808"/>
                  </a:moveTo>
                  <a:lnTo>
                    <a:pt x="144483" y="0"/>
                  </a:lnTo>
                  <a:lnTo>
                    <a:pt x="304084" y="3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11067351" y="6663132"/>
              <a:ext cx="136766" cy="351"/>
            </a:xfrm>
            <a:custGeom>
              <a:avLst/>
              <a:pathLst>
                <a:path w="136766" h="351">
                  <a:moveTo>
                    <a:pt x="0" y="351"/>
                  </a:moveTo>
                  <a:lnTo>
                    <a:pt x="1367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11067351" y="6670240"/>
              <a:ext cx="138975" cy="39"/>
            </a:xfrm>
            <a:custGeom>
              <a:avLst/>
              <a:pathLst>
                <a:path w="138975" h="39">
                  <a:moveTo>
                    <a:pt x="0" y="0"/>
                  </a:moveTo>
                  <a:lnTo>
                    <a:pt x="138975" y="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11278945" y="6658460"/>
              <a:ext cx="294022" cy="24050"/>
            </a:xfrm>
            <a:custGeom>
              <a:avLst/>
              <a:pathLst>
                <a:path w="294022" h="24050">
                  <a:moveTo>
                    <a:pt x="0" y="0"/>
                  </a:moveTo>
                  <a:lnTo>
                    <a:pt x="294022" y="240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11266719" y="6646459"/>
              <a:ext cx="267203" cy="3778"/>
            </a:xfrm>
            <a:custGeom>
              <a:avLst/>
              <a:pathLst>
                <a:path w="267203" h="3778">
                  <a:moveTo>
                    <a:pt x="0" y="0"/>
                  </a:moveTo>
                  <a:lnTo>
                    <a:pt x="267203" y="37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11067351" y="6637701"/>
              <a:ext cx="204053" cy="4988"/>
            </a:xfrm>
            <a:custGeom>
              <a:avLst/>
              <a:pathLst>
                <a:path w="204053" h="4988">
                  <a:moveTo>
                    <a:pt x="0" y="4988"/>
                  </a:moveTo>
                  <a:lnTo>
                    <a:pt x="2040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11406924" y="6650065"/>
              <a:ext cx="123007" cy="15304"/>
            </a:xfrm>
            <a:custGeom>
              <a:avLst/>
              <a:pathLst>
                <a:path w="123007" h="15304">
                  <a:moveTo>
                    <a:pt x="0" y="15304"/>
                  </a:moveTo>
                  <a:lnTo>
                    <a:pt x="12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11067351" y="6657902"/>
              <a:ext cx="138587" cy="6128"/>
            </a:xfrm>
            <a:custGeom>
              <a:avLst/>
              <a:pathLst>
                <a:path w="138587" h="6128">
                  <a:moveTo>
                    <a:pt x="0" y="0"/>
                  </a:moveTo>
                  <a:lnTo>
                    <a:pt x="138587" y="6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11067351" y="6650992"/>
              <a:ext cx="334133" cy="45901"/>
            </a:xfrm>
            <a:custGeom>
              <a:avLst/>
              <a:pathLst>
                <a:path w="334133" h="45901">
                  <a:moveTo>
                    <a:pt x="0" y="0"/>
                  </a:moveTo>
                  <a:lnTo>
                    <a:pt x="133046" y="16455"/>
                  </a:lnTo>
                  <a:lnTo>
                    <a:pt x="334133" y="459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11067351" y="6612240"/>
              <a:ext cx="471196" cy="37539"/>
            </a:xfrm>
            <a:custGeom>
              <a:avLst/>
              <a:pathLst>
                <a:path w="471196" h="37539">
                  <a:moveTo>
                    <a:pt x="0" y="37539"/>
                  </a:moveTo>
                  <a:lnTo>
                    <a:pt x="265036" y="0"/>
                  </a:lnTo>
                  <a:lnTo>
                    <a:pt x="471196" y="179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11067351" y="6636911"/>
              <a:ext cx="193915" cy="10019"/>
            </a:xfrm>
            <a:custGeom>
              <a:avLst/>
              <a:pathLst>
                <a:path w="193915" h="10019">
                  <a:moveTo>
                    <a:pt x="0" y="0"/>
                  </a:moveTo>
                  <a:lnTo>
                    <a:pt x="193915" y="100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11526121" y="6677674"/>
              <a:ext cx="128804" cy="126"/>
            </a:xfrm>
            <a:custGeom>
              <a:avLst/>
              <a:pathLst>
                <a:path w="128804" h="126">
                  <a:moveTo>
                    <a:pt x="0" y="0"/>
                  </a:moveTo>
                  <a:lnTo>
                    <a:pt x="128804" y="1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11267351" y="6612556"/>
              <a:ext cx="273732" cy="33163"/>
            </a:xfrm>
            <a:custGeom>
              <a:avLst/>
              <a:pathLst>
                <a:path w="273732" h="33163">
                  <a:moveTo>
                    <a:pt x="0" y="33163"/>
                  </a:moveTo>
                  <a:lnTo>
                    <a:pt x="139377" y="20143"/>
                  </a:lnTo>
                  <a:lnTo>
                    <a:pt x="2737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11220793" y="6648806"/>
              <a:ext cx="377536" cy="20101"/>
            </a:xfrm>
            <a:custGeom>
              <a:avLst/>
              <a:pathLst>
                <a:path w="377536" h="20101">
                  <a:moveTo>
                    <a:pt x="0" y="0"/>
                  </a:moveTo>
                  <a:lnTo>
                    <a:pt x="115217" y="13329"/>
                  </a:lnTo>
                  <a:lnTo>
                    <a:pt x="273715" y="16807"/>
                  </a:lnTo>
                  <a:lnTo>
                    <a:pt x="377536" y="201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11067351" y="6639476"/>
              <a:ext cx="200281" cy="5854"/>
            </a:xfrm>
            <a:custGeom>
              <a:avLst/>
              <a:pathLst>
                <a:path w="200281" h="5854">
                  <a:moveTo>
                    <a:pt x="0" y="0"/>
                  </a:moveTo>
                  <a:lnTo>
                    <a:pt x="200281" y="58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11067351" y="6639827"/>
              <a:ext cx="472464" cy="24281"/>
            </a:xfrm>
            <a:custGeom>
              <a:avLst/>
              <a:pathLst>
                <a:path w="472464" h="24281">
                  <a:moveTo>
                    <a:pt x="0" y="0"/>
                  </a:moveTo>
                  <a:lnTo>
                    <a:pt x="225543" y="14701"/>
                  </a:lnTo>
                  <a:lnTo>
                    <a:pt x="344384" y="16816"/>
                  </a:lnTo>
                  <a:lnTo>
                    <a:pt x="472464" y="242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11067351" y="6668183"/>
              <a:ext cx="198978" cy="2492"/>
            </a:xfrm>
            <a:custGeom>
              <a:avLst/>
              <a:pathLst>
                <a:path w="198978" h="2492">
                  <a:moveTo>
                    <a:pt x="0" y="0"/>
                  </a:moveTo>
                  <a:lnTo>
                    <a:pt x="198978" y="24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11067351" y="6644079"/>
              <a:ext cx="343297" cy="35199"/>
            </a:xfrm>
            <a:custGeom>
              <a:avLst/>
              <a:pathLst>
                <a:path w="343297" h="35199">
                  <a:moveTo>
                    <a:pt x="0" y="15327"/>
                  </a:moveTo>
                  <a:lnTo>
                    <a:pt x="79891" y="0"/>
                  </a:lnTo>
                  <a:lnTo>
                    <a:pt x="211880" y="10699"/>
                  </a:lnTo>
                  <a:lnTo>
                    <a:pt x="343297" y="351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11067351" y="6621387"/>
              <a:ext cx="479529" cy="23353"/>
            </a:xfrm>
            <a:custGeom>
              <a:avLst/>
              <a:pathLst>
                <a:path w="479529" h="23353">
                  <a:moveTo>
                    <a:pt x="0" y="21269"/>
                  </a:moveTo>
                  <a:lnTo>
                    <a:pt x="225543" y="23353"/>
                  </a:lnTo>
                  <a:lnTo>
                    <a:pt x="479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11067351" y="6636843"/>
              <a:ext cx="266119" cy="18686"/>
            </a:xfrm>
            <a:custGeom>
              <a:avLst/>
              <a:pathLst>
                <a:path w="266119" h="18686">
                  <a:moveTo>
                    <a:pt x="0" y="18686"/>
                  </a:moveTo>
                  <a:lnTo>
                    <a:pt x="133237" y="14912"/>
                  </a:lnTo>
                  <a:lnTo>
                    <a:pt x="2661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11067351" y="6644630"/>
              <a:ext cx="296148" cy="40438"/>
            </a:xfrm>
            <a:custGeom>
              <a:avLst/>
              <a:pathLst>
                <a:path w="296148" h="40438">
                  <a:moveTo>
                    <a:pt x="0" y="0"/>
                  </a:moveTo>
                  <a:lnTo>
                    <a:pt x="136909" y="33272"/>
                  </a:lnTo>
                  <a:lnTo>
                    <a:pt x="296148" y="40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11067351" y="6655037"/>
              <a:ext cx="235917" cy="5399"/>
            </a:xfrm>
            <a:custGeom>
              <a:avLst/>
              <a:pathLst>
                <a:path w="235917" h="5399">
                  <a:moveTo>
                    <a:pt x="0" y="0"/>
                  </a:moveTo>
                  <a:lnTo>
                    <a:pt x="78804" y="5399"/>
                  </a:lnTo>
                  <a:lnTo>
                    <a:pt x="235917" y="35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11656119" y="6635705"/>
              <a:ext cx="84239" cy="13313"/>
            </a:xfrm>
            <a:custGeom>
              <a:avLst/>
              <a:pathLst>
                <a:path w="84239" h="13313">
                  <a:moveTo>
                    <a:pt x="0" y="13313"/>
                  </a:moveTo>
                  <a:lnTo>
                    <a:pt x="84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11067351" y="6626913"/>
              <a:ext cx="643859" cy="29130"/>
            </a:xfrm>
            <a:custGeom>
              <a:avLst/>
              <a:pathLst>
                <a:path w="643859" h="29130">
                  <a:moveTo>
                    <a:pt x="0" y="4219"/>
                  </a:moveTo>
                  <a:lnTo>
                    <a:pt x="215597" y="2397"/>
                  </a:lnTo>
                  <a:lnTo>
                    <a:pt x="336431" y="0"/>
                  </a:lnTo>
                  <a:lnTo>
                    <a:pt x="472663" y="22506"/>
                  </a:lnTo>
                  <a:lnTo>
                    <a:pt x="643859" y="291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11067351" y="6654256"/>
              <a:ext cx="143116" cy="16689"/>
            </a:xfrm>
            <a:custGeom>
              <a:avLst/>
              <a:pathLst>
                <a:path w="143116" h="16689">
                  <a:moveTo>
                    <a:pt x="0" y="0"/>
                  </a:moveTo>
                  <a:lnTo>
                    <a:pt x="143116" y="166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11067351" y="6541820"/>
              <a:ext cx="149637" cy="92743"/>
            </a:xfrm>
            <a:custGeom>
              <a:avLst/>
              <a:pathLst>
                <a:path w="149637" h="92743">
                  <a:moveTo>
                    <a:pt x="0" y="92743"/>
                  </a:move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11067351" y="6643487"/>
              <a:ext cx="398007" cy="42219"/>
            </a:xfrm>
            <a:custGeom>
              <a:avLst/>
              <a:pathLst>
                <a:path w="398007" h="42219">
                  <a:moveTo>
                    <a:pt x="0" y="3872"/>
                  </a:moveTo>
                  <a:lnTo>
                    <a:pt x="150876" y="0"/>
                  </a:lnTo>
                  <a:lnTo>
                    <a:pt x="264855" y="38661"/>
                  </a:lnTo>
                  <a:lnTo>
                    <a:pt x="398007" y="422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11067351" y="6681685"/>
              <a:ext cx="232971" cy="13661"/>
            </a:xfrm>
            <a:custGeom>
              <a:avLst/>
              <a:pathLst>
                <a:path w="232971" h="13661">
                  <a:moveTo>
                    <a:pt x="0" y="0"/>
                  </a:moveTo>
                  <a:lnTo>
                    <a:pt x="232971" y="13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11067351" y="6640480"/>
              <a:ext cx="216431" cy="7458"/>
            </a:xfrm>
            <a:custGeom>
              <a:avLst/>
              <a:pathLst>
                <a:path w="216431" h="7458">
                  <a:moveTo>
                    <a:pt x="0" y="7458"/>
                  </a:moveTo>
                  <a:lnTo>
                    <a:pt x="216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11067351" y="6649158"/>
              <a:ext cx="399151" cy="16994"/>
            </a:xfrm>
            <a:custGeom>
              <a:avLst/>
              <a:pathLst>
                <a:path w="399151" h="16994">
                  <a:moveTo>
                    <a:pt x="0" y="1492"/>
                  </a:moveTo>
                  <a:lnTo>
                    <a:pt x="134296" y="16994"/>
                  </a:lnTo>
                  <a:lnTo>
                    <a:pt x="269912" y="0"/>
                  </a:lnTo>
                  <a:lnTo>
                    <a:pt x="399151" y="11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11067351" y="6645947"/>
              <a:ext cx="331032" cy="1177"/>
            </a:xfrm>
            <a:custGeom>
              <a:avLst/>
              <a:pathLst>
                <a:path w="331032" h="1177">
                  <a:moveTo>
                    <a:pt x="0" y="361"/>
                  </a:moveTo>
                  <a:lnTo>
                    <a:pt x="199275" y="1177"/>
                  </a:lnTo>
                  <a:lnTo>
                    <a:pt x="331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11067351" y="6661543"/>
              <a:ext cx="140398" cy="274"/>
            </a:xfrm>
            <a:custGeom>
              <a:avLst/>
              <a:pathLst>
                <a:path w="140398" h="274">
                  <a:moveTo>
                    <a:pt x="0" y="274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11067351" y="6630542"/>
              <a:ext cx="204891" cy="9267"/>
            </a:xfrm>
            <a:custGeom>
              <a:avLst/>
              <a:pathLst>
                <a:path w="204891" h="9267">
                  <a:moveTo>
                    <a:pt x="0" y="9267"/>
                  </a:moveTo>
                  <a:lnTo>
                    <a:pt x="204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11067351" y="6559692"/>
              <a:ext cx="209058" cy="82332"/>
            </a:xfrm>
            <a:custGeom>
              <a:avLst/>
              <a:pathLst>
                <a:path w="209058" h="82332">
                  <a:moveTo>
                    <a:pt x="0" y="81323"/>
                  </a:moveTo>
                  <a:lnTo>
                    <a:pt x="69324" y="82332"/>
                  </a:lnTo>
                  <a:lnTo>
                    <a:pt x="140398" y="0"/>
                  </a:lnTo>
                  <a:lnTo>
                    <a:pt x="209058" y="784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11067351" y="6633603"/>
              <a:ext cx="71641" cy="5420"/>
            </a:xfrm>
            <a:custGeom>
              <a:avLst/>
              <a:pathLst>
                <a:path w="71641" h="5420">
                  <a:moveTo>
                    <a:pt x="0" y="0"/>
                  </a:moveTo>
                  <a:lnTo>
                    <a:pt x="71641" y="54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11067351" y="6520744"/>
              <a:ext cx="610182" cy="107539"/>
            </a:xfrm>
            <a:custGeom>
              <a:avLst/>
              <a:pathLst>
                <a:path w="610182" h="107539">
                  <a:moveTo>
                    <a:pt x="0" y="107539"/>
                  </a:moveTo>
                  <a:lnTo>
                    <a:pt x="200218" y="87442"/>
                  </a:lnTo>
                  <a:lnTo>
                    <a:pt x="322863" y="56242"/>
                  </a:lnTo>
                  <a:lnTo>
                    <a:pt x="468696" y="43923"/>
                  </a:lnTo>
                  <a:lnTo>
                    <a:pt x="6101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11067351" y="6653549"/>
              <a:ext cx="131780" cy="29"/>
            </a:xfrm>
            <a:custGeom>
              <a:avLst/>
              <a:pathLst>
                <a:path w="131780" h="29">
                  <a:moveTo>
                    <a:pt x="0" y="29"/>
                  </a:moveTo>
                  <a:lnTo>
                    <a:pt x="1317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11067351" y="6644149"/>
              <a:ext cx="163405" cy="41216"/>
            </a:xfrm>
            <a:custGeom>
              <a:avLst/>
              <a:pathLst>
                <a:path w="163405" h="41216">
                  <a:moveTo>
                    <a:pt x="0" y="0"/>
                  </a:moveTo>
                  <a:lnTo>
                    <a:pt x="163405" y="41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11067351" y="6655871"/>
              <a:ext cx="357609" cy="8117"/>
            </a:xfrm>
            <a:custGeom>
              <a:avLst/>
              <a:pathLst>
                <a:path w="357609" h="8117">
                  <a:moveTo>
                    <a:pt x="0" y="0"/>
                  </a:moveTo>
                  <a:lnTo>
                    <a:pt x="357609" y="81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11067351" y="6648668"/>
              <a:ext cx="127646" cy="9273"/>
            </a:xfrm>
            <a:custGeom>
              <a:avLst/>
              <a:pathLst>
                <a:path w="127646" h="9273">
                  <a:moveTo>
                    <a:pt x="0" y="0"/>
                  </a:moveTo>
                  <a:lnTo>
                    <a:pt x="127646" y="92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11067351" y="6641331"/>
              <a:ext cx="163405" cy="252"/>
            </a:xfrm>
            <a:custGeom>
              <a:avLst/>
              <a:pathLst>
                <a:path w="163405" h="252">
                  <a:moveTo>
                    <a:pt x="0" y="0"/>
                  </a:moveTo>
                  <a:lnTo>
                    <a:pt x="163405" y="2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11533837" y="6657085"/>
              <a:ext cx="134344" cy="8627"/>
            </a:xfrm>
            <a:custGeom>
              <a:avLst/>
              <a:pathLst>
                <a:path w="134344" h="8627">
                  <a:moveTo>
                    <a:pt x="0" y="8627"/>
                  </a:moveTo>
                  <a:lnTo>
                    <a:pt x="1343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11335105" y="6611656"/>
              <a:ext cx="263406" cy="33060"/>
            </a:xfrm>
            <a:custGeom>
              <a:avLst/>
              <a:pathLst>
                <a:path w="263406" h="33060">
                  <a:moveTo>
                    <a:pt x="0" y="33060"/>
                  </a:moveTo>
                  <a:lnTo>
                    <a:pt x="131521" y="12989"/>
                  </a:lnTo>
                  <a:lnTo>
                    <a:pt x="2634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11067351" y="6622688"/>
              <a:ext cx="134239" cy="25087"/>
            </a:xfrm>
            <a:custGeom>
              <a:avLst/>
              <a:pathLst>
                <a:path w="134239" h="25087">
                  <a:moveTo>
                    <a:pt x="0" y="0"/>
                  </a:moveTo>
                  <a:lnTo>
                    <a:pt x="134239" y="250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11215609" y="6635423"/>
              <a:ext cx="244619" cy="8754"/>
            </a:xfrm>
            <a:custGeom>
              <a:avLst/>
              <a:pathLst>
                <a:path w="244619" h="8754">
                  <a:moveTo>
                    <a:pt x="0" y="8754"/>
                  </a:moveTo>
                  <a:lnTo>
                    <a:pt x="54459" y="4004"/>
                  </a:lnTo>
                  <a:lnTo>
                    <a:pt x="129640" y="4965"/>
                  </a:lnTo>
                  <a:lnTo>
                    <a:pt x="2446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11067351" y="6628453"/>
              <a:ext cx="199094" cy="8814"/>
            </a:xfrm>
            <a:custGeom>
              <a:avLst/>
              <a:pathLst>
                <a:path w="199094" h="8814">
                  <a:moveTo>
                    <a:pt x="0" y="0"/>
                  </a:moveTo>
                  <a:lnTo>
                    <a:pt x="199094" y="88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11067351" y="6600376"/>
              <a:ext cx="136232" cy="37924"/>
            </a:xfrm>
            <a:custGeom>
              <a:avLst/>
              <a:pathLst>
                <a:path w="136232" h="37924">
                  <a:moveTo>
                    <a:pt x="0" y="37924"/>
                  </a:moveTo>
                  <a:lnTo>
                    <a:pt x="66203" y="13651"/>
                  </a:lnTo>
                  <a:lnTo>
                    <a:pt x="1362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11734380" y="6651510"/>
              <a:ext cx="131521" cy="25168"/>
            </a:xfrm>
            <a:custGeom>
              <a:avLst/>
              <a:pathLst>
                <a:path w="131521" h="25168">
                  <a:moveTo>
                    <a:pt x="0" y="0"/>
                  </a:moveTo>
                  <a:lnTo>
                    <a:pt x="131521" y="251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11067351" y="6645064"/>
              <a:ext cx="145652" cy="11017"/>
            </a:xfrm>
            <a:custGeom>
              <a:avLst/>
              <a:pathLst>
                <a:path w="145652" h="11017">
                  <a:moveTo>
                    <a:pt x="0" y="0"/>
                  </a:moveTo>
                  <a:lnTo>
                    <a:pt x="145652" y="110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11209204" y="6664183"/>
              <a:ext cx="130589" cy="3475"/>
            </a:xfrm>
            <a:custGeom>
              <a:avLst/>
              <a:pathLst>
                <a:path w="130589" h="3475">
                  <a:moveTo>
                    <a:pt x="0" y="0"/>
                  </a:moveTo>
                  <a:lnTo>
                    <a:pt x="130589" y="34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11067351" y="6650876"/>
              <a:ext cx="263949" cy="14560"/>
            </a:xfrm>
            <a:custGeom>
              <a:avLst/>
              <a:pathLst>
                <a:path w="263949" h="14560">
                  <a:moveTo>
                    <a:pt x="0" y="0"/>
                  </a:moveTo>
                  <a:lnTo>
                    <a:pt x="149914" y="14560"/>
                  </a:lnTo>
                  <a:lnTo>
                    <a:pt x="263949" y="60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11067351" y="6647920"/>
              <a:ext cx="309036" cy="4600"/>
            </a:xfrm>
            <a:custGeom>
              <a:avLst/>
              <a:pathLst>
                <a:path w="309036" h="4600">
                  <a:moveTo>
                    <a:pt x="0" y="0"/>
                  </a:moveTo>
                  <a:lnTo>
                    <a:pt x="309036" y="46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11067351" y="6650569"/>
              <a:ext cx="338494" cy="33006"/>
            </a:xfrm>
            <a:custGeom>
              <a:avLst/>
              <a:pathLst>
                <a:path w="338494" h="33006">
                  <a:moveTo>
                    <a:pt x="0" y="0"/>
                  </a:moveTo>
                  <a:lnTo>
                    <a:pt x="146014" y="20948"/>
                  </a:lnTo>
                  <a:lnTo>
                    <a:pt x="338494" y="330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11205619" y="6654484"/>
              <a:ext cx="268106" cy="41692"/>
            </a:xfrm>
            <a:custGeom>
              <a:avLst/>
              <a:pathLst>
                <a:path w="268106" h="41692">
                  <a:moveTo>
                    <a:pt x="0" y="0"/>
                  </a:moveTo>
                  <a:lnTo>
                    <a:pt x="135283" y="30761"/>
                  </a:lnTo>
                  <a:lnTo>
                    <a:pt x="268106" y="416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11067351" y="6629150"/>
              <a:ext cx="234782" cy="13474"/>
            </a:xfrm>
            <a:custGeom>
              <a:avLst/>
              <a:pathLst>
                <a:path w="234782" h="13474">
                  <a:moveTo>
                    <a:pt x="0" y="13474"/>
                  </a:moveTo>
                  <a:lnTo>
                    <a:pt x="2347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11233400" y="6626336"/>
              <a:ext cx="242090" cy="8154"/>
            </a:xfrm>
            <a:custGeom>
              <a:avLst/>
              <a:pathLst>
                <a:path w="242090" h="8154">
                  <a:moveTo>
                    <a:pt x="0" y="8154"/>
                  </a:moveTo>
                  <a:lnTo>
                    <a:pt x="98806" y="7978"/>
                  </a:lnTo>
                  <a:lnTo>
                    <a:pt x="24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11067351" y="6628884"/>
              <a:ext cx="145833" cy="6356"/>
            </a:xfrm>
            <a:custGeom>
              <a:avLst/>
              <a:pathLst>
                <a:path w="145833" h="6356">
                  <a:moveTo>
                    <a:pt x="0" y="6356"/>
                  </a:moveTo>
                  <a:lnTo>
                    <a:pt x="145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11067351" y="6657240"/>
              <a:ext cx="411791" cy="31856"/>
            </a:xfrm>
            <a:custGeom>
              <a:avLst/>
              <a:pathLst>
                <a:path w="411791" h="31856">
                  <a:moveTo>
                    <a:pt x="0" y="0"/>
                  </a:moveTo>
                  <a:lnTo>
                    <a:pt x="136790" y="17823"/>
                  </a:lnTo>
                  <a:lnTo>
                    <a:pt x="309117" y="31856"/>
                  </a:lnTo>
                  <a:lnTo>
                    <a:pt x="411791" y="255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11067351" y="6634404"/>
              <a:ext cx="67175" cy="4905"/>
            </a:xfrm>
            <a:custGeom>
              <a:avLst/>
              <a:pathLst>
                <a:path w="67175" h="4905">
                  <a:moveTo>
                    <a:pt x="0" y="0"/>
                  </a:moveTo>
                  <a:lnTo>
                    <a:pt x="67175" y="49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11067351" y="6649979"/>
              <a:ext cx="384239" cy="8678"/>
            </a:xfrm>
            <a:custGeom>
              <a:avLst/>
              <a:pathLst>
                <a:path w="384239" h="8678">
                  <a:moveTo>
                    <a:pt x="0" y="0"/>
                  </a:moveTo>
                  <a:lnTo>
                    <a:pt x="82427" y="4912"/>
                  </a:lnTo>
                  <a:lnTo>
                    <a:pt x="384239" y="86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11067351" y="6665203"/>
              <a:ext cx="199094" cy="3034"/>
            </a:xfrm>
            <a:custGeom>
              <a:avLst/>
              <a:pathLst>
                <a:path w="199094" h="3034">
                  <a:moveTo>
                    <a:pt x="0" y="0"/>
                  </a:moveTo>
                  <a:lnTo>
                    <a:pt x="199094" y="30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11067351" y="6647541"/>
              <a:ext cx="385296" cy="8149"/>
            </a:xfrm>
            <a:custGeom>
              <a:avLst/>
              <a:pathLst>
                <a:path w="385296" h="8149">
                  <a:moveTo>
                    <a:pt x="0" y="0"/>
                  </a:moveTo>
                  <a:lnTo>
                    <a:pt x="212681" y="2036"/>
                  </a:lnTo>
                  <a:lnTo>
                    <a:pt x="385296" y="81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11292894" y="6611685"/>
              <a:ext cx="247282" cy="11940"/>
            </a:xfrm>
            <a:custGeom>
              <a:avLst/>
              <a:pathLst>
                <a:path w="247282" h="11940">
                  <a:moveTo>
                    <a:pt x="0" y="11940"/>
                  </a:moveTo>
                  <a:lnTo>
                    <a:pt x="117351" y="8502"/>
                  </a:lnTo>
                  <a:lnTo>
                    <a:pt x="247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11067351" y="6625405"/>
              <a:ext cx="402536" cy="30266"/>
            </a:xfrm>
            <a:custGeom>
              <a:avLst/>
              <a:pathLst>
                <a:path w="402536" h="30266">
                  <a:moveTo>
                    <a:pt x="0" y="0"/>
                  </a:moveTo>
                  <a:lnTo>
                    <a:pt x="136775" y="30266"/>
                  </a:lnTo>
                  <a:lnTo>
                    <a:pt x="266123" y="13200"/>
                  </a:lnTo>
                  <a:lnTo>
                    <a:pt x="402536" y="171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11067351" y="6636431"/>
              <a:ext cx="257246" cy="33359"/>
            </a:xfrm>
            <a:custGeom>
              <a:avLst/>
              <a:pathLst>
                <a:path w="257246" h="33359">
                  <a:moveTo>
                    <a:pt x="0" y="4180"/>
                  </a:moveTo>
                  <a:lnTo>
                    <a:pt x="134669" y="0"/>
                  </a:lnTo>
                  <a:lnTo>
                    <a:pt x="257246" y="333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11067351" y="6668989"/>
              <a:ext cx="274637" cy="15563"/>
            </a:xfrm>
            <a:custGeom>
              <a:avLst/>
              <a:pathLst>
                <a:path w="274637" h="15563">
                  <a:moveTo>
                    <a:pt x="0" y="0"/>
                  </a:moveTo>
                  <a:lnTo>
                    <a:pt x="274637" y="15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11067351" y="6668009"/>
              <a:ext cx="136449" cy="12750"/>
            </a:xfrm>
            <a:custGeom>
              <a:avLst/>
              <a:pathLst>
                <a:path w="136449" h="12750">
                  <a:moveTo>
                    <a:pt x="0" y="0"/>
                  </a:moveTo>
                  <a:lnTo>
                    <a:pt x="136449" y="127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11282206" y="6639036"/>
              <a:ext cx="204348" cy="2713"/>
            </a:xfrm>
            <a:custGeom>
              <a:avLst/>
              <a:pathLst>
                <a:path w="204348" h="2713">
                  <a:moveTo>
                    <a:pt x="0" y="0"/>
                  </a:moveTo>
                  <a:lnTo>
                    <a:pt x="204348" y="27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11067351" y="6664120"/>
              <a:ext cx="144521" cy="25725"/>
            </a:xfrm>
            <a:custGeom>
              <a:avLst/>
              <a:pathLst>
                <a:path w="144521" h="25725">
                  <a:moveTo>
                    <a:pt x="0" y="0"/>
                  </a:moveTo>
                  <a:lnTo>
                    <a:pt x="144521" y="257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11067351" y="6667085"/>
              <a:ext cx="351921" cy="27203"/>
            </a:xfrm>
            <a:custGeom>
              <a:avLst/>
              <a:pathLst>
                <a:path w="351921" h="27203">
                  <a:moveTo>
                    <a:pt x="0" y="0"/>
                  </a:moveTo>
                  <a:lnTo>
                    <a:pt x="351921" y="272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11067351" y="6651108"/>
              <a:ext cx="140398" cy="12866"/>
            </a:xfrm>
            <a:custGeom>
              <a:avLst/>
              <a:pathLst>
                <a:path w="140398" h="12866">
                  <a:moveTo>
                    <a:pt x="0" y="0"/>
                  </a:moveTo>
                  <a:lnTo>
                    <a:pt x="140398" y="128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11067351" y="6661548"/>
              <a:ext cx="138167" cy="16146"/>
            </a:xfrm>
            <a:custGeom>
              <a:avLst/>
              <a:pathLst>
                <a:path w="138167" h="16146">
                  <a:moveTo>
                    <a:pt x="0" y="0"/>
                  </a:moveTo>
                  <a:lnTo>
                    <a:pt x="138167" y="161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11067351" y="6639446"/>
              <a:ext cx="270833" cy="51027"/>
            </a:xfrm>
            <a:custGeom>
              <a:avLst/>
              <a:pathLst>
                <a:path w="270833" h="51027">
                  <a:moveTo>
                    <a:pt x="0" y="0"/>
                  </a:moveTo>
                  <a:lnTo>
                    <a:pt x="132858" y="1236"/>
                  </a:lnTo>
                  <a:lnTo>
                    <a:pt x="270833" y="510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11067351" y="6628581"/>
              <a:ext cx="598147" cy="21409"/>
            </a:xfrm>
            <a:custGeom>
              <a:avLst/>
              <a:pathLst>
                <a:path w="598147" h="21409">
                  <a:moveTo>
                    <a:pt x="0" y="17510"/>
                  </a:moveTo>
                  <a:lnTo>
                    <a:pt x="196516" y="21409"/>
                  </a:lnTo>
                  <a:lnTo>
                    <a:pt x="332385" y="0"/>
                  </a:lnTo>
                  <a:lnTo>
                    <a:pt x="464270" y="20896"/>
                  </a:lnTo>
                  <a:lnTo>
                    <a:pt x="598147" y="103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11067351" y="6628286"/>
              <a:ext cx="345833" cy="36994"/>
            </a:xfrm>
            <a:custGeom>
              <a:avLst/>
              <a:pathLst>
                <a:path w="345833" h="36994">
                  <a:moveTo>
                    <a:pt x="0" y="26132"/>
                  </a:moveTo>
                  <a:lnTo>
                    <a:pt x="143116" y="0"/>
                  </a:lnTo>
                  <a:lnTo>
                    <a:pt x="345833" y="369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11067351" y="6639525"/>
              <a:ext cx="429529" cy="38528"/>
            </a:xfrm>
            <a:custGeom>
              <a:avLst/>
              <a:pathLst>
                <a:path w="429529" h="38528">
                  <a:moveTo>
                    <a:pt x="0" y="0"/>
                  </a:moveTo>
                  <a:lnTo>
                    <a:pt x="146014" y="2407"/>
                  </a:lnTo>
                  <a:lnTo>
                    <a:pt x="277536" y="27021"/>
                  </a:lnTo>
                  <a:lnTo>
                    <a:pt x="429529" y="385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11067351" y="6633337"/>
              <a:ext cx="628442" cy="29695"/>
            </a:xfrm>
            <a:custGeom>
              <a:avLst/>
              <a:pathLst>
                <a:path w="628442" h="29695">
                  <a:moveTo>
                    <a:pt x="0" y="9251"/>
                  </a:moveTo>
                  <a:lnTo>
                    <a:pt x="203261" y="1455"/>
                  </a:lnTo>
                  <a:lnTo>
                    <a:pt x="342049" y="1386"/>
                  </a:lnTo>
                  <a:lnTo>
                    <a:pt x="456159" y="0"/>
                  </a:lnTo>
                  <a:lnTo>
                    <a:pt x="628442" y="296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11334742" y="6658337"/>
              <a:ext cx="132971" cy="26373"/>
            </a:xfrm>
            <a:custGeom>
              <a:avLst/>
              <a:pathLst>
                <a:path w="132971" h="26373">
                  <a:moveTo>
                    <a:pt x="0" y="0"/>
                  </a:moveTo>
                  <a:lnTo>
                    <a:pt x="132971" y="263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11067351" y="6649740"/>
              <a:ext cx="932247" cy="5416"/>
            </a:xfrm>
            <a:custGeom>
              <a:avLst/>
              <a:pathLst>
                <a:path w="932247" h="5416">
                  <a:moveTo>
                    <a:pt x="0" y="0"/>
                  </a:moveTo>
                  <a:lnTo>
                    <a:pt x="9416" y="54"/>
                  </a:lnTo>
                  <a:lnTo>
                    <a:pt x="18833" y="109"/>
                  </a:lnTo>
                  <a:lnTo>
                    <a:pt x="28249" y="164"/>
                  </a:lnTo>
                  <a:lnTo>
                    <a:pt x="37666" y="218"/>
                  </a:lnTo>
                  <a:lnTo>
                    <a:pt x="47083" y="273"/>
                  </a:lnTo>
                  <a:lnTo>
                    <a:pt x="56499" y="328"/>
                  </a:lnTo>
                  <a:lnTo>
                    <a:pt x="65916" y="383"/>
                  </a:lnTo>
                  <a:lnTo>
                    <a:pt x="75333" y="437"/>
                  </a:lnTo>
                  <a:lnTo>
                    <a:pt x="84749" y="492"/>
                  </a:lnTo>
                  <a:lnTo>
                    <a:pt x="94166" y="547"/>
                  </a:lnTo>
                  <a:lnTo>
                    <a:pt x="103583" y="601"/>
                  </a:lnTo>
                  <a:lnTo>
                    <a:pt x="112999" y="656"/>
                  </a:lnTo>
                  <a:lnTo>
                    <a:pt x="122416" y="711"/>
                  </a:lnTo>
                  <a:lnTo>
                    <a:pt x="131832" y="766"/>
                  </a:lnTo>
                  <a:lnTo>
                    <a:pt x="141249" y="820"/>
                  </a:lnTo>
                  <a:lnTo>
                    <a:pt x="150666" y="875"/>
                  </a:lnTo>
                  <a:lnTo>
                    <a:pt x="160082" y="930"/>
                  </a:lnTo>
                  <a:lnTo>
                    <a:pt x="169499" y="984"/>
                  </a:lnTo>
                  <a:lnTo>
                    <a:pt x="178916" y="1039"/>
                  </a:lnTo>
                  <a:lnTo>
                    <a:pt x="188332" y="1094"/>
                  </a:lnTo>
                  <a:lnTo>
                    <a:pt x="197749" y="1149"/>
                  </a:lnTo>
                  <a:lnTo>
                    <a:pt x="207166" y="1203"/>
                  </a:lnTo>
                  <a:lnTo>
                    <a:pt x="216582" y="1258"/>
                  </a:lnTo>
                  <a:lnTo>
                    <a:pt x="225999" y="1313"/>
                  </a:lnTo>
                  <a:lnTo>
                    <a:pt x="235416" y="1367"/>
                  </a:lnTo>
                  <a:lnTo>
                    <a:pt x="244832" y="1422"/>
                  </a:lnTo>
                  <a:lnTo>
                    <a:pt x="254249" y="1477"/>
                  </a:lnTo>
                  <a:lnTo>
                    <a:pt x="263665" y="1532"/>
                  </a:lnTo>
                  <a:lnTo>
                    <a:pt x="273082" y="1586"/>
                  </a:lnTo>
                  <a:lnTo>
                    <a:pt x="282499" y="1641"/>
                  </a:lnTo>
                  <a:lnTo>
                    <a:pt x="291915" y="1696"/>
                  </a:lnTo>
                  <a:lnTo>
                    <a:pt x="301332" y="1750"/>
                  </a:lnTo>
                  <a:lnTo>
                    <a:pt x="310749" y="1805"/>
                  </a:lnTo>
                  <a:lnTo>
                    <a:pt x="320165" y="1860"/>
                  </a:lnTo>
                  <a:lnTo>
                    <a:pt x="329582" y="1915"/>
                  </a:lnTo>
                  <a:lnTo>
                    <a:pt x="338999" y="1969"/>
                  </a:lnTo>
                  <a:lnTo>
                    <a:pt x="348415" y="2024"/>
                  </a:lnTo>
                  <a:lnTo>
                    <a:pt x="357832" y="2079"/>
                  </a:lnTo>
                  <a:lnTo>
                    <a:pt x="367248" y="2133"/>
                  </a:lnTo>
                  <a:lnTo>
                    <a:pt x="376665" y="2188"/>
                  </a:lnTo>
                  <a:lnTo>
                    <a:pt x="386082" y="2243"/>
                  </a:lnTo>
                  <a:lnTo>
                    <a:pt x="395498" y="2298"/>
                  </a:lnTo>
                  <a:lnTo>
                    <a:pt x="404915" y="2352"/>
                  </a:lnTo>
                  <a:lnTo>
                    <a:pt x="414332" y="2407"/>
                  </a:lnTo>
                  <a:lnTo>
                    <a:pt x="423748" y="2462"/>
                  </a:lnTo>
                  <a:lnTo>
                    <a:pt x="433165" y="2516"/>
                  </a:lnTo>
                  <a:lnTo>
                    <a:pt x="442582" y="2571"/>
                  </a:lnTo>
                  <a:lnTo>
                    <a:pt x="451998" y="2626"/>
                  </a:lnTo>
                  <a:lnTo>
                    <a:pt x="461415" y="2681"/>
                  </a:lnTo>
                  <a:lnTo>
                    <a:pt x="470832" y="2735"/>
                  </a:lnTo>
                  <a:lnTo>
                    <a:pt x="480248" y="2790"/>
                  </a:lnTo>
                  <a:lnTo>
                    <a:pt x="489665" y="2845"/>
                  </a:lnTo>
                  <a:lnTo>
                    <a:pt x="499081" y="2899"/>
                  </a:lnTo>
                  <a:lnTo>
                    <a:pt x="508498" y="2954"/>
                  </a:lnTo>
                  <a:lnTo>
                    <a:pt x="517915" y="3009"/>
                  </a:lnTo>
                  <a:lnTo>
                    <a:pt x="527331" y="3064"/>
                  </a:lnTo>
                  <a:lnTo>
                    <a:pt x="536748" y="3118"/>
                  </a:lnTo>
                  <a:lnTo>
                    <a:pt x="546165" y="3173"/>
                  </a:lnTo>
                  <a:lnTo>
                    <a:pt x="555581" y="3228"/>
                  </a:lnTo>
                  <a:lnTo>
                    <a:pt x="564998" y="3282"/>
                  </a:lnTo>
                  <a:lnTo>
                    <a:pt x="574415" y="3337"/>
                  </a:lnTo>
                  <a:lnTo>
                    <a:pt x="583831" y="3392"/>
                  </a:lnTo>
                  <a:lnTo>
                    <a:pt x="593248" y="3447"/>
                  </a:lnTo>
                  <a:lnTo>
                    <a:pt x="602664" y="3501"/>
                  </a:lnTo>
                  <a:lnTo>
                    <a:pt x="612081" y="3556"/>
                  </a:lnTo>
                  <a:lnTo>
                    <a:pt x="621498" y="3611"/>
                  </a:lnTo>
                  <a:lnTo>
                    <a:pt x="630914" y="3665"/>
                  </a:lnTo>
                  <a:lnTo>
                    <a:pt x="640331" y="3720"/>
                  </a:lnTo>
                  <a:lnTo>
                    <a:pt x="649748" y="3775"/>
                  </a:lnTo>
                  <a:lnTo>
                    <a:pt x="659164" y="3830"/>
                  </a:lnTo>
                  <a:lnTo>
                    <a:pt x="668581" y="3884"/>
                  </a:lnTo>
                  <a:lnTo>
                    <a:pt x="677998" y="3939"/>
                  </a:lnTo>
                  <a:lnTo>
                    <a:pt x="687414" y="3994"/>
                  </a:lnTo>
                  <a:lnTo>
                    <a:pt x="696831" y="4048"/>
                  </a:lnTo>
                  <a:lnTo>
                    <a:pt x="706248" y="4103"/>
                  </a:lnTo>
                  <a:lnTo>
                    <a:pt x="715664" y="4158"/>
                  </a:lnTo>
                  <a:lnTo>
                    <a:pt x="725081" y="4213"/>
                  </a:lnTo>
                  <a:lnTo>
                    <a:pt x="734497" y="4267"/>
                  </a:lnTo>
                  <a:lnTo>
                    <a:pt x="743914" y="4322"/>
                  </a:lnTo>
                  <a:lnTo>
                    <a:pt x="753331" y="4377"/>
                  </a:lnTo>
                  <a:lnTo>
                    <a:pt x="762747" y="4432"/>
                  </a:lnTo>
                  <a:lnTo>
                    <a:pt x="772164" y="4486"/>
                  </a:lnTo>
                  <a:lnTo>
                    <a:pt x="781581" y="4541"/>
                  </a:lnTo>
                  <a:lnTo>
                    <a:pt x="790997" y="4596"/>
                  </a:lnTo>
                  <a:lnTo>
                    <a:pt x="800414" y="4650"/>
                  </a:lnTo>
                  <a:lnTo>
                    <a:pt x="809831" y="4705"/>
                  </a:lnTo>
                  <a:lnTo>
                    <a:pt x="819247" y="4760"/>
                  </a:lnTo>
                  <a:lnTo>
                    <a:pt x="828664" y="4815"/>
                  </a:lnTo>
                  <a:lnTo>
                    <a:pt x="838081" y="4869"/>
                  </a:lnTo>
                  <a:lnTo>
                    <a:pt x="847497" y="4924"/>
                  </a:lnTo>
                  <a:lnTo>
                    <a:pt x="856914" y="4979"/>
                  </a:lnTo>
                  <a:lnTo>
                    <a:pt x="866330" y="5033"/>
                  </a:lnTo>
                  <a:lnTo>
                    <a:pt x="875747" y="5088"/>
                  </a:lnTo>
                  <a:lnTo>
                    <a:pt x="885164" y="5143"/>
                  </a:lnTo>
                  <a:lnTo>
                    <a:pt x="894580" y="5198"/>
                  </a:lnTo>
                  <a:lnTo>
                    <a:pt x="903997" y="5252"/>
                  </a:lnTo>
                  <a:lnTo>
                    <a:pt x="913414" y="5307"/>
                  </a:lnTo>
                  <a:lnTo>
                    <a:pt x="922830" y="5362"/>
                  </a:lnTo>
                  <a:lnTo>
                    <a:pt x="932247" y="5416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93" name="tx2693"/>
            <p:cNvSpPr/>
            <p:nvPr/>
          </p:nvSpPr>
          <p:spPr>
            <a:xfrm>
              <a:off x="10925076" y="5439774"/>
              <a:ext cx="1074522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-0.012 Z/year</a:t>
              </a:r>
            </a:p>
          </p:txBody>
        </p:sp>
        <p:sp>
          <p:nvSpPr>
            <p:cNvPr id="2694" name="rc2694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tx2695"/>
            <p:cNvSpPr/>
            <p:nvPr/>
          </p:nvSpPr>
          <p:spPr>
            <a:xfrm>
              <a:off x="10895953" y="660470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96" name="tx2696"/>
            <p:cNvSpPr/>
            <p:nvPr/>
          </p:nvSpPr>
          <p:spPr>
            <a:xfrm>
              <a:off x="10833797" y="62791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97" name="tx2697"/>
            <p:cNvSpPr/>
            <p:nvPr/>
          </p:nvSpPr>
          <p:spPr>
            <a:xfrm>
              <a:off x="10833797" y="595366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698" name="tx2698"/>
            <p:cNvSpPr/>
            <p:nvPr/>
          </p:nvSpPr>
          <p:spPr>
            <a:xfrm>
              <a:off x="10833797" y="5628088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699" name="pl2699"/>
            <p:cNvSpPr/>
            <p:nvPr/>
          </p:nvSpPr>
          <p:spPr>
            <a:xfrm>
              <a:off x="10985944" y="66464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10985944" y="6320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10985944" y="59953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10985944" y="56698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tx2706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07" name="tx2707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08" name="tx2708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09" name="tx2709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710" name="tx2710"/>
            <p:cNvSpPr/>
            <p:nvPr/>
          </p:nvSpPr>
          <p:spPr>
            <a:xfrm rot="-5400000">
              <a:off x="10152384" y="60277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2711" name="rc2711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11020738" y="829368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11020738" y="797424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11020738" y="765480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11020738" y="733536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1123265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115632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1189389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11020738" y="845339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11020738" y="813396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11020738" y="781452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11020738" y="749508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1106735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1139796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1172858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042525" y="839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240170" y="836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1110850" y="8330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1183105" y="8315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042525" y="80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118515" y="8024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176583" y="801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042525" y="8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042525" y="778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042525" y="8401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183286" y="840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042525" y="8387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1042525" y="7745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1121148" y="7740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1278442" y="781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042525" y="834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042525" y="8297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261851" y="823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443250" y="8006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592163" y="80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1042525" y="7733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042525" y="8252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042525" y="8341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042525" y="7552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042525" y="783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042525" y="826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182137" y="8202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245362" y="8139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042525" y="8350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376101" y="8253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1042525" y="8379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259373" y="8327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042525" y="8281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178938" y="8368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042525" y="836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042525" y="7449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105931" y="7332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118560" y="778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189937" y="7740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115988" y="7993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042525" y="7893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128728" y="786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264445" y="781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413998" y="7866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91438" y="7903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1042525" y="794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1042525" y="794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1042525" y="8398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1182001" y="834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1042525" y="7639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1042525" y="7905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1113429" y="79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042525" y="8318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245242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373285" y="827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505025" y="8257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1714989" y="826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1187227" y="8325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1042525" y="7584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1042525" y="8037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1108467" y="7891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1175850" y="7863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1042525" y="7697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1112578" y="762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042525" y="839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241438" y="8373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189540" y="828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179558" y="819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042525" y="7931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121510" y="806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042525" y="810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125611" y="8110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186728" y="8091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042525" y="8033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104074" y="774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1187227" y="7712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248096" y="7678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042525" y="8030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1109589" y="8011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042525" y="8220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1118612" y="8188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1042525" y="8195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179153" y="8067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042525" y="821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042525" y="7768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176671" y="757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042525" y="8363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132380" y="834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1042525" y="838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1042525" y="794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109735" y="804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042525" y="8089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1113539" y="804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1042525" y="834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197960" y="8321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1042525" y="8201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1108689" y="818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176764" y="817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374447" y="8137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437815" y="816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1499953" y="813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1570967" y="8110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1636772" y="8096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1709011" y="8030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1042525" y="8037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1169336" y="7920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306112" y="7914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373322" y="794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39264" y="793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042525" y="775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1108648" y="800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1242706" y="8329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042525" y="8271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124952" y="8232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241438" y="8201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042525" y="839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1167163" y="8337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1042525" y="7663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1111547" y="7675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1176140" y="77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042525" y="8396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244880" y="838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259192" y="8371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042525" y="794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042525" y="812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042525" y="7997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1114626" y="797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1182871" y="805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1250134" y="8072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1317163" y="8092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1042525" y="8003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1042525" y="7971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169211" y="7962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241438" y="7977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042525" y="819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105931" y="7850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171510" y="788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042525" y="8299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042525" y="817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119922" y="815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1042525" y="835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118497" y="8223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122778" y="792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042525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042525" y="832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176773" y="8278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14967" y="817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451411" y="8083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042525" y="821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111003" y="8165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178463" y="8156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244337" y="8121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330569" y="8042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042525" y="7713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274771" y="778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042525" y="760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109673" y="7671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187149" y="8103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042525" y="8393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1266076" y="8409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1042525" y="8320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1330513" y="826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1042525" y="810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1256655" y="8024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1327670" y="8061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1373244" y="809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1042525" y="825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042525" y="7960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266884" y="7813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380653" y="7660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12537" y="763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042525" y="7859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121929" y="794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175315" y="7891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042525" y="793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111184" y="7885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192163" y="7852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249771" y="8159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395424" y="806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1042525" y="793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1042525" y="8353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122390" y="8296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119757" y="8263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181836" y="822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042525" y="814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1109373" y="814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177774" y="8166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234735" y="816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308648" y="820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1042525" y="8235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1113720" y="812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179520" y="8167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042525" y="8400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170516" y="833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330143" y="83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1042525" y="821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112254" y="81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184537" y="8167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1255528" y="815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1042525" y="776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042525" y="83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142553" y="8057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187452" y="8068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042525" y="7700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181854" y="7643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247779" y="76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410395" y="78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042525" y="810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119872" y="8131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1042525" y="774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1118310" y="777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1042525" y="815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1042525" y="80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445035" y="824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109877" y="763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176221" y="764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1412490" y="7736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1042525" y="796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042525" y="8400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042525" y="8108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042525" y="799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231293" y="8072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312453" y="8067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373322" y="803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251402" y="82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1465895" y="8090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1042525" y="8391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042525" y="7976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118569" y="795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114626" y="7690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182979" y="769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042525" y="828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101123" y="8235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190978" y="81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1388804" y="8083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517971" y="8003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1042525" y="831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1042525" y="798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1175858" y="7891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1042525" y="8294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042525" y="832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252883" y="8280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042525" y="830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335641" y="8108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042525" y="8283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042525" y="823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1176402" y="8142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042525" y="8243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042525" y="8342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178213" y="840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307199" y="8360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1042525" y="8347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042525" y="794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125677" y="7959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042525" y="836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221238" y="8331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309916" y="833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1441801" y="8328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1568431" y="8222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1248237" y="809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199771" y="775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1307380" y="7512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042525" y="8379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184340" y="8363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312271" y="833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39077" y="829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180759" y="797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1242706" y="796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1042525" y="8259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1313721" y="8151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1454482" y="807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99772" y="804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265532" y="8292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1042525" y="812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192163" y="8147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114960" y="80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183286" y="803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184554" y="8024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241438" y="8395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042525" y="7606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042525" y="8260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108467" y="775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1176851" y="763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1245424" y="7794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1321329" y="7874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1115532" y="8239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174409" y="825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253576" y="816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317344" y="8147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506125" y="801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633105" y="791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714250" y="7909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111003" y="7510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197092" y="737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263177" y="767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331474" y="772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042525" y="8397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129984" y="8408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110460" y="810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245242" y="8104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308467" y="8142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042525" y="8399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193401" y="8364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297235" y="8368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440532" y="8328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042525" y="7807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042525" y="780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110947" y="783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042525" y="835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341794" y="8351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445424" y="8340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110773" y="7772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042525" y="8332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170150" y="821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042525" y="8369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241438" y="8326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042525" y="8324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042525" y="8295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042525" y="840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042525" y="7953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111135" y="793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042525" y="790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109916" y="784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185812" y="7885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042525" y="788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122031" y="796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042525" y="7744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111365" y="780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178576" y="7842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042525" y="815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042525" y="8060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102628" y="8021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1185236" y="8026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1243793" y="833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1529119" y="8215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198503" y="7962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318793" y="795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387271" y="798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042525" y="8233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182824" y="8388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042525" y="832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200909" y="8207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042525" y="8277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042525" y="808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117344" y="8096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042525" y="7872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184286" y="778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309728" y="7688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384649" y="775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042525" y="8132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112146" y="797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121141" y="811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042525" y="8275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197072" y="823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042525" y="8267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117010" y="821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042525" y="83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1247825" y="831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1502536" y="829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1042525" y="8014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117244" y="809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042525" y="7785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122416" y="787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1042525" y="7779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042525" y="7968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120911" y="7931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195967" y="8046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324047" y="8089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042525" y="8397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042525" y="7982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042525" y="8269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042525" y="8288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042525" y="8354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209554" y="833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318793" y="8313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1578214" y="8253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1042525" y="8215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1388532" y="83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176071" y="7968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042525" y="8220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109561" y="8151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175503" y="8140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042525" y="828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042525" y="8395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221238" y="8407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07380" y="8412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454476" y="8421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584917" y="8405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042525" y="760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109321" y="7583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042525" y="8124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042525" y="825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167986" y="8189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042525" y="837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270605" y="8186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042525" y="83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042525" y="835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174260" y="83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235036" y="8392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371992" y="841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501340" y="8416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633949" y="842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113902" y="8121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256655" y="839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042525" y="802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1175985" y="7960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243068" y="787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313721" y="7894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373685" y="7868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042525" y="8365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175629" y="829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313702" y="8295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042525" y="837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73322" y="8264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529134" y="821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1042525" y="7800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107199" y="7803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179397" y="790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241257" y="799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18612" y="80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175496" y="8052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242706" y="805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042525" y="802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121139" y="803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203394" y="806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042525" y="830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181112" y="821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320242" y="8221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042525" y="806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042525" y="803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042525" y="815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175654" y="7803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328915" y="7621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042525" y="824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042525" y="811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042525" y="819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107151" y="814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180702" y="809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262213" y="8075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351897" y="8073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042525" y="8317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11067351" y="8389043"/>
              <a:ext cx="197645" cy="29322"/>
            </a:xfrm>
            <a:custGeom>
              <a:avLst/>
              <a:pathLst>
                <a:path w="197645" h="29322">
                  <a:moveTo>
                    <a:pt x="0" y="29322"/>
                  </a:move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11135676" y="8340461"/>
              <a:ext cx="72254" cy="14864"/>
            </a:xfrm>
            <a:custGeom>
              <a:avLst/>
              <a:pathLst>
                <a:path w="72254" h="14864">
                  <a:moveTo>
                    <a:pt x="0" y="14864"/>
                  </a:moveTo>
                  <a:lnTo>
                    <a:pt x="72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11067351" y="8044395"/>
              <a:ext cx="134058" cy="11081"/>
            </a:xfrm>
            <a:custGeom>
              <a:avLst/>
              <a:pathLst>
                <a:path w="134058" h="11081">
                  <a:moveTo>
                    <a:pt x="0" y="11081"/>
                  </a:moveTo>
                  <a:lnTo>
                    <a:pt x="75990" y="5271"/>
                  </a:lnTo>
                  <a:lnTo>
                    <a:pt x="134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11067351" y="8425989"/>
              <a:ext cx="140761" cy="154"/>
            </a:xfrm>
            <a:custGeom>
              <a:avLst/>
              <a:pathLst>
                <a:path w="140761" h="154">
                  <a:moveTo>
                    <a:pt x="0" y="0"/>
                  </a:moveTo>
                  <a:lnTo>
                    <a:pt x="140761" y="1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11067351" y="7765492"/>
              <a:ext cx="235917" cy="71114"/>
            </a:xfrm>
            <a:custGeom>
              <a:avLst/>
              <a:pathLst>
                <a:path w="235917" h="71114">
                  <a:moveTo>
                    <a:pt x="0" y="5268"/>
                  </a:moveTo>
                  <a:lnTo>
                    <a:pt x="78623" y="0"/>
                  </a:lnTo>
                  <a:lnTo>
                    <a:pt x="235917" y="711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11286677" y="8027911"/>
              <a:ext cx="330311" cy="231497"/>
            </a:xfrm>
            <a:custGeom>
              <a:avLst/>
              <a:pathLst>
                <a:path w="330311" h="231497">
                  <a:moveTo>
                    <a:pt x="0" y="231497"/>
                  </a:moveTo>
                  <a:lnTo>
                    <a:pt x="181398" y="3084"/>
                  </a:lnTo>
                  <a:lnTo>
                    <a:pt x="330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11067351" y="8164715"/>
              <a:ext cx="202836" cy="128239"/>
            </a:xfrm>
            <a:custGeom>
              <a:avLst/>
              <a:pathLst>
                <a:path w="202836" h="128239">
                  <a:moveTo>
                    <a:pt x="0" y="128239"/>
                  </a:moveTo>
                  <a:lnTo>
                    <a:pt x="139612" y="62379"/>
                  </a:lnTo>
                  <a:lnTo>
                    <a:pt x="2028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11067351" y="8352397"/>
              <a:ext cx="216848" cy="51727"/>
            </a:xfrm>
            <a:custGeom>
              <a:avLst/>
              <a:pathLst>
                <a:path w="216848" h="51727">
                  <a:moveTo>
                    <a:pt x="0" y="51727"/>
                  </a:moveTo>
                  <a:lnTo>
                    <a:pt x="2168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11067351" y="7357178"/>
              <a:ext cx="63405" cy="117177"/>
            </a:xfrm>
            <a:custGeom>
              <a:avLst/>
              <a:pathLst>
                <a:path w="63405" h="117177">
                  <a:moveTo>
                    <a:pt x="0" y="117177"/>
                  </a:moveTo>
                  <a:lnTo>
                    <a:pt x="63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11143386" y="7764840"/>
              <a:ext cx="71376" cy="42601"/>
            </a:xfrm>
            <a:custGeom>
              <a:avLst/>
              <a:pathLst>
                <a:path w="71376" h="42601">
                  <a:moveTo>
                    <a:pt x="0" y="42601"/>
                  </a:moveTo>
                  <a:lnTo>
                    <a:pt x="713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11067351" y="7838524"/>
              <a:ext cx="448913" cy="89988"/>
            </a:xfrm>
            <a:custGeom>
              <a:avLst/>
              <a:pathLst>
                <a:path w="448913" h="89988">
                  <a:moveTo>
                    <a:pt x="0" y="80110"/>
                  </a:moveTo>
                  <a:lnTo>
                    <a:pt x="86203" y="49898"/>
                  </a:lnTo>
                  <a:lnTo>
                    <a:pt x="221920" y="0"/>
                  </a:lnTo>
                  <a:lnTo>
                    <a:pt x="371473" y="52529"/>
                  </a:lnTo>
                  <a:lnTo>
                    <a:pt x="448913" y="899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11067351" y="8371225"/>
              <a:ext cx="139476" cy="52420"/>
            </a:xfrm>
            <a:custGeom>
              <a:avLst/>
              <a:pathLst>
                <a:path w="139476" h="52420">
                  <a:moveTo>
                    <a:pt x="0" y="52420"/>
                  </a:moveTo>
                  <a:lnTo>
                    <a:pt x="139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11067351" y="7930413"/>
              <a:ext cx="70904" cy="3546"/>
            </a:xfrm>
            <a:custGeom>
              <a:avLst/>
              <a:pathLst>
                <a:path w="70904" h="3546">
                  <a:moveTo>
                    <a:pt x="0" y="0"/>
                  </a:moveTo>
                  <a:lnTo>
                    <a:pt x="70904" y="35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11067351" y="8282096"/>
              <a:ext cx="672464" cy="253363"/>
            </a:xfrm>
            <a:custGeom>
              <a:avLst/>
              <a:pathLst>
                <a:path w="672464" h="253363">
                  <a:moveTo>
                    <a:pt x="0" y="61500"/>
                  </a:moveTo>
                  <a:lnTo>
                    <a:pt x="202717" y="253363"/>
                  </a:lnTo>
                  <a:lnTo>
                    <a:pt x="330760" y="17462"/>
                  </a:lnTo>
                  <a:lnTo>
                    <a:pt x="462500" y="0"/>
                  </a:lnTo>
                  <a:lnTo>
                    <a:pt x="672464" y="42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11133293" y="7888513"/>
              <a:ext cx="67383" cy="28144"/>
            </a:xfrm>
            <a:custGeom>
              <a:avLst/>
              <a:pathLst>
                <a:path w="67383" h="28144">
                  <a:moveTo>
                    <a:pt x="0" y="28144"/>
                  </a:moveTo>
                  <a:lnTo>
                    <a:pt x="67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11067351" y="7649284"/>
              <a:ext cx="70052" cy="73108"/>
            </a:xfrm>
            <a:custGeom>
              <a:avLst/>
              <a:pathLst>
                <a:path w="70052" h="73108">
                  <a:moveTo>
                    <a:pt x="0" y="73108"/>
                  </a:moveTo>
                  <a:lnTo>
                    <a:pt x="70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11067351" y="7956342"/>
              <a:ext cx="78985" cy="136274"/>
            </a:xfrm>
            <a:custGeom>
              <a:avLst/>
              <a:pathLst>
                <a:path w="78985" h="136274">
                  <a:moveTo>
                    <a:pt x="0" y="0"/>
                  </a:moveTo>
                  <a:lnTo>
                    <a:pt x="78985" y="1362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11067351" y="8116600"/>
              <a:ext cx="144203" cy="19128"/>
            </a:xfrm>
            <a:custGeom>
              <a:avLst/>
              <a:pathLst>
                <a:path w="144203" h="19128">
                  <a:moveTo>
                    <a:pt x="0" y="14532"/>
                  </a:moveTo>
                  <a:lnTo>
                    <a:pt x="83085" y="19128"/>
                  </a:lnTo>
                  <a:lnTo>
                    <a:pt x="144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11067351" y="7703722"/>
              <a:ext cx="205571" cy="354785"/>
            </a:xfrm>
            <a:custGeom>
              <a:avLst/>
              <a:pathLst>
                <a:path w="205571" h="354785">
                  <a:moveTo>
                    <a:pt x="0" y="354785"/>
                  </a:moveTo>
                  <a:lnTo>
                    <a:pt x="61549" y="64699"/>
                  </a:lnTo>
                  <a:lnTo>
                    <a:pt x="144701" y="33827"/>
                  </a:lnTo>
                  <a:lnTo>
                    <a:pt x="2055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11067351" y="8036253"/>
              <a:ext cx="67064" cy="18655"/>
            </a:xfrm>
            <a:custGeom>
              <a:avLst/>
              <a:pathLst>
                <a:path w="67064" h="18655">
                  <a:moveTo>
                    <a:pt x="0" y="18655"/>
                  </a:moveTo>
                  <a:lnTo>
                    <a:pt x="670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11067351" y="8213142"/>
              <a:ext cx="76087" cy="32428"/>
            </a:xfrm>
            <a:custGeom>
              <a:avLst/>
              <a:pathLst>
                <a:path w="76087" h="32428">
                  <a:moveTo>
                    <a:pt x="0" y="32428"/>
                  </a:moveTo>
                  <a:lnTo>
                    <a:pt x="76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11067351" y="8092687"/>
              <a:ext cx="136628" cy="127211"/>
            </a:xfrm>
            <a:custGeom>
              <a:avLst/>
              <a:pathLst>
                <a:path w="136628" h="127211">
                  <a:moveTo>
                    <a:pt x="0" y="127211"/>
                  </a:moveTo>
                  <a:lnTo>
                    <a:pt x="1366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11067351" y="8371903"/>
              <a:ext cx="89855" cy="16419"/>
            </a:xfrm>
            <a:custGeom>
              <a:avLst/>
              <a:pathLst>
                <a:path w="89855" h="16419">
                  <a:moveTo>
                    <a:pt x="0" y="16419"/>
                  </a:moveTo>
                  <a:lnTo>
                    <a:pt x="8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11067351" y="7974824"/>
              <a:ext cx="67210" cy="99286"/>
            </a:xfrm>
            <a:custGeom>
              <a:avLst/>
              <a:pathLst>
                <a:path w="67210" h="99286">
                  <a:moveTo>
                    <a:pt x="0" y="0"/>
                  </a:moveTo>
                  <a:lnTo>
                    <a:pt x="67210" y="992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11067351" y="8070842"/>
              <a:ext cx="71014" cy="43196"/>
            </a:xfrm>
            <a:custGeom>
              <a:avLst/>
              <a:pathLst>
                <a:path w="71014" h="43196">
                  <a:moveTo>
                    <a:pt x="0" y="43196"/>
                  </a:moveTo>
                  <a:lnTo>
                    <a:pt x="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11067351" y="8346158"/>
              <a:ext cx="155434" cy="24153"/>
            </a:xfrm>
            <a:custGeom>
              <a:avLst/>
              <a:pathLst>
                <a:path w="155434" h="24153">
                  <a:moveTo>
                    <a:pt x="0" y="24153"/>
                  </a:moveTo>
                  <a:lnTo>
                    <a:pt x="155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11067351" y="8054953"/>
              <a:ext cx="666486" cy="171569"/>
            </a:xfrm>
            <a:custGeom>
              <a:avLst/>
              <a:pathLst>
                <a:path w="666486" h="171569">
                  <a:moveTo>
                    <a:pt x="0" y="171569"/>
                  </a:moveTo>
                  <a:lnTo>
                    <a:pt x="66164" y="158862"/>
                  </a:lnTo>
                  <a:lnTo>
                    <a:pt x="134239" y="146833"/>
                  </a:lnTo>
                  <a:lnTo>
                    <a:pt x="331922" y="107056"/>
                  </a:lnTo>
                  <a:lnTo>
                    <a:pt x="395290" y="136221"/>
                  </a:lnTo>
                  <a:lnTo>
                    <a:pt x="457428" y="109136"/>
                  </a:lnTo>
                  <a:lnTo>
                    <a:pt x="528442" y="80358"/>
                  </a:lnTo>
                  <a:lnTo>
                    <a:pt x="594247" y="66250"/>
                  </a:lnTo>
                  <a:lnTo>
                    <a:pt x="6664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11067351" y="7938997"/>
              <a:ext cx="396739" cy="123203"/>
            </a:xfrm>
            <a:custGeom>
              <a:avLst/>
              <a:pathLst>
                <a:path w="396739" h="123203">
                  <a:moveTo>
                    <a:pt x="0" y="123203"/>
                  </a:moveTo>
                  <a:lnTo>
                    <a:pt x="126811" y="6648"/>
                  </a:lnTo>
                  <a:lnTo>
                    <a:pt x="263587" y="0"/>
                  </a:lnTo>
                  <a:lnTo>
                    <a:pt x="330797" y="27111"/>
                  </a:lnTo>
                  <a:lnTo>
                    <a:pt x="396739" y="220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11067351" y="8257801"/>
              <a:ext cx="82427" cy="38616"/>
            </a:xfrm>
            <a:custGeom>
              <a:avLst/>
              <a:pathLst>
                <a:path w="82427" h="38616">
                  <a:moveTo>
                    <a:pt x="0" y="38616"/>
                  </a:moveTo>
                  <a:lnTo>
                    <a:pt x="82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11067351" y="8362716"/>
              <a:ext cx="124637" cy="56540"/>
            </a:xfrm>
            <a:custGeom>
              <a:avLst/>
              <a:pathLst>
                <a:path w="124637" h="56540">
                  <a:moveTo>
                    <a:pt x="0" y="56540"/>
                  </a:moveTo>
                  <a:lnTo>
                    <a:pt x="124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11067351" y="7688720"/>
              <a:ext cx="133615" cy="91298"/>
            </a:xfrm>
            <a:custGeom>
              <a:avLst/>
              <a:pathLst>
                <a:path w="133615" h="91298">
                  <a:moveTo>
                    <a:pt x="0" y="0"/>
                  </a:moveTo>
                  <a:lnTo>
                    <a:pt x="69021" y="11969"/>
                  </a:lnTo>
                  <a:lnTo>
                    <a:pt x="133615" y="912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11067351" y="8409124"/>
              <a:ext cx="202355" cy="11819"/>
            </a:xfrm>
            <a:custGeom>
              <a:avLst/>
              <a:pathLst>
                <a:path w="202355" h="11819">
                  <a:moveTo>
                    <a:pt x="0" y="11819"/>
                  </a:moveTo>
                  <a:lnTo>
                    <a:pt x="2023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11067351" y="7999642"/>
              <a:ext cx="274637" cy="117927"/>
            </a:xfrm>
            <a:custGeom>
              <a:avLst/>
              <a:pathLst>
                <a:path w="274637" h="117927">
                  <a:moveTo>
                    <a:pt x="0" y="22891"/>
                  </a:moveTo>
                  <a:lnTo>
                    <a:pt x="72101" y="0"/>
                  </a:lnTo>
                  <a:lnTo>
                    <a:pt x="140346" y="82216"/>
                  </a:lnTo>
                  <a:lnTo>
                    <a:pt x="207608" y="98165"/>
                  </a:lnTo>
                  <a:lnTo>
                    <a:pt x="274637" y="1179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11067351" y="7987471"/>
              <a:ext cx="198913" cy="14460"/>
            </a:xfrm>
            <a:custGeom>
              <a:avLst/>
              <a:pathLst>
                <a:path w="198913" h="14460">
                  <a:moveTo>
                    <a:pt x="0" y="9309"/>
                  </a:moveTo>
                  <a:lnTo>
                    <a:pt x="126686" y="0"/>
                  </a:lnTo>
                  <a:lnTo>
                    <a:pt x="198913" y="144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11130757" y="7874969"/>
              <a:ext cx="65579" cy="39828"/>
            </a:xfrm>
            <a:custGeom>
              <a:avLst/>
              <a:pathLst>
                <a:path w="65579" h="39828">
                  <a:moveTo>
                    <a:pt x="0" y="0"/>
                  </a:moveTo>
                  <a:lnTo>
                    <a:pt x="65579" y="398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11067351" y="8182626"/>
              <a:ext cx="77397" cy="19255"/>
            </a:xfrm>
            <a:custGeom>
              <a:avLst/>
              <a:pathLst>
                <a:path w="77397" h="19255">
                  <a:moveTo>
                    <a:pt x="0" y="19255"/>
                  </a:moveTo>
                  <a:lnTo>
                    <a:pt x="773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11067351" y="8108664"/>
              <a:ext cx="408886" cy="242348"/>
            </a:xfrm>
            <a:custGeom>
              <a:avLst/>
              <a:pathLst>
                <a:path w="408886" h="242348">
                  <a:moveTo>
                    <a:pt x="0" y="242348"/>
                  </a:moveTo>
                  <a:lnTo>
                    <a:pt x="134248" y="194608"/>
                  </a:lnTo>
                  <a:lnTo>
                    <a:pt x="272442" y="89147"/>
                  </a:lnTo>
                  <a:lnTo>
                    <a:pt x="4088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11067351" y="8067078"/>
              <a:ext cx="288043" cy="168924"/>
            </a:xfrm>
            <a:custGeom>
              <a:avLst/>
              <a:pathLst>
                <a:path w="288043" h="168924">
                  <a:moveTo>
                    <a:pt x="0" y="168924"/>
                  </a:moveTo>
                  <a:lnTo>
                    <a:pt x="68478" y="123503"/>
                  </a:lnTo>
                  <a:lnTo>
                    <a:pt x="135938" y="114640"/>
                  </a:lnTo>
                  <a:lnTo>
                    <a:pt x="201811" y="79479"/>
                  </a:lnTo>
                  <a:lnTo>
                    <a:pt x="288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11067351" y="7738570"/>
              <a:ext cx="232246" cy="75916"/>
            </a:xfrm>
            <a:custGeom>
              <a:avLst/>
              <a:pathLst>
                <a:path w="232246" h="75916">
                  <a:moveTo>
                    <a:pt x="0" y="0"/>
                  </a:moveTo>
                  <a:lnTo>
                    <a:pt x="232246" y="759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11067351" y="7627751"/>
              <a:ext cx="67148" cy="68319"/>
            </a:xfrm>
            <a:custGeom>
              <a:avLst/>
              <a:pathLst>
                <a:path w="67148" h="68319">
                  <a:moveTo>
                    <a:pt x="0" y="0"/>
                  </a:moveTo>
                  <a:lnTo>
                    <a:pt x="67148" y="683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11067351" y="8418517"/>
              <a:ext cx="223550" cy="16108"/>
            </a:xfrm>
            <a:custGeom>
              <a:avLst/>
              <a:pathLst>
                <a:path w="223550" h="16108">
                  <a:moveTo>
                    <a:pt x="0" y="0"/>
                  </a:moveTo>
                  <a:lnTo>
                    <a:pt x="223550" y="16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11067351" y="8294524"/>
              <a:ext cx="287987" cy="50489"/>
            </a:xfrm>
            <a:custGeom>
              <a:avLst/>
              <a:pathLst>
                <a:path w="287987" h="50489">
                  <a:moveTo>
                    <a:pt x="0" y="50489"/>
                  </a:moveTo>
                  <a:lnTo>
                    <a:pt x="2879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11067351" y="8048977"/>
              <a:ext cx="330718" cy="80068"/>
            </a:xfrm>
            <a:custGeom>
              <a:avLst/>
              <a:pathLst>
                <a:path w="330718" h="80068">
                  <a:moveTo>
                    <a:pt x="0" y="80068"/>
                  </a:moveTo>
                  <a:lnTo>
                    <a:pt x="214130" y="0"/>
                  </a:lnTo>
                  <a:lnTo>
                    <a:pt x="285145" y="36866"/>
                  </a:lnTo>
                  <a:lnTo>
                    <a:pt x="330718" y="751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11067351" y="7660919"/>
              <a:ext cx="470012" cy="324066"/>
            </a:xfrm>
            <a:custGeom>
              <a:avLst/>
              <a:pathLst>
                <a:path w="470012" h="324066">
                  <a:moveTo>
                    <a:pt x="0" y="324066"/>
                  </a:moveTo>
                  <a:lnTo>
                    <a:pt x="224359" y="177610"/>
                  </a:lnTo>
                  <a:lnTo>
                    <a:pt x="338128" y="24411"/>
                  </a:lnTo>
                  <a:lnTo>
                    <a:pt x="470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11067351" y="7884265"/>
              <a:ext cx="132790" cy="81481"/>
            </a:xfrm>
            <a:custGeom>
              <a:avLst/>
              <a:pathLst>
                <a:path w="132790" h="81481">
                  <a:moveTo>
                    <a:pt x="0" y="0"/>
                  </a:moveTo>
                  <a:lnTo>
                    <a:pt x="79403" y="81481"/>
                  </a:lnTo>
                  <a:lnTo>
                    <a:pt x="132790" y="321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11067351" y="7877699"/>
              <a:ext cx="149637" cy="84717"/>
            </a:xfrm>
            <a:custGeom>
              <a:avLst/>
              <a:pathLst>
                <a:path w="149637" h="84717">
                  <a:moveTo>
                    <a:pt x="0" y="84717"/>
                  </a:moveTo>
                  <a:lnTo>
                    <a:pt x="68659" y="33021"/>
                  </a:ln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11274597" y="8091165"/>
              <a:ext cx="145652" cy="92891"/>
            </a:xfrm>
            <a:custGeom>
              <a:avLst/>
              <a:pathLst>
                <a:path w="145652" h="92891">
                  <a:moveTo>
                    <a:pt x="0" y="92891"/>
                  </a:moveTo>
                  <a:lnTo>
                    <a:pt x="1456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11067351" y="8320866"/>
              <a:ext cx="79865" cy="57745"/>
            </a:xfrm>
            <a:custGeom>
              <a:avLst/>
              <a:pathLst>
                <a:path w="79865" h="57745">
                  <a:moveTo>
                    <a:pt x="0" y="57745"/>
                  </a:moveTo>
                  <a:lnTo>
                    <a:pt x="798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11144583" y="8249606"/>
              <a:ext cx="62079" cy="38521"/>
            </a:xfrm>
            <a:custGeom>
              <a:avLst/>
              <a:pathLst>
                <a:path w="62079" h="38521">
                  <a:moveTo>
                    <a:pt x="0" y="38521"/>
                  </a:moveTo>
                  <a:lnTo>
                    <a:pt x="62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11067351" y="8168826"/>
              <a:ext cx="266123" cy="60516"/>
            </a:xfrm>
            <a:custGeom>
              <a:avLst/>
              <a:pathLst>
                <a:path w="266123" h="60516">
                  <a:moveTo>
                    <a:pt x="0" y="0"/>
                  </a:moveTo>
                  <a:lnTo>
                    <a:pt x="66847" y="1044"/>
                  </a:lnTo>
                  <a:lnTo>
                    <a:pt x="135249" y="22255"/>
                  </a:lnTo>
                  <a:lnTo>
                    <a:pt x="192210" y="20182"/>
                  </a:lnTo>
                  <a:lnTo>
                    <a:pt x="266123" y="605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11067351" y="8153160"/>
              <a:ext cx="136994" cy="106857"/>
            </a:xfrm>
            <a:custGeom>
              <a:avLst/>
              <a:pathLst>
                <a:path w="136994" h="106857">
                  <a:moveTo>
                    <a:pt x="0" y="106857"/>
                  </a:moveTo>
                  <a:lnTo>
                    <a:pt x="71195" y="0"/>
                  </a:lnTo>
                  <a:lnTo>
                    <a:pt x="136994" y="390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11067351" y="8356581"/>
              <a:ext cx="287618" cy="69052"/>
            </a:xfrm>
            <a:custGeom>
              <a:avLst/>
              <a:pathLst>
                <a:path w="287618" h="69052">
                  <a:moveTo>
                    <a:pt x="0" y="69052"/>
                  </a:moveTo>
                  <a:lnTo>
                    <a:pt x="127991" y="0"/>
                  </a:lnTo>
                  <a:lnTo>
                    <a:pt x="287618" y="100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11067351" y="8180409"/>
              <a:ext cx="213003" cy="56276"/>
            </a:xfrm>
            <a:custGeom>
              <a:avLst/>
              <a:pathLst>
                <a:path w="213003" h="56276">
                  <a:moveTo>
                    <a:pt x="0" y="56276"/>
                  </a:moveTo>
                  <a:lnTo>
                    <a:pt x="69729" y="13184"/>
                  </a:lnTo>
                  <a:lnTo>
                    <a:pt x="142012" y="11588"/>
                  </a:lnTo>
                  <a:lnTo>
                    <a:pt x="2130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11167379" y="8082770"/>
              <a:ext cx="44899" cy="10918"/>
            </a:xfrm>
            <a:custGeom>
              <a:avLst/>
              <a:pathLst>
                <a:path w="44899" h="10918">
                  <a:moveTo>
                    <a:pt x="0" y="0"/>
                  </a:moveTo>
                  <a:lnTo>
                    <a:pt x="44899" y="109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11067351" y="7668506"/>
              <a:ext cx="367870" cy="210997"/>
            </a:xfrm>
            <a:custGeom>
              <a:avLst/>
              <a:pathLst>
                <a:path w="367870" h="210997">
                  <a:moveTo>
                    <a:pt x="0" y="56772"/>
                  </a:moveTo>
                  <a:lnTo>
                    <a:pt x="139329" y="0"/>
                  </a:lnTo>
                  <a:lnTo>
                    <a:pt x="205253" y="53810"/>
                  </a:lnTo>
                  <a:lnTo>
                    <a:pt x="367870" y="2109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11067351" y="8131728"/>
              <a:ext cx="77347" cy="24387"/>
            </a:xfrm>
            <a:custGeom>
              <a:avLst/>
              <a:pathLst>
                <a:path w="77347" h="24387">
                  <a:moveTo>
                    <a:pt x="0" y="0"/>
                  </a:moveTo>
                  <a:lnTo>
                    <a:pt x="77347" y="243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11067351" y="7766747"/>
              <a:ext cx="75785" cy="37280"/>
            </a:xfrm>
            <a:custGeom>
              <a:avLst/>
              <a:pathLst>
                <a:path w="75785" h="37280">
                  <a:moveTo>
                    <a:pt x="0" y="0"/>
                  </a:moveTo>
                  <a:lnTo>
                    <a:pt x="75785" y="372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11134703" y="7659543"/>
              <a:ext cx="302613" cy="101737"/>
            </a:xfrm>
            <a:custGeom>
              <a:avLst/>
              <a:pathLst>
                <a:path w="302613" h="101737">
                  <a:moveTo>
                    <a:pt x="0" y="0"/>
                  </a:moveTo>
                  <a:lnTo>
                    <a:pt x="66343" y="8823"/>
                  </a:lnTo>
                  <a:lnTo>
                    <a:pt x="302613" y="1017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11256119" y="8060146"/>
              <a:ext cx="142029" cy="37164"/>
            </a:xfrm>
            <a:custGeom>
              <a:avLst/>
              <a:pathLst>
                <a:path w="142029" h="37164">
                  <a:moveTo>
                    <a:pt x="0" y="37164"/>
                  </a:moveTo>
                  <a:lnTo>
                    <a:pt x="81159" y="32083"/>
                  </a:lnTo>
                  <a:lnTo>
                    <a:pt x="1420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11276228" y="8115207"/>
              <a:ext cx="214492" cy="132251"/>
            </a:xfrm>
            <a:custGeom>
              <a:avLst/>
              <a:pathLst>
                <a:path w="214492" h="132251">
                  <a:moveTo>
                    <a:pt x="0" y="132251"/>
                  </a:moveTo>
                  <a:lnTo>
                    <a:pt x="2144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11067351" y="7976137"/>
              <a:ext cx="76043" cy="25296"/>
            </a:xfrm>
            <a:custGeom>
              <a:avLst/>
              <a:pathLst>
                <a:path w="76043" h="25296">
                  <a:moveTo>
                    <a:pt x="0" y="25296"/>
                  </a:moveTo>
                  <a:lnTo>
                    <a:pt x="76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11139452" y="7715060"/>
              <a:ext cx="68352" cy="8795"/>
            </a:xfrm>
            <a:custGeom>
              <a:avLst/>
              <a:pathLst>
                <a:path w="68352" h="8795">
                  <a:moveTo>
                    <a:pt x="0" y="0"/>
                  </a:moveTo>
                  <a:lnTo>
                    <a:pt x="68352" y="87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11067351" y="8028056"/>
              <a:ext cx="475446" cy="282796"/>
            </a:xfrm>
            <a:custGeom>
              <a:avLst/>
              <a:pathLst>
                <a:path w="475446" h="282796">
                  <a:moveTo>
                    <a:pt x="0" y="282796"/>
                  </a:moveTo>
                  <a:lnTo>
                    <a:pt x="58598" y="231805"/>
                  </a:lnTo>
                  <a:lnTo>
                    <a:pt x="148453" y="189704"/>
                  </a:lnTo>
                  <a:lnTo>
                    <a:pt x="346279" y="79890"/>
                  </a:lnTo>
                  <a:lnTo>
                    <a:pt x="4754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11067351" y="7916714"/>
              <a:ext cx="133333" cy="92298"/>
            </a:xfrm>
            <a:custGeom>
              <a:avLst/>
              <a:pathLst>
                <a:path w="133333" h="92298">
                  <a:moveTo>
                    <a:pt x="0" y="92298"/>
                  </a:moveTo>
                  <a:lnTo>
                    <a:pt x="1333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11067351" y="8305609"/>
              <a:ext cx="210358" cy="42859"/>
            </a:xfrm>
            <a:custGeom>
              <a:avLst/>
              <a:pathLst>
                <a:path w="210358" h="42859">
                  <a:moveTo>
                    <a:pt x="0" y="42859"/>
                  </a:moveTo>
                  <a:lnTo>
                    <a:pt x="2103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11067351" y="8133109"/>
              <a:ext cx="293116" cy="193046"/>
            </a:xfrm>
            <a:custGeom>
              <a:avLst/>
              <a:pathLst>
                <a:path w="293116" h="193046">
                  <a:moveTo>
                    <a:pt x="0" y="193046"/>
                  </a:moveTo>
                  <a:lnTo>
                    <a:pt x="29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11067351" y="8166925"/>
              <a:ext cx="133876" cy="95420"/>
            </a:xfrm>
            <a:custGeom>
              <a:avLst/>
              <a:pathLst>
                <a:path w="133876" h="95420">
                  <a:moveTo>
                    <a:pt x="0" y="95420"/>
                  </a:moveTo>
                  <a:lnTo>
                    <a:pt x="1338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11203039" y="8385702"/>
              <a:ext cx="128985" cy="42195"/>
            </a:xfrm>
            <a:custGeom>
              <a:avLst/>
              <a:pathLst>
                <a:path w="128985" h="42195">
                  <a:moveTo>
                    <a:pt x="0" y="42195"/>
                  </a:moveTo>
                  <a:lnTo>
                    <a:pt x="1289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11067351" y="7974761"/>
              <a:ext cx="83152" cy="9175"/>
            </a:xfrm>
            <a:custGeom>
              <a:avLst/>
              <a:pathLst>
                <a:path w="83152" h="9175">
                  <a:moveTo>
                    <a:pt x="0" y="0"/>
                  </a:moveTo>
                  <a:lnTo>
                    <a:pt x="83152" y="91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11067351" y="8247285"/>
              <a:ext cx="525906" cy="143889"/>
            </a:xfrm>
            <a:custGeom>
              <a:avLst/>
              <a:pathLst>
                <a:path w="525906" h="143889">
                  <a:moveTo>
                    <a:pt x="0" y="143889"/>
                  </a:moveTo>
                  <a:lnTo>
                    <a:pt x="178712" y="109275"/>
                  </a:lnTo>
                  <a:lnTo>
                    <a:pt x="267391" y="108634"/>
                  </a:lnTo>
                  <a:lnTo>
                    <a:pt x="399275" y="105617"/>
                  </a:lnTo>
                  <a:lnTo>
                    <a:pt x="5259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11224597" y="7537560"/>
              <a:ext cx="107608" cy="242589"/>
            </a:xfrm>
            <a:custGeom>
              <a:avLst/>
              <a:pathLst>
                <a:path w="107608" h="242589">
                  <a:moveTo>
                    <a:pt x="0" y="242589"/>
                  </a:moveTo>
                  <a:lnTo>
                    <a:pt x="1076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11067351" y="8319781"/>
              <a:ext cx="396552" cy="84428"/>
            </a:xfrm>
            <a:custGeom>
              <a:avLst/>
              <a:pathLst>
                <a:path w="396552" h="84428">
                  <a:moveTo>
                    <a:pt x="0" y="84428"/>
                  </a:moveTo>
                  <a:lnTo>
                    <a:pt x="141815" y="68506"/>
                  </a:lnTo>
                  <a:lnTo>
                    <a:pt x="269746" y="44708"/>
                  </a:lnTo>
                  <a:lnTo>
                    <a:pt x="3965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11205585" y="7992713"/>
              <a:ext cx="61946" cy="5398"/>
            </a:xfrm>
            <a:custGeom>
              <a:avLst/>
              <a:pathLst>
                <a:path w="61946" h="5398">
                  <a:moveTo>
                    <a:pt x="0" y="5398"/>
                  </a:moveTo>
                  <a:lnTo>
                    <a:pt x="619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11067351" y="8071839"/>
              <a:ext cx="557247" cy="212808"/>
            </a:xfrm>
            <a:custGeom>
              <a:avLst/>
              <a:pathLst>
                <a:path w="557247" h="212808">
                  <a:moveTo>
                    <a:pt x="0" y="212808"/>
                  </a:moveTo>
                  <a:lnTo>
                    <a:pt x="271195" y="104003"/>
                  </a:lnTo>
                  <a:lnTo>
                    <a:pt x="411956" y="23699"/>
                  </a:lnTo>
                  <a:lnTo>
                    <a:pt x="55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11067351" y="8152349"/>
              <a:ext cx="149637" cy="20345"/>
            </a:xfrm>
            <a:custGeom>
              <a:avLst/>
              <a:pathLst>
                <a:path w="149637" h="20345">
                  <a:moveTo>
                    <a:pt x="0" y="0"/>
                  </a:moveTo>
                  <a:lnTo>
                    <a:pt x="149637" y="203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11139786" y="8034686"/>
              <a:ext cx="68325" cy="26510"/>
            </a:xfrm>
            <a:custGeom>
              <a:avLst/>
              <a:pathLst>
                <a:path w="68325" h="26510">
                  <a:moveTo>
                    <a:pt x="0" y="0"/>
                  </a:moveTo>
                  <a:lnTo>
                    <a:pt x="68325" y="265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11133293" y="7658985"/>
              <a:ext cx="212862" cy="240303"/>
            </a:xfrm>
            <a:custGeom>
              <a:avLst/>
              <a:pathLst>
                <a:path w="212862" h="240303">
                  <a:moveTo>
                    <a:pt x="0" y="120903"/>
                  </a:moveTo>
                  <a:lnTo>
                    <a:pt x="68384" y="0"/>
                  </a:lnTo>
                  <a:lnTo>
                    <a:pt x="136956" y="160266"/>
                  </a:lnTo>
                  <a:lnTo>
                    <a:pt x="212862" y="2403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11140358" y="7934341"/>
              <a:ext cx="598718" cy="346685"/>
            </a:xfrm>
            <a:custGeom>
              <a:avLst/>
              <a:pathLst>
                <a:path w="598718" h="346685">
                  <a:moveTo>
                    <a:pt x="0" y="329978"/>
                  </a:moveTo>
                  <a:lnTo>
                    <a:pt x="58876" y="346685"/>
                  </a:lnTo>
                  <a:lnTo>
                    <a:pt x="138043" y="259951"/>
                  </a:lnTo>
                  <a:lnTo>
                    <a:pt x="201811" y="237523"/>
                  </a:lnTo>
                  <a:lnTo>
                    <a:pt x="390592" y="100580"/>
                  </a:lnTo>
                  <a:lnTo>
                    <a:pt x="517573" y="9373"/>
                  </a:lnTo>
                  <a:lnTo>
                    <a:pt x="5987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11135829" y="7401442"/>
              <a:ext cx="220471" cy="347540"/>
            </a:xfrm>
            <a:custGeom>
              <a:avLst/>
              <a:pathLst>
                <a:path w="220471" h="347540">
                  <a:moveTo>
                    <a:pt x="0" y="133767"/>
                  </a:moveTo>
                  <a:lnTo>
                    <a:pt x="86089" y="0"/>
                  </a:lnTo>
                  <a:lnTo>
                    <a:pt x="152174" y="302350"/>
                  </a:lnTo>
                  <a:lnTo>
                    <a:pt x="220471" y="3475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11067351" y="8422553"/>
              <a:ext cx="87459" cy="10283"/>
            </a:xfrm>
            <a:custGeom>
              <a:avLst/>
              <a:pathLst>
                <a:path w="87459" h="10283">
                  <a:moveTo>
                    <a:pt x="0" y="0"/>
                  </a:moveTo>
                  <a:lnTo>
                    <a:pt x="87459" y="102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11270068" y="8129355"/>
              <a:ext cx="63224" cy="38290"/>
            </a:xfrm>
            <a:custGeom>
              <a:avLst/>
              <a:pathLst>
                <a:path w="63224" h="38290">
                  <a:moveTo>
                    <a:pt x="0" y="0"/>
                  </a:moveTo>
                  <a:lnTo>
                    <a:pt x="63224" y="382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11067351" y="8353140"/>
              <a:ext cx="398007" cy="71140"/>
            </a:xfrm>
            <a:custGeom>
              <a:avLst/>
              <a:pathLst>
                <a:path w="398007" h="71140">
                  <a:moveTo>
                    <a:pt x="0" y="71140"/>
                  </a:moveTo>
                  <a:lnTo>
                    <a:pt x="150876" y="36681"/>
                  </a:lnTo>
                  <a:lnTo>
                    <a:pt x="254710" y="40335"/>
                  </a:lnTo>
                  <a:lnTo>
                    <a:pt x="398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11067351" y="7830829"/>
              <a:ext cx="68422" cy="25458"/>
            </a:xfrm>
            <a:custGeom>
              <a:avLst/>
              <a:pathLst>
                <a:path w="68422" h="25458">
                  <a:moveTo>
                    <a:pt x="0" y="0"/>
                  </a:moveTo>
                  <a:lnTo>
                    <a:pt x="68422" y="254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11067351" y="8365453"/>
              <a:ext cx="402899" cy="16572"/>
            </a:xfrm>
            <a:custGeom>
              <a:avLst/>
              <a:pathLst>
                <a:path w="402899" h="16572">
                  <a:moveTo>
                    <a:pt x="0" y="16572"/>
                  </a:moveTo>
                  <a:lnTo>
                    <a:pt x="299269" y="10386"/>
                  </a:lnTo>
                  <a:lnTo>
                    <a:pt x="4028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11067351" y="8236564"/>
              <a:ext cx="127625" cy="120569"/>
            </a:xfrm>
            <a:custGeom>
              <a:avLst/>
              <a:pathLst>
                <a:path w="127625" h="120569">
                  <a:moveTo>
                    <a:pt x="0" y="120569"/>
                  </a:moveTo>
                  <a:lnTo>
                    <a:pt x="127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11067351" y="8351535"/>
              <a:ext cx="198913" cy="42963"/>
            </a:xfrm>
            <a:custGeom>
              <a:avLst/>
              <a:pathLst>
                <a:path w="198913" h="42963">
                  <a:moveTo>
                    <a:pt x="0" y="42963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11067351" y="7958043"/>
              <a:ext cx="68610" cy="19840"/>
            </a:xfrm>
            <a:custGeom>
              <a:avLst/>
              <a:pathLst>
                <a:path w="68610" h="19840">
                  <a:moveTo>
                    <a:pt x="0" y="19840"/>
                  </a:moveTo>
                  <a:lnTo>
                    <a:pt x="68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11067351" y="7870798"/>
              <a:ext cx="143287" cy="58731"/>
            </a:xfrm>
            <a:custGeom>
              <a:avLst/>
              <a:pathLst>
                <a:path w="143287" h="58731">
                  <a:moveTo>
                    <a:pt x="0" y="58731"/>
                  </a:moveTo>
                  <a:lnTo>
                    <a:pt x="67391" y="0"/>
                  </a:lnTo>
                  <a:lnTo>
                    <a:pt x="143287" y="398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11067351" y="7914572"/>
              <a:ext cx="79506" cy="72602"/>
            </a:xfrm>
            <a:custGeom>
              <a:avLst/>
              <a:pathLst>
                <a:path w="79506" h="72602">
                  <a:moveTo>
                    <a:pt x="0" y="0"/>
                  </a:moveTo>
                  <a:lnTo>
                    <a:pt x="79506" y="726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11067351" y="7769019"/>
              <a:ext cx="136050" cy="98563"/>
            </a:xfrm>
            <a:custGeom>
              <a:avLst/>
              <a:pathLst>
                <a:path w="136050" h="98563">
                  <a:moveTo>
                    <a:pt x="0" y="0"/>
                  </a:moveTo>
                  <a:lnTo>
                    <a:pt x="68840" y="64078"/>
                  </a:lnTo>
                  <a:lnTo>
                    <a:pt x="136050" y="98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11067351" y="8046528"/>
              <a:ext cx="142711" cy="38928"/>
            </a:xfrm>
            <a:custGeom>
              <a:avLst/>
              <a:pathLst>
                <a:path w="142711" h="38928">
                  <a:moveTo>
                    <a:pt x="0" y="38928"/>
                  </a:moveTo>
                  <a:lnTo>
                    <a:pt x="60102" y="0"/>
                  </a:lnTo>
                  <a:lnTo>
                    <a:pt x="142711" y="48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11223329" y="7982291"/>
              <a:ext cx="188768" cy="27833"/>
            </a:xfrm>
            <a:custGeom>
              <a:avLst/>
              <a:pathLst>
                <a:path w="188768" h="27833">
                  <a:moveTo>
                    <a:pt x="0" y="5330"/>
                  </a:moveTo>
                  <a:lnTo>
                    <a:pt x="120289" y="0"/>
                  </a:lnTo>
                  <a:lnTo>
                    <a:pt x="188768" y="278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11067351" y="8232135"/>
              <a:ext cx="158384" cy="115052"/>
            </a:xfrm>
            <a:custGeom>
              <a:avLst/>
              <a:pathLst>
                <a:path w="158384" h="115052">
                  <a:moveTo>
                    <a:pt x="0" y="115052"/>
                  </a:moveTo>
                  <a:lnTo>
                    <a:pt x="1583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11067351" y="8110152"/>
              <a:ext cx="74818" cy="11438"/>
            </a:xfrm>
            <a:custGeom>
              <a:avLst/>
              <a:pathLst>
                <a:path w="74818" h="11438">
                  <a:moveTo>
                    <a:pt x="0" y="0"/>
                  </a:moveTo>
                  <a:lnTo>
                    <a:pt x="74818" y="11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11209112" y="7713527"/>
              <a:ext cx="200362" cy="98540"/>
            </a:xfrm>
            <a:custGeom>
              <a:avLst/>
              <a:pathLst>
                <a:path w="200362" h="98540">
                  <a:moveTo>
                    <a:pt x="0" y="98540"/>
                  </a:moveTo>
                  <a:lnTo>
                    <a:pt x="125441" y="0"/>
                  </a:lnTo>
                  <a:lnTo>
                    <a:pt x="200362" y="638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11067351" y="8000327"/>
              <a:ext cx="69621" cy="156989"/>
            </a:xfrm>
            <a:custGeom>
              <a:avLst/>
              <a:pathLst>
                <a:path w="69621" h="156989">
                  <a:moveTo>
                    <a:pt x="0" y="156989"/>
                  </a:moveTo>
                  <a:lnTo>
                    <a:pt x="69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11067351" y="8259367"/>
              <a:ext cx="154546" cy="40489"/>
            </a:xfrm>
            <a:custGeom>
              <a:avLst/>
              <a:pathLst>
                <a:path w="154546" h="40489">
                  <a:moveTo>
                    <a:pt x="0" y="40489"/>
                  </a:moveTo>
                  <a:lnTo>
                    <a:pt x="154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11067351" y="8239124"/>
              <a:ext cx="74485" cy="52953"/>
            </a:xfrm>
            <a:custGeom>
              <a:avLst/>
              <a:pathLst>
                <a:path w="74485" h="52953">
                  <a:moveTo>
                    <a:pt x="0" y="52953"/>
                  </a:moveTo>
                  <a:lnTo>
                    <a:pt x="744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11067351" y="8337602"/>
              <a:ext cx="205300" cy="50662"/>
            </a:xfrm>
            <a:custGeom>
              <a:avLst/>
              <a:pathLst>
                <a:path w="205300" h="50662">
                  <a:moveTo>
                    <a:pt x="0" y="50662"/>
                  </a:moveTo>
                  <a:lnTo>
                    <a:pt x="205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11067351" y="8039496"/>
              <a:ext cx="74719" cy="82489"/>
            </a:xfrm>
            <a:custGeom>
              <a:avLst/>
              <a:pathLst>
                <a:path w="74719" h="82489">
                  <a:moveTo>
                    <a:pt x="0" y="0"/>
                  </a:moveTo>
                  <a:lnTo>
                    <a:pt x="74719" y="824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11067351" y="7810054"/>
              <a:ext cx="79891" cy="86816"/>
            </a:xfrm>
            <a:custGeom>
              <a:avLst/>
              <a:pathLst>
                <a:path w="79891" h="86816">
                  <a:moveTo>
                    <a:pt x="0" y="0"/>
                  </a:moveTo>
                  <a:lnTo>
                    <a:pt x="79891" y="868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11067351" y="7956356"/>
              <a:ext cx="281522" cy="158197"/>
            </a:xfrm>
            <a:custGeom>
              <a:avLst/>
              <a:pathLst>
                <a:path w="281522" h="158197">
                  <a:moveTo>
                    <a:pt x="0" y="36775"/>
                  </a:moveTo>
                  <a:lnTo>
                    <a:pt x="78386" y="0"/>
                  </a:lnTo>
                  <a:lnTo>
                    <a:pt x="153442" y="115181"/>
                  </a:lnTo>
                  <a:lnTo>
                    <a:pt x="281522" y="1581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11067351" y="8338152"/>
              <a:ext cx="276268" cy="41329"/>
            </a:xfrm>
            <a:custGeom>
              <a:avLst/>
              <a:pathLst>
                <a:path w="276268" h="41329">
                  <a:moveTo>
                    <a:pt x="0" y="41329"/>
                  </a:moveTo>
                  <a:lnTo>
                    <a:pt x="167029" y="23228"/>
                  </a:lnTo>
                  <a:lnTo>
                    <a:pt x="276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11067351" y="8240091"/>
              <a:ext cx="346007" cy="93506"/>
            </a:xfrm>
            <a:custGeom>
              <a:avLst/>
              <a:pathLst>
                <a:path w="346007" h="93506">
                  <a:moveTo>
                    <a:pt x="0" y="0"/>
                  </a:moveTo>
                  <a:lnTo>
                    <a:pt x="346007" y="935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11067351" y="8165527"/>
              <a:ext cx="132978" cy="79355"/>
            </a:xfrm>
            <a:custGeom>
              <a:avLst/>
              <a:pathLst>
                <a:path w="132978" h="79355">
                  <a:moveTo>
                    <a:pt x="0" y="79355"/>
                  </a:moveTo>
                  <a:lnTo>
                    <a:pt x="67036" y="10696"/>
                  </a:lnTo>
                  <a:lnTo>
                    <a:pt x="132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11067351" y="8420047"/>
              <a:ext cx="542391" cy="26541"/>
            </a:xfrm>
            <a:custGeom>
              <a:avLst/>
              <a:pathLst>
                <a:path w="542391" h="26541">
                  <a:moveTo>
                    <a:pt x="0" y="0"/>
                  </a:moveTo>
                  <a:lnTo>
                    <a:pt x="178712" y="12371"/>
                  </a:lnTo>
                  <a:lnTo>
                    <a:pt x="264855" y="17364"/>
                  </a:lnTo>
                  <a:lnTo>
                    <a:pt x="411951" y="26541"/>
                  </a:lnTo>
                  <a:lnTo>
                    <a:pt x="542391" y="101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11067351" y="7608027"/>
              <a:ext cx="66796" cy="24645"/>
            </a:xfrm>
            <a:custGeom>
              <a:avLst/>
              <a:pathLst>
                <a:path w="66796" h="24645">
                  <a:moveTo>
                    <a:pt x="0" y="24645"/>
                  </a:moveTo>
                  <a:lnTo>
                    <a:pt x="667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11067351" y="8214059"/>
              <a:ext cx="125461" cy="61262"/>
            </a:xfrm>
            <a:custGeom>
              <a:avLst/>
              <a:pathLst>
                <a:path w="125461" h="61262">
                  <a:moveTo>
                    <a:pt x="0" y="61262"/>
                  </a:moveTo>
                  <a:lnTo>
                    <a:pt x="1254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11067351" y="8210959"/>
              <a:ext cx="228079" cy="184499"/>
            </a:xfrm>
            <a:custGeom>
              <a:avLst/>
              <a:pathLst>
                <a:path w="228079" h="184499">
                  <a:moveTo>
                    <a:pt x="0" y="184499"/>
                  </a:moveTo>
                  <a:lnTo>
                    <a:pt x="228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11067351" y="8377797"/>
              <a:ext cx="131735" cy="639"/>
            </a:xfrm>
            <a:custGeom>
              <a:avLst/>
              <a:pathLst>
                <a:path w="131735" h="639">
                  <a:moveTo>
                    <a:pt x="0" y="639"/>
                  </a:moveTo>
                  <a:lnTo>
                    <a:pt x="1317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11259861" y="8417287"/>
              <a:ext cx="398913" cy="28841"/>
            </a:xfrm>
            <a:custGeom>
              <a:avLst/>
              <a:pathLst>
                <a:path w="398913" h="28841">
                  <a:moveTo>
                    <a:pt x="0" y="0"/>
                  </a:moveTo>
                  <a:lnTo>
                    <a:pt x="136956" y="26513"/>
                  </a:lnTo>
                  <a:lnTo>
                    <a:pt x="266304" y="24190"/>
                  </a:lnTo>
                  <a:lnTo>
                    <a:pt x="398913" y="288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11067351" y="7893439"/>
              <a:ext cx="331159" cy="152723"/>
            </a:xfrm>
            <a:custGeom>
              <a:avLst/>
              <a:pathLst>
                <a:path w="331159" h="152723">
                  <a:moveTo>
                    <a:pt x="0" y="152723"/>
                  </a:moveTo>
                  <a:lnTo>
                    <a:pt x="133460" y="91800"/>
                  </a:lnTo>
                  <a:lnTo>
                    <a:pt x="200543" y="8611"/>
                  </a:lnTo>
                  <a:lnTo>
                    <a:pt x="271195" y="25435"/>
                  </a:lnTo>
                  <a:lnTo>
                    <a:pt x="331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11067351" y="8316660"/>
              <a:ext cx="271177" cy="73662"/>
            </a:xfrm>
            <a:custGeom>
              <a:avLst/>
              <a:pathLst>
                <a:path w="271177" h="73662">
                  <a:moveTo>
                    <a:pt x="0" y="73662"/>
                  </a:moveTo>
                  <a:lnTo>
                    <a:pt x="133104" y="0"/>
                  </a:lnTo>
                  <a:lnTo>
                    <a:pt x="271177" y="39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11398148" y="8242737"/>
              <a:ext cx="155812" cy="46589"/>
            </a:xfrm>
            <a:custGeom>
              <a:avLst/>
              <a:pathLst>
                <a:path w="155812" h="46589">
                  <a:moveTo>
                    <a:pt x="0" y="46589"/>
                  </a:moveTo>
                  <a:lnTo>
                    <a:pt x="155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11067351" y="7824914"/>
              <a:ext cx="276087" cy="225005"/>
            </a:xfrm>
            <a:custGeom>
              <a:avLst/>
              <a:pathLst>
                <a:path w="276087" h="225005">
                  <a:moveTo>
                    <a:pt x="0" y="0"/>
                  </a:moveTo>
                  <a:lnTo>
                    <a:pt x="64673" y="3114"/>
                  </a:lnTo>
                  <a:lnTo>
                    <a:pt x="136872" y="102217"/>
                  </a:lnTo>
                  <a:lnTo>
                    <a:pt x="198732" y="194737"/>
                  </a:lnTo>
                  <a:lnTo>
                    <a:pt x="276087" y="2250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11200322" y="8076966"/>
              <a:ext cx="67210" cy="5279"/>
            </a:xfrm>
            <a:custGeom>
              <a:avLst/>
              <a:pathLst>
                <a:path w="67210" h="5279">
                  <a:moveTo>
                    <a:pt x="0" y="0"/>
                  </a:moveTo>
                  <a:lnTo>
                    <a:pt x="67210" y="52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11067351" y="8054784"/>
              <a:ext cx="160869" cy="30702"/>
            </a:xfrm>
            <a:custGeom>
              <a:avLst/>
              <a:pathLst>
                <a:path w="160869" h="30702">
                  <a:moveTo>
                    <a:pt x="0" y="0"/>
                  </a:moveTo>
                  <a:lnTo>
                    <a:pt x="78613" y="1568"/>
                  </a:lnTo>
                  <a:lnTo>
                    <a:pt x="160869" y="307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11067351" y="8241729"/>
              <a:ext cx="277717" cy="92038"/>
            </a:xfrm>
            <a:custGeom>
              <a:avLst/>
              <a:pathLst>
                <a:path w="277717" h="92038">
                  <a:moveTo>
                    <a:pt x="0" y="92038"/>
                  </a:moveTo>
                  <a:lnTo>
                    <a:pt x="138587" y="0"/>
                  </a:lnTo>
                  <a:lnTo>
                    <a:pt x="277717" y="42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11067351" y="7645832"/>
              <a:ext cx="286390" cy="531034"/>
            </a:xfrm>
            <a:custGeom>
              <a:avLst/>
              <a:pathLst>
                <a:path w="286390" h="531034">
                  <a:moveTo>
                    <a:pt x="0" y="531034"/>
                  </a:moveTo>
                  <a:lnTo>
                    <a:pt x="133129" y="182546"/>
                  </a:lnTo>
                  <a:lnTo>
                    <a:pt x="2863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11067351" y="8098398"/>
              <a:ext cx="309372" cy="124196"/>
            </a:xfrm>
            <a:custGeom>
              <a:avLst/>
              <a:pathLst>
                <a:path w="309372" h="124196">
                  <a:moveTo>
                    <a:pt x="0" y="124196"/>
                  </a:moveTo>
                  <a:lnTo>
                    <a:pt x="64625" y="72392"/>
                  </a:lnTo>
                  <a:lnTo>
                    <a:pt x="138176" y="21343"/>
                  </a:lnTo>
                  <a:lnTo>
                    <a:pt x="219688" y="2295"/>
                  </a:lnTo>
                  <a:lnTo>
                    <a:pt x="3093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11067351" y="7951101"/>
              <a:ext cx="932247" cy="198828"/>
            </a:xfrm>
            <a:custGeom>
              <a:avLst/>
              <a:pathLst>
                <a:path w="932247" h="198828">
                  <a:moveTo>
                    <a:pt x="0" y="198828"/>
                  </a:moveTo>
                  <a:lnTo>
                    <a:pt x="9416" y="196819"/>
                  </a:lnTo>
                  <a:lnTo>
                    <a:pt x="18833" y="194811"/>
                  </a:lnTo>
                  <a:lnTo>
                    <a:pt x="28249" y="192802"/>
                  </a:lnTo>
                  <a:lnTo>
                    <a:pt x="37666" y="190794"/>
                  </a:lnTo>
                  <a:lnTo>
                    <a:pt x="47083" y="188786"/>
                  </a:lnTo>
                  <a:lnTo>
                    <a:pt x="56499" y="186777"/>
                  </a:lnTo>
                  <a:lnTo>
                    <a:pt x="65916" y="184769"/>
                  </a:lnTo>
                  <a:lnTo>
                    <a:pt x="75333" y="182761"/>
                  </a:lnTo>
                  <a:lnTo>
                    <a:pt x="84749" y="180752"/>
                  </a:lnTo>
                  <a:lnTo>
                    <a:pt x="94166" y="178744"/>
                  </a:lnTo>
                  <a:lnTo>
                    <a:pt x="103583" y="176736"/>
                  </a:lnTo>
                  <a:lnTo>
                    <a:pt x="112999" y="174727"/>
                  </a:lnTo>
                  <a:lnTo>
                    <a:pt x="122416" y="172719"/>
                  </a:lnTo>
                  <a:lnTo>
                    <a:pt x="131832" y="170710"/>
                  </a:lnTo>
                  <a:lnTo>
                    <a:pt x="141249" y="168702"/>
                  </a:lnTo>
                  <a:lnTo>
                    <a:pt x="150666" y="166694"/>
                  </a:lnTo>
                  <a:lnTo>
                    <a:pt x="160082" y="164685"/>
                  </a:lnTo>
                  <a:lnTo>
                    <a:pt x="169499" y="162677"/>
                  </a:lnTo>
                  <a:lnTo>
                    <a:pt x="178916" y="160669"/>
                  </a:lnTo>
                  <a:lnTo>
                    <a:pt x="188332" y="158660"/>
                  </a:lnTo>
                  <a:lnTo>
                    <a:pt x="197749" y="156652"/>
                  </a:lnTo>
                  <a:lnTo>
                    <a:pt x="207166" y="154644"/>
                  </a:lnTo>
                  <a:lnTo>
                    <a:pt x="216582" y="152635"/>
                  </a:lnTo>
                  <a:lnTo>
                    <a:pt x="225999" y="150627"/>
                  </a:lnTo>
                  <a:lnTo>
                    <a:pt x="235416" y="148618"/>
                  </a:lnTo>
                  <a:lnTo>
                    <a:pt x="244832" y="146610"/>
                  </a:lnTo>
                  <a:lnTo>
                    <a:pt x="254249" y="144602"/>
                  </a:lnTo>
                  <a:lnTo>
                    <a:pt x="263665" y="142593"/>
                  </a:lnTo>
                  <a:lnTo>
                    <a:pt x="273082" y="140585"/>
                  </a:lnTo>
                  <a:lnTo>
                    <a:pt x="282499" y="138577"/>
                  </a:lnTo>
                  <a:lnTo>
                    <a:pt x="291915" y="136568"/>
                  </a:lnTo>
                  <a:lnTo>
                    <a:pt x="301332" y="134560"/>
                  </a:lnTo>
                  <a:lnTo>
                    <a:pt x="310749" y="132552"/>
                  </a:lnTo>
                  <a:lnTo>
                    <a:pt x="320165" y="130543"/>
                  </a:lnTo>
                  <a:lnTo>
                    <a:pt x="329582" y="128535"/>
                  </a:lnTo>
                  <a:lnTo>
                    <a:pt x="338999" y="126526"/>
                  </a:lnTo>
                  <a:lnTo>
                    <a:pt x="348415" y="124518"/>
                  </a:lnTo>
                  <a:lnTo>
                    <a:pt x="357832" y="122510"/>
                  </a:lnTo>
                  <a:lnTo>
                    <a:pt x="367248" y="120501"/>
                  </a:lnTo>
                  <a:lnTo>
                    <a:pt x="376665" y="118493"/>
                  </a:lnTo>
                  <a:lnTo>
                    <a:pt x="386082" y="116485"/>
                  </a:lnTo>
                  <a:lnTo>
                    <a:pt x="395498" y="114476"/>
                  </a:lnTo>
                  <a:lnTo>
                    <a:pt x="404915" y="112468"/>
                  </a:lnTo>
                  <a:lnTo>
                    <a:pt x="414332" y="110460"/>
                  </a:lnTo>
                  <a:lnTo>
                    <a:pt x="423748" y="108451"/>
                  </a:lnTo>
                  <a:lnTo>
                    <a:pt x="433165" y="106443"/>
                  </a:lnTo>
                  <a:lnTo>
                    <a:pt x="442582" y="104434"/>
                  </a:lnTo>
                  <a:lnTo>
                    <a:pt x="451998" y="102426"/>
                  </a:lnTo>
                  <a:lnTo>
                    <a:pt x="461415" y="100418"/>
                  </a:lnTo>
                  <a:lnTo>
                    <a:pt x="470832" y="98409"/>
                  </a:lnTo>
                  <a:lnTo>
                    <a:pt x="480248" y="96401"/>
                  </a:lnTo>
                  <a:lnTo>
                    <a:pt x="489665" y="94393"/>
                  </a:lnTo>
                  <a:lnTo>
                    <a:pt x="499081" y="92384"/>
                  </a:lnTo>
                  <a:lnTo>
                    <a:pt x="508498" y="90376"/>
                  </a:lnTo>
                  <a:lnTo>
                    <a:pt x="517915" y="88368"/>
                  </a:lnTo>
                  <a:lnTo>
                    <a:pt x="527331" y="86359"/>
                  </a:lnTo>
                  <a:lnTo>
                    <a:pt x="536748" y="84351"/>
                  </a:lnTo>
                  <a:lnTo>
                    <a:pt x="546165" y="82342"/>
                  </a:lnTo>
                  <a:lnTo>
                    <a:pt x="555581" y="80334"/>
                  </a:lnTo>
                  <a:lnTo>
                    <a:pt x="564998" y="78326"/>
                  </a:lnTo>
                  <a:lnTo>
                    <a:pt x="574415" y="76317"/>
                  </a:lnTo>
                  <a:lnTo>
                    <a:pt x="583831" y="74309"/>
                  </a:lnTo>
                  <a:lnTo>
                    <a:pt x="593248" y="72301"/>
                  </a:lnTo>
                  <a:lnTo>
                    <a:pt x="602664" y="70292"/>
                  </a:lnTo>
                  <a:lnTo>
                    <a:pt x="612081" y="68284"/>
                  </a:lnTo>
                  <a:lnTo>
                    <a:pt x="621498" y="66276"/>
                  </a:lnTo>
                  <a:lnTo>
                    <a:pt x="630914" y="64267"/>
                  </a:lnTo>
                  <a:lnTo>
                    <a:pt x="640331" y="62259"/>
                  </a:lnTo>
                  <a:lnTo>
                    <a:pt x="649748" y="60250"/>
                  </a:lnTo>
                  <a:lnTo>
                    <a:pt x="659164" y="58242"/>
                  </a:lnTo>
                  <a:lnTo>
                    <a:pt x="668581" y="56234"/>
                  </a:lnTo>
                  <a:lnTo>
                    <a:pt x="677998" y="54225"/>
                  </a:lnTo>
                  <a:lnTo>
                    <a:pt x="687414" y="52217"/>
                  </a:lnTo>
                  <a:lnTo>
                    <a:pt x="696831" y="50209"/>
                  </a:lnTo>
                  <a:lnTo>
                    <a:pt x="706248" y="48200"/>
                  </a:lnTo>
                  <a:lnTo>
                    <a:pt x="715664" y="46192"/>
                  </a:lnTo>
                  <a:lnTo>
                    <a:pt x="725081" y="44184"/>
                  </a:lnTo>
                  <a:lnTo>
                    <a:pt x="734497" y="42175"/>
                  </a:lnTo>
                  <a:lnTo>
                    <a:pt x="743914" y="40167"/>
                  </a:lnTo>
                  <a:lnTo>
                    <a:pt x="753331" y="38158"/>
                  </a:lnTo>
                  <a:lnTo>
                    <a:pt x="762747" y="36150"/>
                  </a:lnTo>
                  <a:lnTo>
                    <a:pt x="772164" y="34142"/>
                  </a:lnTo>
                  <a:lnTo>
                    <a:pt x="781581" y="32133"/>
                  </a:lnTo>
                  <a:lnTo>
                    <a:pt x="790997" y="30125"/>
                  </a:lnTo>
                  <a:lnTo>
                    <a:pt x="800414" y="28117"/>
                  </a:lnTo>
                  <a:lnTo>
                    <a:pt x="809831" y="26108"/>
                  </a:lnTo>
                  <a:lnTo>
                    <a:pt x="819247" y="24100"/>
                  </a:lnTo>
                  <a:lnTo>
                    <a:pt x="828664" y="22092"/>
                  </a:lnTo>
                  <a:lnTo>
                    <a:pt x="838081" y="20083"/>
                  </a:lnTo>
                  <a:lnTo>
                    <a:pt x="847497" y="18075"/>
                  </a:lnTo>
                  <a:lnTo>
                    <a:pt x="856914" y="16066"/>
                  </a:lnTo>
                  <a:lnTo>
                    <a:pt x="866330" y="14058"/>
                  </a:lnTo>
                  <a:lnTo>
                    <a:pt x="875747" y="12050"/>
                  </a:lnTo>
                  <a:lnTo>
                    <a:pt x="885164" y="10041"/>
                  </a:lnTo>
                  <a:lnTo>
                    <a:pt x="894580" y="8033"/>
                  </a:lnTo>
                  <a:lnTo>
                    <a:pt x="903997" y="6025"/>
                  </a:lnTo>
                  <a:lnTo>
                    <a:pt x="913414" y="4016"/>
                  </a:lnTo>
                  <a:lnTo>
                    <a:pt x="922830" y="2008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289" name="tx3289"/>
            <p:cNvSpPr/>
            <p:nvPr/>
          </p:nvSpPr>
          <p:spPr>
            <a:xfrm>
              <a:off x="10985242" y="72685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0.441 Z/year</a:t>
              </a:r>
            </a:p>
          </p:txBody>
        </p:sp>
        <p:sp>
          <p:nvSpPr>
            <p:cNvPr id="3290" name="rc3290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tx3291"/>
            <p:cNvSpPr/>
            <p:nvPr/>
          </p:nvSpPr>
          <p:spPr>
            <a:xfrm>
              <a:off x="10895953" y="841170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92" name="tx3292"/>
            <p:cNvSpPr/>
            <p:nvPr/>
          </p:nvSpPr>
          <p:spPr>
            <a:xfrm>
              <a:off x="10833797" y="80922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93" name="tx3293"/>
            <p:cNvSpPr/>
            <p:nvPr/>
          </p:nvSpPr>
          <p:spPr>
            <a:xfrm>
              <a:off x="10833797" y="777283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294" name="tx3294"/>
            <p:cNvSpPr/>
            <p:nvPr/>
          </p:nvSpPr>
          <p:spPr>
            <a:xfrm>
              <a:off x="10833797" y="7453340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295" name="pl3295"/>
            <p:cNvSpPr/>
            <p:nvPr/>
          </p:nvSpPr>
          <p:spPr>
            <a:xfrm>
              <a:off x="10985944" y="84533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10985944" y="81339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10985944" y="78145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10985944" y="7495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110673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1139796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11728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tx3302"/>
            <p:cNvSpPr/>
            <p:nvPr/>
          </p:nvSpPr>
          <p:spPr>
            <a:xfrm>
              <a:off x="110362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03" name="tx3303"/>
            <p:cNvSpPr/>
            <p:nvPr/>
          </p:nvSpPr>
          <p:spPr>
            <a:xfrm>
              <a:off x="11366889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04" name="tx3304"/>
            <p:cNvSpPr/>
            <p:nvPr/>
          </p:nvSpPr>
          <p:spPr>
            <a:xfrm>
              <a:off x="116664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305" name="tx3305"/>
            <p:cNvSpPr/>
            <p:nvPr/>
          </p:nvSpPr>
          <p:spPr>
            <a:xfrm>
              <a:off x="10912294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306" name="tx3306"/>
            <p:cNvSpPr/>
            <p:nvPr/>
          </p:nvSpPr>
          <p:spPr>
            <a:xfrm rot="-5400000">
              <a:off x="10152384" y="7856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2026-04-29T09:07:31Z</dcterms:modified>
</cp:coreProperties>
</file>