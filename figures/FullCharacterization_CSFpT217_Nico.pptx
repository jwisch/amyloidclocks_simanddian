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00738" y="4227292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00738" y="3479804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00738" y="2732317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400738" y="1984829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425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5585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8691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00738" y="4601036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400738" y="3853548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00738" y="310606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00738" y="2358573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58589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8992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21250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561070" y="4562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561070" y="4533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265577" y="4581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561070" y="4610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61070" y="4493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346174" y="4424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561070" y="4519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418136" y="4556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561070" y="4589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886607" y="4581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606226" y="457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948764" y="4552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832478" y="4345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119494" y="4310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61070" y="3640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862927" y="3627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093588" y="3614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561070" y="4545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70250" y="448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612433" y="457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146390" y="4494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561070" y="4144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561070" y="4555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124221" y="4571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61070" y="3053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61070" y="4577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068118" y="4614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561070" y="454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61070" y="4511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120214" y="4512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561070" y="4585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854690" y="4577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115192" y="4531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561070" y="4574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61070" y="4482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61070" y="296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873385" y="2954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498202" y="3122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561070" y="4575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561070" y="4378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61070" y="4269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353020" y="4585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414428" y="4615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432298" y="4119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152866" y="3583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744393" y="3575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561070" y="2939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561070" y="4071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61070" y="4372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561070" y="4605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61070" y="4589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561070" y="2541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61070" y="3179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449079" y="4558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61070" y="4198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115650" y="4045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366797" y="3898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561070" y="4391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886132" y="416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561070" y="4658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197213" y="4662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61070" y="4574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06622" y="4575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561070" y="4460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422453" y="4338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561070" y="4599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561070" y="4231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561070" y="4540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352900" y="4429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881100" y="4364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399945" y="4354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102943" y="4437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561070" y="4576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135076" y="4596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61070" y="4560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37750" y="4549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120933" y="4537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866145" y="4565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399695" y="4509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169924" y="4565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478584" y="4551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454386" y="4659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953082" y="4655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480562" y="4667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561070" y="4430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61070" y="2268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812937" y="1990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863105" y="3056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146635" y="2955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852889" y="3550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561070" y="3315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903496" y="3244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442603" y="3126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036669" y="3250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344285" y="3341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561070" y="4632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099345" y="4690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894325" y="4609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561070" y="4559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124758" y="4420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804077" y="4485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61070" y="3447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341689" y="4544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561070" y="3427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561070" y="4506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115110" y="4385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561070" y="4616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093588" y="4680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561070" y="2861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561070" y="4635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561070" y="4600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4477144" y="4628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561070" y="3343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842722" y="3351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561070" y="4317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366323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874946" y="4213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398256" y="4175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6232294" y="4185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135868" y="4335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561070" y="4541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402304" y="4543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561070" y="4633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561070" y="4675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125186" y="4627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663526" y="4588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397058" y="4565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561070" y="4642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984082" y="4687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561070" y="4520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351585" y="4552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561070" y="2589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561070" y="4522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627501" y="4511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41836" y="4596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561070" y="4615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561070" y="457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368081" y="4500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886206" y="4492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430238" y="4428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926775" y="4345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561070" y="3864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61070" y="4598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109148" y="4649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561070" y="4611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852889" y="4606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561070" y="464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61070" y="4582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96016" y="4577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823011" y="3311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090678" y="3244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61070" y="4551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561070" y="2853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839340" y="2683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561070" y="4497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351211" y="4447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561070" y="4548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351846" y="4531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875009" y="4590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398891" y="4615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561070" y="4552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61070" y="4631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998598" y="4590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561070" y="4608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069791" y="4614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145058" y="4236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561070" y="4548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561070" y="4701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561070" y="4590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561070" y="4576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561070" y="4601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351754" y="4591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898664" y="4596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422546" y="4656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6076679" y="4602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105405" y="4029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61070" y="3404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874824" y="3725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561070" y="3816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891112" y="382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133886" y="3804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11159" y="4563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561070" y="4717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61070" y="3645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805563" y="2964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135868" y="2891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377660" y="2811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561070" y="3637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827469" y="3593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561070" y="4086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863310" y="4010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561070" y="4554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561070" y="4590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561070" y="4028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103798" y="3728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561070" y="4540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822514" y="4509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4094307" y="4517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347613" y="4481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900428" y="4403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423443" y="4381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61070" y="4596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561070" y="4071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561070" y="3019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093938" y="2561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561070" y="4423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918001" y="4384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561070" y="4601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648414" y="4634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61070" y="4474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561070" y="3450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828049" y="3684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561070" y="4558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128065" y="4525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561070" y="4701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4094213" y="4643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561070" y="3778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843161" y="3677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561070" y="4380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178503" y="4323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561070" y="4041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823894" y="4011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094307" y="3983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879561" y="3889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131278" y="3960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378107" y="3896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660197" y="3829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921592" y="3795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208546" y="3639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561070" y="3654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064803" y="3379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608115" y="3363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875093" y="3430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137035" y="3418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561070" y="4594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089270" y="4542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673490" y="4575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185249" y="4507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561070" y="298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823731" y="3571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1070" y="4536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56249" y="4342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561070" y="4208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888497" y="4117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4351211" y="4042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133993" y="4615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641937" y="4677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5165259" y="4672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561070" y="4676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561070" y="4578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561070" y="4602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561070" y="4498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056168" y="4365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561070" y="2773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835245" y="2802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091830" y="2989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561070" y="4564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886607" y="4564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5424882" y="4653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014249" y="4640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561070" y="4502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364884" y="4474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561070" y="4591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421734" y="4441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561070" y="4620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829488" y="463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561070" y="3440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561070" y="4581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561070" y="4598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084233" y="4649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608115" y="4624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272323" y="4660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561070" y="4540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561070" y="4533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561070" y="4522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561070" y="4550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446201" y="4577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561070" y="4604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133886" y="4682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4639059" y="4663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185969" y="4696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561070" y="4000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561070" y="4551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113149" y="4560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561070" y="3560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47478" y="3506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118566" y="370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385753" y="3738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652012" y="3784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561070" y="3574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561070" y="4594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561070" y="4573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4637619" y="4576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561070" y="4607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4120214" y="4676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4641937" y="4693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561070" y="3500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064306" y="347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351211" y="351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561070" y="4568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351931" y="4537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561070" y="4554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561070" y="4065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825742" y="4598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812937" y="3212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073439" y="3306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561070" y="4560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4381435" y="4577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4893084" y="4573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561070" y="4577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196493" y="4596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649133" y="4612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5206838" y="4633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561070" y="4679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3561070" y="4272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561070" y="4577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200091" y="4615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561070" y="4585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097906" y="4553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561070" y="3983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3868514" y="3938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561070" y="4544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4331062" y="4550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4899981" y="4578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5685384" y="4538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3561070" y="4395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3862854" y="4092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561070" y="4522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561070" y="4575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090438" y="4581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879861" y="3397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561070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561070" y="4335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4094345" y="4225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4643290" y="3976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185286" y="3766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3561070" y="4553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4114457" y="4558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561070" y="4625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4141083" y="4571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639778" y="4589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5157184" y="4628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561070" y="4063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833086" y="3956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101057" y="3935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4362725" y="3853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4705264" y="3665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561070" y="2893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4483621" y="3072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561070" y="4631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180296" y="4621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5069744" y="4613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3561070" y="4542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846165" y="453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074158" y="4562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561070" y="2630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827803" y="2596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561070" y="4626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4101903" y="4693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4135560" y="3810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561070" y="4494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4449079" y="4532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3561070" y="4575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922232" y="4551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561070" y="4555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61070" y="4320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4705041" y="4201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561070" y="3811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411659" y="3625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693750" y="3712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4874781" y="3802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61070" y="4563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3561070" y="4618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4129840" y="4601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4629704" y="4671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561070" y="4588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149765" y="453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613148" y="4590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5182418" y="4611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3561070" y="458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3561070" y="4160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561070" y="4558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3869067" y="4584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141370" y="4583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493696" y="4520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3561070" y="3472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4452292" y="312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4904212" y="2768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5428095" y="2710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561070" y="4571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561070" y="3234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876485" y="3426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4088551" y="3310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3561070" y="4526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3561070" y="456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673431" y="4589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561070" y="4607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61070" y="4541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3561070" y="3419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833806" y="329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155475" y="3219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4384314" y="3941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4962887" y="3722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4733329" y="4573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201800" y="4558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561070" y="4585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561070" y="4525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868347" y="450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4230315" y="4476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561070" y="3417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561070" y="4648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561070" y="4400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878318" y="4266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867860" y="4186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4114457" y="4096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561070" y="3905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826609" y="3908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4098320" y="3958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324585" y="3953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4618190" y="4048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561070" y="4566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561070" y="4550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561070" y="4120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843880" y="3868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4105253" y="3960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561070" y="4585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092149" y="4589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561070" y="4595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62006" y="4592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561070" y="4511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69488" y="4350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703573" y="4374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561070" y="4571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3561070" y="4562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4352969" y="4578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4951692" y="4640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394976" y="4684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6077894" y="4699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61070" y="4065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838056" y="3966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125184" y="3962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4407182" y="3935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3561070" y="3012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561070" y="4564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069654" y="463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4762646" y="4629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561070" y="4573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4088551" y="4541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561070" y="4593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134999" y="4515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4768983" y="4523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3561070" y="4615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4104345" y="4617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561070" y="4595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3561070" y="4339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561070" y="4530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561070" y="4634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4113122" y="463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958412" y="3702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4136765" y="3728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4401585" y="4604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5569525" y="4662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3561070" y="2859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4114528" y="2726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4376398" y="2852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5022358" y="3223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3561070" y="4516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561070" y="3818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868318" y="3875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4353020" y="4576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5414428" y="4585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3561070" y="4583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3561070" y="4608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61070" y="4567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371628" y="4556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4909954" y="4622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398575" y="4587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561070" y="4555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561070" y="4704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3561070" y="4603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111578" y="4617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561070" y="2957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3862111" y="3045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561070" y="3921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561070" y="3795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3561070" y="4587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089569" y="4627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888345" y="4695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5159958" y="4142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561070" y="4584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613872" y="4499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5432798" y="4541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561070" y="4554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4331357" y="4577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5383439" y="4651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5895088" y="4651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828613" y="2705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4092149" y="2725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030680" y="2944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3561070" y="3489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561070" y="4536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561070" y="4510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3561070" y="3821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3561070" y="3561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310913" y="3737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633302" y="3727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4875093" y="3651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4390790" y="4090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5242818" y="3779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3561070" y="4488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4355529" y="4574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4909175" y="4544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5442872" y="4500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170587" y="4582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4628264" y="4615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5257866" y="4623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5670272" y="4631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61070" y="4590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561070" y="4560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4356646" y="4573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561070" y="3513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863139" y="3453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3561070" y="456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456995" y="4595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4929065" y="4600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5437835" y="4619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3561070" y="4601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561070" y="4626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4351469" y="4635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847478" y="2835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4118995" y="2859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561070" y="4240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793839" y="4120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4150770" y="4020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936593" y="3764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5449681" y="3576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3561070" y="4609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561070" y="4606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878422" y="4573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02721" y="4598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924747" y="4655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561070" y="4313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3561070" y="4611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561070" y="3528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090709" y="3311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561070" y="4261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561070" y="4567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456995" y="4572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5465900" y="4521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561070" y="4329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4396673" y="4228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3561070" y="4597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090328" y="4591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4618172" y="4556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561070" y="4572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4104915" y="4651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737460" y="4668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561070" y="4596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874104" y="4608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498202" y="4604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5899830" y="4585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6234453" y="4554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561070" y="4309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4725413" y="3823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526798" y="4584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561070" y="4234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561070" y="4592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3561070" y="4541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4417487" y="4536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4897472" y="4531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438625" y="4585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6118665" y="4601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561070" y="4597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129569" y="4635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561070" y="454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4155475" y="4337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3561070" y="4128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4092868" y="3903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4448360" y="4560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4367043" y="4562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561070" y="4141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561070" y="4374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4100064" y="4518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4612433" y="4419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3561070" y="4384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3561070" y="4578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4160396" y="4569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613152" y="4661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5142072" y="4669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3561070" y="3450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891375" y="3472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561070" y="4660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4486500" y="4692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3561070" y="4617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561070" y="4429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4270970" y="4348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623227" y="4349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5147109" y="4342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5650123" y="409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561070" y="4611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3561070" y="4580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420800" y="4562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3561070" y="4581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3561070" y="4566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3561070" y="4590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4378221" y="3795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4185699" y="298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4613152" y="2419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561070" y="4586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094534" y="4624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4633243" y="4585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5146616" y="4612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3561070" y="4576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4352650" y="4578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76027" y="4575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6193434" y="4537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401585" y="4562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561070" y="4460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124402" y="4422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632582" y="4369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136291" y="4263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4110178" y="3503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4356249" y="3490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561070" y="4178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38339" y="3922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5197483" y="3735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5774617" y="3679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4446920" y="4255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561070" y="4612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18774" y="4614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561070" y="3866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4155475" y="3914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848804" y="3589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4120214" y="3651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4125251" y="3624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351211" y="4498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561070" y="2929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561070" y="4179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823011" y="2988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4094653" y="2703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367043" y="3080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4668563" y="3270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3851076" y="4130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4084952" y="4170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4399426" y="3965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4652731" y="3912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402623" y="3589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5907026" y="3377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6229358" y="3355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33086" y="2411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4175058" y="2096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4437565" y="2809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4708862" y="2915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3561070" y="4561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374959" y="4539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3561070" y="4503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908483" y="4527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561070" y="4563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6448" y="4566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4118774" y="4375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391510" y="4557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3830927" y="3816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366323" y="3812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617470" y="3902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561070" y="4546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845652" y="4559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561070" y="4507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4160396" y="4426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4572854" y="4437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5142072" y="4342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3561070" y="3112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561070" y="4534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4356394" y="4488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4843576" y="4415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5422869" y="4389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984891" y="4288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561070" y="3108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832864" y="3168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873385" y="4569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561070" y="4408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4749854" y="4393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5161502" y="4371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832172" y="3029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561070" y="4349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4068035" y="4067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561070" y="4555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3561070" y="4593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084541" y="459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3561070" y="4571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4210166" y="4669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5931493" y="4635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5914911" y="4660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561070" y="4598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4981597" y="4617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3561070" y="4437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351211" y="4336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561070" y="433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561070" y="4581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4068118" y="4605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561070" y="4264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3561070" y="456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4210166" y="4565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5216989" y="4635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561070" y="4515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561070" y="3458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3833611" y="3408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561070" y="3344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3828768" y="3205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4130249" y="3299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5414088" y="4623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5947744" y="4603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561070" y="4593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624666" y="4575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5147109" y="4528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70991" y="4498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561070" y="3306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876892" y="3477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561070" y="2963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3834525" y="3114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101504" y="3195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3561070" y="3939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561070" y="3709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3799816" y="3617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4127962" y="3628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3561070" y="460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4360566" y="4362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493965" y="4077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4180662" y="3632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58488" y="3468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930504" y="3534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3561070" y="4116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118381" y="4484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561070" y="4524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094307" y="4582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3561070" y="4326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4190219" y="4057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3561070" y="4573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5159343" y="4600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149995" y="4571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66323" y="4560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664965" y="4562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5121696" y="4551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561070" y="4534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4351931" y="4555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3561070" y="4579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3561070" y="4219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561070" y="3767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58273" y="3794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3561070" y="326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124187" y="3064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4622478" y="2782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4920085" y="2985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561070" y="3878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3837626" y="350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3561070" y="4557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824051" y="450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4102223" y="4469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561070" y="4601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873355" y="3839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561070" y="4214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4174975" y="4119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3561070" y="4538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561070" y="4557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6210705" y="4590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6733148" y="4649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561070" y="4196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856947" y="4071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3561070" y="4573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4139643" y="4601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4124551" y="462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4643290" y="4628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561070" y="4422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4376583" y="4303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388366" y="4262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3561070" y="4518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3561070" y="3603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3857877" y="3797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3561070" y="3059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878422" y="3264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3561070" y="3048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3561070" y="3491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872443" y="3404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4170587" y="3676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4679357" y="3780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561070" y="4586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4156574" y="4620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609554" y="4603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3561070" y="4579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788651" y="4590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3561070" y="4506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561070" y="4605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3561070" y="4532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3561070" y="4586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4141083" y="4637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905667" y="4664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561070" y="3526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4110310" y="459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647694" y="4668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5175306" y="4694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561070" y="4567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3696" y="4539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3561070" y="4566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3561070" y="4200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220665" y="4548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4613152" y="4551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5182319" y="4532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561070" y="457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3561070" y="4249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3561070" y="4402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4224558" y="4359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4658488" y="4304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5688982" y="4165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561070" y="4553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4140363" y="4538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3561070" y="4073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935512" y="429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4091555" y="3491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561070" y="4582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348231" y="458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3561070" y="4601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4104443" y="4645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4788973" y="4677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5196824" y="4663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3561070" y="462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3561070" y="4548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827909" y="4560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1070" y="4084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827359" y="3923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4089300" y="3897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561070" y="4243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561070" y="4497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70970" y="4526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4613152" y="4541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5197459" y="4562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5715608" y="4524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3561070" y="2641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3826405" y="2452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4089180" y="461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561070" y="3859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561070" y="4156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059439" y="4012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561070" y="4581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4129569" y="4582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561070" y="4442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467070" y="4007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561070" y="4387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561070" y="4402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4084363" y="4400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4325779" y="4491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869810" y="4556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5383618" y="4550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5910379" y="4561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5429919" y="4653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3844600" y="3852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11659" y="449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3561070" y="4662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5932933" y="4635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561070" y="3616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4091213" y="3475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4357688" y="3276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4638339" y="3318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876533" y="3258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561070" y="4427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4089799" y="4256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638266" y="4265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1070" y="458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3888497" y="459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5087381" y="4607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561070" y="4440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875093" y="4192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5494024" y="4082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561070" y="4619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4351931" y="4626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61070" y="4579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05902" y="4583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091579" y="4597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3561070" y="4604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4653451" y="4543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3561070" y="3094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817974" y="3102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104766" y="3335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4350492" y="3556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657769" y="362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456995" y="4523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923151" y="4515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5439274" y="4498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4089270" y="3689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4356249" y="3701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61070" y="4527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4104382" y="4600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618190" y="4560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5160062" y="4570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4341689" y="4585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3561070" y="3639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873347" y="3642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4200091" y="3711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561070" y="4558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3561070" y="4657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3561070" y="4563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4096016" y="4553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4582928" y="4633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361866" y="4544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3561070" y="4631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4652012" y="4667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3561070" y="4628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4103088" y="4658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4414538" y="4559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226267" y="4565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561070" y="4606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561070" y="4654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3561070" y="4617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135153" y="4679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3561070" y="4624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4959006" y="4689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3561070" y="4589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4118774" y="4619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3561070" y="4296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4111578" y="4079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4664245" y="4089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3561070" y="4611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4109911" y="4651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3561070" y="4622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3561070" y="3729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3561070" y="4560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4088822" y="4563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4636900" y="4680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3561070" y="3640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3561070" y="4609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3561070" y="4518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3561070" y="4575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341689" y="4584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881403" y="4537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5405285" y="4586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5937083" y="4561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3561070" y="4595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4129569" y="4537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4934822" y="4622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561070" y="3924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4089897" y="3105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4698695" y="2675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3561070" y="4560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4141083" y="4566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4663526" y="4625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267286" y="4652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561070" y="4567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4368482" y="4549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4919790" y="4549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5373069" y="4548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6057427" y="4617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3561070" y="4137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3561070" y="3830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3561070" y="4032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3817783" y="3912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4109948" y="3792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4433735" y="3747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4789988" y="3742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4623227" y="4604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5151427" y="4667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3561070" y="4629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3561070" y="4718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3561070" y="4317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3561070" y="4623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3585896" y="4558018"/>
              <a:ext cx="704506" cy="48456"/>
            </a:xfrm>
            <a:custGeom>
              <a:avLst/>
              <a:pathLst>
                <a:path w="704506" h="48456">
                  <a:moveTo>
                    <a:pt x="0" y="0"/>
                  </a:moveTo>
                  <a:lnTo>
                    <a:pt x="704506" y="484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3585896" y="4449569"/>
              <a:ext cx="785103" cy="69125"/>
            </a:xfrm>
            <a:custGeom>
              <a:avLst/>
              <a:pathLst>
                <a:path w="785103" h="69125">
                  <a:moveTo>
                    <a:pt x="0" y="69125"/>
                  </a:moveTo>
                  <a:lnTo>
                    <a:pt x="785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3585896" y="4543986"/>
              <a:ext cx="857065" cy="37363"/>
            </a:xfrm>
            <a:custGeom>
              <a:avLst/>
              <a:pathLst>
                <a:path w="857065" h="37363">
                  <a:moveTo>
                    <a:pt x="0" y="0"/>
                  </a:moveTo>
                  <a:lnTo>
                    <a:pt x="857065" y="373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3585896" y="4577371"/>
              <a:ext cx="2387693" cy="36570"/>
            </a:xfrm>
            <a:custGeom>
              <a:avLst/>
              <a:pathLst>
                <a:path w="2387693" h="36570">
                  <a:moveTo>
                    <a:pt x="0" y="36570"/>
                  </a:moveTo>
                  <a:lnTo>
                    <a:pt x="1325537" y="28612"/>
                  </a:lnTo>
                  <a:lnTo>
                    <a:pt x="2045155" y="23394"/>
                  </a:lnTo>
                  <a:lnTo>
                    <a:pt x="23876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3857304" y="4335041"/>
              <a:ext cx="287015" cy="35041"/>
            </a:xfrm>
            <a:custGeom>
              <a:avLst/>
              <a:pathLst>
                <a:path w="287015" h="35041">
                  <a:moveTo>
                    <a:pt x="0" y="35041"/>
                  </a:moveTo>
                  <a:lnTo>
                    <a:pt x="2870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3585896" y="3639623"/>
              <a:ext cx="532517" cy="26122"/>
            </a:xfrm>
            <a:custGeom>
              <a:avLst/>
              <a:pathLst>
                <a:path w="532517" h="26122">
                  <a:moveTo>
                    <a:pt x="0" y="26122"/>
                  </a:moveTo>
                  <a:lnTo>
                    <a:pt x="301856" y="12426"/>
                  </a:lnTo>
                  <a:lnTo>
                    <a:pt x="5325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3585896" y="4512774"/>
              <a:ext cx="1585319" cy="86530"/>
            </a:xfrm>
            <a:custGeom>
              <a:avLst/>
              <a:pathLst>
                <a:path w="1585319" h="86530">
                  <a:moveTo>
                    <a:pt x="0" y="57348"/>
                  </a:moveTo>
                  <a:lnTo>
                    <a:pt x="709180" y="0"/>
                  </a:lnTo>
                  <a:lnTo>
                    <a:pt x="1051362" y="86530"/>
                  </a:lnTo>
                  <a:lnTo>
                    <a:pt x="1585319" y="70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3585896" y="4580720"/>
              <a:ext cx="563150" cy="16036"/>
            </a:xfrm>
            <a:custGeom>
              <a:avLst/>
              <a:pathLst>
                <a:path w="563150" h="16036">
                  <a:moveTo>
                    <a:pt x="0" y="0"/>
                  </a:moveTo>
                  <a:lnTo>
                    <a:pt x="563150" y="160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3585896" y="4602449"/>
              <a:ext cx="507047" cy="36948"/>
            </a:xfrm>
            <a:custGeom>
              <a:avLst/>
              <a:pathLst>
                <a:path w="507047" h="36948">
                  <a:moveTo>
                    <a:pt x="0" y="0"/>
                  </a:moveTo>
                  <a:lnTo>
                    <a:pt x="507047" y="369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3585896" y="4536665"/>
              <a:ext cx="559143" cy="363"/>
            </a:xfrm>
            <a:custGeom>
              <a:avLst/>
              <a:pathLst>
                <a:path w="559143" h="363">
                  <a:moveTo>
                    <a:pt x="0" y="0"/>
                  </a:moveTo>
                  <a:lnTo>
                    <a:pt x="559143" y="3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3585896" y="4555891"/>
              <a:ext cx="554121" cy="54019"/>
            </a:xfrm>
            <a:custGeom>
              <a:avLst/>
              <a:pathLst>
                <a:path w="554121" h="54019">
                  <a:moveTo>
                    <a:pt x="0" y="54019"/>
                  </a:moveTo>
                  <a:lnTo>
                    <a:pt x="293620" y="46668"/>
                  </a:lnTo>
                  <a:lnTo>
                    <a:pt x="5541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3585896" y="2979602"/>
              <a:ext cx="937131" cy="167645"/>
            </a:xfrm>
            <a:custGeom>
              <a:avLst/>
              <a:pathLst>
                <a:path w="937131" h="167645">
                  <a:moveTo>
                    <a:pt x="0" y="12418"/>
                  </a:moveTo>
                  <a:lnTo>
                    <a:pt x="312314" y="0"/>
                  </a:lnTo>
                  <a:lnTo>
                    <a:pt x="937131" y="1676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4377846" y="4610220"/>
              <a:ext cx="1061407" cy="30553"/>
            </a:xfrm>
            <a:custGeom>
              <a:avLst/>
              <a:pathLst>
                <a:path w="1061407" h="30553">
                  <a:moveTo>
                    <a:pt x="0" y="0"/>
                  </a:moveTo>
                  <a:lnTo>
                    <a:pt x="1061407" y="305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4457124" y="3600764"/>
              <a:ext cx="1312094" cy="543202"/>
            </a:xfrm>
            <a:custGeom>
              <a:avLst/>
              <a:pathLst>
                <a:path w="1312094" h="543202">
                  <a:moveTo>
                    <a:pt x="0" y="543202"/>
                  </a:moveTo>
                  <a:lnTo>
                    <a:pt x="720568" y="7272"/>
                  </a:lnTo>
                  <a:lnTo>
                    <a:pt x="1312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3585896" y="3923267"/>
              <a:ext cx="805726" cy="299781"/>
            </a:xfrm>
            <a:custGeom>
              <a:avLst/>
              <a:pathLst>
                <a:path w="805726" h="299781">
                  <a:moveTo>
                    <a:pt x="0" y="299781"/>
                  </a:moveTo>
                  <a:lnTo>
                    <a:pt x="554580" y="147053"/>
                  </a:lnTo>
                  <a:lnTo>
                    <a:pt x="8057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3585896" y="4682833"/>
              <a:ext cx="636142" cy="4384"/>
            </a:xfrm>
            <a:custGeom>
              <a:avLst/>
              <a:pathLst>
                <a:path w="636142" h="4384">
                  <a:moveTo>
                    <a:pt x="0" y="0"/>
                  </a:moveTo>
                  <a:lnTo>
                    <a:pt x="636142" y="43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3585896" y="4599783"/>
              <a:ext cx="845551" cy="101"/>
            </a:xfrm>
            <a:custGeom>
              <a:avLst/>
              <a:pathLst>
                <a:path w="845551" h="101">
                  <a:moveTo>
                    <a:pt x="0" y="0"/>
                  </a:moveTo>
                  <a:lnTo>
                    <a:pt x="845551" y="1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3585896" y="4363180"/>
              <a:ext cx="861383" cy="121943"/>
            </a:xfrm>
            <a:custGeom>
              <a:avLst/>
              <a:pathLst>
                <a:path w="861383" h="121943">
                  <a:moveTo>
                    <a:pt x="0" y="121943"/>
                  </a:moveTo>
                  <a:lnTo>
                    <a:pt x="8613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3585896" y="4379783"/>
              <a:ext cx="1838874" cy="185110"/>
            </a:xfrm>
            <a:custGeom>
              <a:avLst/>
              <a:pathLst>
                <a:path w="1838874" h="185110">
                  <a:moveTo>
                    <a:pt x="0" y="185110"/>
                  </a:moveTo>
                  <a:lnTo>
                    <a:pt x="791829" y="74809"/>
                  </a:lnTo>
                  <a:lnTo>
                    <a:pt x="1320029" y="9614"/>
                  </a:lnTo>
                  <a:lnTo>
                    <a:pt x="18388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3585896" y="4562162"/>
              <a:ext cx="559863" cy="22718"/>
            </a:xfrm>
            <a:custGeom>
              <a:avLst/>
              <a:pathLst>
                <a:path w="559863" h="22718">
                  <a:moveTo>
                    <a:pt x="0" y="22718"/>
                  </a:moveTo>
                  <a:lnTo>
                    <a:pt x="276679" y="11924"/>
                  </a:lnTo>
                  <a:lnTo>
                    <a:pt x="5598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4890971" y="4534431"/>
              <a:ext cx="533549" cy="55898"/>
            </a:xfrm>
            <a:custGeom>
              <a:avLst/>
              <a:pathLst>
                <a:path w="533549" h="55898">
                  <a:moveTo>
                    <a:pt x="0" y="55898"/>
                  </a:moveTo>
                  <a:lnTo>
                    <a:pt x="5335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4194750" y="4576579"/>
              <a:ext cx="308659" cy="13467"/>
            </a:xfrm>
            <a:custGeom>
              <a:avLst/>
              <a:pathLst>
                <a:path w="308659" h="13467">
                  <a:moveTo>
                    <a:pt x="0" y="13467"/>
                  </a:moveTo>
                  <a:lnTo>
                    <a:pt x="3086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5479212" y="4680335"/>
              <a:ext cx="1026175" cy="11627"/>
            </a:xfrm>
            <a:custGeom>
              <a:avLst/>
              <a:pathLst>
                <a:path w="1026175" h="11627">
                  <a:moveTo>
                    <a:pt x="0" y="3933"/>
                  </a:moveTo>
                  <a:lnTo>
                    <a:pt x="498695" y="0"/>
                  </a:lnTo>
                  <a:lnTo>
                    <a:pt x="1026175" y="116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3585896" y="2015622"/>
              <a:ext cx="251866" cy="277652"/>
            </a:xfrm>
            <a:custGeom>
              <a:avLst/>
              <a:pathLst>
                <a:path w="251866" h="277652">
                  <a:moveTo>
                    <a:pt x="0" y="277652"/>
                  </a:moveTo>
                  <a:lnTo>
                    <a:pt x="2518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l1006"/>
            <p:cNvSpPr/>
            <p:nvPr/>
          </p:nvSpPr>
          <p:spPr>
            <a:xfrm>
              <a:off x="3887931" y="2980598"/>
              <a:ext cx="283529" cy="100428"/>
            </a:xfrm>
            <a:custGeom>
              <a:avLst/>
              <a:pathLst>
                <a:path w="283529" h="100428">
                  <a:moveTo>
                    <a:pt x="0" y="100428"/>
                  </a:moveTo>
                  <a:lnTo>
                    <a:pt x="2835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3585896" y="3151769"/>
              <a:ext cx="1783214" cy="214672"/>
            </a:xfrm>
            <a:custGeom>
              <a:avLst/>
              <a:pathLst>
                <a:path w="1783214" h="214672">
                  <a:moveTo>
                    <a:pt x="0" y="188853"/>
                  </a:moveTo>
                  <a:lnTo>
                    <a:pt x="342426" y="117630"/>
                  </a:lnTo>
                  <a:lnTo>
                    <a:pt x="881532" y="0"/>
                  </a:lnTo>
                  <a:lnTo>
                    <a:pt x="1475599" y="123834"/>
                  </a:lnTo>
                  <a:lnTo>
                    <a:pt x="1783214" y="2146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3585896" y="4656862"/>
              <a:ext cx="538274" cy="58270"/>
            </a:xfrm>
            <a:custGeom>
              <a:avLst/>
              <a:pathLst>
                <a:path w="538274" h="58270">
                  <a:moveTo>
                    <a:pt x="0" y="0"/>
                  </a:moveTo>
                  <a:lnTo>
                    <a:pt x="538274" y="582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3585896" y="4445116"/>
              <a:ext cx="1243007" cy="139599"/>
            </a:xfrm>
            <a:custGeom>
              <a:avLst/>
              <a:pathLst>
                <a:path w="1243007" h="139599">
                  <a:moveTo>
                    <a:pt x="0" y="139599"/>
                  </a:moveTo>
                  <a:lnTo>
                    <a:pt x="563687" y="0"/>
                  </a:lnTo>
                  <a:lnTo>
                    <a:pt x="1243007" y="648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3585896" y="4410096"/>
              <a:ext cx="554039" cy="121044"/>
            </a:xfrm>
            <a:custGeom>
              <a:avLst/>
              <a:pathLst>
                <a:path w="554039" h="121044">
                  <a:moveTo>
                    <a:pt x="0" y="121044"/>
                  </a:moveTo>
                  <a:lnTo>
                    <a:pt x="5540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3585896" y="4641103"/>
              <a:ext cx="532517" cy="64684"/>
            </a:xfrm>
            <a:custGeom>
              <a:avLst/>
              <a:pathLst>
                <a:path w="532517" h="64684">
                  <a:moveTo>
                    <a:pt x="0" y="0"/>
                  </a:moveTo>
                  <a:lnTo>
                    <a:pt x="532517" y="646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3585896" y="4624990"/>
              <a:ext cx="916074" cy="27861"/>
            </a:xfrm>
            <a:custGeom>
              <a:avLst/>
              <a:pathLst>
                <a:path w="916074" h="27861">
                  <a:moveTo>
                    <a:pt x="0" y="0"/>
                  </a:moveTo>
                  <a:lnTo>
                    <a:pt x="916074" y="278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3585896" y="3368389"/>
              <a:ext cx="281651" cy="8360"/>
            </a:xfrm>
            <a:custGeom>
              <a:avLst/>
              <a:pathLst>
                <a:path w="281651" h="8360">
                  <a:moveTo>
                    <a:pt x="0" y="0"/>
                  </a:moveTo>
                  <a:lnTo>
                    <a:pt x="281651" y="83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3585896" y="4199982"/>
              <a:ext cx="2671223" cy="594749"/>
            </a:xfrm>
            <a:custGeom>
              <a:avLst/>
              <a:pathLst>
                <a:path w="2671223" h="594749">
                  <a:moveTo>
                    <a:pt x="0" y="142450"/>
                  </a:moveTo>
                  <a:lnTo>
                    <a:pt x="805253" y="594749"/>
                  </a:lnTo>
                  <a:lnTo>
                    <a:pt x="1313875" y="38633"/>
                  </a:lnTo>
                  <a:lnTo>
                    <a:pt x="1837185" y="0"/>
                  </a:lnTo>
                  <a:lnTo>
                    <a:pt x="2671223" y="99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3585896" y="4566056"/>
              <a:ext cx="841233" cy="1878"/>
            </a:xfrm>
            <a:custGeom>
              <a:avLst/>
              <a:pathLst>
                <a:path w="841233" h="1878">
                  <a:moveTo>
                    <a:pt x="0" y="0"/>
                  </a:moveTo>
                  <a:lnTo>
                    <a:pt x="841233" y="18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3585896" y="4613405"/>
              <a:ext cx="1102455" cy="87102"/>
            </a:xfrm>
            <a:custGeom>
              <a:avLst/>
              <a:pathLst>
                <a:path w="1102455" h="87102">
                  <a:moveTo>
                    <a:pt x="0" y="87102"/>
                  </a:moveTo>
                  <a:lnTo>
                    <a:pt x="564115" y="38429"/>
                  </a:lnTo>
                  <a:lnTo>
                    <a:pt x="11024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3585896" y="4666871"/>
              <a:ext cx="1423012" cy="45552"/>
            </a:xfrm>
            <a:custGeom>
              <a:avLst/>
              <a:pathLst>
                <a:path w="1423012" h="45552">
                  <a:moveTo>
                    <a:pt x="0" y="0"/>
                  </a:moveTo>
                  <a:lnTo>
                    <a:pt x="1423012" y="455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3585896" y="4536672"/>
              <a:ext cx="1066431" cy="11039"/>
            </a:xfrm>
            <a:custGeom>
              <a:avLst/>
              <a:pathLst>
                <a:path w="1066431" h="11039">
                  <a:moveTo>
                    <a:pt x="0" y="11039"/>
                  </a:moveTo>
                  <a:lnTo>
                    <a:pt x="10664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3585896" y="4370108"/>
              <a:ext cx="2365704" cy="229452"/>
            </a:xfrm>
            <a:custGeom>
              <a:avLst/>
              <a:pathLst>
                <a:path w="2365704" h="229452">
                  <a:moveTo>
                    <a:pt x="0" y="229452"/>
                  </a:moveTo>
                  <a:lnTo>
                    <a:pt x="807010" y="155580"/>
                  </a:lnTo>
                  <a:lnTo>
                    <a:pt x="1325136" y="147351"/>
                  </a:lnTo>
                  <a:lnTo>
                    <a:pt x="1869167" y="82860"/>
                  </a:lnTo>
                  <a:lnTo>
                    <a:pt x="2365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3585896" y="4623091"/>
              <a:ext cx="548077" cy="51409"/>
            </a:xfrm>
            <a:custGeom>
              <a:avLst/>
              <a:pathLst>
                <a:path w="548077" h="51409">
                  <a:moveTo>
                    <a:pt x="0" y="0"/>
                  </a:moveTo>
                  <a:lnTo>
                    <a:pt x="548077" y="514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3585896" y="4631429"/>
              <a:ext cx="291819" cy="5223"/>
            </a:xfrm>
            <a:custGeom>
              <a:avLst/>
              <a:pathLst>
                <a:path w="291819" h="5223">
                  <a:moveTo>
                    <a:pt x="0" y="5223"/>
                  </a:moveTo>
                  <a:lnTo>
                    <a:pt x="2918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3585896" y="4602283"/>
              <a:ext cx="534945" cy="5496"/>
            </a:xfrm>
            <a:custGeom>
              <a:avLst/>
              <a:pathLst>
                <a:path w="534945" h="5496">
                  <a:moveTo>
                    <a:pt x="0" y="5496"/>
                  </a:moveTo>
                  <a:lnTo>
                    <a:pt x="5349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3847837" y="3269615"/>
              <a:ext cx="267666" cy="66346"/>
            </a:xfrm>
            <a:custGeom>
              <a:avLst/>
              <a:pathLst>
                <a:path w="267666" h="66346">
                  <a:moveTo>
                    <a:pt x="0" y="66346"/>
                  </a:moveTo>
                  <a:lnTo>
                    <a:pt x="2676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3585896" y="2708185"/>
              <a:ext cx="278270" cy="169815"/>
            </a:xfrm>
            <a:custGeom>
              <a:avLst/>
              <a:pathLst>
                <a:path w="278270" h="169815">
                  <a:moveTo>
                    <a:pt x="0" y="169815"/>
                  </a:moveTo>
                  <a:lnTo>
                    <a:pt x="2782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3585896" y="4556442"/>
              <a:ext cx="1837820" cy="83600"/>
            </a:xfrm>
            <a:custGeom>
              <a:avLst/>
              <a:pathLst>
                <a:path w="1837820" h="83600">
                  <a:moveTo>
                    <a:pt x="0" y="16863"/>
                  </a:moveTo>
                  <a:lnTo>
                    <a:pt x="790776" y="0"/>
                  </a:lnTo>
                  <a:lnTo>
                    <a:pt x="1313938" y="58936"/>
                  </a:lnTo>
                  <a:lnTo>
                    <a:pt x="1837820" y="836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3585896" y="4614908"/>
              <a:ext cx="437528" cy="41664"/>
            </a:xfrm>
            <a:custGeom>
              <a:avLst/>
              <a:pathLst>
                <a:path w="437528" h="41664">
                  <a:moveTo>
                    <a:pt x="0" y="41664"/>
                  </a:moveTo>
                  <a:lnTo>
                    <a:pt x="4375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3585896" y="4632898"/>
              <a:ext cx="508721" cy="6469"/>
            </a:xfrm>
            <a:custGeom>
              <a:avLst/>
              <a:pathLst>
                <a:path w="508721" h="6469">
                  <a:moveTo>
                    <a:pt x="0" y="0"/>
                  </a:moveTo>
                  <a:lnTo>
                    <a:pt x="508721" y="64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3585896" y="4616529"/>
              <a:ext cx="2515609" cy="64472"/>
            </a:xfrm>
            <a:custGeom>
              <a:avLst/>
              <a:pathLst>
                <a:path w="2515609" h="64472">
                  <a:moveTo>
                    <a:pt x="0" y="9910"/>
                  </a:moveTo>
                  <a:lnTo>
                    <a:pt x="790683" y="0"/>
                  </a:lnTo>
                  <a:lnTo>
                    <a:pt x="1337593" y="4529"/>
                  </a:lnTo>
                  <a:lnTo>
                    <a:pt x="1861475" y="64472"/>
                  </a:lnTo>
                  <a:lnTo>
                    <a:pt x="2515609" y="104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3585896" y="3429513"/>
              <a:ext cx="313753" cy="321256"/>
            </a:xfrm>
            <a:custGeom>
              <a:avLst/>
              <a:pathLst>
                <a:path w="313753" h="321256">
                  <a:moveTo>
                    <a:pt x="0" y="0"/>
                  </a:moveTo>
                  <a:lnTo>
                    <a:pt x="313753" y="3212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3585896" y="3829660"/>
              <a:ext cx="572816" cy="22741"/>
            </a:xfrm>
            <a:custGeom>
              <a:avLst/>
              <a:pathLst>
                <a:path w="572816" h="22741">
                  <a:moveTo>
                    <a:pt x="0" y="11905"/>
                  </a:moveTo>
                  <a:lnTo>
                    <a:pt x="330041" y="22741"/>
                  </a:lnTo>
                  <a:lnTo>
                    <a:pt x="5728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3585896" y="2836517"/>
              <a:ext cx="816589" cy="833843"/>
            </a:xfrm>
            <a:custGeom>
              <a:avLst/>
              <a:pathLst>
                <a:path w="816589" h="833843">
                  <a:moveTo>
                    <a:pt x="0" y="833843"/>
                  </a:moveTo>
                  <a:lnTo>
                    <a:pt x="244493" y="152524"/>
                  </a:lnTo>
                  <a:lnTo>
                    <a:pt x="574798" y="79744"/>
                  </a:lnTo>
                  <a:lnTo>
                    <a:pt x="8165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3585896" y="3617897"/>
              <a:ext cx="266398" cy="43978"/>
            </a:xfrm>
            <a:custGeom>
              <a:avLst/>
              <a:pathLst>
                <a:path w="266398" h="43978">
                  <a:moveTo>
                    <a:pt x="0" y="43978"/>
                  </a:moveTo>
                  <a:lnTo>
                    <a:pt x="266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3585896" y="4034897"/>
              <a:ext cx="302239" cy="76447"/>
            </a:xfrm>
            <a:custGeom>
              <a:avLst/>
              <a:pathLst>
                <a:path w="302239" h="76447">
                  <a:moveTo>
                    <a:pt x="0" y="76447"/>
                  </a:moveTo>
                  <a:lnTo>
                    <a:pt x="3022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3585896" y="3753468"/>
              <a:ext cx="542727" cy="299890"/>
            </a:xfrm>
            <a:custGeom>
              <a:avLst/>
              <a:pathLst>
                <a:path w="542727" h="299890">
                  <a:moveTo>
                    <a:pt x="0" y="299890"/>
                  </a:moveTo>
                  <a:lnTo>
                    <a:pt x="5427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3585896" y="4405877"/>
              <a:ext cx="1862372" cy="158976"/>
            </a:xfrm>
            <a:custGeom>
              <a:avLst/>
              <a:pathLst>
                <a:path w="1862372" h="158976">
                  <a:moveTo>
                    <a:pt x="0" y="158976"/>
                  </a:moveTo>
                  <a:lnTo>
                    <a:pt x="261443" y="128606"/>
                  </a:lnTo>
                  <a:lnTo>
                    <a:pt x="533237" y="136238"/>
                  </a:lnTo>
                  <a:lnTo>
                    <a:pt x="786542" y="100712"/>
                  </a:lnTo>
                  <a:lnTo>
                    <a:pt x="1339357" y="22922"/>
                  </a:lnTo>
                  <a:lnTo>
                    <a:pt x="18623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3585896" y="4409163"/>
              <a:ext cx="356930" cy="38707"/>
            </a:xfrm>
            <a:custGeom>
              <a:avLst/>
              <a:pathLst>
                <a:path w="356930" h="38707">
                  <a:moveTo>
                    <a:pt x="0" y="38707"/>
                  </a:moveTo>
                  <a:lnTo>
                    <a:pt x="3569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3585896" y="3475616"/>
              <a:ext cx="266978" cy="234060"/>
            </a:xfrm>
            <a:custGeom>
              <a:avLst/>
              <a:pathLst>
                <a:path w="266978" h="234060">
                  <a:moveTo>
                    <a:pt x="0" y="0"/>
                  </a:moveTo>
                  <a:lnTo>
                    <a:pt x="266978" y="2340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3585896" y="4550028"/>
              <a:ext cx="566994" cy="33277"/>
            </a:xfrm>
            <a:custGeom>
              <a:avLst/>
              <a:pathLst>
                <a:path w="566994" h="33277">
                  <a:moveTo>
                    <a:pt x="0" y="33277"/>
                  </a:moveTo>
                  <a:lnTo>
                    <a:pt x="5669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3585896" y="4668752"/>
              <a:ext cx="533142" cy="57207"/>
            </a:xfrm>
            <a:custGeom>
              <a:avLst/>
              <a:pathLst>
                <a:path w="533142" h="57207">
                  <a:moveTo>
                    <a:pt x="0" y="57207"/>
                  </a:moveTo>
                  <a:lnTo>
                    <a:pt x="5331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3585896" y="3701971"/>
              <a:ext cx="282090" cy="101832"/>
            </a:xfrm>
            <a:custGeom>
              <a:avLst/>
              <a:pathLst>
                <a:path w="282090" h="101832">
                  <a:moveTo>
                    <a:pt x="0" y="101832"/>
                  </a:moveTo>
                  <a:lnTo>
                    <a:pt x="2820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3585896" y="4348472"/>
              <a:ext cx="617432" cy="56938"/>
            </a:xfrm>
            <a:custGeom>
              <a:avLst/>
              <a:pathLst>
                <a:path w="617432" h="56938">
                  <a:moveTo>
                    <a:pt x="0" y="56938"/>
                  </a:moveTo>
                  <a:lnTo>
                    <a:pt x="6174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3585896" y="3664514"/>
              <a:ext cx="2647476" cy="401928"/>
            </a:xfrm>
            <a:custGeom>
              <a:avLst/>
              <a:pathLst>
                <a:path w="2647476" h="401928">
                  <a:moveTo>
                    <a:pt x="0" y="401928"/>
                  </a:moveTo>
                  <a:lnTo>
                    <a:pt x="262823" y="371972"/>
                  </a:lnTo>
                  <a:lnTo>
                    <a:pt x="533237" y="343615"/>
                  </a:lnTo>
                  <a:lnTo>
                    <a:pt x="1318490" y="249845"/>
                  </a:lnTo>
                  <a:lnTo>
                    <a:pt x="1570207" y="321130"/>
                  </a:lnTo>
                  <a:lnTo>
                    <a:pt x="1817036" y="257278"/>
                  </a:lnTo>
                  <a:lnTo>
                    <a:pt x="2099127" y="189437"/>
                  </a:lnTo>
                  <a:lnTo>
                    <a:pt x="2360521" y="156180"/>
                  </a:lnTo>
                  <a:lnTo>
                    <a:pt x="26474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3585896" y="3388624"/>
              <a:ext cx="1575964" cy="290440"/>
            </a:xfrm>
            <a:custGeom>
              <a:avLst/>
              <a:pathLst>
                <a:path w="1575964" h="290440">
                  <a:moveTo>
                    <a:pt x="0" y="290440"/>
                  </a:moveTo>
                  <a:lnTo>
                    <a:pt x="503732" y="15674"/>
                  </a:lnTo>
                  <a:lnTo>
                    <a:pt x="1047044" y="0"/>
                  </a:lnTo>
                  <a:lnTo>
                    <a:pt x="1314023" y="66445"/>
                  </a:lnTo>
                  <a:lnTo>
                    <a:pt x="1575964" y="544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3585896" y="4532699"/>
              <a:ext cx="1624178" cy="86181"/>
            </a:xfrm>
            <a:custGeom>
              <a:avLst/>
              <a:pathLst>
                <a:path w="1624178" h="86181">
                  <a:moveTo>
                    <a:pt x="0" y="86181"/>
                  </a:moveTo>
                  <a:lnTo>
                    <a:pt x="528199" y="34379"/>
                  </a:lnTo>
                  <a:lnTo>
                    <a:pt x="1112420" y="67418"/>
                  </a:lnTo>
                  <a:lnTo>
                    <a:pt x="16241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3585896" y="4142710"/>
              <a:ext cx="327426" cy="91035"/>
            </a:xfrm>
            <a:custGeom>
              <a:avLst/>
              <a:pathLst>
                <a:path w="327426" h="91035">
                  <a:moveTo>
                    <a:pt x="0" y="91035"/>
                  </a:moveTo>
                  <a:lnTo>
                    <a:pt x="3274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4158819" y="4640509"/>
              <a:ext cx="1031266" cy="61331"/>
            </a:xfrm>
            <a:custGeom>
              <a:avLst/>
              <a:pathLst>
                <a:path w="1031266" h="61331">
                  <a:moveTo>
                    <a:pt x="0" y="0"/>
                  </a:moveTo>
                  <a:lnTo>
                    <a:pt x="507944" y="61331"/>
                  </a:lnTo>
                  <a:lnTo>
                    <a:pt x="1031266" y="572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3585896" y="4390036"/>
              <a:ext cx="495097" cy="133289"/>
            </a:xfrm>
            <a:custGeom>
              <a:avLst/>
              <a:pathLst>
                <a:path w="495097" h="133289">
                  <a:moveTo>
                    <a:pt x="0" y="133289"/>
                  </a:moveTo>
                  <a:lnTo>
                    <a:pt x="4950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3585896" y="2798619"/>
              <a:ext cx="530759" cy="215226"/>
            </a:xfrm>
            <a:custGeom>
              <a:avLst/>
              <a:pathLst>
                <a:path w="530759" h="215226">
                  <a:moveTo>
                    <a:pt x="0" y="0"/>
                  </a:moveTo>
                  <a:lnTo>
                    <a:pt x="274174" y="28217"/>
                  </a:lnTo>
                  <a:lnTo>
                    <a:pt x="530759" y="2152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3585896" y="4588943"/>
              <a:ext cx="2453179" cy="89836"/>
            </a:xfrm>
            <a:custGeom>
              <a:avLst/>
              <a:pathLst>
                <a:path w="2453179" h="89836">
                  <a:moveTo>
                    <a:pt x="0" y="54"/>
                  </a:moveTo>
                  <a:lnTo>
                    <a:pt x="1325537" y="0"/>
                  </a:lnTo>
                  <a:lnTo>
                    <a:pt x="1863811" y="89836"/>
                  </a:lnTo>
                  <a:lnTo>
                    <a:pt x="2453179" y="766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3585896" y="4499440"/>
              <a:ext cx="803813" cy="27864"/>
            </a:xfrm>
            <a:custGeom>
              <a:avLst/>
              <a:pathLst>
                <a:path w="803813" h="27864">
                  <a:moveTo>
                    <a:pt x="0" y="27864"/>
                  </a:moveTo>
                  <a:lnTo>
                    <a:pt x="8038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3585896" y="4645305"/>
              <a:ext cx="268417" cy="13636"/>
            </a:xfrm>
            <a:custGeom>
              <a:avLst/>
              <a:pathLst>
                <a:path w="268417" h="13636">
                  <a:moveTo>
                    <a:pt x="0" y="0"/>
                  </a:moveTo>
                  <a:lnTo>
                    <a:pt x="268417" y="136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3585896" y="4623141"/>
              <a:ext cx="1711252" cy="62497"/>
            </a:xfrm>
            <a:custGeom>
              <a:avLst/>
              <a:pathLst>
                <a:path w="1711252" h="62497">
                  <a:moveTo>
                    <a:pt x="0" y="0"/>
                  </a:moveTo>
                  <a:lnTo>
                    <a:pt x="523162" y="50786"/>
                  </a:lnTo>
                  <a:lnTo>
                    <a:pt x="1047044" y="26474"/>
                  </a:lnTo>
                  <a:lnTo>
                    <a:pt x="1711252" y="624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3585896" y="4575225"/>
              <a:ext cx="885130" cy="26924"/>
            </a:xfrm>
            <a:custGeom>
              <a:avLst/>
              <a:pathLst>
                <a:path w="885130" h="26924">
                  <a:moveTo>
                    <a:pt x="0" y="0"/>
                  </a:moveTo>
                  <a:lnTo>
                    <a:pt x="885130" y="269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3585896" y="4629483"/>
              <a:ext cx="1624898" cy="92250"/>
            </a:xfrm>
            <a:custGeom>
              <a:avLst/>
              <a:pathLst>
                <a:path w="1624898" h="92250">
                  <a:moveTo>
                    <a:pt x="0" y="0"/>
                  </a:moveTo>
                  <a:lnTo>
                    <a:pt x="572816" y="78199"/>
                  </a:lnTo>
                  <a:lnTo>
                    <a:pt x="1077988" y="58802"/>
                  </a:lnTo>
                  <a:lnTo>
                    <a:pt x="1624898" y="922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3585896" y="4576026"/>
              <a:ext cx="552079" cy="9620"/>
            </a:xfrm>
            <a:custGeom>
              <a:avLst/>
              <a:pathLst>
                <a:path w="552079" h="9620">
                  <a:moveTo>
                    <a:pt x="0" y="0"/>
                  </a:moveTo>
                  <a:lnTo>
                    <a:pt x="552079" y="96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3585896" y="3531590"/>
              <a:ext cx="1090941" cy="278003"/>
            </a:xfrm>
            <a:custGeom>
              <a:avLst/>
              <a:pathLst>
                <a:path w="1090941" h="278003">
                  <a:moveTo>
                    <a:pt x="0" y="53965"/>
                  </a:moveTo>
                  <a:lnTo>
                    <a:pt x="286408" y="0"/>
                  </a:lnTo>
                  <a:lnTo>
                    <a:pt x="557495" y="193819"/>
                  </a:lnTo>
                  <a:lnTo>
                    <a:pt x="824682" y="231416"/>
                  </a:lnTo>
                  <a:lnTo>
                    <a:pt x="1090941" y="2780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3585896" y="4598414"/>
              <a:ext cx="1076549" cy="3202"/>
            </a:xfrm>
            <a:custGeom>
              <a:avLst/>
              <a:pathLst>
                <a:path w="1076549" h="3202">
                  <a:moveTo>
                    <a:pt x="0" y="0"/>
                  </a:moveTo>
                  <a:lnTo>
                    <a:pt x="1076549" y="32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3585896" y="4632542"/>
              <a:ext cx="1080866" cy="85932"/>
            </a:xfrm>
            <a:custGeom>
              <a:avLst/>
              <a:pathLst>
                <a:path w="1080866" h="85932">
                  <a:moveTo>
                    <a:pt x="0" y="0"/>
                  </a:moveTo>
                  <a:lnTo>
                    <a:pt x="559143" y="69018"/>
                  </a:lnTo>
                  <a:lnTo>
                    <a:pt x="1080866" y="859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3585896" y="3502899"/>
              <a:ext cx="790141" cy="34089"/>
            </a:xfrm>
            <a:custGeom>
              <a:avLst/>
              <a:pathLst>
                <a:path w="790141" h="34089">
                  <a:moveTo>
                    <a:pt x="0" y="21945"/>
                  </a:moveTo>
                  <a:lnTo>
                    <a:pt x="503235" y="0"/>
                  </a:lnTo>
                  <a:lnTo>
                    <a:pt x="790141" y="340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3837763" y="3237685"/>
              <a:ext cx="260501" cy="93891"/>
            </a:xfrm>
            <a:custGeom>
              <a:avLst/>
              <a:pathLst>
                <a:path w="260501" h="93891">
                  <a:moveTo>
                    <a:pt x="0" y="0"/>
                  </a:moveTo>
                  <a:lnTo>
                    <a:pt x="260501" y="938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3585896" y="4585418"/>
              <a:ext cx="1332013" cy="16591"/>
            </a:xfrm>
            <a:custGeom>
              <a:avLst/>
              <a:pathLst>
                <a:path w="1332013" h="16591">
                  <a:moveTo>
                    <a:pt x="0" y="0"/>
                  </a:moveTo>
                  <a:lnTo>
                    <a:pt x="820365" y="16591"/>
                  </a:lnTo>
                  <a:lnTo>
                    <a:pt x="1332013" y="133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3585896" y="4601860"/>
              <a:ext cx="1645767" cy="56877"/>
            </a:xfrm>
            <a:custGeom>
              <a:avLst/>
              <a:pathLst>
                <a:path w="1645767" h="56877">
                  <a:moveTo>
                    <a:pt x="0" y="0"/>
                  </a:moveTo>
                  <a:lnTo>
                    <a:pt x="635423" y="19391"/>
                  </a:lnTo>
                  <a:lnTo>
                    <a:pt x="1088063" y="35530"/>
                  </a:lnTo>
                  <a:lnTo>
                    <a:pt x="1645767" y="568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3585896" y="4602719"/>
              <a:ext cx="639021" cy="37439"/>
            </a:xfrm>
            <a:custGeom>
              <a:avLst/>
              <a:pathLst>
                <a:path w="639021" h="37439">
                  <a:moveTo>
                    <a:pt x="0" y="0"/>
                  </a:moveTo>
                  <a:lnTo>
                    <a:pt x="639021" y="374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3585896" y="4578368"/>
              <a:ext cx="536835" cy="31557"/>
            </a:xfrm>
            <a:custGeom>
              <a:avLst/>
              <a:pathLst>
                <a:path w="536835" h="31557">
                  <a:moveTo>
                    <a:pt x="0" y="31557"/>
                  </a:moveTo>
                  <a:lnTo>
                    <a:pt x="5368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3585896" y="3962959"/>
              <a:ext cx="307444" cy="45392"/>
            </a:xfrm>
            <a:custGeom>
              <a:avLst/>
              <a:pathLst>
                <a:path w="307444" h="45392">
                  <a:moveTo>
                    <a:pt x="0" y="45392"/>
                  </a:moveTo>
                  <a:lnTo>
                    <a:pt x="307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3585896" y="4562865"/>
              <a:ext cx="2124313" cy="40397"/>
            </a:xfrm>
            <a:custGeom>
              <a:avLst/>
              <a:pathLst>
                <a:path w="2124313" h="40397">
                  <a:moveTo>
                    <a:pt x="0" y="6240"/>
                  </a:moveTo>
                  <a:lnTo>
                    <a:pt x="769991" y="12773"/>
                  </a:lnTo>
                  <a:lnTo>
                    <a:pt x="1338911" y="40397"/>
                  </a:lnTo>
                  <a:lnTo>
                    <a:pt x="21243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3585896" y="4600218"/>
              <a:ext cx="529367" cy="6388"/>
            </a:xfrm>
            <a:custGeom>
              <a:avLst/>
              <a:pathLst>
                <a:path w="529367" h="6388">
                  <a:moveTo>
                    <a:pt x="0" y="0"/>
                  </a:moveTo>
                  <a:lnTo>
                    <a:pt x="529367" y="63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3585896" y="3791133"/>
              <a:ext cx="1624216" cy="568783"/>
            </a:xfrm>
            <a:custGeom>
              <a:avLst/>
              <a:pathLst>
                <a:path w="1624216" h="568783">
                  <a:moveTo>
                    <a:pt x="0" y="568783"/>
                  </a:moveTo>
                  <a:lnTo>
                    <a:pt x="533274" y="458772"/>
                  </a:lnTo>
                  <a:lnTo>
                    <a:pt x="1082219" y="210156"/>
                  </a:lnTo>
                  <a:lnTo>
                    <a:pt x="16242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3585896" y="4596204"/>
              <a:ext cx="1596113" cy="56843"/>
            </a:xfrm>
            <a:custGeom>
              <a:avLst/>
              <a:pathLst>
                <a:path w="1596113" h="56843">
                  <a:moveTo>
                    <a:pt x="0" y="54502"/>
                  </a:moveTo>
                  <a:lnTo>
                    <a:pt x="580012" y="0"/>
                  </a:lnTo>
                  <a:lnTo>
                    <a:pt x="1078708" y="17843"/>
                  </a:lnTo>
                  <a:lnTo>
                    <a:pt x="1596113" y="568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3585896" y="3690565"/>
              <a:ext cx="1144193" cy="398223"/>
            </a:xfrm>
            <a:custGeom>
              <a:avLst/>
              <a:pathLst>
                <a:path w="1144193" h="398223">
                  <a:moveTo>
                    <a:pt x="0" y="398223"/>
                  </a:moveTo>
                  <a:lnTo>
                    <a:pt x="272015" y="291148"/>
                  </a:lnTo>
                  <a:lnTo>
                    <a:pt x="539987" y="270255"/>
                  </a:lnTo>
                  <a:lnTo>
                    <a:pt x="801654" y="187366"/>
                  </a:lnTo>
                  <a:lnTo>
                    <a:pt x="11441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3585896" y="2918669"/>
              <a:ext cx="922550" cy="178965"/>
            </a:xfrm>
            <a:custGeom>
              <a:avLst/>
              <a:pathLst>
                <a:path w="922550" h="178965">
                  <a:moveTo>
                    <a:pt x="0" y="0"/>
                  </a:moveTo>
                  <a:lnTo>
                    <a:pt x="922550" y="1789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3585896" y="4638777"/>
              <a:ext cx="1508674" cy="17254"/>
            </a:xfrm>
            <a:custGeom>
              <a:avLst/>
              <a:pathLst>
                <a:path w="1508674" h="17254">
                  <a:moveTo>
                    <a:pt x="0" y="17254"/>
                  </a:moveTo>
                  <a:lnTo>
                    <a:pt x="619225" y="7980"/>
                  </a:lnTo>
                  <a:lnTo>
                    <a:pt x="15086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3585896" y="4558699"/>
              <a:ext cx="513087" cy="28471"/>
            </a:xfrm>
            <a:custGeom>
              <a:avLst/>
              <a:pathLst>
                <a:path w="513087" h="28471">
                  <a:moveTo>
                    <a:pt x="0" y="8611"/>
                  </a:moveTo>
                  <a:lnTo>
                    <a:pt x="285094" y="0"/>
                  </a:lnTo>
                  <a:lnTo>
                    <a:pt x="513087" y="284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3585896" y="2621300"/>
              <a:ext cx="266732" cy="33589"/>
            </a:xfrm>
            <a:custGeom>
              <a:avLst/>
              <a:pathLst>
                <a:path w="266732" h="33589">
                  <a:moveTo>
                    <a:pt x="0" y="33589"/>
                  </a:moveTo>
                  <a:lnTo>
                    <a:pt x="2667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3585896" y="4651696"/>
              <a:ext cx="540832" cy="66678"/>
            </a:xfrm>
            <a:custGeom>
              <a:avLst/>
              <a:pathLst>
                <a:path w="540832" h="66678">
                  <a:moveTo>
                    <a:pt x="0" y="0"/>
                  </a:moveTo>
                  <a:lnTo>
                    <a:pt x="540832" y="666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3585896" y="4519051"/>
              <a:ext cx="888009" cy="37973"/>
            </a:xfrm>
            <a:custGeom>
              <a:avLst/>
              <a:pathLst>
                <a:path w="888009" h="37973">
                  <a:moveTo>
                    <a:pt x="0" y="0"/>
                  </a:moveTo>
                  <a:lnTo>
                    <a:pt x="888009" y="379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3585896" y="4576386"/>
              <a:ext cx="361161" cy="23895"/>
            </a:xfrm>
            <a:custGeom>
              <a:avLst/>
              <a:pathLst>
                <a:path w="361161" h="23895">
                  <a:moveTo>
                    <a:pt x="0" y="23895"/>
                  </a:moveTo>
                  <a:lnTo>
                    <a:pt x="3611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3585896" y="4226748"/>
              <a:ext cx="1143971" cy="119025"/>
            </a:xfrm>
            <a:custGeom>
              <a:avLst/>
              <a:pathLst>
                <a:path w="1143971" h="119025">
                  <a:moveTo>
                    <a:pt x="0" y="119025"/>
                  </a:moveTo>
                  <a:lnTo>
                    <a:pt x="11439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3585896" y="3650424"/>
              <a:ext cx="1313710" cy="186221"/>
            </a:xfrm>
            <a:custGeom>
              <a:avLst/>
              <a:pathLst>
                <a:path w="1313710" h="186221">
                  <a:moveTo>
                    <a:pt x="0" y="186221"/>
                  </a:moveTo>
                  <a:lnTo>
                    <a:pt x="850589" y="0"/>
                  </a:lnTo>
                  <a:lnTo>
                    <a:pt x="1132679" y="86908"/>
                  </a:lnTo>
                  <a:lnTo>
                    <a:pt x="1313710" y="1772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3585896" y="4626246"/>
              <a:ext cx="1068633" cy="70420"/>
            </a:xfrm>
            <a:custGeom>
              <a:avLst/>
              <a:pathLst>
                <a:path w="1068633" h="70420">
                  <a:moveTo>
                    <a:pt x="0" y="17083"/>
                  </a:moveTo>
                  <a:lnTo>
                    <a:pt x="568769" y="0"/>
                  </a:lnTo>
                  <a:lnTo>
                    <a:pt x="1068633" y="704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3585896" y="4563921"/>
              <a:ext cx="1621347" cy="72429"/>
            </a:xfrm>
            <a:custGeom>
              <a:avLst/>
              <a:pathLst>
                <a:path w="1621347" h="72429">
                  <a:moveTo>
                    <a:pt x="0" y="49212"/>
                  </a:moveTo>
                  <a:lnTo>
                    <a:pt x="588695" y="0"/>
                  </a:lnTo>
                  <a:lnTo>
                    <a:pt x="1052078" y="51257"/>
                  </a:lnTo>
                  <a:lnTo>
                    <a:pt x="1621347" y="724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3585896" y="4545551"/>
              <a:ext cx="932625" cy="63341"/>
            </a:xfrm>
            <a:custGeom>
              <a:avLst/>
              <a:pathLst>
                <a:path w="932625" h="63341">
                  <a:moveTo>
                    <a:pt x="0" y="37534"/>
                  </a:moveTo>
                  <a:lnTo>
                    <a:pt x="307996" y="63341"/>
                  </a:lnTo>
                  <a:lnTo>
                    <a:pt x="580299" y="62494"/>
                  </a:lnTo>
                  <a:lnTo>
                    <a:pt x="932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3585896" y="2735612"/>
              <a:ext cx="1867024" cy="761426"/>
            </a:xfrm>
            <a:custGeom>
              <a:avLst/>
              <a:pathLst>
                <a:path w="1867024" h="761426">
                  <a:moveTo>
                    <a:pt x="0" y="761426"/>
                  </a:moveTo>
                  <a:lnTo>
                    <a:pt x="891221" y="416169"/>
                  </a:lnTo>
                  <a:lnTo>
                    <a:pt x="1343142" y="57547"/>
                  </a:lnTo>
                  <a:lnTo>
                    <a:pt x="18670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3585896" y="3259599"/>
              <a:ext cx="527480" cy="192084"/>
            </a:xfrm>
            <a:custGeom>
              <a:avLst/>
              <a:pathLst>
                <a:path w="527480" h="192084">
                  <a:moveTo>
                    <a:pt x="0" y="0"/>
                  </a:moveTo>
                  <a:lnTo>
                    <a:pt x="315415" y="192084"/>
                  </a:lnTo>
                  <a:lnTo>
                    <a:pt x="527480" y="757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3585896" y="4586392"/>
              <a:ext cx="1112361" cy="27715"/>
            </a:xfrm>
            <a:custGeom>
              <a:avLst/>
              <a:pathLst>
                <a:path w="1112361" h="27715">
                  <a:moveTo>
                    <a:pt x="0" y="0"/>
                  </a:moveTo>
                  <a:lnTo>
                    <a:pt x="1112361" y="277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3585896" y="3244122"/>
              <a:ext cx="594404" cy="199714"/>
            </a:xfrm>
            <a:custGeom>
              <a:avLst/>
              <a:pathLst>
                <a:path w="594404" h="199714">
                  <a:moveTo>
                    <a:pt x="0" y="199714"/>
                  </a:moveTo>
                  <a:lnTo>
                    <a:pt x="272735" y="77844"/>
                  </a:lnTo>
                  <a:lnTo>
                    <a:pt x="594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4409140" y="3747347"/>
              <a:ext cx="578573" cy="218983"/>
            </a:xfrm>
            <a:custGeom>
              <a:avLst/>
              <a:pathLst>
                <a:path w="578573" h="218983">
                  <a:moveTo>
                    <a:pt x="0" y="218983"/>
                  </a:moveTo>
                  <a:lnTo>
                    <a:pt x="578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4758155" y="4582994"/>
              <a:ext cx="468471" cy="15808"/>
            </a:xfrm>
            <a:custGeom>
              <a:avLst/>
              <a:pathLst>
                <a:path w="468471" h="15808">
                  <a:moveTo>
                    <a:pt x="0" y="15808"/>
                  </a:moveTo>
                  <a:lnTo>
                    <a:pt x="4684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3585896" y="4501005"/>
              <a:ext cx="669245" cy="48854"/>
            </a:xfrm>
            <a:custGeom>
              <a:avLst/>
              <a:pathLst>
                <a:path w="669245" h="48854">
                  <a:moveTo>
                    <a:pt x="0" y="48854"/>
                  </a:moveTo>
                  <a:lnTo>
                    <a:pt x="307277" y="28365"/>
                  </a:lnTo>
                  <a:lnTo>
                    <a:pt x="6692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3585896" y="4291379"/>
              <a:ext cx="317247" cy="133597"/>
            </a:xfrm>
            <a:custGeom>
              <a:avLst/>
              <a:pathLst>
                <a:path w="317247" h="133597">
                  <a:moveTo>
                    <a:pt x="0" y="133597"/>
                  </a:moveTo>
                  <a:lnTo>
                    <a:pt x="31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3892686" y="4120858"/>
              <a:ext cx="246597" cy="90812"/>
            </a:xfrm>
            <a:custGeom>
              <a:avLst/>
              <a:pathLst>
                <a:path w="246597" h="90812">
                  <a:moveTo>
                    <a:pt x="0" y="90812"/>
                  </a:moveTo>
                  <a:lnTo>
                    <a:pt x="2465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3585896" y="3930426"/>
              <a:ext cx="1057119" cy="142661"/>
            </a:xfrm>
            <a:custGeom>
              <a:avLst/>
              <a:pathLst>
                <a:path w="1057119" h="142661">
                  <a:moveTo>
                    <a:pt x="0" y="0"/>
                  </a:moveTo>
                  <a:lnTo>
                    <a:pt x="265539" y="2462"/>
                  </a:lnTo>
                  <a:lnTo>
                    <a:pt x="537250" y="52465"/>
                  </a:lnTo>
                  <a:lnTo>
                    <a:pt x="763515" y="47577"/>
                  </a:lnTo>
                  <a:lnTo>
                    <a:pt x="1057119" y="1426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3585896" y="3893496"/>
              <a:ext cx="544182" cy="251906"/>
            </a:xfrm>
            <a:custGeom>
              <a:avLst/>
              <a:pathLst>
                <a:path w="544182" h="251906">
                  <a:moveTo>
                    <a:pt x="0" y="251906"/>
                  </a:moveTo>
                  <a:lnTo>
                    <a:pt x="282810" y="0"/>
                  </a:lnTo>
                  <a:lnTo>
                    <a:pt x="544182" y="921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3585896" y="4610285"/>
              <a:ext cx="531078" cy="3913"/>
            </a:xfrm>
            <a:custGeom>
              <a:avLst/>
              <a:pathLst>
                <a:path w="531078" h="3913">
                  <a:moveTo>
                    <a:pt x="0" y="0"/>
                  </a:moveTo>
                  <a:lnTo>
                    <a:pt x="531078" y="39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3585896" y="4616913"/>
              <a:ext cx="800935" cy="3734"/>
            </a:xfrm>
            <a:custGeom>
              <a:avLst/>
              <a:pathLst>
                <a:path w="800935" h="3734">
                  <a:moveTo>
                    <a:pt x="0" y="3734"/>
                  </a:moveTo>
                  <a:lnTo>
                    <a:pt x="8009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3585896" y="4375574"/>
              <a:ext cx="1142502" cy="160252"/>
            </a:xfrm>
            <a:custGeom>
              <a:avLst/>
              <a:pathLst>
                <a:path w="1142502" h="160252">
                  <a:moveTo>
                    <a:pt x="0" y="160252"/>
                  </a:moveTo>
                  <a:lnTo>
                    <a:pt x="508418" y="0"/>
                  </a:lnTo>
                  <a:lnTo>
                    <a:pt x="1142502" y="238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3585896" y="4586996"/>
              <a:ext cx="2516824" cy="137188"/>
            </a:xfrm>
            <a:custGeom>
              <a:avLst/>
              <a:pathLst>
                <a:path w="2516824" h="137188">
                  <a:moveTo>
                    <a:pt x="0" y="0"/>
                  </a:moveTo>
                  <a:lnTo>
                    <a:pt x="791898" y="15836"/>
                  </a:lnTo>
                  <a:lnTo>
                    <a:pt x="1390621" y="77943"/>
                  </a:lnTo>
                  <a:lnTo>
                    <a:pt x="1833906" y="122603"/>
                  </a:lnTo>
                  <a:lnTo>
                    <a:pt x="2516824" y="1371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3585896" y="3960264"/>
              <a:ext cx="846112" cy="130134"/>
            </a:xfrm>
            <a:custGeom>
              <a:avLst/>
              <a:pathLst>
                <a:path w="846112" h="130134">
                  <a:moveTo>
                    <a:pt x="0" y="130134"/>
                  </a:moveTo>
                  <a:lnTo>
                    <a:pt x="276986" y="31081"/>
                  </a:lnTo>
                  <a:lnTo>
                    <a:pt x="564114" y="27319"/>
                  </a:lnTo>
                  <a:lnTo>
                    <a:pt x="8461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3585896" y="4589185"/>
              <a:ext cx="1201576" cy="72699"/>
            </a:xfrm>
            <a:custGeom>
              <a:avLst/>
              <a:pathLst>
                <a:path w="1201576" h="72699">
                  <a:moveTo>
                    <a:pt x="0" y="0"/>
                  </a:moveTo>
                  <a:lnTo>
                    <a:pt x="508583" y="72699"/>
                  </a:lnTo>
                  <a:lnTo>
                    <a:pt x="1201576" y="651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3585896" y="4566547"/>
              <a:ext cx="527480" cy="31691"/>
            </a:xfrm>
            <a:custGeom>
              <a:avLst/>
              <a:pathLst>
                <a:path w="527480" h="31691">
                  <a:moveTo>
                    <a:pt x="0" y="31691"/>
                  </a:moveTo>
                  <a:lnTo>
                    <a:pt x="5274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3585896" y="4540123"/>
              <a:ext cx="1207912" cy="77992"/>
            </a:xfrm>
            <a:custGeom>
              <a:avLst/>
              <a:pathLst>
                <a:path w="1207912" h="77992">
                  <a:moveTo>
                    <a:pt x="0" y="77992"/>
                  </a:moveTo>
                  <a:lnTo>
                    <a:pt x="573929" y="0"/>
                  </a:lnTo>
                  <a:lnTo>
                    <a:pt x="1207912" y="79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3585896" y="4640801"/>
              <a:ext cx="543274" cy="1719"/>
            </a:xfrm>
            <a:custGeom>
              <a:avLst/>
              <a:pathLst>
                <a:path w="543274" h="1719">
                  <a:moveTo>
                    <a:pt x="0" y="0"/>
                  </a:moveTo>
                  <a:lnTo>
                    <a:pt x="543274" y="17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3585896" y="4658962"/>
              <a:ext cx="552051" cy="90"/>
            </a:xfrm>
            <a:custGeom>
              <a:avLst/>
              <a:pathLst>
                <a:path w="552051" h="90">
                  <a:moveTo>
                    <a:pt x="0" y="0"/>
                  </a:moveTo>
                  <a:lnTo>
                    <a:pt x="552051" y="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3983238" y="3727557"/>
              <a:ext cx="178353" cy="25738"/>
            </a:xfrm>
            <a:custGeom>
              <a:avLst/>
              <a:pathLst>
                <a:path w="178353" h="25738">
                  <a:moveTo>
                    <a:pt x="0" y="0"/>
                  </a:moveTo>
                  <a:lnTo>
                    <a:pt x="178353" y="257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4426410" y="4629179"/>
              <a:ext cx="1167940" cy="58169"/>
            </a:xfrm>
            <a:custGeom>
              <a:avLst/>
              <a:pathLst>
                <a:path w="1167940" h="58169">
                  <a:moveTo>
                    <a:pt x="0" y="0"/>
                  </a:moveTo>
                  <a:lnTo>
                    <a:pt x="1167940" y="581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3585896" y="2750965"/>
              <a:ext cx="1461287" cy="497406"/>
            </a:xfrm>
            <a:custGeom>
              <a:avLst/>
              <a:pathLst>
                <a:path w="1461287" h="497406">
                  <a:moveTo>
                    <a:pt x="0" y="133835"/>
                  </a:moveTo>
                  <a:lnTo>
                    <a:pt x="553457" y="0"/>
                  </a:lnTo>
                  <a:lnTo>
                    <a:pt x="815327" y="126854"/>
                  </a:lnTo>
                  <a:lnTo>
                    <a:pt x="1461287" y="4974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3585896" y="3842972"/>
              <a:ext cx="307247" cy="57491"/>
            </a:xfrm>
            <a:custGeom>
              <a:avLst/>
              <a:pathLst>
                <a:path w="307247" h="57491">
                  <a:moveTo>
                    <a:pt x="0" y="0"/>
                  </a:moveTo>
                  <a:lnTo>
                    <a:pt x="307247" y="574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4377846" y="4601416"/>
              <a:ext cx="1061407" cy="8739"/>
            </a:xfrm>
            <a:custGeom>
              <a:avLst/>
              <a:pathLst>
                <a:path w="1061407" h="8739">
                  <a:moveTo>
                    <a:pt x="0" y="0"/>
                  </a:moveTo>
                  <a:lnTo>
                    <a:pt x="1061407" y="87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3585896" y="4581156"/>
              <a:ext cx="810557" cy="11538"/>
            </a:xfrm>
            <a:custGeom>
              <a:avLst/>
              <a:pathLst>
                <a:path w="810557" h="11538">
                  <a:moveTo>
                    <a:pt x="0" y="11538"/>
                  </a:moveTo>
                  <a:lnTo>
                    <a:pt x="8105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4934780" y="4612291"/>
              <a:ext cx="488620" cy="35404"/>
            </a:xfrm>
            <a:custGeom>
              <a:avLst/>
              <a:pathLst>
                <a:path w="488620" h="35404">
                  <a:moveTo>
                    <a:pt x="0" y="35404"/>
                  </a:moveTo>
                  <a:lnTo>
                    <a:pt x="4886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3585896" y="4627889"/>
              <a:ext cx="550508" cy="14176"/>
            </a:xfrm>
            <a:custGeom>
              <a:avLst/>
              <a:pathLst>
                <a:path w="550508" h="14176">
                  <a:moveTo>
                    <a:pt x="0" y="0"/>
                  </a:moveTo>
                  <a:lnTo>
                    <a:pt x="550508" y="141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3585896" y="2982562"/>
              <a:ext cx="301040" cy="87885"/>
            </a:xfrm>
            <a:custGeom>
              <a:avLst/>
              <a:pathLst>
                <a:path w="301040" h="87885">
                  <a:moveTo>
                    <a:pt x="0" y="0"/>
                  </a:moveTo>
                  <a:lnTo>
                    <a:pt x="301040" y="878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3585896" y="4611902"/>
              <a:ext cx="1327275" cy="108717"/>
            </a:xfrm>
            <a:custGeom>
              <a:avLst/>
              <a:pathLst>
                <a:path w="1327275" h="108717">
                  <a:moveTo>
                    <a:pt x="0" y="0"/>
                  </a:moveTo>
                  <a:lnTo>
                    <a:pt x="528498" y="40599"/>
                  </a:lnTo>
                  <a:lnTo>
                    <a:pt x="1327275" y="1087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3585896" y="4524788"/>
              <a:ext cx="1871727" cy="84310"/>
            </a:xfrm>
            <a:custGeom>
              <a:avLst/>
              <a:pathLst>
                <a:path w="1871727" h="84310">
                  <a:moveTo>
                    <a:pt x="0" y="84310"/>
                  </a:moveTo>
                  <a:lnTo>
                    <a:pt x="1052801" y="0"/>
                  </a:lnTo>
                  <a:lnTo>
                    <a:pt x="1871727" y="414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3585896" y="4579329"/>
              <a:ext cx="770286" cy="23178"/>
            </a:xfrm>
            <a:custGeom>
              <a:avLst/>
              <a:pathLst>
                <a:path w="770286" h="23178">
                  <a:moveTo>
                    <a:pt x="0" y="0"/>
                  </a:moveTo>
                  <a:lnTo>
                    <a:pt x="770286" y="231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5408265" y="4676159"/>
              <a:ext cx="511648" cy="292"/>
            </a:xfrm>
            <a:custGeom>
              <a:avLst/>
              <a:pathLst>
                <a:path w="511648" h="292">
                  <a:moveTo>
                    <a:pt x="0" y="0"/>
                  </a:moveTo>
                  <a:lnTo>
                    <a:pt x="511648" y="2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3853439" y="2729838"/>
              <a:ext cx="1202067" cy="239836"/>
            </a:xfrm>
            <a:custGeom>
              <a:avLst/>
              <a:pathLst>
                <a:path w="1202067" h="239836">
                  <a:moveTo>
                    <a:pt x="0" y="0"/>
                  </a:moveTo>
                  <a:lnTo>
                    <a:pt x="263535" y="20799"/>
                  </a:lnTo>
                  <a:lnTo>
                    <a:pt x="1202067" y="2398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4335739" y="3676755"/>
              <a:ext cx="564180" cy="85080"/>
            </a:xfrm>
            <a:custGeom>
              <a:avLst/>
              <a:pathLst>
                <a:path w="564180" h="85080">
                  <a:moveTo>
                    <a:pt x="0" y="85080"/>
                  </a:moveTo>
                  <a:lnTo>
                    <a:pt x="322389" y="75633"/>
                  </a:lnTo>
                  <a:lnTo>
                    <a:pt x="5641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4415616" y="3804025"/>
              <a:ext cx="852028" cy="311771"/>
            </a:xfrm>
            <a:custGeom>
              <a:avLst/>
              <a:pathLst>
                <a:path w="852028" h="311771">
                  <a:moveTo>
                    <a:pt x="0" y="311771"/>
                  </a:moveTo>
                  <a:lnTo>
                    <a:pt x="8520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4380355" y="4525520"/>
              <a:ext cx="1087343" cy="74187"/>
            </a:xfrm>
            <a:custGeom>
              <a:avLst/>
              <a:pathLst>
                <a:path w="1087343" h="74187">
                  <a:moveTo>
                    <a:pt x="0" y="74187"/>
                  </a:moveTo>
                  <a:lnTo>
                    <a:pt x="553646" y="44066"/>
                  </a:lnTo>
                  <a:lnTo>
                    <a:pt x="10873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4195413" y="4606846"/>
              <a:ext cx="1499684" cy="49034"/>
            </a:xfrm>
            <a:custGeom>
              <a:avLst/>
              <a:pathLst>
                <a:path w="1499684" h="49034">
                  <a:moveTo>
                    <a:pt x="0" y="0"/>
                  </a:moveTo>
                  <a:lnTo>
                    <a:pt x="457677" y="33367"/>
                  </a:lnTo>
                  <a:lnTo>
                    <a:pt x="1087278" y="41414"/>
                  </a:lnTo>
                  <a:lnTo>
                    <a:pt x="1499684" y="490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3585896" y="4585263"/>
              <a:ext cx="795575" cy="13544"/>
            </a:xfrm>
            <a:custGeom>
              <a:avLst/>
              <a:pathLst>
                <a:path w="795575" h="13544">
                  <a:moveTo>
                    <a:pt x="0" y="0"/>
                  </a:moveTo>
                  <a:lnTo>
                    <a:pt x="795575" y="135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3585896" y="3478712"/>
              <a:ext cx="302068" cy="59635"/>
            </a:xfrm>
            <a:custGeom>
              <a:avLst/>
              <a:pathLst>
                <a:path w="302068" h="59635">
                  <a:moveTo>
                    <a:pt x="0" y="59635"/>
                  </a:moveTo>
                  <a:lnTo>
                    <a:pt x="3020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3585896" y="4586075"/>
              <a:ext cx="1876764" cy="58702"/>
            </a:xfrm>
            <a:custGeom>
              <a:avLst/>
              <a:pathLst>
                <a:path w="1876764" h="58702">
                  <a:moveTo>
                    <a:pt x="0" y="0"/>
                  </a:moveTo>
                  <a:lnTo>
                    <a:pt x="895924" y="34009"/>
                  </a:lnTo>
                  <a:lnTo>
                    <a:pt x="1367994" y="38903"/>
                  </a:lnTo>
                  <a:lnTo>
                    <a:pt x="1876764" y="587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3585896" y="4651673"/>
              <a:ext cx="790398" cy="8298"/>
            </a:xfrm>
            <a:custGeom>
              <a:avLst/>
              <a:pathLst>
                <a:path w="790398" h="8298">
                  <a:moveTo>
                    <a:pt x="0" y="0"/>
                  </a:moveTo>
                  <a:lnTo>
                    <a:pt x="790398" y="82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3872304" y="2860713"/>
              <a:ext cx="271516" cy="23266"/>
            </a:xfrm>
            <a:custGeom>
              <a:avLst/>
              <a:pathLst>
                <a:path w="271516" h="23266">
                  <a:moveTo>
                    <a:pt x="0" y="0"/>
                  </a:moveTo>
                  <a:lnTo>
                    <a:pt x="271516" y="232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3585896" y="3601106"/>
              <a:ext cx="1888611" cy="664135"/>
            </a:xfrm>
            <a:custGeom>
              <a:avLst/>
              <a:pathLst>
                <a:path w="1888611" h="664135">
                  <a:moveTo>
                    <a:pt x="0" y="664135"/>
                  </a:moveTo>
                  <a:lnTo>
                    <a:pt x="232769" y="543930"/>
                  </a:lnTo>
                  <a:lnTo>
                    <a:pt x="589699" y="444680"/>
                  </a:lnTo>
                  <a:lnTo>
                    <a:pt x="1375523" y="188334"/>
                  </a:lnTo>
                  <a:lnTo>
                    <a:pt x="18886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3585896" y="4598443"/>
              <a:ext cx="1363676" cy="81428"/>
            </a:xfrm>
            <a:custGeom>
              <a:avLst/>
              <a:pathLst>
                <a:path w="1363676" h="81428">
                  <a:moveTo>
                    <a:pt x="0" y="32925"/>
                  </a:moveTo>
                  <a:lnTo>
                    <a:pt x="317351" y="0"/>
                  </a:lnTo>
                  <a:lnTo>
                    <a:pt x="841650" y="24752"/>
                  </a:lnTo>
                  <a:lnTo>
                    <a:pt x="1363676" y="814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3585896" y="3336096"/>
              <a:ext cx="529639" cy="217584"/>
            </a:xfrm>
            <a:custGeom>
              <a:avLst/>
              <a:pathLst>
                <a:path w="529639" h="217584">
                  <a:moveTo>
                    <a:pt x="0" y="217584"/>
                  </a:moveTo>
                  <a:lnTo>
                    <a:pt x="5296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3585896" y="4545949"/>
              <a:ext cx="1904830" cy="51493"/>
            </a:xfrm>
            <a:custGeom>
              <a:avLst/>
              <a:pathLst>
                <a:path w="1904830" h="51493">
                  <a:moveTo>
                    <a:pt x="0" y="46671"/>
                  </a:moveTo>
                  <a:lnTo>
                    <a:pt x="895924" y="51493"/>
                  </a:lnTo>
                  <a:lnTo>
                    <a:pt x="19048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3585896" y="4252880"/>
              <a:ext cx="835602" cy="101038"/>
            </a:xfrm>
            <a:custGeom>
              <a:avLst/>
              <a:pathLst>
                <a:path w="835602" h="101038">
                  <a:moveTo>
                    <a:pt x="0" y="101038"/>
                  </a:moveTo>
                  <a:lnTo>
                    <a:pt x="8356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3585896" y="4581703"/>
              <a:ext cx="1057101" cy="40697"/>
            </a:xfrm>
            <a:custGeom>
              <a:avLst/>
              <a:pathLst>
                <a:path w="1057101" h="40697">
                  <a:moveTo>
                    <a:pt x="0" y="40697"/>
                  </a:moveTo>
                  <a:lnTo>
                    <a:pt x="529257" y="34498"/>
                  </a:lnTo>
                  <a:lnTo>
                    <a:pt x="10571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3585896" y="4597187"/>
              <a:ext cx="1176389" cy="96080"/>
            </a:xfrm>
            <a:custGeom>
              <a:avLst/>
              <a:pathLst>
                <a:path w="1176389" h="96080">
                  <a:moveTo>
                    <a:pt x="0" y="0"/>
                  </a:moveTo>
                  <a:lnTo>
                    <a:pt x="543844" y="79503"/>
                  </a:lnTo>
                  <a:lnTo>
                    <a:pt x="1176389" y="960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3585896" y="4621261"/>
              <a:ext cx="937131" cy="12490"/>
            </a:xfrm>
            <a:custGeom>
              <a:avLst/>
              <a:pathLst>
                <a:path w="937131" h="12490">
                  <a:moveTo>
                    <a:pt x="0" y="0"/>
                  </a:moveTo>
                  <a:lnTo>
                    <a:pt x="313034" y="12490"/>
                  </a:lnTo>
                  <a:lnTo>
                    <a:pt x="937131" y="81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5924656" y="4579072"/>
              <a:ext cx="334622" cy="30799"/>
            </a:xfrm>
            <a:custGeom>
              <a:avLst/>
              <a:pathLst>
                <a:path w="334622" h="30799">
                  <a:moveTo>
                    <a:pt x="0" y="30799"/>
                  </a:moveTo>
                  <a:lnTo>
                    <a:pt x="3346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3585896" y="3848759"/>
              <a:ext cx="1164342" cy="485334"/>
            </a:xfrm>
            <a:custGeom>
              <a:avLst/>
              <a:pathLst>
                <a:path w="1164342" h="485334">
                  <a:moveTo>
                    <a:pt x="0" y="485334"/>
                  </a:moveTo>
                  <a:lnTo>
                    <a:pt x="11643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3585896" y="4556201"/>
              <a:ext cx="2557594" cy="69921"/>
            </a:xfrm>
            <a:custGeom>
              <a:avLst/>
              <a:pathLst>
                <a:path w="2557594" h="69921">
                  <a:moveTo>
                    <a:pt x="0" y="9762"/>
                  </a:moveTo>
                  <a:lnTo>
                    <a:pt x="856416" y="5546"/>
                  </a:lnTo>
                  <a:lnTo>
                    <a:pt x="1336402" y="0"/>
                  </a:lnTo>
                  <a:lnTo>
                    <a:pt x="1877555" y="54598"/>
                  </a:lnTo>
                  <a:lnTo>
                    <a:pt x="2557594" y="699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3585896" y="4621987"/>
              <a:ext cx="568498" cy="38608"/>
            </a:xfrm>
            <a:custGeom>
              <a:avLst/>
              <a:pathLst>
                <a:path w="568498" h="38608">
                  <a:moveTo>
                    <a:pt x="0" y="0"/>
                  </a:moveTo>
                  <a:lnTo>
                    <a:pt x="568498" y="386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l1139"/>
            <p:cNvSpPr/>
            <p:nvPr/>
          </p:nvSpPr>
          <p:spPr>
            <a:xfrm>
              <a:off x="3585896" y="4361881"/>
              <a:ext cx="594404" cy="212015"/>
            </a:xfrm>
            <a:custGeom>
              <a:avLst/>
              <a:pathLst>
                <a:path w="594404" h="212015">
                  <a:moveTo>
                    <a:pt x="0" y="212015"/>
                  </a:moveTo>
                  <a:lnTo>
                    <a:pt x="594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l1140"/>
            <p:cNvSpPr/>
            <p:nvPr/>
          </p:nvSpPr>
          <p:spPr>
            <a:xfrm>
              <a:off x="3585896" y="3928476"/>
              <a:ext cx="531798" cy="224945"/>
            </a:xfrm>
            <a:custGeom>
              <a:avLst/>
              <a:pathLst>
                <a:path w="531798" h="224945">
                  <a:moveTo>
                    <a:pt x="0" y="224945"/>
                  </a:moveTo>
                  <a:lnTo>
                    <a:pt x="5317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l1141"/>
            <p:cNvSpPr/>
            <p:nvPr/>
          </p:nvSpPr>
          <p:spPr>
            <a:xfrm>
              <a:off x="4124890" y="4444225"/>
              <a:ext cx="512368" cy="99472"/>
            </a:xfrm>
            <a:custGeom>
              <a:avLst/>
              <a:pathLst>
                <a:path w="512368" h="99472">
                  <a:moveTo>
                    <a:pt x="0" y="99472"/>
                  </a:moveTo>
                  <a:lnTo>
                    <a:pt x="5123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l1142"/>
            <p:cNvSpPr/>
            <p:nvPr/>
          </p:nvSpPr>
          <p:spPr>
            <a:xfrm>
              <a:off x="3585896" y="4594543"/>
              <a:ext cx="1581001" cy="100199"/>
            </a:xfrm>
            <a:custGeom>
              <a:avLst/>
              <a:pathLst>
                <a:path w="1581001" h="100199">
                  <a:moveTo>
                    <a:pt x="0" y="8959"/>
                  </a:moveTo>
                  <a:lnTo>
                    <a:pt x="599326" y="0"/>
                  </a:lnTo>
                  <a:lnTo>
                    <a:pt x="1052082" y="91969"/>
                  </a:lnTo>
                  <a:lnTo>
                    <a:pt x="1581001" y="1001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3"/>
            <p:cNvSpPr/>
            <p:nvPr/>
          </p:nvSpPr>
          <p:spPr>
            <a:xfrm>
              <a:off x="3585896" y="3475468"/>
              <a:ext cx="330304" cy="21629"/>
            </a:xfrm>
            <a:custGeom>
              <a:avLst/>
              <a:pathLst>
                <a:path w="330304" h="21629">
                  <a:moveTo>
                    <a:pt x="0" y="0"/>
                  </a:moveTo>
                  <a:lnTo>
                    <a:pt x="330304" y="216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3585896" y="4685440"/>
              <a:ext cx="925429" cy="31604"/>
            </a:xfrm>
            <a:custGeom>
              <a:avLst/>
              <a:pathLst>
                <a:path w="925429" h="31604">
                  <a:moveTo>
                    <a:pt x="0" y="0"/>
                  </a:moveTo>
                  <a:lnTo>
                    <a:pt x="925429" y="316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3585896" y="4117919"/>
              <a:ext cx="2089052" cy="336676"/>
            </a:xfrm>
            <a:custGeom>
              <a:avLst/>
              <a:pathLst>
                <a:path w="2089052" h="336676">
                  <a:moveTo>
                    <a:pt x="0" y="336676"/>
                  </a:moveTo>
                  <a:lnTo>
                    <a:pt x="709899" y="255074"/>
                  </a:lnTo>
                  <a:lnTo>
                    <a:pt x="1062156" y="256096"/>
                  </a:lnTo>
                  <a:lnTo>
                    <a:pt x="1586039" y="248982"/>
                  </a:lnTo>
                  <a:lnTo>
                    <a:pt x="20890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3585896" y="4587585"/>
              <a:ext cx="859729" cy="17253"/>
            </a:xfrm>
            <a:custGeom>
              <a:avLst/>
              <a:pathLst>
                <a:path w="859729" h="17253">
                  <a:moveTo>
                    <a:pt x="0" y="17253"/>
                  </a:moveTo>
                  <a:lnTo>
                    <a:pt x="8597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4210525" y="2444805"/>
              <a:ext cx="427453" cy="569350"/>
            </a:xfrm>
            <a:custGeom>
              <a:avLst/>
              <a:pathLst>
                <a:path w="427453" h="569350">
                  <a:moveTo>
                    <a:pt x="0" y="569350"/>
                  </a:moveTo>
                  <a:lnTo>
                    <a:pt x="4274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3585896" y="4610192"/>
              <a:ext cx="1585545" cy="39313"/>
            </a:xfrm>
            <a:custGeom>
              <a:avLst/>
              <a:pathLst>
                <a:path w="1585545" h="39313">
                  <a:moveTo>
                    <a:pt x="0" y="921"/>
                  </a:moveTo>
                  <a:lnTo>
                    <a:pt x="533463" y="39313"/>
                  </a:lnTo>
                  <a:lnTo>
                    <a:pt x="1072172" y="0"/>
                  </a:lnTo>
                  <a:lnTo>
                    <a:pt x="1585545" y="276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3585896" y="4600232"/>
              <a:ext cx="1314957" cy="2724"/>
            </a:xfrm>
            <a:custGeom>
              <a:avLst/>
              <a:pathLst>
                <a:path w="1314957" h="2724">
                  <a:moveTo>
                    <a:pt x="0" y="836"/>
                  </a:moveTo>
                  <a:lnTo>
                    <a:pt x="791580" y="2724"/>
                  </a:lnTo>
                  <a:lnTo>
                    <a:pt x="13149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3585896" y="4288821"/>
              <a:ext cx="1575221" cy="196501"/>
            </a:xfrm>
            <a:custGeom>
              <a:avLst/>
              <a:pathLst>
                <a:path w="1575221" h="196501">
                  <a:moveTo>
                    <a:pt x="0" y="196501"/>
                  </a:moveTo>
                  <a:lnTo>
                    <a:pt x="563331" y="158965"/>
                  </a:lnTo>
                  <a:lnTo>
                    <a:pt x="1071511" y="105397"/>
                  </a:lnTo>
                  <a:lnTo>
                    <a:pt x="15752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4135004" y="3515255"/>
              <a:ext cx="246070" cy="12727"/>
            </a:xfrm>
            <a:custGeom>
              <a:avLst/>
              <a:pathLst>
                <a:path w="246070" h="12727">
                  <a:moveTo>
                    <a:pt x="0" y="12727"/>
                  </a:moveTo>
                  <a:lnTo>
                    <a:pt x="2460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3585896" y="3704319"/>
              <a:ext cx="2213546" cy="499145"/>
            </a:xfrm>
            <a:custGeom>
              <a:avLst/>
              <a:pathLst>
                <a:path w="2213546" h="499145">
                  <a:moveTo>
                    <a:pt x="0" y="499145"/>
                  </a:moveTo>
                  <a:lnTo>
                    <a:pt x="1077268" y="242646"/>
                  </a:lnTo>
                  <a:lnTo>
                    <a:pt x="1636412" y="55869"/>
                  </a:lnTo>
                  <a:lnTo>
                    <a:pt x="22135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3585896" y="4636947"/>
              <a:ext cx="557704" cy="1896"/>
            </a:xfrm>
            <a:custGeom>
              <a:avLst/>
              <a:pathLst>
                <a:path w="557704" h="1896">
                  <a:moveTo>
                    <a:pt x="0" y="0"/>
                  </a:moveTo>
                  <a:lnTo>
                    <a:pt x="557704" y="18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3585896" y="3891584"/>
              <a:ext cx="594404" cy="47963"/>
            </a:xfrm>
            <a:custGeom>
              <a:avLst/>
              <a:pathLst>
                <a:path w="594404" h="47963">
                  <a:moveTo>
                    <a:pt x="0" y="0"/>
                  </a:moveTo>
                  <a:lnTo>
                    <a:pt x="594404" y="479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3873629" y="3614204"/>
              <a:ext cx="271410" cy="62497"/>
            </a:xfrm>
            <a:custGeom>
              <a:avLst/>
              <a:pathLst>
                <a:path w="271410" h="62497">
                  <a:moveTo>
                    <a:pt x="0" y="0"/>
                  </a:moveTo>
                  <a:lnTo>
                    <a:pt x="271410" y="624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3847837" y="2728521"/>
              <a:ext cx="845551" cy="566493"/>
            </a:xfrm>
            <a:custGeom>
              <a:avLst/>
              <a:pathLst>
                <a:path w="845551" h="566493">
                  <a:moveTo>
                    <a:pt x="0" y="285019"/>
                  </a:moveTo>
                  <a:lnTo>
                    <a:pt x="271642" y="0"/>
                  </a:lnTo>
                  <a:lnTo>
                    <a:pt x="544031" y="376695"/>
                  </a:lnTo>
                  <a:lnTo>
                    <a:pt x="845551" y="5664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3875902" y="3380180"/>
              <a:ext cx="2378281" cy="814747"/>
            </a:xfrm>
            <a:custGeom>
              <a:avLst/>
              <a:pathLst>
                <a:path w="2378281" h="814747">
                  <a:moveTo>
                    <a:pt x="0" y="775363"/>
                  </a:moveTo>
                  <a:lnTo>
                    <a:pt x="233875" y="814747"/>
                  </a:lnTo>
                  <a:lnTo>
                    <a:pt x="548349" y="610280"/>
                  </a:lnTo>
                  <a:lnTo>
                    <a:pt x="801654" y="557408"/>
                  </a:lnTo>
                  <a:lnTo>
                    <a:pt x="1551546" y="234577"/>
                  </a:lnTo>
                  <a:lnTo>
                    <a:pt x="2055949" y="22096"/>
                  </a:lnTo>
                  <a:lnTo>
                    <a:pt x="23782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3857912" y="2121387"/>
              <a:ext cx="875775" cy="819296"/>
            </a:xfrm>
            <a:custGeom>
              <a:avLst/>
              <a:pathLst>
                <a:path w="875775" h="819296">
                  <a:moveTo>
                    <a:pt x="0" y="315345"/>
                  </a:moveTo>
                  <a:lnTo>
                    <a:pt x="341972" y="0"/>
                  </a:lnTo>
                  <a:lnTo>
                    <a:pt x="604479" y="712763"/>
                  </a:lnTo>
                  <a:lnTo>
                    <a:pt x="875775" y="8192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3585896" y="4564595"/>
              <a:ext cx="813888" cy="21438"/>
            </a:xfrm>
            <a:custGeom>
              <a:avLst/>
              <a:pathLst>
                <a:path w="813888" h="21438">
                  <a:moveTo>
                    <a:pt x="0" y="21438"/>
                  </a:moveTo>
                  <a:lnTo>
                    <a:pt x="8138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3585896" y="4528566"/>
              <a:ext cx="347412" cy="24241"/>
            </a:xfrm>
            <a:custGeom>
              <a:avLst/>
              <a:pathLst>
                <a:path w="347412" h="24241">
                  <a:moveTo>
                    <a:pt x="0" y="0"/>
                  </a:moveTo>
                  <a:lnTo>
                    <a:pt x="347412" y="242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3585896" y="4400695"/>
              <a:ext cx="830439" cy="190463"/>
            </a:xfrm>
            <a:custGeom>
              <a:avLst/>
              <a:pathLst>
                <a:path w="830439" h="190463">
                  <a:moveTo>
                    <a:pt x="0" y="188128"/>
                  </a:moveTo>
                  <a:lnTo>
                    <a:pt x="275377" y="190463"/>
                  </a:lnTo>
                  <a:lnTo>
                    <a:pt x="557704" y="0"/>
                  </a:lnTo>
                  <a:lnTo>
                    <a:pt x="830439" y="1814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4391149" y="3837377"/>
              <a:ext cx="251146" cy="90266"/>
            </a:xfrm>
            <a:custGeom>
              <a:avLst/>
              <a:pathLst>
                <a:path w="251146" h="90266">
                  <a:moveTo>
                    <a:pt x="0" y="0"/>
                  </a:moveTo>
                  <a:lnTo>
                    <a:pt x="251146" y="902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3585896" y="4571678"/>
              <a:ext cx="284581" cy="12539"/>
            </a:xfrm>
            <a:custGeom>
              <a:avLst/>
              <a:pathLst>
                <a:path w="284581" h="12539">
                  <a:moveTo>
                    <a:pt x="0" y="0"/>
                  </a:moveTo>
                  <a:lnTo>
                    <a:pt x="284581" y="125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3585896" y="4367462"/>
              <a:ext cx="1581001" cy="165174"/>
            </a:xfrm>
            <a:custGeom>
              <a:avLst/>
              <a:pathLst>
                <a:path w="1581001" h="165174">
                  <a:moveTo>
                    <a:pt x="0" y="165174"/>
                  </a:moveTo>
                  <a:lnTo>
                    <a:pt x="599326" y="83941"/>
                  </a:lnTo>
                  <a:lnTo>
                    <a:pt x="1011783" y="95087"/>
                  </a:lnTo>
                  <a:lnTo>
                    <a:pt x="15810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3585896" y="4313127"/>
              <a:ext cx="2423820" cy="246243"/>
            </a:xfrm>
            <a:custGeom>
              <a:avLst/>
              <a:pathLst>
                <a:path w="2423820" h="246243">
                  <a:moveTo>
                    <a:pt x="0" y="246243"/>
                  </a:moveTo>
                  <a:lnTo>
                    <a:pt x="795323" y="199754"/>
                  </a:lnTo>
                  <a:lnTo>
                    <a:pt x="1282505" y="127575"/>
                  </a:lnTo>
                  <a:lnTo>
                    <a:pt x="1861798" y="101610"/>
                  </a:lnTo>
                  <a:lnTo>
                    <a:pt x="24238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3585896" y="3133627"/>
              <a:ext cx="271793" cy="60017"/>
            </a:xfrm>
            <a:custGeom>
              <a:avLst/>
              <a:pathLst>
                <a:path w="271793" h="60017">
                  <a:moveTo>
                    <a:pt x="0" y="0"/>
                  </a:moveTo>
                  <a:lnTo>
                    <a:pt x="271793" y="600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3585896" y="4396489"/>
              <a:ext cx="1600431" cy="36535"/>
            </a:xfrm>
            <a:custGeom>
              <a:avLst/>
              <a:pathLst>
                <a:path w="1600431" h="36535">
                  <a:moveTo>
                    <a:pt x="0" y="36535"/>
                  </a:moveTo>
                  <a:lnTo>
                    <a:pt x="1188784" y="21954"/>
                  </a:lnTo>
                  <a:lnTo>
                    <a:pt x="16004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3585896" y="4092644"/>
              <a:ext cx="506965" cy="281700"/>
            </a:xfrm>
            <a:custGeom>
              <a:avLst/>
              <a:pathLst>
                <a:path w="506965" h="281700">
                  <a:moveTo>
                    <a:pt x="0" y="281700"/>
                  </a:moveTo>
                  <a:lnTo>
                    <a:pt x="5069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3585896" y="4617886"/>
              <a:ext cx="523471" cy="2463"/>
            </a:xfrm>
            <a:custGeom>
              <a:avLst/>
              <a:pathLst>
                <a:path w="523471" h="2463">
                  <a:moveTo>
                    <a:pt x="0" y="0"/>
                  </a:moveTo>
                  <a:lnTo>
                    <a:pt x="523471" y="24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3585896" y="4596073"/>
              <a:ext cx="649095" cy="97878"/>
            </a:xfrm>
            <a:custGeom>
              <a:avLst/>
              <a:pathLst>
                <a:path w="649095" h="97878">
                  <a:moveTo>
                    <a:pt x="0" y="0"/>
                  </a:moveTo>
                  <a:lnTo>
                    <a:pt x="649095" y="978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3585896" y="4623190"/>
              <a:ext cx="1420526" cy="18778"/>
            </a:xfrm>
            <a:custGeom>
              <a:avLst/>
              <a:pathLst>
                <a:path w="1420526" h="18778">
                  <a:moveTo>
                    <a:pt x="0" y="0"/>
                  </a:moveTo>
                  <a:lnTo>
                    <a:pt x="1420526" y="187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3585896" y="4361148"/>
              <a:ext cx="790141" cy="101283"/>
            </a:xfrm>
            <a:custGeom>
              <a:avLst/>
              <a:pathLst>
                <a:path w="790141" h="101283">
                  <a:moveTo>
                    <a:pt x="0" y="101283"/>
                  </a:move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3585896" y="4606528"/>
              <a:ext cx="507047" cy="23984"/>
            </a:xfrm>
            <a:custGeom>
              <a:avLst/>
              <a:pathLst>
                <a:path w="507047" h="23984">
                  <a:moveTo>
                    <a:pt x="0" y="0"/>
                  </a:moveTo>
                  <a:lnTo>
                    <a:pt x="507047" y="239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3585896" y="4589555"/>
              <a:ext cx="649095" cy="583"/>
            </a:xfrm>
            <a:custGeom>
              <a:avLst/>
              <a:pathLst>
                <a:path w="649095" h="583">
                  <a:moveTo>
                    <a:pt x="0" y="0"/>
                  </a:moveTo>
                  <a:lnTo>
                    <a:pt x="649095" y="5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3585896" y="3433525"/>
              <a:ext cx="272540" cy="49305"/>
            </a:xfrm>
            <a:custGeom>
              <a:avLst/>
              <a:pathLst>
                <a:path w="272540" h="49305">
                  <a:moveTo>
                    <a:pt x="0" y="49305"/>
                  </a:moveTo>
                  <a:lnTo>
                    <a:pt x="2725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3585896" y="3230384"/>
              <a:ext cx="569178" cy="138453"/>
            </a:xfrm>
            <a:custGeom>
              <a:avLst/>
              <a:pathLst>
                <a:path w="569178" h="138453">
                  <a:moveTo>
                    <a:pt x="0" y="138453"/>
                  </a:moveTo>
                  <a:lnTo>
                    <a:pt x="267698" y="0"/>
                  </a:lnTo>
                  <a:lnTo>
                    <a:pt x="569178" y="938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5438914" y="4628531"/>
              <a:ext cx="533656" cy="19958"/>
            </a:xfrm>
            <a:custGeom>
              <a:avLst/>
              <a:pathLst>
                <a:path w="533656" h="19958">
                  <a:moveTo>
                    <a:pt x="0" y="19958"/>
                  </a:moveTo>
                  <a:lnTo>
                    <a:pt x="5336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4649492" y="4523437"/>
              <a:ext cx="1046325" cy="76480"/>
            </a:xfrm>
            <a:custGeom>
              <a:avLst/>
              <a:pathLst>
                <a:path w="1046325" h="76480">
                  <a:moveTo>
                    <a:pt x="0" y="76480"/>
                  </a:moveTo>
                  <a:lnTo>
                    <a:pt x="522442" y="30048"/>
                  </a:lnTo>
                  <a:lnTo>
                    <a:pt x="10463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3585896" y="3331045"/>
              <a:ext cx="315822" cy="171154"/>
            </a:xfrm>
            <a:custGeom>
              <a:avLst/>
              <a:pathLst>
                <a:path w="315822" h="171154">
                  <a:moveTo>
                    <a:pt x="0" y="0"/>
                  </a:moveTo>
                  <a:lnTo>
                    <a:pt x="315822" y="1711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3585896" y="2987917"/>
              <a:ext cx="540433" cy="232354"/>
            </a:xfrm>
            <a:custGeom>
              <a:avLst/>
              <a:pathLst>
                <a:path w="540433" h="232354">
                  <a:moveTo>
                    <a:pt x="0" y="0"/>
                  </a:moveTo>
                  <a:lnTo>
                    <a:pt x="273455" y="151058"/>
                  </a:lnTo>
                  <a:lnTo>
                    <a:pt x="540433" y="2323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3585896" y="3642121"/>
              <a:ext cx="566892" cy="91770"/>
            </a:xfrm>
            <a:custGeom>
              <a:avLst/>
              <a:pathLst>
                <a:path w="566892" h="91770">
                  <a:moveTo>
                    <a:pt x="0" y="91770"/>
                  </a:moveTo>
                  <a:lnTo>
                    <a:pt x="238746" y="0"/>
                  </a:lnTo>
                  <a:lnTo>
                    <a:pt x="566892" y="115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4205488" y="3493218"/>
              <a:ext cx="749842" cy="164219"/>
            </a:xfrm>
            <a:custGeom>
              <a:avLst/>
              <a:pathLst>
                <a:path w="749842" h="164219">
                  <a:moveTo>
                    <a:pt x="0" y="164219"/>
                  </a:moveTo>
                  <a:lnTo>
                    <a:pt x="477826" y="0"/>
                  </a:lnTo>
                  <a:lnTo>
                    <a:pt x="749842" y="656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3585896" y="4548957"/>
              <a:ext cx="533237" cy="58035"/>
            </a:xfrm>
            <a:custGeom>
              <a:avLst/>
              <a:pathLst>
                <a:path w="533237" h="58035">
                  <a:moveTo>
                    <a:pt x="0" y="0"/>
                  </a:moveTo>
                  <a:lnTo>
                    <a:pt x="533237" y="580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3585896" y="4082205"/>
              <a:ext cx="629149" cy="268693"/>
            </a:xfrm>
            <a:custGeom>
              <a:avLst/>
              <a:pathLst>
                <a:path w="629149" h="268693">
                  <a:moveTo>
                    <a:pt x="0" y="268693"/>
                  </a:moveTo>
                  <a:lnTo>
                    <a:pt x="6291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4174821" y="4575888"/>
              <a:ext cx="971701" cy="20251"/>
            </a:xfrm>
            <a:custGeom>
              <a:avLst/>
              <a:pathLst>
                <a:path w="971701" h="20251">
                  <a:moveTo>
                    <a:pt x="0" y="20251"/>
                  </a:moveTo>
                  <a:lnTo>
                    <a:pt x="216327" y="9263"/>
                  </a:lnTo>
                  <a:lnTo>
                    <a:pt x="514969" y="11488"/>
                  </a:lnTo>
                  <a:lnTo>
                    <a:pt x="9717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3585896" y="4559762"/>
              <a:ext cx="790860" cy="20391"/>
            </a:xfrm>
            <a:custGeom>
              <a:avLst/>
              <a:pathLst>
                <a:path w="790860" h="20391">
                  <a:moveTo>
                    <a:pt x="0" y="0"/>
                  </a:moveTo>
                  <a:lnTo>
                    <a:pt x="790860" y="203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3585896" y="3792109"/>
              <a:ext cx="297202" cy="26964"/>
            </a:xfrm>
            <a:custGeom>
              <a:avLst/>
              <a:pathLst>
                <a:path w="297202" h="26964">
                  <a:moveTo>
                    <a:pt x="0" y="0"/>
                  </a:moveTo>
                  <a:lnTo>
                    <a:pt x="297202" y="269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4149013" y="2807656"/>
              <a:ext cx="795897" cy="281744"/>
            </a:xfrm>
            <a:custGeom>
              <a:avLst/>
              <a:pathLst>
                <a:path w="795897" h="281744">
                  <a:moveTo>
                    <a:pt x="0" y="281744"/>
                  </a:moveTo>
                  <a:lnTo>
                    <a:pt x="498290" y="0"/>
                  </a:lnTo>
                  <a:lnTo>
                    <a:pt x="795897" y="2024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9"/>
            <p:cNvSpPr/>
            <p:nvPr/>
          </p:nvSpPr>
          <p:spPr>
            <a:xfrm>
              <a:off x="3585896" y="3533205"/>
              <a:ext cx="276555" cy="370089"/>
            </a:xfrm>
            <a:custGeom>
              <a:avLst/>
              <a:pathLst>
                <a:path w="276555" h="370089">
                  <a:moveTo>
                    <a:pt x="0" y="370089"/>
                  </a:moveTo>
                  <a:lnTo>
                    <a:pt x="27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90"/>
            <p:cNvSpPr/>
            <p:nvPr/>
          </p:nvSpPr>
          <p:spPr>
            <a:xfrm>
              <a:off x="3585896" y="4494811"/>
              <a:ext cx="541153" cy="87732"/>
            </a:xfrm>
            <a:custGeom>
              <a:avLst/>
              <a:pathLst>
                <a:path w="541153" h="87732">
                  <a:moveTo>
                    <a:pt x="0" y="87732"/>
                  </a:moveTo>
                  <a:lnTo>
                    <a:pt x="262981" y="31580"/>
                  </a:lnTo>
                  <a:lnTo>
                    <a:pt x="5411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l1191"/>
            <p:cNvSpPr/>
            <p:nvPr/>
          </p:nvSpPr>
          <p:spPr>
            <a:xfrm>
              <a:off x="3585896" y="4143868"/>
              <a:ext cx="613905" cy="95451"/>
            </a:xfrm>
            <a:custGeom>
              <a:avLst/>
              <a:pathLst>
                <a:path w="613905" h="95451">
                  <a:moveTo>
                    <a:pt x="0" y="95451"/>
                  </a:moveTo>
                  <a:lnTo>
                    <a:pt x="6139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l1192"/>
            <p:cNvSpPr/>
            <p:nvPr/>
          </p:nvSpPr>
          <p:spPr>
            <a:xfrm>
              <a:off x="6235531" y="4615634"/>
              <a:ext cx="522442" cy="58223"/>
            </a:xfrm>
            <a:custGeom>
              <a:avLst/>
              <a:pathLst>
                <a:path w="522442" h="58223">
                  <a:moveTo>
                    <a:pt x="0" y="0"/>
                  </a:moveTo>
                  <a:lnTo>
                    <a:pt x="522442" y="582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3585896" y="4096148"/>
              <a:ext cx="295877" cy="124832"/>
            </a:xfrm>
            <a:custGeom>
              <a:avLst/>
              <a:pathLst>
                <a:path w="295877" h="124832">
                  <a:moveTo>
                    <a:pt x="0" y="124832"/>
                  </a:moveTo>
                  <a:lnTo>
                    <a:pt x="2958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3585896" y="4598191"/>
              <a:ext cx="578573" cy="28019"/>
            </a:xfrm>
            <a:custGeom>
              <a:avLst/>
              <a:pathLst>
                <a:path w="578573" h="28019">
                  <a:moveTo>
                    <a:pt x="0" y="0"/>
                  </a:moveTo>
                  <a:lnTo>
                    <a:pt x="578573" y="280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4149377" y="4644951"/>
              <a:ext cx="518738" cy="8039"/>
            </a:xfrm>
            <a:custGeom>
              <a:avLst/>
              <a:pathLst>
                <a:path w="518738" h="8039">
                  <a:moveTo>
                    <a:pt x="0" y="0"/>
                  </a:moveTo>
                  <a:lnTo>
                    <a:pt x="518738" y="80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3585896" y="4328301"/>
              <a:ext cx="815512" cy="119433"/>
            </a:xfrm>
            <a:custGeom>
              <a:avLst/>
              <a:pathLst>
                <a:path w="815512" h="119433">
                  <a:moveTo>
                    <a:pt x="0" y="119433"/>
                  </a:moveTo>
                  <a:lnTo>
                    <a:pt x="8155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l1197"/>
            <p:cNvSpPr/>
            <p:nvPr/>
          </p:nvSpPr>
          <p:spPr>
            <a:xfrm>
              <a:off x="3585896" y="3628074"/>
              <a:ext cx="296807" cy="194461"/>
            </a:xfrm>
            <a:custGeom>
              <a:avLst/>
              <a:pathLst>
                <a:path w="296807" h="194461">
                  <a:moveTo>
                    <a:pt x="0" y="0"/>
                  </a:moveTo>
                  <a:lnTo>
                    <a:pt x="296807" y="1944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l1198"/>
            <p:cNvSpPr/>
            <p:nvPr/>
          </p:nvSpPr>
          <p:spPr>
            <a:xfrm>
              <a:off x="3585896" y="3084652"/>
              <a:ext cx="317351" cy="204662"/>
            </a:xfrm>
            <a:custGeom>
              <a:avLst/>
              <a:pathLst>
                <a:path w="317351" h="204662">
                  <a:moveTo>
                    <a:pt x="0" y="0"/>
                  </a:moveTo>
                  <a:lnTo>
                    <a:pt x="317351" y="2046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l1199"/>
            <p:cNvSpPr/>
            <p:nvPr/>
          </p:nvSpPr>
          <p:spPr>
            <a:xfrm>
              <a:off x="3585896" y="3429547"/>
              <a:ext cx="1118287" cy="375468"/>
            </a:xfrm>
            <a:custGeom>
              <a:avLst/>
              <a:pathLst>
                <a:path w="1118287" h="375468">
                  <a:moveTo>
                    <a:pt x="0" y="86695"/>
                  </a:moveTo>
                  <a:lnTo>
                    <a:pt x="311372" y="0"/>
                  </a:lnTo>
                  <a:lnTo>
                    <a:pt x="609516" y="271529"/>
                  </a:lnTo>
                  <a:lnTo>
                    <a:pt x="1118287" y="3754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200"/>
            <p:cNvSpPr/>
            <p:nvPr/>
          </p:nvSpPr>
          <p:spPr>
            <a:xfrm>
              <a:off x="3585896" y="4611636"/>
              <a:ext cx="1048484" cy="33683"/>
            </a:xfrm>
            <a:custGeom>
              <a:avLst/>
              <a:pathLst>
                <a:path w="1048484" h="33683">
                  <a:moveTo>
                    <a:pt x="0" y="0"/>
                  </a:moveTo>
                  <a:lnTo>
                    <a:pt x="595503" y="33683"/>
                  </a:lnTo>
                  <a:lnTo>
                    <a:pt x="1048484" y="166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l1201"/>
            <p:cNvSpPr/>
            <p:nvPr/>
          </p:nvSpPr>
          <p:spPr>
            <a:xfrm>
              <a:off x="3585896" y="4604796"/>
              <a:ext cx="1227580" cy="10643"/>
            </a:xfrm>
            <a:custGeom>
              <a:avLst/>
              <a:pathLst>
                <a:path w="1227580" h="10643">
                  <a:moveTo>
                    <a:pt x="0" y="0"/>
                  </a:moveTo>
                  <a:lnTo>
                    <a:pt x="1227580" y="106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3585896" y="4610924"/>
              <a:ext cx="1344597" cy="78886"/>
            </a:xfrm>
            <a:custGeom>
              <a:avLst/>
              <a:pathLst>
                <a:path w="1344597" h="78886">
                  <a:moveTo>
                    <a:pt x="0" y="0"/>
                  </a:moveTo>
                  <a:lnTo>
                    <a:pt x="580012" y="50993"/>
                  </a:lnTo>
                  <a:lnTo>
                    <a:pt x="1344597" y="788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4135136" y="4619982"/>
              <a:ext cx="1064995" cy="98980"/>
            </a:xfrm>
            <a:custGeom>
              <a:avLst/>
              <a:pathLst>
                <a:path w="1064995" h="98980">
                  <a:moveTo>
                    <a:pt x="0" y="0"/>
                  </a:moveTo>
                  <a:lnTo>
                    <a:pt x="537383" y="73693"/>
                  </a:lnTo>
                  <a:lnTo>
                    <a:pt x="1064995" y="989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3585896" y="4563906"/>
              <a:ext cx="932625" cy="28639"/>
            </a:xfrm>
            <a:custGeom>
              <a:avLst/>
              <a:pathLst>
                <a:path w="932625" h="28639">
                  <a:moveTo>
                    <a:pt x="0" y="28639"/>
                  </a:moveTo>
                  <a:lnTo>
                    <a:pt x="932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4245491" y="4557397"/>
              <a:ext cx="961654" cy="18457"/>
            </a:xfrm>
            <a:custGeom>
              <a:avLst/>
              <a:pathLst>
                <a:path w="961654" h="18457">
                  <a:moveTo>
                    <a:pt x="0" y="16332"/>
                  </a:moveTo>
                  <a:lnTo>
                    <a:pt x="392486" y="18457"/>
                  </a:lnTo>
                  <a:lnTo>
                    <a:pt x="9616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3585896" y="4329597"/>
              <a:ext cx="1097418" cy="97431"/>
            </a:xfrm>
            <a:custGeom>
              <a:avLst/>
              <a:pathLst>
                <a:path w="1097418" h="97431">
                  <a:moveTo>
                    <a:pt x="0" y="97431"/>
                  </a:moveTo>
                  <a:lnTo>
                    <a:pt x="663488" y="54759"/>
                  </a:lnTo>
                  <a:lnTo>
                    <a:pt x="10974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3585896" y="4563292"/>
              <a:ext cx="579292" cy="14704"/>
            </a:xfrm>
            <a:custGeom>
              <a:avLst/>
              <a:pathLst>
                <a:path w="579292" h="14704">
                  <a:moveTo>
                    <a:pt x="0" y="14704"/>
                  </a:moveTo>
                  <a:lnTo>
                    <a:pt x="5792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3585896" y="4098428"/>
              <a:ext cx="1374441" cy="222965"/>
            </a:xfrm>
            <a:custGeom>
              <a:avLst/>
              <a:pathLst>
                <a:path w="1374441" h="222965">
                  <a:moveTo>
                    <a:pt x="0" y="0"/>
                  </a:moveTo>
                  <a:lnTo>
                    <a:pt x="1374441" y="2229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3585896" y="4626357"/>
              <a:ext cx="1635753" cy="76227"/>
            </a:xfrm>
            <a:custGeom>
              <a:avLst/>
              <a:pathLst>
                <a:path w="1635753" h="76227">
                  <a:moveTo>
                    <a:pt x="0" y="0"/>
                  </a:moveTo>
                  <a:lnTo>
                    <a:pt x="543372" y="43763"/>
                  </a:lnTo>
                  <a:lnTo>
                    <a:pt x="1227903" y="76227"/>
                  </a:lnTo>
                  <a:lnTo>
                    <a:pt x="1635753" y="616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3585896" y="4573529"/>
              <a:ext cx="266838" cy="11348"/>
            </a:xfrm>
            <a:custGeom>
              <a:avLst/>
              <a:pathLst>
                <a:path w="266838" h="11348">
                  <a:moveTo>
                    <a:pt x="0" y="0"/>
                  </a:moveTo>
                  <a:lnTo>
                    <a:pt x="266838" y="113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3585896" y="3922649"/>
              <a:ext cx="528229" cy="187073"/>
            </a:xfrm>
            <a:custGeom>
              <a:avLst/>
              <a:pathLst>
                <a:path w="528229" h="187073">
                  <a:moveTo>
                    <a:pt x="0" y="187073"/>
                  </a:moveTo>
                  <a:lnTo>
                    <a:pt x="266288" y="25216"/>
                  </a:lnTo>
                  <a:lnTo>
                    <a:pt x="5282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3585896" y="4522657"/>
              <a:ext cx="2154537" cy="65101"/>
            </a:xfrm>
            <a:custGeom>
              <a:avLst/>
              <a:pathLst>
                <a:path w="2154537" h="65101">
                  <a:moveTo>
                    <a:pt x="0" y="0"/>
                  </a:moveTo>
                  <a:lnTo>
                    <a:pt x="709899" y="29164"/>
                  </a:lnTo>
                  <a:lnTo>
                    <a:pt x="1052082" y="43466"/>
                  </a:lnTo>
                  <a:lnTo>
                    <a:pt x="1636388" y="65101"/>
                  </a:lnTo>
                  <a:lnTo>
                    <a:pt x="2154537" y="265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3585896" y="2477665"/>
              <a:ext cx="265334" cy="188826"/>
            </a:xfrm>
            <a:custGeom>
              <a:avLst/>
              <a:pathLst>
                <a:path w="265334" h="188826">
                  <a:moveTo>
                    <a:pt x="0" y="188826"/>
                  </a:moveTo>
                  <a:lnTo>
                    <a:pt x="2653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3585896" y="4037059"/>
              <a:ext cx="498369" cy="144421"/>
            </a:xfrm>
            <a:custGeom>
              <a:avLst/>
              <a:pathLst>
                <a:path w="498369" h="144421">
                  <a:moveTo>
                    <a:pt x="0" y="144421"/>
                  </a:moveTo>
                  <a:lnTo>
                    <a:pt x="4983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3585896" y="4032283"/>
              <a:ext cx="905999" cy="434941"/>
            </a:xfrm>
            <a:custGeom>
              <a:avLst/>
              <a:pathLst>
                <a:path w="905999" h="434941">
                  <a:moveTo>
                    <a:pt x="0" y="434941"/>
                  </a:moveTo>
                  <a:lnTo>
                    <a:pt x="9059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3585896" y="4425588"/>
              <a:ext cx="523292" cy="1508"/>
            </a:xfrm>
            <a:custGeom>
              <a:avLst/>
              <a:pathLst>
                <a:path w="523292" h="1508">
                  <a:moveTo>
                    <a:pt x="0" y="1508"/>
                  </a:moveTo>
                  <a:lnTo>
                    <a:pt x="5232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4350605" y="4516151"/>
              <a:ext cx="1584599" cy="70522"/>
            </a:xfrm>
            <a:custGeom>
              <a:avLst/>
              <a:pathLst>
                <a:path w="1584599" h="70522">
                  <a:moveTo>
                    <a:pt x="0" y="0"/>
                  </a:moveTo>
                  <a:lnTo>
                    <a:pt x="544031" y="65035"/>
                  </a:lnTo>
                  <a:lnTo>
                    <a:pt x="1057839" y="59558"/>
                  </a:lnTo>
                  <a:lnTo>
                    <a:pt x="1584599" y="705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3585896" y="3283757"/>
              <a:ext cx="1315462" cy="357500"/>
            </a:xfrm>
            <a:custGeom>
              <a:avLst/>
              <a:pathLst>
                <a:path w="1315462" h="357500">
                  <a:moveTo>
                    <a:pt x="0" y="357500"/>
                  </a:moveTo>
                  <a:lnTo>
                    <a:pt x="530142" y="216410"/>
                  </a:lnTo>
                  <a:lnTo>
                    <a:pt x="796617" y="17768"/>
                  </a:lnTo>
                  <a:lnTo>
                    <a:pt x="1077268" y="59960"/>
                  </a:lnTo>
                  <a:lnTo>
                    <a:pt x="13154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3585896" y="4281464"/>
              <a:ext cx="1077196" cy="171119"/>
            </a:xfrm>
            <a:custGeom>
              <a:avLst/>
              <a:pathLst>
                <a:path w="1077196" h="171119">
                  <a:moveTo>
                    <a:pt x="0" y="171119"/>
                  </a:moveTo>
                  <a:lnTo>
                    <a:pt x="528728" y="0"/>
                  </a:lnTo>
                  <a:lnTo>
                    <a:pt x="1077196" y="93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3585896" y="4609561"/>
              <a:ext cx="1526310" cy="22609"/>
            </a:xfrm>
            <a:custGeom>
              <a:avLst/>
              <a:pathLst>
                <a:path w="1526310" h="22609">
                  <a:moveTo>
                    <a:pt x="0" y="0"/>
                  </a:moveTo>
                  <a:lnTo>
                    <a:pt x="327426" y="11364"/>
                  </a:lnTo>
                  <a:lnTo>
                    <a:pt x="1526310" y="226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4899919" y="4107197"/>
              <a:ext cx="618930" cy="109831"/>
            </a:xfrm>
            <a:custGeom>
              <a:avLst/>
              <a:pathLst>
                <a:path w="618930" h="109831">
                  <a:moveTo>
                    <a:pt x="0" y="109831"/>
                  </a:moveTo>
                  <a:lnTo>
                    <a:pt x="6189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3585896" y="4644779"/>
              <a:ext cx="790860" cy="7019"/>
            </a:xfrm>
            <a:custGeom>
              <a:avLst/>
              <a:pathLst>
                <a:path w="790860" h="7019">
                  <a:moveTo>
                    <a:pt x="0" y="0"/>
                  </a:moveTo>
                  <a:lnTo>
                    <a:pt x="790860" y="70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3585896" y="4603919"/>
              <a:ext cx="1530508" cy="18852"/>
            </a:xfrm>
            <a:custGeom>
              <a:avLst/>
              <a:pathLst>
                <a:path w="1530508" h="18852">
                  <a:moveTo>
                    <a:pt x="0" y="0"/>
                  </a:moveTo>
                  <a:lnTo>
                    <a:pt x="844832" y="4711"/>
                  </a:lnTo>
                  <a:lnTo>
                    <a:pt x="1530508" y="188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3585896" y="3119685"/>
              <a:ext cx="1096698" cy="530430"/>
            </a:xfrm>
            <a:custGeom>
              <a:avLst/>
              <a:pathLst>
                <a:path w="1096698" h="530430">
                  <a:moveTo>
                    <a:pt x="0" y="0"/>
                  </a:moveTo>
                  <a:lnTo>
                    <a:pt x="256903" y="7343"/>
                  </a:lnTo>
                  <a:lnTo>
                    <a:pt x="543695" y="240969"/>
                  </a:lnTo>
                  <a:lnTo>
                    <a:pt x="789421" y="461607"/>
                  </a:lnTo>
                  <a:lnTo>
                    <a:pt x="1096698" y="5304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4481821" y="4523504"/>
              <a:ext cx="982279" cy="25090"/>
            </a:xfrm>
            <a:custGeom>
              <a:avLst/>
              <a:pathLst>
                <a:path w="982279" h="25090">
                  <a:moveTo>
                    <a:pt x="0" y="25090"/>
                  </a:moveTo>
                  <a:lnTo>
                    <a:pt x="466155" y="17138"/>
                  </a:lnTo>
                  <a:lnTo>
                    <a:pt x="9822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4114096" y="3713876"/>
              <a:ext cx="266978" cy="12446"/>
            </a:xfrm>
            <a:custGeom>
              <a:avLst/>
              <a:pathLst>
                <a:path w="266978" h="12446">
                  <a:moveTo>
                    <a:pt x="0" y="0"/>
                  </a:moveTo>
                  <a:lnTo>
                    <a:pt x="266978" y="124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3585896" y="4552712"/>
              <a:ext cx="1598992" cy="72548"/>
            </a:xfrm>
            <a:custGeom>
              <a:avLst/>
              <a:pathLst>
                <a:path w="1598992" h="72548">
                  <a:moveTo>
                    <a:pt x="0" y="0"/>
                  </a:moveTo>
                  <a:lnTo>
                    <a:pt x="543311" y="72548"/>
                  </a:lnTo>
                  <a:lnTo>
                    <a:pt x="1057119" y="33070"/>
                  </a:lnTo>
                  <a:lnTo>
                    <a:pt x="1598992" y="422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3585896" y="3664115"/>
              <a:ext cx="639021" cy="72378"/>
            </a:xfrm>
            <a:custGeom>
              <a:avLst/>
              <a:pathLst>
                <a:path w="639021" h="72378">
                  <a:moveTo>
                    <a:pt x="0" y="0"/>
                  </a:moveTo>
                  <a:lnTo>
                    <a:pt x="312277" y="3698"/>
                  </a:lnTo>
                  <a:lnTo>
                    <a:pt x="639021" y="723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3585896" y="4578219"/>
              <a:ext cx="1021858" cy="79705"/>
            </a:xfrm>
            <a:custGeom>
              <a:avLst/>
              <a:pathLst>
                <a:path w="1021858" h="79705">
                  <a:moveTo>
                    <a:pt x="0" y="9670"/>
                  </a:moveTo>
                  <a:lnTo>
                    <a:pt x="534945" y="0"/>
                  </a:lnTo>
                  <a:lnTo>
                    <a:pt x="1021858" y="797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3585896" y="4656068"/>
              <a:ext cx="1090941" cy="36004"/>
            </a:xfrm>
            <a:custGeom>
              <a:avLst/>
              <a:pathLst>
                <a:path w="1090941" h="36004">
                  <a:moveTo>
                    <a:pt x="0" y="0"/>
                  </a:moveTo>
                  <a:lnTo>
                    <a:pt x="1090941" y="360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3585896" y="4653801"/>
              <a:ext cx="542018" cy="29497"/>
            </a:xfrm>
            <a:custGeom>
              <a:avLst/>
              <a:pathLst>
                <a:path w="542018" h="29497">
                  <a:moveTo>
                    <a:pt x="0" y="0"/>
                  </a:moveTo>
                  <a:lnTo>
                    <a:pt x="542018" y="294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4439364" y="4584245"/>
              <a:ext cx="811729" cy="6276"/>
            </a:xfrm>
            <a:custGeom>
              <a:avLst/>
              <a:pathLst>
                <a:path w="811729" h="6276">
                  <a:moveTo>
                    <a:pt x="0" y="0"/>
                  </a:moveTo>
                  <a:lnTo>
                    <a:pt x="811729" y="62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3585896" y="4642273"/>
              <a:ext cx="574082" cy="62044"/>
            </a:xfrm>
            <a:custGeom>
              <a:avLst/>
              <a:pathLst>
                <a:path w="574082" h="62044">
                  <a:moveTo>
                    <a:pt x="0" y="0"/>
                  </a:moveTo>
                  <a:lnTo>
                    <a:pt x="574082" y="620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3585896" y="4649133"/>
              <a:ext cx="1397935" cy="65463"/>
            </a:xfrm>
            <a:custGeom>
              <a:avLst/>
              <a:pathLst>
                <a:path w="1397935" h="65463">
                  <a:moveTo>
                    <a:pt x="0" y="0"/>
                  </a:moveTo>
                  <a:lnTo>
                    <a:pt x="1397935" y="654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3585896" y="4614703"/>
              <a:ext cx="557704" cy="29765"/>
            </a:xfrm>
            <a:custGeom>
              <a:avLst/>
              <a:pathLst>
                <a:path w="557704" h="29765">
                  <a:moveTo>
                    <a:pt x="0" y="0"/>
                  </a:moveTo>
                  <a:lnTo>
                    <a:pt x="557704" y="297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3585896" y="4104821"/>
              <a:ext cx="1103175" cy="216973"/>
            </a:xfrm>
            <a:custGeom>
              <a:avLst/>
              <a:pathLst>
                <a:path w="1103175" h="216973">
                  <a:moveTo>
                    <a:pt x="0" y="216973"/>
                  </a:moveTo>
                  <a:lnTo>
                    <a:pt x="550508" y="0"/>
                  </a:lnTo>
                  <a:lnTo>
                    <a:pt x="1103175" y="99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3585896" y="4636324"/>
              <a:ext cx="548840" cy="39883"/>
            </a:xfrm>
            <a:custGeom>
              <a:avLst/>
              <a:pathLst>
                <a:path w="548840" h="39883">
                  <a:moveTo>
                    <a:pt x="0" y="0"/>
                  </a:moveTo>
                  <a:lnTo>
                    <a:pt x="548840" y="398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3585896" y="4585193"/>
              <a:ext cx="1075829" cy="120577"/>
            </a:xfrm>
            <a:custGeom>
              <a:avLst/>
              <a:pathLst>
                <a:path w="1075829" h="120577">
                  <a:moveTo>
                    <a:pt x="0" y="0"/>
                  </a:moveTo>
                  <a:lnTo>
                    <a:pt x="527751" y="2861"/>
                  </a:lnTo>
                  <a:lnTo>
                    <a:pt x="1075829" y="1205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3585896" y="4562591"/>
              <a:ext cx="2376012" cy="48340"/>
            </a:xfrm>
            <a:custGeom>
              <a:avLst/>
              <a:pathLst>
                <a:path w="2376012" h="48340">
                  <a:moveTo>
                    <a:pt x="0" y="37975"/>
                  </a:moveTo>
                  <a:lnTo>
                    <a:pt x="780618" y="46994"/>
                  </a:lnTo>
                  <a:lnTo>
                    <a:pt x="1320332" y="0"/>
                  </a:lnTo>
                  <a:lnTo>
                    <a:pt x="1844214" y="48340"/>
                  </a:lnTo>
                  <a:lnTo>
                    <a:pt x="2376012" y="239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3585896" y="4561908"/>
              <a:ext cx="1373751" cy="85580"/>
            </a:xfrm>
            <a:custGeom>
              <a:avLst/>
              <a:pathLst>
                <a:path w="1373751" h="85580">
                  <a:moveTo>
                    <a:pt x="0" y="57920"/>
                  </a:moveTo>
                  <a:lnTo>
                    <a:pt x="568498" y="0"/>
                  </a:lnTo>
                  <a:lnTo>
                    <a:pt x="1373751" y="855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3585896" y="2700045"/>
              <a:ext cx="1137624" cy="1249334"/>
            </a:xfrm>
            <a:custGeom>
              <a:avLst/>
              <a:pathLst>
                <a:path w="1137624" h="1249334">
                  <a:moveTo>
                    <a:pt x="0" y="1249334"/>
                  </a:moveTo>
                  <a:lnTo>
                    <a:pt x="528827" y="430338"/>
                  </a:lnTo>
                  <a:lnTo>
                    <a:pt x="11376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3585896" y="4585377"/>
              <a:ext cx="1706215" cy="91661"/>
            </a:xfrm>
            <a:custGeom>
              <a:avLst/>
              <a:pathLst>
                <a:path w="1706215" h="91661">
                  <a:moveTo>
                    <a:pt x="0" y="0"/>
                  </a:moveTo>
                  <a:lnTo>
                    <a:pt x="580012" y="5568"/>
                  </a:lnTo>
                  <a:lnTo>
                    <a:pt x="1102455" y="65042"/>
                  </a:lnTo>
                  <a:lnTo>
                    <a:pt x="1706215" y="916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3585896" y="4573592"/>
              <a:ext cx="2496356" cy="68696"/>
            </a:xfrm>
            <a:custGeom>
              <a:avLst/>
              <a:pathLst>
                <a:path w="2496356" h="68696">
                  <a:moveTo>
                    <a:pt x="0" y="18868"/>
                  </a:moveTo>
                  <a:lnTo>
                    <a:pt x="807411" y="834"/>
                  </a:lnTo>
                  <a:lnTo>
                    <a:pt x="1358720" y="675"/>
                  </a:lnTo>
                  <a:lnTo>
                    <a:pt x="1811999" y="0"/>
                  </a:lnTo>
                  <a:lnTo>
                    <a:pt x="2496356" y="686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3585896" y="3766932"/>
              <a:ext cx="1228917" cy="290251"/>
            </a:xfrm>
            <a:custGeom>
              <a:avLst/>
              <a:pathLst>
                <a:path w="1228917" h="290251">
                  <a:moveTo>
                    <a:pt x="0" y="290251"/>
                  </a:moveTo>
                  <a:lnTo>
                    <a:pt x="256713" y="170660"/>
                  </a:lnTo>
                  <a:lnTo>
                    <a:pt x="548878" y="50314"/>
                  </a:lnTo>
                  <a:lnTo>
                    <a:pt x="872665" y="5411"/>
                  </a:lnTo>
                  <a:lnTo>
                    <a:pt x="12289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648053" y="4628894"/>
              <a:ext cx="528199" cy="63543"/>
            </a:xfrm>
            <a:custGeom>
              <a:avLst/>
              <a:pathLst>
                <a:path w="528199" h="63543">
                  <a:moveTo>
                    <a:pt x="0" y="0"/>
                  </a:moveTo>
                  <a:lnTo>
                    <a:pt x="528199" y="635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rc1246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tx1247"/>
            <p:cNvSpPr/>
            <p:nvPr/>
          </p:nvSpPr>
          <p:spPr>
            <a:xfrm>
              <a:off x="3275953" y="455934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48" name="tx1248"/>
            <p:cNvSpPr/>
            <p:nvPr/>
          </p:nvSpPr>
          <p:spPr>
            <a:xfrm>
              <a:off x="3213797" y="381185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49" name="tx1249"/>
            <p:cNvSpPr/>
            <p:nvPr/>
          </p:nvSpPr>
          <p:spPr>
            <a:xfrm>
              <a:off x="3213797" y="306436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250" name="tx1250"/>
            <p:cNvSpPr/>
            <p:nvPr/>
          </p:nvSpPr>
          <p:spPr>
            <a:xfrm>
              <a:off x="3213797" y="2316827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251" name="pl1251"/>
            <p:cNvSpPr/>
            <p:nvPr/>
          </p:nvSpPr>
          <p:spPr>
            <a:xfrm>
              <a:off x="3365944" y="46010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3365944" y="38535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3365944" y="31060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3365944" y="23585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358589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489920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621250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tx1258"/>
            <p:cNvSpPr/>
            <p:nvPr/>
          </p:nvSpPr>
          <p:spPr>
            <a:xfrm>
              <a:off x="3554818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59" name="tx1259"/>
            <p:cNvSpPr/>
            <p:nvPr/>
          </p:nvSpPr>
          <p:spPr>
            <a:xfrm>
              <a:off x="4868122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60" name="tx1260"/>
            <p:cNvSpPr/>
            <p:nvPr/>
          </p:nvSpPr>
          <p:spPr>
            <a:xfrm>
              <a:off x="6150348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61" name="tx1261"/>
            <p:cNvSpPr/>
            <p:nvPr/>
          </p:nvSpPr>
          <p:spPr>
            <a:xfrm>
              <a:off x="4816294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262" name="tx1262"/>
            <p:cNvSpPr/>
            <p:nvPr/>
          </p:nvSpPr>
          <p:spPr>
            <a:xfrm rot="-5400000">
              <a:off x="2532384" y="3284579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pTau217 (Z)</a:t>
              </a:r>
            </a:p>
          </p:txBody>
        </p:sp>
        <p:sp>
          <p:nvSpPr>
            <p:cNvPr id="1263" name="rc1263"/>
            <p:cNvSpPr/>
            <p:nvPr/>
          </p:nvSpPr>
          <p:spPr>
            <a:xfrm>
              <a:off x="7543800" y="1691481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rc1264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7648183" y="4397864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7648183" y="3604127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7648183" y="2810390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7648183" y="2016653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784809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8647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944737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1024701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110466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118463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7648183" y="47947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7648183" y="4000995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7648183" y="3207258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7648183" y="241352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824791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90475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984719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1064683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1144647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rc1284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85" name="rc1285"/>
            <p:cNvSpPr/>
            <p:nvPr/>
          </p:nvSpPr>
          <p:spPr>
            <a:xfrm>
              <a:off x="7985963" y="4715358"/>
              <a:ext cx="137869" cy="7937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86" name="rc1286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8261701" y="4715358"/>
              <a:ext cx="137869" cy="7937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8537439" y="4715358"/>
              <a:ext cx="137869" cy="7937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8675309" y="4755045"/>
              <a:ext cx="137869" cy="3968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8813178" y="4755045"/>
              <a:ext cx="137869" cy="3968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8951047" y="4715358"/>
              <a:ext cx="137869" cy="7937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9088916" y="4635985"/>
              <a:ext cx="137869" cy="15874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9226785" y="4596298"/>
              <a:ext cx="137869" cy="19843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9364655" y="4596298"/>
              <a:ext cx="137869" cy="19843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9502524" y="4080369"/>
              <a:ext cx="137869" cy="71436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9640393" y="2572269"/>
              <a:ext cx="137869" cy="222246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9778262" y="2651643"/>
              <a:ext cx="137869" cy="2143089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9916131" y="3723187"/>
              <a:ext cx="137869" cy="107154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10054001" y="3842248"/>
              <a:ext cx="137869" cy="95248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10191870" y="4516924"/>
              <a:ext cx="137869" cy="27780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103297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1046760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1060547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3" name="rc1313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5" name="rc1315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6" name="rc1316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7" name="rc1317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8" name="rc1318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867530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0" name="rc1320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1" name="rc1321"/>
            <p:cNvSpPr/>
            <p:nvPr/>
          </p:nvSpPr>
          <p:spPr>
            <a:xfrm>
              <a:off x="89510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3" name="rc1323"/>
            <p:cNvSpPr/>
            <p:nvPr/>
          </p:nvSpPr>
          <p:spPr>
            <a:xfrm>
              <a:off x="92267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4" name="rc1324"/>
            <p:cNvSpPr/>
            <p:nvPr/>
          </p:nvSpPr>
          <p:spPr>
            <a:xfrm>
              <a:off x="936465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5" name="rc1325"/>
            <p:cNvSpPr/>
            <p:nvPr/>
          </p:nvSpPr>
          <p:spPr>
            <a:xfrm>
              <a:off x="950252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6" name="rc1326"/>
            <p:cNvSpPr/>
            <p:nvPr/>
          </p:nvSpPr>
          <p:spPr>
            <a:xfrm>
              <a:off x="96403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97782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8" name="rc1328"/>
            <p:cNvSpPr/>
            <p:nvPr/>
          </p:nvSpPr>
          <p:spPr>
            <a:xfrm>
              <a:off x="99161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29" name="rc1329"/>
            <p:cNvSpPr/>
            <p:nvPr/>
          </p:nvSpPr>
          <p:spPr>
            <a:xfrm>
              <a:off x="100540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10191870" y="4556611"/>
              <a:ext cx="137869" cy="238121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1" name="rc1331"/>
            <p:cNvSpPr/>
            <p:nvPr/>
          </p:nvSpPr>
          <p:spPr>
            <a:xfrm>
              <a:off x="10329739" y="4516924"/>
              <a:ext cx="137869" cy="27780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2" name="rc1332"/>
            <p:cNvSpPr/>
            <p:nvPr/>
          </p:nvSpPr>
          <p:spPr>
            <a:xfrm>
              <a:off x="10467608" y="4556611"/>
              <a:ext cx="137869" cy="238121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3" name="rc1333"/>
            <p:cNvSpPr/>
            <p:nvPr/>
          </p:nvSpPr>
          <p:spPr>
            <a:xfrm>
              <a:off x="10605477" y="4675672"/>
              <a:ext cx="137869" cy="11906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4" name="rc1334"/>
            <p:cNvSpPr/>
            <p:nvPr/>
          </p:nvSpPr>
          <p:spPr>
            <a:xfrm>
              <a:off x="10743347" y="4397864"/>
              <a:ext cx="137869" cy="396868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5" name="rc1335"/>
            <p:cNvSpPr/>
            <p:nvPr/>
          </p:nvSpPr>
          <p:spPr>
            <a:xfrm>
              <a:off x="10881216" y="4596298"/>
              <a:ext cx="137869" cy="198434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6" name="rc1336"/>
            <p:cNvSpPr/>
            <p:nvPr/>
          </p:nvSpPr>
          <p:spPr>
            <a:xfrm>
              <a:off x="11019085" y="4556611"/>
              <a:ext cx="137869" cy="238121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7" name="rc1337"/>
            <p:cNvSpPr/>
            <p:nvPr/>
          </p:nvSpPr>
          <p:spPr>
            <a:xfrm>
              <a:off x="11156954" y="4755045"/>
              <a:ext cx="137869" cy="3968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8" name="rc1338"/>
            <p:cNvSpPr/>
            <p:nvPr/>
          </p:nvSpPr>
          <p:spPr>
            <a:xfrm>
              <a:off x="11294823" y="4715358"/>
              <a:ext cx="137869" cy="79373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39" name="rc1339"/>
            <p:cNvSpPr/>
            <p:nvPr/>
          </p:nvSpPr>
          <p:spPr>
            <a:xfrm>
              <a:off x="11432693" y="4755045"/>
              <a:ext cx="137869" cy="3968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40" name="rc1340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41" name="rc1341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1026206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43" name="pg1343"/>
            <p:cNvSpPr/>
            <p:nvPr/>
          </p:nvSpPr>
          <p:spPr>
            <a:xfrm>
              <a:off x="10303548" y="1905530"/>
              <a:ext cx="1023446" cy="790163"/>
            </a:xfrm>
            <a:custGeom>
              <a:avLst/>
              <a:pathLst>
                <a:path w="1023446" h="790163">
                  <a:moveTo>
                    <a:pt x="25236" y="790163"/>
                  </a:moveTo>
                  <a:lnTo>
                    <a:pt x="998209" y="790163"/>
                  </a:lnTo>
                  <a:lnTo>
                    <a:pt x="997193" y="790142"/>
                  </a:lnTo>
                  <a:lnTo>
                    <a:pt x="1001251" y="789979"/>
                  </a:lnTo>
                  <a:lnTo>
                    <a:pt x="1005231" y="789167"/>
                  </a:lnTo>
                  <a:lnTo>
                    <a:pt x="1009028" y="787726"/>
                  </a:lnTo>
                  <a:lnTo>
                    <a:pt x="1012546" y="785696"/>
                  </a:lnTo>
                  <a:lnTo>
                    <a:pt x="1015692" y="783127"/>
                  </a:lnTo>
                  <a:lnTo>
                    <a:pt x="1018385" y="780087"/>
                  </a:lnTo>
                  <a:lnTo>
                    <a:pt x="1020555" y="776654"/>
                  </a:lnTo>
                  <a:lnTo>
                    <a:pt x="1022147" y="772918"/>
                  </a:lnTo>
                  <a:lnTo>
                    <a:pt x="1023119" y="768974"/>
                  </a:lnTo>
                  <a:lnTo>
                    <a:pt x="1023446" y="764926"/>
                  </a:lnTo>
                  <a:lnTo>
                    <a:pt x="1023446" y="25236"/>
                  </a:lnTo>
                  <a:lnTo>
                    <a:pt x="1023119" y="21188"/>
                  </a:lnTo>
                  <a:lnTo>
                    <a:pt x="1022147" y="17245"/>
                  </a:lnTo>
                  <a:lnTo>
                    <a:pt x="1020555" y="13508"/>
                  </a:lnTo>
                  <a:lnTo>
                    <a:pt x="1018385" y="10075"/>
                  </a:lnTo>
                  <a:lnTo>
                    <a:pt x="1015692" y="7035"/>
                  </a:lnTo>
                  <a:lnTo>
                    <a:pt x="1012546" y="4467"/>
                  </a:lnTo>
                  <a:lnTo>
                    <a:pt x="1009028" y="2436"/>
                  </a:lnTo>
                  <a:lnTo>
                    <a:pt x="1005231" y="996"/>
                  </a:lnTo>
                  <a:lnTo>
                    <a:pt x="1001251" y="184"/>
                  </a:lnTo>
                  <a:lnTo>
                    <a:pt x="998209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764926"/>
                  </a:lnTo>
                  <a:lnTo>
                    <a:pt x="81" y="762896"/>
                  </a:lnTo>
                  <a:lnTo>
                    <a:pt x="81" y="766957"/>
                  </a:lnTo>
                  <a:lnTo>
                    <a:pt x="733" y="770966"/>
                  </a:lnTo>
                  <a:lnTo>
                    <a:pt x="2019" y="774818"/>
                  </a:lnTo>
                  <a:lnTo>
                    <a:pt x="3906" y="778414"/>
                  </a:lnTo>
                  <a:lnTo>
                    <a:pt x="6346" y="781661"/>
                  </a:lnTo>
                  <a:lnTo>
                    <a:pt x="9275" y="784475"/>
                  </a:lnTo>
                  <a:lnTo>
                    <a:pt x="12618" y="786782"/>
                  </a:lnTo>
                  <a:lnTo>
                    <a:pt x="16287" y="788523"/>
                  </a:lnTo>
                  <a:lnTo>
                    <a:pt x="20188" y="789653"/>
                  </a:lnTo>
                  <a:lnTo>
                    <a:pt x="24220" y="790142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tx1344"/>
            <p:cNvSpPr/>
            <p:nvPr/>
          </p:nvSpPr>
          <p:spPr>
            <a:xfrm>
              <a:off x="10345610" y="1916374"/>
              <a:ext cx="709165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 Z/year</a:t>
              </a:r>
            </a:p>
          </p:txBody>
        </p:sp>
        <p:sp>
          <p:nvSpPr>
            <p:cNvPr id="1345" name="tx1345"/>
            <p:cNvSpPr/>
            <p:nvPr/>
          </p:nvSpPr>
          <p:spPr>
            <a:xfrm>
              <a:off x="10345610" y="2147363"/>
              <a:ext cx="658574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-0.614</a:t>
              </a:r>
            </a:p>
          </p:txBody>
        </p:sp>
        <p:sp>
          <p:nvSpPr>
            <p:cNvPr id="1346" name="tx1346"/>
            <p:cNvSpPr/>
            <p:nvPr/>
          </p:nvSpPr>
          <p:spPr>
            <a:xfrm>
              <a:off x="10345610" y="2321462"/>
              <a:ext cx="939324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1.214</a:t>
              </a:r>
            </a:p>
          </p:txBody>
        </p:sp>
        <p:sp>
          <p:nvSpPr>
            <p:cNvPr id="1347" name="tx1347"/>
            <p:cNvSpPr/>
            <p:nvPr/>
          </p:nvSpPr>
          <p:spPr>
            <a:xfrm>
              <a:off x="10345610" y="2524998"/>
              <a:ext cx="853682" cy="128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1.478</a:t>
              </a:r>
            </a:p>
          </p:txBody>
        </p:sp>
        <p:sp>
          <p:nvSpPr>
            <p:cNvPr id="1348" name="pg1348"/>
            <p:cNvSpPr/>
            <p:nvPr/>
          </p:nvSpPr>
          <p:spPr>
            <a:xfrm>
              <a:off x="7848093" y="2868716"/>
              <a:ext cx="3998206" cy="1926015"/>
            </a:xfrm>
            <a:custGeom>
              <a:avLst/>
              <a:pathLst>
                <a:path w="3998206" h="1926015">
                  <a:moveTo>
                    <a:pt x="0" y="1914101"/>
                  </a:moveTo>
                  <a:lnTo>
                    <a:pt x="7824" y="1912850"/>
                  </a:lnTo>
                  <a:lnTo>
                    <a:pt x="15648" y="1911537"/>
                  </a:lnTo>
                  <a:lnTo>
                    <a:pt x="23472" y="1910156"/>
                  </a:lnTo>
                  <a:lnTo>
                    <a:pt x="31297" y="1908722"/>
                  </a:lnTo>
                  <a:lnTo>
                    <a:pt x="39121" y="1907249"/>
                  </a:lnTo>
                  <a:lnTo>
                    <a:pt x="46945" y="1905745"/>
                  </a:lnTo>
                  <a:lnTo>
                    <a:pt x="54769" y="1904218"/>
                  </a:lnTo>
                  <a:lnTo>
                    <a:pt x="62594" y="1902681"/>
                  </a:lnTo>
                  <a:lnTo>
                    <a:pt x="70418" y="1901149"/>
                  </a:lnTo>
                  <a:lnTo>
                    <a:pt x="78242" y="1899637"/>
                  </a:lnTo>
                  <a:lnTo>
                    <a:pt x="86067" y="1898156"/>
                  </a:lnTo>
                  <a:lnTo>
                    <a:pt x="93891" y="1896719"/>
                  </a:lnTo>
                  <a:lnTo>
                    <a:pt x="101715" y="1895336"/>
                  </a:lnTo>
                  <a:lnTo>
                    <a:pt x="109539" y="1894044"/>
                  </a:lnTo>
                  <a:lnTo>
                    <a:pt x="117364" y="1892841"/>
                  </a:lnTo>
                  <a:lnTo>
                    <a:pt x="125188" y="1891733"/>
                  </a:lnTo>
                  <a:lnTo>
                    <a:pt x="133012" y="1890729"/>
                  </a:lnTo>
                  <a:lnTo>
                    <a:pt x="140837" y="1889837"/>
                  </a:lnTo>
                  <a:lnTo>
                    <a:pt x="148661" y="1889083"/>
                  </a:lnTo>
                  <a:lnTo>
                    <a:pt x="156485" y="1888471"/>
                  </a:lnTo>
                  <a:lnTo>
                    <a:pt x="164309" y="1887985"/>
                  </a:lnTo>
                  <a:lnTo>
                    <a:pt x="172134" y="1887624"/>
                  </a:lnTo>
                  <a:lnTo>
                    <a:pt x="179958" y="1887387"/>
                  </a:lnTo>
                  <a:lnTo>
                    <a:pt x="187782" y="1887275"/>
                  </a:lnTo>
                  <a:lnTo>
                    <a:pt x="195606" y="1887301"/>
                  </a:lnTo>
                  <a:lnTo>
                    <a:pt x="203431" y="1887427"/>
                  </a:lnTo>
                  <a:lnTo>
                    <a:pt x="211255" y="1887643"/>
                  </a:lnTo>
                  <a:lnTo>
                    <a:pt x="219079" y="1887937"/>
                  </a:lnTo>
                  <a:lnTo>
                    <a:pt x="226904" y="1888296"/>
                  </a:lnTo>
                  <a:lnTo>
                    <a:pt x="234728" y="1888715"/>
                  </a:lnTo>
                  <a:lnTo>
                    <a:pt x="242552" y="1889165"/>
                  </a:lnTo>
                  <a:lnTo>
                    <a:pt x="250376" y="1889627"/>
                  </a:lnTo>
                  <a:lnTo>
                    <a:pt x="258201" y="1890089"/>
                  </a:lnTo>
                  <a:lnTo>
                    <a:pt x="266025" y="1890536"/>
                  </a:lnTo>
                  <a:lnTo>
                    <a:pt x="273849" y="1890951"/>
                  </a:lnTo>
                  <a:lnTo>
                    <a:pt x="281674" y="1891311"/>
                  </a:lnTo>
                  <a:lnTo>
                    <a:pt x="289498" y="1891613"/>
                  </a:lnTo>
                  <a:lnTo>
                    <a:pt x="297322" y="1891849"/>
                  </a:lnTo>
                  <a:lnTo>
                    <a:pt x="305146" y="1892012"/>
                  </a:lnTo>
                  <a:lnTo>
                    <a:pt x="312971" y="1892098"/>
                  </a:lnTo>
                  <a:lnTo>
                    <a:pt x="320795" y="1892080"/>
                  </a:lnTo>
                  <a:lnTo>
                    <a:pt x="328619" y="1891981"/>
                  </a:lnTo>
                  <a:lnTo>
                    <a:pt x="336444" y="1891805"/>
                  </a:lnTo>
                  <a:lnTo>
                    <a:pt x="344268" y="1891556"/>
                  </a:lnTo>
                  <a:lnTo>
                    <a:pt x="352092" y="1891241"/>
                  </a:lnTo>
                  <a:lnTo>
                    <a:pt x="359916" y="1890860"/>
                  </a:lnTo>
                  <a:lnTo>
                    <a:pt x="367741" y="1890432"/>
                  </a:lnTo>
                  <a:lnTo>
                    <a:pt x="375565" y="1889975"/>
                  </a:lnTo>
                  <a:lnTo>
                    <a:pt x="383389" y="1889502"/>
                  </a:lnTo>
                  <a:lnTo>
                    <a:pt x="391213" y="1889025"/>
                  </a:lnTo>
                  <a:lnTo>
                    <a:pt x="399038" y="1888558"/>
                  </a:lnTo>
                  <a:lnTo>
                    <a:pt x="406862" y="1888128"/>
                  </a:lnTo>
                  <a:lnTo>
                    <a:pt x="414686" y="1887742"/>
                  </a:lnTo>
                  <a:lnTo>
                    <a:pt x="422511" y="1887412"/>
                  </a:lnTo>
                  <a:lnTo>
                    <a:pt x="430335" y="1887149"/>
                  </a:lnTo>
                  <a:lnTo>
                    <a:pt x="438159" y="1886962"/>
                  </a:lnTo>
                  <a:lnTo>
                    <a:pt x="445983" y="1886882"/>
                  </a:lnTo>
                  <a:lnTo>
                    <a:pt x="453808" y="1886899"/>
                  </a:lnTo>
                  <a:lnTo>
                    <a:pt x="461632" y="1887011"/>
                  </a:lnTo>
                  <a:lnTo>
                    <a:pt x="469456" y="1887218"/>
                  </a:lnTo>
                  <a:lnTo>
                    <a:pt x="477281" y="1887520"/>
                  </a:lnTo>
                  <a:lnTo>
                    <a:pt x="485105" y="1887925"/>
                  </a:lnTo>
                  <a:lnTo>
                    <a:pt x="492929" y="1888424"/>
                  </a:lnTo>
                  <a:lnTo>
                    <a:pt x="500753" y="1888995"/>
                  </a:lnTo>
                  <a:lnTo>
                    <a:pt x="508578" y="1889627"/>
                  </a:lnTo>
                  <a:lnTo>
                    <a:pt x="516402" y="1890308"/>
                  </a:lnTo>
                  <a:lnTo>
                    <a:pt x="524226" y="1891025"/>
                  </a:lnTo>
                  <a:lnTo>
                    <a:pt x="532050" y="1891763"/>
                  </a:lnTo>
                  <a:lnTo>
                    <a:pt x="539875" y="1892496"/>
                  </a:lnTo>
                  <a:lnTo>
                    <a:pt x="547699" y="1893207"/>
                  </a:lnTo>
                  <a:lnTo>
                    <a:pt x="555523" y="1893882"/>
                  </a:lnTo>
                  <a:lnTo>
                    <a:pt x="563348" y="1894505"/>
                  </a:lnTo>
                  <a:lnTo>
                    <a:pt x="571172" y="1895043"/>
                  </a:lnTo>
                  <a:lnTo>
                    <a:pt x="578996" y="1895482"/>
                  </a:lnTo>
                  <a:lnTo>
                    <a:pt x="586820" y="1895815"/>
                  </a:lnTo>
                  <a:lnTo>
                    <a:pt x="594645" y="1896034"/>
                  </a:lnTo>
                  <a:lnTo>
                    <a:pt x="602469" y="1896126"/>
                  </a:lnTo>
                  <a:lnTo>
                    <a:pt x="610293" y="1896074"/>
                  </a:lnTo>
                  <a:lnTo>
                    <a:pt x="618118" y="1895851"/>
                  </a:lnTo>
                  <a:lnTo>
                    <a:pt x="625942" y="1895481"/>
                  </a:lnTo>
                  <a:lnTo>
                    <a:pt x="633766" y="1894967"/>
                  </a:lnTo>
                  <a:lnTo>
                    <a:pt x="641590" y="1894309"/>
                  </a:lnTo>
                  <a:lnTo>
                    <a:pt x="649415" y="1893510"/>
                  </a:lnTo>
                  <a:lnTo>
                    <a:pt x="657239" y="1892544"/>
                  </a:lnTo>
                  <a:lnTo>
                    <a:pt x="665063" y="1891453"/>
                  </a:lnTo>
                  <a:lnTo>
                    <a:pt x="672888" y="1890252"/>
                  </a:lnTo>
                  <a:lnTo>
                    <a:pt x="680712" y="1888953"/>
                  </a:lnTo>
                  <a:lnTo>
                    <a:pt x="688536" y="1887568"/>
                  </a:lnTo>
                  <a:lnTo>
                    <a:pt x="696360" y="1886106"/>
                  </a:lnTo>
                  <a:lnTo>
                    <a:pt x="704185" y="1884590"/>
                  </a:lnTo>
                  <a:lnTo>
                    <a:pt x="712009" y="1883048"/>
                  </a:lnTo>
                  <a:lnTo>
                    <a:pt x="719833" y="1881494"/>
                  </a:lnTo>
                  <a:lnTo>
                    <a:pt x="727657" y="1879946"/>
                  </a:lnTo>
                  <a:lnTo>
                    <a:pt x="735482" y="1878421"/>
                  </a:lnTo>
                  <a:lnTo>
                    <a:pt x="743306" y="1876950"/>
                  </a:lnTo>
                  <a:lnTo>
                    <a:pt x="751130" y="1875544"/>
                  </a:lnTo>
                  <a:lnTo>
                    <a:pt x="758955" y="1874213"/>
                  </a:lnTo>
                  <a:lnTo>
                    <a:pt x="766779" y="1872969"/>
                  </a:lnTo>
                  <a:lnTo>
                    <a:pt x="774603" y="1871825"/>
                  </a:lnTo>
                  <a:lnTo>
                    <a:pt x="782427" y="1870814"/>
                  </a:lnTo>
                  <a:lnTo>
                    <a:pt x="790252" y="1869932"/>
                  </a:lnTo>
                  <a:lnTo>
                    <a:pt x="798076" y="1869175"/>
                  </a:lnTo>
                  <a:lnTo>
                    <a:pt x="805900" y="1868545"/>
                  </a:lnTo>
                  <a:lnTo>
                    <a:pt x="813725" y="1868043"/>
                  </a:lnTo>
                  <a:lnTo>
                    <a:pt x="821549" y="1867682"/>
                  </a:lnTo>
                  <a:lnTo>
                    <a:pt x="829373" y="1867470"/>
                  </a:lnTo>
                  <a:lnTo>
                    <a:pt x="837197" y="1867377"/>
                  </a:lnTo>
                  <a:lnTo>
                    <a:pt x="845022" y="1867396"/>
                  </a:lnTo>
                  <a:lnTo>
                    <a:pt x="852846" y="1867520"/>
                  </a:lnTo>
                  <a:lnTo>
                    <a:pt x="860670" y="1867742"/>
                  </a:lnTo>
                  <a:lnTo>
                    <a:pt x="868495" y="1868073"/>
                  </a:lnTo>
                  <a:lnTo>
                    <a:pt x="876319" y="1868474"/>
                  </a:lnTo>
                  <a:lnTo>
                    <a:pt x="884143" y="1868933"/>
                  </a:lnTo>
                  <a:lnTo>
                    <a:pt x="891967" y="1869441"/>
                  </a:lnTo>
                  <a:lnTo>
                    <a:pt x="899792" y="1869984"/>
                  </a:lnTo>
                  <a:lnTo>
                    <a:pt x="907616" y="1870552"/>
                  </a:lnTo>
                  <a:lnTo>
                    <a:pt x="915440" y="1871127"/>
                  </a:lnTo>
                  <a:lnTo>
                    <a:pt x="923264" y="1871694"/>
                  </a:lnTo>
                  <a:lnTo>
                    <a:pt x="931089" y="1872242"/>
                  </a:lnTo>
                  <a:lnTo>
                    <a:pt x="938913" y="1872762"/>
                  </a:lnTo>
                  <a:lnTo>
                    <a:pt x="946737" y="1873239"/>
                  </a:lnTo>
                  <a:lnTo>
                    <a:pt x="954562" y="1873651"/>
                  </a:lnTo>
                  <a:lnTo>
                    <a:pt x="962386" y="1873999"/>
                  </a:lnTo>
                  <a:lnTo>
                    <a:pt x="970210" y="1874275"/>
                  </a:lnTo>
                  <a:lnTo>
                    <a:pt x="978034" y="1874474"/>
                  </a:lnTo>
                  <a:lnTo>
                    <a:pt x="985859" y="1874587"/>
                  </a:lnTo>
                  <a:lnTo>
                    <a:pt x="993683" y="1874588"/>
                  </a:lnTo>
                  <a:lnTo>
                    <a:pt x="1001507" y="1874486"/>
                  </a:lnTo>
                  <a:lnTo>
                    <a:pt x="1009332" y="1874283"/>
                  </a:lnTo>
                  <a:lnTo>
                    <a:pt x="1017156" y="1873976"/>
                  </a:lnTo>
                  <a:lnTo>
                    <a:pt x="1024980" y="1873565"/>
                  </a:lnTo>
                  <a:lnTo>
                    <a:pt x="1032804" y="1873034"/>
                  </a:lnTo>
                  <a:lnTo>
                    <a:pt x="1040629" y="1872379"/>
                  </a:lnTo>
                  <a:lnTo>
                    <a:pt x="1048453" y="1871618"/>
                  </a:lnTo>
                  <a:lnTo>
                    <a:pt x="1056277" y="1870753"/>
                  </a:lnTo>
                  <a:lnTo>
                    <a:pt x="1064101" y="1869786"/>
                  </a:lnTo>
                  <a:lnTo>
                    <a:pt x="1071926" y="1868718"/>
                  </a:lnTo>
                  <a:lnTo>
                    <a:pt x="1079750" y="1867526"/>
                  </a:lnTo>
                  <a:lnTo>
                    <a:pt x="1087574" y="1866243"/>
                  </a:lnTo>
                  <a:lnTo>
                    <a:pt x="1095399" y="1864871"/>
                  </a:lnTo>
                  <a:lnTo>
                    <a:pt x="1103223" y="1863414"/>
                  </a:lnTo>
                  <a:lnTo>
                    <a:pt x="1111047" y="1861877"/>
                  </a:lnTo>
                  <a:lnTo>
                    <a:pt x="1118871" y="1860248"/>
                  </a:lnTo>
                  <a:lnTo>
                    <a:pt x="1126696" y="1858540"/>
                  </a:lnTo>
                  <a:lnTo>
                    <a:pt x="1134520" y="1856764"/>
                  </a:lnTo>
                  <a:lnTo>
                    <a:pt x="1142344" y="1854923"/>
                  </a:lnTo>
                  <a:lnTo>
                    <a:pt x="1150169" y="1853020"/>
                  </a:lnTo>
                  <a:lnTo>
                    <a:pt x="1157993" y="1851053"/>
                  </a:lnTo>
                  <a:lnTo>
                    <a:pt x="1165817" y="1849015"/>
                  </a:lnTo>
                  <a:lnTo>
                    <a:pt x="1173641" y="1846922"/>
                  </a:lnTo>
                  <a:lnTo>
                    <a:pt x="1181466" y="1844774"/>
                  </a:lnTo>
                  <a:lnTo>
                    <a:pt x="1189290" y="1842572"/>
                  </a:lnTo>
                  <a:lnTo>
                    <a:pt x="1197114" y="1840316"/>
                  </a:lnTo>
                  <a:lnTo>
                    <a:pt x="1204939" y="1837991"/>
                  </a:lnTo>
                  <a:lnTo>
                    <a:pt x="1212763" y="1835609"/>
                  </a:lnTo>
                  <a:lnTo>
                    <a:pt x="1220587" y="1833170"/>
                  </a:lnTo>
                  <a:lnTo>
                    <a:pt x="1228411" y="1830673"/>
                  </a:lnTo>
                  <a:lnTo>
                    <a:pt x="1236236" y="1828118"/>
                  </a:lnTo>
                  <a:lnTo>
                    <a:pt x="1244060" y="1825493"/>
                  </a:lnTo>
                  <a:lnTo>
                    <a:pt x="1251884" y="1822797"/>
                  </a:lnTo>
                  <a:lnTo>
                    <a:pt x="1259708" y="1820038"/>
                  </a:lnTo>
                  <a:lnTo>
                    <a:pt x="1267533" y="1817215"/>
                  </a:lnTo>
                  <a:lnTo>
                    <a:pt x="1275357" y="1814326"/>
                  </a:lnTo>
                  <a:lnTo>
                    <a:pt x="1283181" y="1811371"/>
                  </a:lnTo>
                  <a:lnTo>
                    <a:pt x="1291006" y="1808331"/>
                  </a:lnTo>
                  <a:lnTo>
                    <a:pt x="1298830" y="1805226"/>
                  </a:lnTo>
                  <a:lnTo>
                    <a:pt x="1306654" y="1802056"/>
                  </a:lnTo>
                  <a:lnTo>
                    <a:pt x="1314478" y="1798820"/>
                  </a:lnTo>
                  <a:lnTo>
                    <a:pt x="1322303" y="1795520"/>
                  </a:lnTo>
                  <a:lnTo>
                    <a:pt x="1330127" y="1792141"/>
                  </a:lnTo>
                  <a:lnTo>
                    <a:pt x="1337951" y="1788693"/>
                  </a:lnTo>
                  <a:lnTo>
                    <a:pt x="1345776" y="1785180"/>
                  </a:lnTo>
                  <a:lnTo>
                    <a:pt x="1353600" y="1781602"/>
                  </a:lnTo>
                  <a:lnTo>
                    <a:pt x="1361424" y="1777956"/>
                  </a:lnTo>
                  <a:lnTo>
                    <a:pt x="1369248" y="1774233"/>
                  </a:lnTo>
                  <a:lnTo>
                    <a:pt x="1377073" y="1770420"/>
                  </a:lnTo>
                  <a:lnTo>
                    <a:pt x="1384897" y="1766524"/>
                  </a:lnTo>
                  <a:lnTo>
                    <a:pt x="1392721" y="1762537"/>
                  </a:lnTo>
                  <a:lnTo>
                    <a:pt x="1400545" y="1758451"/>
                  </a:lnTo>
                  <a:lnTo>
                    <a:pt x="1408370" y="1754255"/>
                  </a:lnTo>
                  <a:lnTo>
                    <a:pt x="1416194" y="1749895"/>
                  </a:lnTo>
                  <a:lnTo>
                    <a:pt x="1424018" y="1745379"/>
                  </a:lnTo>
                  <a:lnTo>
                    <a:pt x="1431843" y="1740692"/>
                  </a:lnTo>
                  <a:lnTo>
                    <a:pt x="1439667" y="1735809"/>
                  </a:lnTo>
                  <a:lnTo>
                    <a:pt x="1447491" y="1730708"/>
                  </a:lnTo>
                  <a:lnTo>
                    <a:pt x="1455315" y="1725317"/>
                  </a:lnTo>
                  <a:lnTo>
                    <a:pt x="1463140" y="1719590"/>
                  </a:lnTo>
                  <a:lnTo>
                    <a:pt x="1470964" y="1713529"/>
                  </a:lnTo>
                  <a:lnTo>
                    <a:pt x="1478788" y="1707097"/>
                  </a:lnTo>
                  <a:lnTo>
                    <a:pt x="1486613" y="1700256"/>
                  </a:lnTo>
                  <a:lnTo>
                    <a:pt x="1494437" y="1692946"/>
                  </a:lnTo>
                  <a:lnTo>
                    <a:pt x="1502261" y="1684996"/>
                  </a:lnTo>
                  <a:lnTo>
                    <a:pt x="1510085" y="1676476"/>
                  </a:lnTo>
                  <a:lnTo>
                    <a:pt x="1517910" y="1667340"/>
                  </a:lnTo>
                  <a:lnTo>
                    <a:pt x="1525734" y="1657543"/>
                  </a:lnTo>
                  <a:lnTo>
                    <a:pt x="1533558" y="1647036"/>
                  </a:lnTo>
                  <a:lnTo>
                    <a:pt x="1541383" y="1635586"/>
                  </a:lnTo>
                  <a:lnTo>
                    <a:pt x="1549207" y="1623238"/>
                  </a:lnTo>
                  <a:lnTo>
                    <a:pt x="1557031" y="1610000"/>
                  </a:lnTo>
                  <a:lnTo>
                    <a:pt x="1564855" y="1595826"/>
                  </a:lnTo>
                  <a:lnTo>
                    <a:pt x="1572680" y="1580671"/>
                  </a:lnTo>
                  <a:lnTo>
                    <a:pt x="1580504" y="1564369"/>
                  </a:lnTo>
                  <a:lnTo>
                    <a:pt x="1588328" y="1546769"/>
                  </a:lnTo>
                  <a:lnTo>
                    <a:pt x="1596152" y="1528022"/>
                  </a:lnTo>
                  <a:lnTo>
                    <a:pt x="1603977" y="1508090"/>
                  </a:lnTo>
                  <a:lnTo>
                    <a:pt x="1611801" y="1486933"/>
                  </a:lnTo>
                  <a:lnTo>
                    <a:pt x="1619625" y="1464517"/>
                  </a:lnTo>
                  <a:lnTo>
                    <a:pt x="1627450" y="1440414"/>
                  </a:lnTo>
                  <a:lnTo>
                    <a:pt x="1635274" y="1414956"/>
                  </a:lnTo>
                  <a:lnTo>
                    <a:pt x="1643098" y="1388124"/>
                  </a:lnTo>
                  <a:lnTo>
                    <a:pt x="1650922" y="1359894"/>
                  </a:lnTo>
                  <a:lnTo>
                    <a:pt x="1658747" y="1330248"/>
                  </a:lnTo>
                  <a:lnTo>
                    <a:pt x="1666571" y="1298914"/>
                  </a:lnTo>
                  <a:lnTo>
                    <a:pt x="1674395" y="1265961"/>
                  </a:lnTo>
                  <a:lnTo>
                    <a:pt x="1682220" y="1231561"/>
                  </a:lnTo>
                  <a:lnTo>
                    <a:pt x="1690044" y="1195721"/>
                  </a:lnTo>
                  <a:lnTo>
                    <a:pt x="1697868" y="1158455"/>
                  </a:lnTo>
                  <a:lnTo>
                    <a:pt x="1705692" y="1119697"/>
                  </a:lnTo>
                  <a:lnTo>
                    <a:pt x="1713517" y="1079263"/>
                  </a:lnTo>
                  <a:lnTo>
                    <a:pt x="1721341" y="1037531"/>
                  </a:lnTo>
                  <a:lnTo>
                    <a:pt x="1729165" y="994563"/>
                  </a:lnTo>
                  <a:lnTo>
                    <a:pt x="1736990" y="950426"/>
                  </a:lnTo>
                  <a:lnTo>
                    <a:pt x="1744814" y="905202"/>
                  </a:lnTo>
                  <a:lnTo>
                    <a:pt x="1752638" y="858785"/>
                  </a:lnTo>
                  <a:lnTo>
                    <a:pt x="1760462" y="811529"/>
                  </a:lnTo>
                  <a:lnTo>
                    <a:pt x="1768287" y="763619"/>
                  </a:lnTo>
                  <a:lnTo>
                    <a:pt x="1776111" y="715199"/>
                  </a:lnTo>
                  <a:lnTo>
                    <a:pt x="1783935" y="666426"/>
                  </a:lnTo>
                  <a:lnTo>
                    <a:pt x="1791759" y="617481"/>
                  </a:lnTo>
                  <a:lnTo>
                    <a:pt x="1799584" y="568666"/>
                  </a:lnTo>
                  <a:lnTo>
                    <a:pt x="1807408" y="520212"/>
                  </a:lnTo>
                  <a:lnTo>
                    <a:pt x="1815232" y="472330"/>
                  </a:lnTo>
                  <a:lnTo>
                    <a:pt x="1823057" y="425240"/>
                  </a:lnTo>
                  <a:lnTo>
                    <a:pt x="1830881" y="379182"/>
                  </a:lnTo>
                  <a:lnTo>
                    <a:pt x="1838705" y="334847"/>
                  </a:lnTo>
                  <a:lnTo>
                    <a:pt x="1846529" y="292180"/>
                  </a:lnTo>
                  <a:lnTo>
                    <a:pt x="1854354" y="251410"/>
                  </a:lnTo>
                  <a:lnTo>
                    <a:pt x="1862178" y="212764"/>
                  </a:lnTo>
                  <a:lnTo>
                    <a:pt x="1870002" y="176461"/>
                  </a:lnTo>
                  <a:lnTo>
                    <a:pt x="1877827" y="143282"/>
                  </a:lnTo>
                  <a:lnTo>
                    <a:pt x="1885651" y="113279"/>
                  </a:lnTo>
                  <a:lnTo>
                    <a:pt x="1893475" y="86364"/>
                  </a:lnTo>
                  <a:lnTo>
                    <a:pt x="1901299" y="62691"/>
                  </a:lnTo>
                  <a:lnTo>
                    <a:pt x="1909124" y="42401"/>
                  </a:lnTo>
                  <a:lnTo>
                    <a:pt x="1916948" y="25913"/>
                  </a:lnTo>
                  <a:lnTo>
                    <a:pt x="1924772" y="13847"/>
                  </a:lnTo>
                  <a:lnTo>
                    <a:pt x="1932596" y="5494"/>
                  </a:lnTo>
                  <a:lnTo>
                    <a:pt x="1940421" y="878"/>
                  </a:lnTo>
                  <a:lnTo>
                    <a:pt x="1948245" y="0"/>
                  </a:lnTo>
                  <a:lnTo>
                    <a:pt x="1956069" y="2841"/>
                  </a:lnTo>
                  <a:lnTo>
                    <a:pt x="1963894" y="10282"/>
                  </a:lnTo>
                  <a:lnTo>
                    <a:pt x="1971718" y="21361"/>
                  </a:lnTo>
                  <a:lnTo>
                    <a:pt x="1979542" y="35831"/>
                  </a:lnTo>
                  <a:lnTo>
                    <a:pt x="1987366" y="53553"/>
                  </a:lnTo>
                  <a:lnTo>
                    <a:pt x="1995191" y="74368"/>
                  </a:lnTo>
                  <a:lnTo>
                    <a:pt x="2003015" y="98483"/>
                  </a:lnTo>
                  <a:lnTo>
                    <a:pt x="2010839" y="125569"/>
                  </a:lnTo>
                  <a:lnTo>
                    <a:pt x="2018664" y="154976"/>
                  </a:lnTo>
                  <a:lnTo>
                    <a:pt x="2026488" y="186473"/>
                  </a:lnTo>
                  <a:lnTo>
                    <a:pt x="2034312" y="219822"/>
                  </a:lnTo>
                  <a:lnTo>
                    <a:pt x="2042136" y="254822"/>
                  </a:lnTo>
                  <a:lnTo>
                    <a:pt x="2049961" y="291398"/>
                  </a:lnTo>
                  <a:lnTo>
                    <a:pt x="2057785" y="328887"/>
                  </a:lnTo>
                  <a:lnTo>
                    <a:pt x="2065609" y="367051"/>
                  </a:lnTo>
                  <a:lnTo>
                    <a:pt x="2073434" y="405658"/>
                  </a:lnTo>
                  <a:lnTo>
                    <a:pt x="2081258" y="444485"/>
                  </a:lnTo>
                  <a:lnTo>
                    <a:pt x="2089082" y="483242"/>
                  </a:lnTo>
                  <a:lnTo>
                    <a:pt x="2096906" y="521645"/>
                  </a:lnTo>
                  <a:lnTo>
                    <a:pt x="2104731" y="559528"/>
                  </a:lnTo>
                  <a:lnTo>
                    <a:pt x="2112555" y="596739"/>
                  </a:lnTo>
                  <a:lnTo>
                    <a:pt x="2120379" y="633139"/>
                  </a:lnTo>
                  <a:lnTo>
                    <a:pt x="2128203" y="668496"/>
                  </a:lnTo>
                  <a:lnTo>
                    <a:pt x="2136028" y="702562"/>
                  </a:lnTo>
                  <a:lnTo>
                    <a:pt x="2143852" y="735464"/>
                  </a:lnTo>
                  <a:lnTo>
                    <a:pt x="2151676" y="767158"/>
                  </a:lnTo>
                  <a:lnTo>
                    <a:pt x="2159501" y="797617"/>
                  </a:lnTo>
                  <a:lnTo>
                    <a:pt x="2167325" y="826829"/>
                  </a:lnTo>
                  <a:lnTo>
                    <a:pt x="2175149" y="854461"/>
                  </a:lnTo>
                  <a:lnTo>
                    <a:pt x="2182973" y="880892"/>
                  </a:lnTo>
                  <a:lnTo>
                    <a:pt x="2190798" y="906193"/>
                  </a:lnTo>
                  <a:lnTo>
                    <a:pt x="2198622" y="930427"/>
                  </a:lnTo>
                  <a:lnTo>
                    <a:pt x="2206446" y="953667"/>
                  </a:lnTo>
                  <a:lnTo>
                    <a:pt x="2214271" y="975870"/>
                  </a:lnTo>
                  <a:lnTo>
                    <a:pt x="2222095" y="997221"/>
                  </a:lnTo>
                  <a:lnTo>
                    <a:pt x="2229919" y="1017939"/>
                  </a:lnTo>
                  <a:lnTo>
                    <a:pt x="2237743" y="1038129"/>
                  </a:lnTo>
                  <a:lnTo>
                    <a:pt x="2245568" y="1057897"/>
                  </a:lnTo>
                  <a:lnTo>
                    <a:pt x="2253392" y="1077341"/>
                  </a:lnTo>
                  <a:lnTo>
                    <a:pt x="2261216" y="1096587"/>
                  </a:lnTo>
                  <a:lnTo>
                    <a:pt x="2269040" y="1115804"/>
                  </a:lnTo>
                  <a:lnTo>
                    <a:pt x="2276865" y="1135083"/>
                  </a:lnTo>
                  <a:lnTo>
                    <a:pt x="2284689" y="1154507"/>
                  </a:lnTo>
                  <a:lnTo>
                    <a:pt x="2292513" y="1174154"/>
                  </a:lnTo>
                  <a:lnTo>
                    <a:pt x="2300338" y="1194181"/>
                  </a:lnTo>
                  <a:lnTo>
                    <a:pt x="2308162" y="1214612"/>
                  </a:lnTo>
                  <a:lnTo>
                    <a:pt x="2315986" y="1235461"/>
                  </a:lnTo>
                  <a:lnTo>
                    <a:pt x="2323810" y="1256753"/>
                  </a:lnTo>
                  <a:lnTo>
                    <a:pt x="2331635" y="1278500"/>
                  </a:lnTo>
                  <a:lnTo>
                    <a:pt x="2339459" y="1300760"/>
                  </a:lnTo>
                  <a:lnTo>
                    <a:pt x="2347283" y="1323537"/>
                  </a:lnTo>
                  <a:lnTo>
                    <a:pt x="2355108" y="1346715"/>
                  </a:lnTo>
                  <a:lnTo>
                    <a:pt x="2362932" y="1370256"/>
                  </a:lnTo>
                  <a:lnTo>
                    <a:pt x="2370756" y="1394110"/>
                  </a:lnTo>
                  <a:lnTo>
                    <a:pt x="2378580" y="1418224"/>
                  </a:lnTo>
                  <a:lnTo>
                    <a:pt x="2386405" y="1442553"/>
                  </a:lnTo>
                  <a:lnTo>
                    <a:pt x="2394229" y="1466945"/>
                  </a:lnTo>
                  <a:lnTo>
                    <a:pt x="2402053" y="1491323"/>
                  </a:lnTo>
                  <a:lnTo>
                    <a:pt x="2409878" y="1515606"/>
                  </a:lnTo>
                  <a:lnTo>
                    <a:pt x="2417702" y="1539713"/>
                  </a:lnTo>
                  <a:lnTo>
                    <a:pt x="2425526" y="1563488"/>
                  </a:lnTo>
                  <a:lnTo>
                    <a:pt x="2433350" y="1586826"/>
                  </a:lnTo>
                  <a:lnTo>
                    <a:pt x="2441175" y="1609683"/>
                  </a:lnTo>
                  <a:lnTo>
                    <a:pt x="2448999" y="1631985"/>
                  </a:lnTo>
                  <a:lnTo>
                    <a:pt x="2456823" y="1653664"/>
                  </a:lnTo>
                  <a:lnTo>
                    <a:pt x="2464647" y="1674602"/>
                  </a:lnTo>
                  <a:lnTo>
                    <a:pt x="2472472" y="1694596"/>
                  </a:lnTo>
                  <a:lnTo>
                    <a:pt x="2480296" y="1713761"/>
                  </a:lnTo>
                  <a:lnTo>
                    <a:pt x="2488120" y="1732060"/>
                  </a:lnTo>
                  <a:lnTo>
                    <a:pt x="2495945" y="1749463"/>
                  </a:lnTo>
                  <a:lnTo>
                    <a:pt x="2503769" y="1765945"/>
                  </a:lnTo>
                  <a:lnTo>
                    <a:pt x="2511593" y="1781250"/>
                  </a:lnTo>
                  <a:lnTo>
                    <a:pt x="2519417" y="1795567"/>
                  </a:lnTo>
                  <a:lnTo>
                    <a:pt x="2527242" y="1808943"/>
                  </a:lnTo>
                  <a:lnTo>
                    <a:pt x="2535066" y="1821387"/>
                  </a:lnTo>
                  <a:lnTo>
                    <a:pt x="2542890" y="1832915"/>
                  </a:lnTo>
                  <a:lnTo>
                    <a:pt x="2550715" y="1843426"/>
                  </a:lnTo>
                  <a:lnTo>
                    <a:pt x="2558539" y="1852948"/>
                  </a:lnTo>
                  <a:lnTo>
                    <a:pt x="2566363" y="1861654"/>
                  </a:lnTo>
                  <a:lnTo>
                    <a:pt x="2574187" y="1869580"/>
                  </a:lnTo>
                  <a:lnTo>
                    <a:pt x="2582012" y="1876761"/>
                  </a:lnTo>
                  <a:lnTo>
                    <a:pt x="2589836" y="1883222"/>
                  </a:lnTo>
                  <a:lnTo>
                    <a:pt x="2597660" y="1888859"/>
                  </a:lnTo>
                  <a:lnTo>
                    <a:pt x="2605485" y="1893906"/>
                  </a:lnTo>
                  <a:lnTo>
                    <a:pt x="2613309" y="1898402"/>
                  </a:lnTo>
                  <a:lnTo>
                    <a:pt x="2621133" y="1902389"/>
                  </a:lnTo>
                  <a:lnTo>
                    <a:pt x="2628957" y="1905905"/>
                  </a:lnTo>
                  <a:lnTo>
                    <a:pt x="2636782" y="1908914"/>
                  </a:lnTo>
                  <a:lnTo>
                    <a:pt x="2644606" y="1911520"/>
                  </a:lnTo>
                  <a:lnTo>
                    <a:pt x="2652430" y="1913793"/>
                  </a:lnTo>
                  <a:lnTo>
                    <a:pt x="2660254" y="1915766"/>
                  </a:lnTo>
                  <a:lnTo>
                    <a:pt x="2668079" y="1917468"/>
                  </a:lnTo>
                  <a:lnTo>
                    <a:pt x="2675903" y="1918911"/>
                  </a:lnTo>
                  <a:lnTo>
                    <a:pt x="2683727" y="1920109"/>
                  </a:lnTo>
                  <a:lnTo>
                    <a:pt x="2691552" y="1921133"/>
                  </a:lnTo>
                  <a:lnTo>
                    <a:pt x="2699376" y="1922003"/>
                  </a:lnTo>
                  <a:lnTo>
                    <a:pt x="2707200" y="1922738"/>
                  </a:lnTo>
                  <a:lnTo>
                    <a:pt x="2715024" y="1923354"/>
                  </a:lnTo>
                  <a:lnTo>
                    <a:pt x="2722849" y="1923847"/>
                  </a:lnTo>
                  <a:lnTo>
                    <a:pt x="2730673" y="1924258"/>
                  </a:lnTo>
                  <a:lnTo>
                    <a:pt x="2738497" y="1924600"/>
                  </a:lnTo>
                  <a:lnTo>
                    <a:pt x="2746322" y="1924883"/>
                  </a:lnTo>
                  <a:lnTo>
                    <a:pt x="2754146" y="1925115"/>
                  </a:lnTo>
                  <a:lnTo>
                    <a:pt x="2761970" y="1925300"/>
                  </a:lnTo>
                  <a:lnTo>
                    <a:pt x="2769794" y="1925447"/>
                  </a:lnTo>
                  <a:lnTo>
                    <a:pt x="2777619" y="1925566"/>
                  </a:lnTo>
                  <a:lnTo>
                    <a:pt x="2785443" y="1925663"/>
                  </a:lnTo>
                  <a:lnTo>
                    <a:pt x="2793267" y="1925741"/>
                  </a:lnTo>
                  <a:lnTo>
                    <a:pt x="2801091" y="1925803"/>
                  </a:lnTo>
                  <a:lnTo>
                    <a:pt x="2808916" y="1925850"/>
                  </a:lnTo>
                  <a:lnTo>
                    <a:pt x="2816740" y="1925887"/>
                  </a:lnTo>
                  <a:lnTo>
                    <a:pt x="2824564" y="1925917"/>
                  </a:lnTo>
                  <a:lnTo>
                    <a:pt x="2832389" y="1925940"/>
                  </a:lnTo>
                  <a:lnTo>
                    <a:pt x="2840213" y="1925959"/>
                  </a:lnTo>
                  <a:lnTo>
                    <a:pt x="2848037" y="1925972"/>
                  </a:lnTo>
                  <a:lnTo>
                    <a:pt x="2855861" y="1925982"/>
                  </a:lnTo>
                  <a:lnTo>
                    <a:pt x="2863686" y="1925991"/>
                  </a:lnTo>
                  <a:lnTo>
                    <a:pt x="2871510" y="1925997"/>
                  </a:lnTo>
                  <a:lnTo>
                    <a:pt x="2879334" y="1926002"/>
                  </a:lnTo>
                  <a:lnTo>
                    <a:pt x="2887159" y="1926005"/>
                  </a:lnTo>
                  <a:lnTo>
                    <a:pt x="2894983" y="1926008"/>
                  </a:lnTo>
                  <a:lnTo>
                    <a:pt x="2902807" y="1926010"/>
                  </a:lnTo>
                  <a:lnTo>
                    <a:pt x="2910631" y="1926011"/>
                  </a:lnTo>
                  <a:lnTo>
                    <a:pt x="2918456" y="1926012"/>
                  </a:lnTo>
                  <a:lnTo>
                    <a:pt x="2926280" y="1926013"/>
                  </a:lnTo>
                  <a:lnTo>
                    <a:pt x="2934104" y="1926014"/>
                  </a:lnTo>
                  <a:lnTo>
                    <a:pt x="2941929" y="1926014"/>
                  </a:lnTo>
                  <a:lnTo>
                    <a:pt x="2949753" y="1926014"/>
                  </a:lnTo>
                  <a:lnTo>
                    <a:pt x="2957577" y="1926015"/>
                  </a:lnTo>
                  <a:lnTo>
                    <a:pt x="2965401" y="1926015"/>
                  </a:lnTo>
                  <a:lnTo>
                    <a:pt x="2973226" y="1926015"/>
                  </a:lnTo>
                  <a:lnTo>
                    <a:pt x="2981050" y="1926015"/>
                  </a:lnTo>
                  <a:lnTo>
                    <a:pt x="2988874" y="1926015"/>
                  </a:lnTo>
                  <a:lnTo>
                    <a:pt x="2996698" y="1926015"/>
                  </a:lnTo>
                  <a:lnTo>
                    <a:pt x="3004523" y="1926015"/>
                  </a:lnTo>
                  <a:lnTo>
                    <a:pt x="3012347" y="1926015"/>
                  </a:lnTo>
                  <a:lnTo>
                    <a:pt x="3020171" y="1926015"/>
                  </a:lnTo>
                  <a:lnTo>
                    <a:pt x="3027996" y="1926015"/>
                  </a:lnTo>
                  <a:lnTo>
                    <a:pt x="3035820" y="1926015"/>
                  </a:lnTo>
                  <a:lnTo>
                    <a:pt x="3043644" y="1926015"/>
                  </a:lnTo>
                  <a:lnTo>
                    <a:pt x="3051468" y="1926015"/>
                  </a:lnTo>
                  <a:lnTo>
                    <a:pt x="3059293" y="1926015"/>
                  </a:lnTo>
                  <a:lnTo>
                    <a:pt x="3067117" y="1926015"/>
                  </a:lnTo>
                  <a:lnTo>
                    <a:pt x="3074941" y="1926015"/>
                  </a:lnTo>
                  <a:lnTo>
                    <a:pt x="3082766" y="1926015"/>
                  </a:lnTo>
                  <a:lnTo>
                    <a:pt x="3090590" y="1926015"/>
                  </a:lnTo>
                  <a:lnTo>
                    <a:pt x="3098414" y="1926015"/>
                  </a:lnTo>
                  <a:lnTo>
                    <a:pt x="3106238" y="1926015"/>
                  </a:lnTo>
                  <a:lnTo>
                    <a:pt x="3114063" y="1926015"/>
                  </a:lnTo>
                  <a:lnTo>
                    <a:pt x="3121887" y="1926015"/>
                  </a:lnTo>
                  <a:lnTo>
                    <a:pt x="3129711" y="1926015"/>
                  </a:lnTo>
                  <a:lnTo>
                    <a:pt x="3137536" y="1926015"/>
                  </a:lnTo>
                  <a:lnTo>
                    <a:pt x="3145360" y="1926015"/>
                  </a:lnTo>
                  <a:lnTo>
                    <a:pt x="3153184" y="1926015"/>
                  </a:lnTo>
                  <a:lnTo>
                    <a:pt x="3161008" y="1926015"/>
                  </a:lnTo>
                  <a:lnTo>
                    <a:pt x="3168833" y="1926015"/>
                  </a:lnTo>
                  <a:lnTo>
                    <a:pt x="3176657" y="1926015"/>
                  </a:lnTo>
                  <a:lnTo>
                    <a:pt x="3184481" y="1926015"/>
                  </a:lnTo>
                  <a:lnTo>
                    <a:pt x="3192305" y="1926015"/>
                  </a:lnTo>
                  <a:lnTo>
                    <a:pt x="3200130" y="1926015"/>
                  </a:lnTo>
                  <a:lnTo>
                    <a:pt x="3207954" y="1926015"/>
                  </a:lnTo>
                  <a:lnTo>
                    <a:pt x="3215778" y="1926015"/>
                  </a:lnTo>
                  <a:lnTo>
                    <a:pt x="3223603" y="1926015"/>
                  </a:lnTo>
                  <a:lnTo>
                    <a:pt x="3231427" y="1926015"/>
                  </a:lnTo>
                  <a:lnTo>
                    <a:pt x="3239251" y="1926015"/>
                  </a:lnTo>
                  <a:lnTo>
                    <a:pt x="3247075" y="1926015"/>
                  </a:lnTo>
                  <a:lnTo>
                    <a:pt x="3254900" y="1926015"/>
                  </a:lnTo>
                  <a:lnTo>
                    <a:pt x="3262724" y="1926015"/>
                  </a:lnTo>
                  <a:lnTo>
                    <a:pt x="3270548" y="1926015"/>
                  </a:lnTo>
                  <a:lnTo>
                    <a:pt x="3278373" y="1926015"/>
                  </a:lnTo>
                  <a:lnTo>
                    <a:pt x="3286197" y="1926015"/>
                  </a:lnTo>
                  <a:lnTo>
                    <a:pt x="3294021" y="1926015"/>
                  </a:lnTo>
                  <a:lnTo>
                    <a:pt x="3301845" y="1926015"/>
                  </a:lnTo>
                  <a:lnTo>
                    <a:pt x="3309670" y="1926015"/>
                  </a:lnTo>
                  <a:lnTo>
                    <a:pt x="3317494" y="1926015"/>
                  </a:lnTo>
                  <a:lnTo>
                    <a:pt x="3325318" y="1926015"/>
                  </a:lnTo>
                  <a:lnTo>
                    <a:pt x="3333142" y="1926015"/>
                  </a:lnTo>
                  <a:lnTo>
                    <a:pt x="3340967" y="1926015"/>
                  </a:lnTo>
                  <a:lnTo>
                    <a:pt x="3348791" y="1926015"/>
                  </a:lnTo>
                  <a:lnTo>
                    <a:pt x="3356615" y="1926015"/>
                  </a:lnTo>
                  <a:lnTo>
                    <a:pt x="3364440" y="1926015"/>
                  </a:lnTo>
                  <a:lnTo>
                    <a:pt x="3372264" y="1926015"/>
                  </a:lnTo>
                  <a:lnTo>
                    <a:pt x="3380088" y="1926015"/>
                  </a:lnTo>
                  <a:lnTo>
                    <a:pt x="3387912" y="1926015"/>
                  </a:lnTo>
                  <a:lnTo>
                    <a:pt x="3395737" y="1926015"/>
                  </a:lnTo>
                  <a:lnTo>
                    <a:pt x="3403561" y="1926015"/>
                  </a:lnTo>
                  <a:lnTo>
                    <a:pt x="3411385" y="1926015"/>
                  </a:lnTo>
                  <a:lnTo>
                    <a:pt x="3419210" y="1926015"/>
                  </a:lnTo>
                  <a:lnTo>
                    <a:pt x="3427034" y="1926015"/>
                  </a:lnTo>
                  <a:lnTo>
                    <a:pt x="3434858" y="1926015"/>
                  </a:lnTo>
                  <a:lnTo>
                    <a:pt x="3442682" y="1926015"/>
                  </a:lnTo>
                  <a:lnTo>
                    <a:pt x="3450507" y="1926015"/>
                  </a:lnTo>
                  <a:lnTo>
                    <a:pt x="3458331" y="1926015"/>
                  </a:lnTo>
                  <a:lnTo>
                    <a:pt x="3466155" y="1926015"/>
                  </a:lnTo>
                  <a:lnTo>
                    <a:pt x="3473980" y="1926015"/>
                  </a:lnTo>
                  <a:lnTo>
                    <a:pt x="3481804" y="1926015"/>
                  </a:lnTo>
                  <a:lnTo>
                    <a:pt x="3489628" y="1926015"/>
                  </a:lnTo>
                  <a:lnTo>
                    <a:pt x="3497452" y="1926015"/>
                  </a:lnTo>
                  <a:lnTo>
                    <a:pt x="3505277" y="1926015"/>
                  </a:lnTo>
                  <a:lnTo>
                    <a:pt x="3513101" y="1926015"/>
                  </a:lnTo>
                  <a:lnTo>
                    <a:pt x="3520925" y="1926015"/>
                  </a:lnTo>
                  <a:lnTo>
                    <a:pt x="3528749" y="1926015"/>
                  </a:lnTo>
                  <a:lnTo>
                    <a:pt x="3536574" y="1926015"/>
                  </a:lnTo>
                  <a:lnTo>
                    <a:pt x="3544398" y="1926015"/>
                  </a:lnTo>
                  <a:lnTo>
                    <a:pt x="3552222" y="1926015"/>
                  </a:lnTo>
                  <a:lnTo>
                    <a:pt x="3560047" y="1926015"/>
                  </a:lnTo>
                  <a:lnTo>
                    <a:pt x="3567871" y="1926015"/>
                  </a:lnTo>
                  <a:lnTo>
                    <a:pt x="3575695" y="1926015"/>
                  </a:lnTo>
                  <a:lnTo>
                    <a:pt x="3583519" y="1926015"/>
                  </a:lnTo>
                  <a:lnTo>
                    <a:pt x="3591344" y="1926015"/>
                  </a:lnTo>
                  <a:lnTo>
                    <a:pt x="3599168" y="1926015"/>
                  </a:lnTo>
                  <a:lnTo>
                    <a:pt x="3606992" y="1926015"/>
                  </a:lnTo>
                  <a:lnTo>
                    <a:pt x="3614817" y="1926015"/>
                  </a:lnTo>
                  <a:lnTo>
                    <a:pt x="3622641" y="1926015"/>
                  </a:lnTo>
                  <a:lnTo>
                    <a:pt x="3630465" y="1926015"/>
                  </a:lnTo>
                  <a:lnTo>
                    <a:pt x="3638289" y="1926015"/>
                  </a:lnTo>
                  <a:lnTo>
                    <a:pt x="3646114" y="1926015"/>
                  </a:lnTo>
                  <a:lnTo>
                    <a:pt x="3653938" y="1926015"/>
                  </a:lnTo>
                  <a:lnTo>
                    <a:pt x="3661762" y="1926015"/>
                  </a:lnTo>
                  <a:lnTo>
                    <a:pt x="3669586" y="1926015"/>
                  </a:lnTo>
                  <a:lnTo>
                    <a:pt x="3677411" y="1926015"/>
                  </a:lnTo>
                  <a:lnTo>
                    <a:pt x="3685235" y="1926015"/>
                  </a:lnTo>
                  <a:lnTo>
                    <a:pt x="3693059" y="1926015"/>
                  </a:lnTo>
                  <a:lnTo>
                    <a:pt x="3700884" y="1926015"/>
                  </a:lnTo>
                  <a:lnTo>
                    <a:pt x="3708708" y="1926015"/>
                  </a:lnTo>
                  <a:lnTo>
                    <a:pt x="3716532" y="1926015"/>
                  </a:lnTo>
                  <a:lnTo>
                    <a:pt x="3724356" y="1926015"/>
                  </a:lnTo>
                  <a:lnTo>
                    <a:pt x="3732181" y="1926015"/>
                  </a:lnTo>
                  <a:lnTo>
                    <a:pt x="3740005" y="1926015"/>
                  </a:lnTo>
                  <a:lnTo>
                    <a:pt x="3747829" y="1926015"/>
                  </a:lnTo>
                  <a:lnTo>
                    <a:pt x="3755654" y="1926015"/>
                  </a:lnTo>
                  <a:lnTo>
                    <a:pt x="3763478" y="1926015"/>
                  </a:lnTo>
                  <a:lnTo>
                    <a:pt x="3771302" y="1926015"/>
                  </a:lnTo>
                  <a:lnTo>
                    <a:pt x="3779126" y="1926015"/>
                  </a:lnTo>
                  <a:lnTo>
                    <a:pt x="3786951" y="1926015"/>
                  </a:lnTo>
                  <a:lnTo>
                    <a:pt x="3794775" y="1926015"/>
                  </a:lnTo>
                  <a:lnTo>
                    <a:pt x="3802599" y="1926015"/>
                  </a:lnTo>
                  <a:lnTo>
                    <a:pt x="3810424" y="1926015"/>
                  </a:lnTo>
                  <a:lnTo>
                    <a:pt x="3818248" y="1926015"/>
                  </a:lnTo>
                  <a:lnTo>
                    <a:pt x="3826072" y="1926015"/>
                  </a:lnTo>
                  <a:lnTo>
                    <a:pt x="3833896" y="1926015"/>
                  </a:lnTo>
                  <a:lnTo>
                    <a:pt x="3841721" y="1926015"/>
                  </a:lnTo>
                  <a:lnTo>
                    <a:pt x="3849545" y="1926015"/>
                  </a:lnTo>
                  <a:lnTo>
                    <a:pt x="3857369" y="1926015"/>
                  </a:lnTo>
                  <a:lnTo>
                    <a:pt x="3865193" y="1926015"/>
                  </a:lnTo>
                  <a:lnTo>
                    <a:pt x="3873018" y="1926015"/>
                  </a:lnTo>
                  <a:lnTo>
                    <a:pt x="3880842" y="1926015"/>
                  </a:lnTo>
                  <a:lnTo>
                    <a:pt x="3888666" y="1926015"/>
                  </a:lnTo>
                  <a:lnTo>
                    <a:pt x="3896491" y="1926015"/>
                  </a:lnTo>
                  <a:lnTo>
                    <a:pt x="3904315" y="1926015"/>
                  </a:lnTo>
                  <a:lnTo>
                    <a:pt x="3912139" y="1926015"/>
                  </a:lnTo>
                  <a:lnTo>
                    <a:pt x="3919963" y="1926015"/>
                  </a:lnTo>
                  <a:lnTo>
                    <a:pt x="3927788" y="1926015"/>
                  </a:lnTo>
                  <a:lnTo>
                    <a:pt x="3935612" y="1926015"/>
                  </a:lnTo>
                  <a:lnTo>
                    <a:pt x="3943436" y="1926015"/>
                  </a:lnTo>
                  <a:lnTo>
                    <a:pt x="3951261" y="1926015"/>
                  </a:lnTo>
                  <a:lnTo>
                    <a:pt x="3959085" y="1926015"/>
                  </a:lnTo>
                  <a:lnTo>
                    <a:pt x="3966909" y="1926015"/>
                  </a:lnTo>
                  <a:lnTo>
                    <a:pt x="3974733" y="1926015"/>
                  </a:lnTo>
                  <a:lnTo>
                    <a:pt x="3982558" y="1926015"/>
                  </a:lnTo>
                  <a:lnTo>
                    <a:pt x="3990382" y="1926015"/>
                  </a:lnTo>
                  <a:lnTo>
                    <a:pt x="3998206" y="1926015"/>
                  </a:lnTo>
                  <a:lnTo>
                    <a:pt x="3990382" y="1926015"/>
                  </a:lnTo>
                  <a:lnTo>
                    <a:pt x="3982558" y="1926015"/>
                  </a:lnTo>
                  <a:lnTo>
                    <a:pt x="3974733" y="1926015"/>
                  </a:lnTo>
                  <a:lnTo>
                    <a:pt x="3966909" y="1926015"/>
                  </a:lnTo>
                  <a:lnTo>
                    <a:pt x="3959085" y="1926015"/>
                  </a:lnTo>
                  <a:lnTo>
                    <a:pt x="3951261" y="1926015"/>
                  </a:lnTo>
                  <a:lnTo>
                    <a:pt x="3943436" y="1926015"/>
                  </a:lnTo>
                  <a:lnTo>
                    <a:pt x="3935612" y="1926015"/>
                  </a:lnTo>
                  <a:lnTo>
                    <a:pt x="3927788" y="1926015"/>
                  </a:lnTo>
                  <a:lnTo>
                    <a:pt x="3919963" y="1926015"/>
                  </a:lnTo>
                  <a:lnTo>
                    <a:pt x="3912139" y="1926015"/>
                  </a:lnTo>
                  <a:lnTo>
                    <a:pt x="3904315" y="1926015"/>
                  </a:lnTo>
                  <a:lnTo>
                    <a:pt x="3896491" y="1926015"/>
                  </a:lnTo>
                  <a:lnTo>
                    <a:pt x="3888666" y="1926015"/>
                  </a:lnTo>
                  <a:lnTo>
                    <a:pt x="3880842" y="1926015"/>
                  </a:lnTo>
                  <a:lnTo>
                    <a:pt x="3873018" y="1926015"/>
                  </a:lnTo>
                  <a:lnTo>
                    <a:pt x="3865193" y="1926015"/>
                  </a:lnTo>
                  <a:lnTo>
                    <a:pt x="3857369" y="1926015"/>
                  </a:lnTo>
                  <a:lnTo>
                    <a:pt x="3849545" y="1926015"/>
                  </a:lnTo>
                  <a:lnTo>
                    <a:pt x="3841721" y="1926015"/>
                  </a:lnTo>
                  <a:lnTo>
                    <a:pt x="3833896" y="1926015"/>
                  </a:lnTo>
                  <a:lnTo>
                    <a:pt x="3826072" y="1926015"/>
                  </a:lnTo>
                  <a:lnTo>
                    <a:pt x="3818248" y="1926015"/>
                  </a:lnTo>
                  <a:lnTo>
                    <a:pt x="3810424" y="1926015"/>
                  </a:lnTo>
                  <a:lnTo>
                    <a:pt x="3802599" y="1926015"/>
                  </a:lnTo>
                  <a:lnTo>
                    <a:pt x="3794775" y="1926015"/>
                  </a:lnTo>
                  <a:lnTo>
                    <a:pt x="3786951" y="1926015"/>
                  </a:lnTo>
                  <a:lnTo>
                    <a:pt x="3779126" y="1926015"/>
                  </a:lnTo>
                  <a:lnTo>
                    <a:pt x="3771302" y="1926015"/>
                  </a:lnTo>
                  <a:lnTo>
                    <a:pt x="3763478" y="1926015"/>
                  </a:lnTo>
                  <a:lnTo>
                    <a:pt x="3755654" y="1926015"/>
                  </a:lnTo>
                  <a:lnTo>
                    <a:pt x="3747829" y="1926015"/>
                  </a:lnTo>
                  <a:lnTo>
                    <a:pt x="3740005" y="1926015"/>
                  </a:lnTo>
                  <a:lnTo>
                    <a:pt x="3732181" y="1926015"/>
                  </a:lnTo>
                  <a:lnTo>
                    <a:pt x="3724356" y="1926015"/>
                  </a:lnTo>
                  <a:lnTo>
                    <a:pt x="3716532" y="1926015"/>
                  </a:lnTo>
                  <a:lnTo>
                    <a:pt x="3708708" y="1926015"/>
                  </a:lnTo>
                  <a:lnTo>
                    <a:pt x="3700884" y="1926015"/>
                  </a:lnTo>
                  <a:lnTo>
                    <a:pt x="3693059" y="1926015"/>
                  </a:lnTo>
                  <a:lnTo>
                    <a:pt x="3685235" y="1926015"/>
                  </a:lnTo>
                  <a:lnTo>
                    <a:pt x="3677411" y="1926015"/>
                  </a:lnTo>
                  <a:lnTo>
                    <a:pt x="3669586" y="1926015"/>
                  </a:lnTo>
                  <a:lnTo>
                    <a:pt x="3661762" y="1926015"/>
                  </a:lnTo>
                  <a:lnTo>
                    <a:pt x="3653938" y="1926015"/>
                  </a:lnTo>
                  <a:lnTo>
                    <a:pt x="3646114" y="1926015"/>
                  </a:lnTo>
                  <a:lnTo>
                    <a:pt x="3638289" y="1926015"/>
                  </a:lnTo>
                  <a:lnTo>
                    <a:pt x="3630465" y="1926015"/>
                  </a:lnTo>
                  <a:lnTo>
                    <a:pt x="3622641" y="1926015"/>
                  </a:lnTo>
                  <a:lnTo>
                    <a:pt x="3614817" y="1926015"/>
                  </a:lnTo>
                  <a:lnTo>
                    <a:pt x="3606992" y="1926015"/>
                  </a:lnTo>
                  <a:lnTo>
                    <a:pt x="3599168" y="1926015"/>
                  </a:lnTo>
                  <a:lnTo>
                    <a:pt x="3591344" y="1926015"/>
                  </a:lnTo>
                  <a:lnTo>
                    <a:pt x="3583519" y="1926015"/>
                  </a:lnTo>
                  <a:lnTo>
                    <a:pt x="3575695" y="1926015"/>
                  </a:lnTo>
                  <a:lnTo>
                    <a:pt x="3567871" y="1926015"/>
                  </a:lnTo>
                  <a:lnTo>
                    <a:pt x="3560047" y="1926015"/>
                  </a:lnTo>
                  <a:lnTo>
                    <a:pt x="3552222" y="1926015"/>
                  </a:lnTo>
                  <a:lnTo>
                    <a:pt x="3544398" y="1926015"/>
                  </a:lnTo>
                  <a:lnTo>
                    <a:pt x="3536574" y="1926015"/>
                  </a:lnTo>
                  <a:lnTo>
                    <a:pt x="3528749" y="1926015"/>
                  </a:lnTo>
                  <a:lnTo>
                    <a:pt x="3520925" y="1926015"/>
                  </a:lnTo>
                  <a:lnTo>
                    <a:pt x="3513101" y="1926015"/>
                  </a:lnTo>
                  <a:lnTo>
                    <a:pt x="3505277" y="1926015"/>
                  </a:lnTo>
                  <a:lnTo>
                    <a:pt x="3497452" y="1926015"/>
                  </a:lnTo>
                  <a:lnTo>
                    <a:pt x="3489628" y="1926015"/>
                  </a:lnTo>
                  <a:lnTo>
                    <a:pt x="3481804" y="1926015"/>
                  </a:lnTo>
                  <a:lnTo>
                    <a:pt x="3473980" y="1926015"/>
                  </a:lnTo>
                  <a:lnTo>
                    <a:pt x="3466155" y="1926015"/>
                  </a:lnTo>
                  <a:lnTo>
                    <a:pt x="3458331" y="1926015"/>
                  </a:lnTo>
                  <a:lnTo>
                    <a:pt x="3450507" y="1926015"/>
                  </a:lnTo>
                  <a:lnTo>
                    <a:pt x="3442682" y="1926015"/>
                  </a:lnTo>
                  <a:lnTo>
                    <a:pt x="3434858" y="1926015"/>
                  </a:lnTo>
                  <a:lnTo>
                    <a:pt x="3427034" y="1926015"/>
                  </a:lnTo>
                  <a:lnTo>
                    <a:pt x="3419210" y="1926015"/>
                  </a:lnTo>
                  <a:lnTo>
                    <a:pt x="3411385" y="1926015"/>
                  </a:lnTo>
                  <a:lnTo>
                    <a:pt x="3403561" y="1926015"/>
                  </a:lnTo>
                  <a:lnTo>
                    <a:pt x="3395737" y="1926015"/>
                  </a:lnTo>
                  <a:lnTo>
                    <a:pt x="3387912" y="1926015"/>
                  </a:lnTo>
                  <a:lnTo>
                    <a:pt x="3380088" y="1926015"/>
                  </a:lnTo>
                  <a:lnTo>
                    <a:pt x="3372264" y="1926015"/>
                  </a:lnTo>
                  <a:lnTo>
                    <a:pt x="3364440" y="1926015"/>
                  </a:lnTo>
                  <a:lnTo>
                    <a:pt x="3356615" y="1926015"/>
                  </a:lnTo>
                  <a:lnTo>
                    <a:pt x="3348791" y="1926015"/>
                  </a:lnTo>
                  <a:lnTo>
                    <a:pt x="3340967" y="1926015"/>
                  </a:lnTo>
                  <a:lnTo>
                    <a:pt x="3333142" y="1926015"/>
                  </a:lnTo>
                  <a:lnTo>
                    <a:pt x="3325318" y="1926015"/>
                  </a:lnTo>
                  <a:lnTo>
                    <a:pt x="3317494" y="1926015"/>
                  </a:lnTo>
                  <a:lnTo>
                    <a:pt x="3309670" y="1926015"/>
                  </a:lnTo>
                  <a:lnTo>
                    <a:pt x="3301845" y="1926015"/>
                  </a:lnTo>
                  <a:lnTo>
                    <a:pt x="3294021" y="1926015"/>
                  </a:lnTo>
                  <a:lnTo>
                    <a:pt x="3286197" y="1926015"/>
                  </a:lnTo>
                  <a:lnTo>
                    <a:pt x="3278373" y="1926015"/>
                  </a:lnTo>
                  <a:lnTo>
                    <a:pt x="3270548" y="1926015"/>
                  </a:lnTo>
                  <a:lnTo>
                    <a:pt x="3262724" y="1926015"/>
                  </a:lnTo>
                  <a:lnTo>
                    <a:pt x="3254900" y="1926015"/>
                  </a:lnTo>
                  <a:lnTo>
                    <a:pt x="3247075" y="1926015"/>
                  </a:lnTo>
                  <a:lnTo>
                    <a:pt x="3239251" y="1926015"/>
                  </a:lnTo>
                  <a:lnTo>
                    <a:pt x="3231427" y="1926015"/>
                  </a:lnTo>
                  <a:lnTo>
                    <a:pt x="3223603" y="1926015"/>
                  </a:lnTo>
                  <a:lnTo>
                    <a:pt x="3215778" y="1926015"/>
                  </a:lnTo>
                  <a:lnTo>
                    <a:pt x="3207954" y="1926015"/>
                  </a:lnTo>
                  <a:lnTo>
                    <a:pt x="3200130" y="1926015"/>
                  </a:lnTo>
                  <a:lnTo>
                    <a:pt x="3192305" y="1926015"/>
                  </a:lnTo>
                  <a:lnTo>
                    <a:pt x="3184481" y="1926015"/>
                  </a:lnTo>
                  <a:lnTo>
                    <a:pt x="3176657" y="1926015"/>
                  </a:lnTo>
                  <a:lnTo>
                    <a:pt x="3168833" y="1926015"/>
                  </a:lnTo>
                  <a:lnTo>
                    <a:pt x="3161008" y="1926015"/>
                  </a:lnTo>
                  <a:lnTo>
                    <a:pt x="3153184" y="1926015"/>
                  </a:lnTo>
                  <a:lnTo>
                    <a:pt x="3145360" y="1926015"/>
                  </a:lnTo>
                  <a:lnTo>
                    <a:pt x="3137536" y="1926015"/>
                  </a:lnTo>
                  <a:lnTo>
                    <a:pt x="3129711" y="1926015"/>
                  </a:lnTo>
                  <a:lnTo>
                    <a:pt x="3121887" y="1926015"/>
                  </a:lnTo>
                  <a:lnTo>
                    <a:pt x="3114063" y="1926015"/>
                  </a:lnTo>
                  <a:lnTo>
                    <a:pt x="3106238" y="1926015"/>
                  </a:lnTo>
                  <a:lnTo>
                    <a:pt x="3098414" y="1926015"/>
                  </a:lnTo>
                  <a:lnTo>
                    <a:pt x="3090590" y="1926015"/>
                  </a:lnTo>
                  <a:lnTo>
                    <a:pt x="3082766" y="1926015"/>
                  </a:lnTo>
                  <a:lnTo>
                    <a:pt x="3074941" y="1926015"/>
                  </a:lnTo>
                  <a:lnTo>
                    <a:pt x="3067117" y="1926015"/>
                  </a:lnTo>
                  <a:lnTo>
                    <a:pt x="3059293" y="1926015"/>
                  </a:lnTo>
                  <a:lnTo>
                    <a:pt x="3051468" y="1926015"/>
                  </a:lnTo>
                  <a:lnTo>
                    <a:pt x="3043644" y="1926015"/>
                  </a:lnTo>
                  <a:lnTo>
                    <a:pt x="3035820" y="1926015"/>
                  </a:lnTo>
                  <a:lnTo>
                    <a:pt x="3027996" y="1926015"/>
                  </a:lnTo>
                  <a:lnTo>
                    <a:pt x="3020171" y="1926015"/>
                  </a:lnTo>
                  <a:lnTo>
                    <a:pt x="3012347" y="1926015"/>
                  </a:lnTo>
                  <a:lnTo>
                    <a:pt x="3004523" y="1926015"/>
                  </a:lnTo>
                  <a:lnTo>
                    <a:pt x="2996698" y="1926015"/>
                  </a:lnTo>
                  <a:lnTo>
                    <a:pt x="2988874" y="1926015"/>
                  </a:lnTo>
                  <a:lnTo>
                    <a:pt x="2981050" y="1926015"/>
                  </a:lnTo>
                  <a:lnTo>
                    <a:pt x="2973226" y="1926015"/>
                  </a:lnTo>
                  <a:lnTo>
                    <a:pt x="2965401" y="1926015"/>
                  </a:lnTo>
                  <a:lnTo>
                    <a:pt x="2957577" y="1926015"/>
                  </a:lnTo>
                  <a:lnTo>
                    <a:pt x="2949753" y="1926015"/>
                  </a:lnTo>
                  <a:lnTo>
                    <a:pt x="2941929" y="1926015"/>
                  </a:lnTo>
                  <a:lnTo>
                    <a:pt x="2934104" y="1926015"/>
                  </a:lnTo>
                  <a:lnTo>
                    <a:pt x="2926280" y="1926015"/>
                  </a:lnTo>
                  <a:lnTo>
                    <a:pt x="2918456" y="1926015"/>
                  </a:lnTo>
                  <a:lnTo>
                    <a:pt x="2910631" y="1926015"/>
                  </a:lnTo>
                  <a:lnTo>
                    <a:pt x="2902807" y="1926015"/>
                  </a:lnTo>
                  <a:lnTo>
                    <a:pt x="2894983" y="1926015"/>
                  </a:lnTo>
                  <a:lnTo>
                    <a:pt x="2887159" y="1926015"/>
                  </a:lnTo>
                  <a:lnTo>
                    <a:pt x="2879334" y="1926015"/>
                  </a:lnTo>
                  <a:lnTo>
                    <a:pt x="2871510" y="1926015"/>
                  </a:lnTo>
                  <a:lnTo>
                    <a:pt x="2863686" y="1926015"/>
                  </a:lnTo>
                  <a:lnTo>
                    <a:pt x="2855861" y="1926015"/>
                  </a:lnTo>
                  <a:lnTo>
                    <a:pt x="2848037" y="1926015"/>
                  </a:lnTo>
                  <a:lnTo>
                    <a:pt x="2840213" y="1926015"/>
                  </a:lnTo>
                  <a:lnTo>
                    <a:pt x="2832389" y="1926015"/>
                  </a:lnTo>
                  <a:lnTo>
                    <a:pt x="2824564" y="1926015"/>
                  </a:lnTo>
                  <a:lnTo>
                    <a:pt x="2816740" y="1926015"/>
                  </a:lnTo>
                  <a:lnTo>
                    <a:pt x="2808916" y="1926015"/>
                  </a:lnTo>
                  <a:lnTo>
                    <a:pt x="2801091" y="1926015"/>
                  </a:lnTo>
                  <a:lnTo>
                    <a:pt x="2793267" y="1926015"/>
                  </a:lnTo>
                  <a:lnTo>
                    <a:pt x="2785443" y="1926015"/>
                  </a:lnTo>
                  <a:lnTo>
                    <a:pt x="2777619" y="1926015"/>
                  </a:lnTo>
                  <a:lnTo>
                    <a:pt x="2769794" y="1926015"/>
                  </a:lnTo>
                  <a:lnTo>
                    <a:pt x="2761970" y="1926015"/>
                  </a:lnTo>
                  <a:lnTo>
                    <a:pt x="2754146" y="1926015"/>
                  </a:lnTo>
                  <a:lnTo>
                    <a:pt x="2746322" y="1926015"/>
                  </a:lnTo>
                  <a:lnTo>
                    <a:pt x="2738497" y="1926015"/>
                  </a:lnTo>
                  <a:lnTo>
                    <a:pt x="2730673" y="1926015"/>
                  </a:lnTo>
                  <a:lnTo>
                    <a:pt x="2722849" y="1926015"/>
                  </a:lnTo>
                  <a:lnTo>
                    <a:pt x="2715024" y="1926015"/>
                  </a:lnTo>
                  <a:lnTo>
                    <a:pt x="2707200" y="1926015"/>
                  </a:lnTo>
                  <a:lnTo>
                    <a:pt x="2699376" y="1926015"/>
                  </a:lnTo>
                  <a:lnTo>
                    <a:pt x="2691552" y="1926015"/>
                  </a:lnTo>
                  <a:lnTo>
                    <a:pt x="2683727" y="1926015"/>
                  </a:lnTo>
                  <a:lnTo>
                    <a:pt x="2675903" y="1926015"/>
                  </a:lnTo>
                  <a:lnTo>
                    <a:pt x="2668079" y="1926015"/>
                  </a:lnTo>
                  <a:lnTo>
                    <a:pt x="2660254" y="1926015"/>
                  </a:lnTo>
                  <a:lnTo>
                    <a:pt x="2652430" y="1926015"/>
                  </a:lnTo>
                  <a:lnTo>
                    <a:pt x="2644606" y="1926015"/>
                  </a:lnTo>
                  <a:lnTo>
                    <a:pt x="2636782" y="1926015"/>
                  </a:lnTo>
                  <a:lnTo>
                    <a:pt x="2628957" y="1926015"/>
                  </a:lnTo>
                  <a:lnTo>
                    <a:pt x="2621133" y="1926015"/>
                  </a:lnTo>
                  <a:lnTo>
                    <a:pt x="2613309" y="1926015"/>
                  </a:lnTo>
                  <a:lnTo>
                    <a:pt x="2605485" y="1926015"/>
                  </a:lnTo>
                  <a:lnTo>
                    <a:pt x="2597660" y="1926015"/>
                  </a:lnTo>
                  <a:lnTo>
                    <a:pt x="2589836" y="1926015"/>
                  </a:lnTo>
                  <a:lnTo>
                    <a:pt x="2582012" y="1926015"/>
                  </a:lnTo>
                  <a:lnTo>
                    <a:pt x="2574187" y="1926015"/>
                  </a:lnTo>
                  <a:lnTo>
                    <a:pt x="2566363" y="1926015"/>
                  </a:lnTo>
                  <a:lnTo>
                    <a:pt x="2558539" y="1926015"/>
                  </a:lnTo>
                  <a:lnTo>
                    <a:pt x="2550715" y="1926015"/>
                  </a:lnTo>
                  <a:lnTo>
                    <a:pt x="2542890" y="1926015"/>
                  </a:lnTo>
                  <a:lnTo>
                    <a:pt x="2535066" y="1926015"/>
                  </a:lnTo>
                  <a:lnTo>
                    <a:pt x="2527242" y="1926015"/>
                  </a:lnTo>
                  <a:lnTo>
                    <a:pt x="2519417" y="1926015"/>
                  </a:lnTo>
                  <a:lnTo>
                    <a:pt x="2511593" y="1926015"/>
                  </a:lnTo>
                  <a:lnTo>
                    <a:pt x="2503769" y="1926015"/>
                  </a:lnTo>
                  <a:lnTo>
                    <a:pt x="2495945" y="1926015"/>
                  </a:lnTo>
                  <a:lnTo>
                    <a:pt x="2488120" y="1926015"/>
                  </a:lnTo>
                  <a:lnTo>
                    <a:pt x="2480296" y="1926015"/>
                  </a:lnTo>
                  <a:lnTo>
                    <a:pt x="2472472" y="1926015"/>
                  </a:lnTo>
                  <a:lnTo>
                    <a:pt x="2464647" y="1926015"/>
                  </a:lnTo>
                  <a:lnTo>
                    <a:pt x="2456823" y="1926015"/>
                  </a:lnTo>
                  <a:lnTo>
                    <a:pt x="2448999" y="1926015"/>
                  </a:lnTo>
                  <a:lnTo>
                    <a:pt x="2441175" y="1926015"/>
                  </a:lnTo>
                  <a:lnTo>
                    <a:pt x="2433350" y="1926015"/>
                  </a:lnTo>
                  <a:lnTo>
                    <a:pt x="2425526" y="1926015"/>
                  </a:lnTo>
                  <a:lnTo>
                    <a:pt x="2417702" y="1926015"/>
                  </a:lnTo>
                  <a:lnTo>
                    <a:pt x="2409878" y="1926015"/>
                  </a:lnTo>
                  <a:lnTo>
                    <a:pt x="2402053" y="1926015"/>
                  </a:lnTo>
                  <a:lnTo>
                    <a:pt x="2394229" y="1926015"/>
                  </a:lnTo>
                  <a:lnTo>
                    <a:pt x="2386405" y="1926015"/>
                  </a:lnTo>
                  <a:lnTo>
                    <a:pt x="2378580" y="1926015"/>
                  </a:lnTo>
                  <a:lnTo>
                    <a:pt x="2370756" y="1926015"/>
                  </a:lnTo>
                  <a:lnTo>
                    <a:pt x="2362932" y="1926015"/>
                  </a:lnTo>
                  <a:lnTo>
                    <a:pt x="2355108" y="1926015"/>
                  </a:lnTo>
                  <a:lnTo>
                    <a:pt x="2347283" y="1926015"/>
                  </a:lnTo>
                  <a:lnTo>
                    <a:pt x="2339459" y="1926015"/>
                  </a:lnTo>
                  <a:lnTo>
                    <a:pt x="2331635" y="1926015"/>
                  </a:lnTo>
                  <a:lnTo>
                    <a:pt x="2323810" y="1926015"/>
                  </a:lnTo>
                  <a:lnTo>
                    <a:pt x="2315986" y="1926015"/>
                  </a:lnTo>
                  <a:lnTo>
                    <a:pt x="2308162" y="1926015"/>
                  </a:lnTo>
                  <a:lnTo>
                    <a:pt x="2300338" y="1926015"/>
                  </a:lnTo>
                  <a:lnTo>
                    <a:pt x="2292513" y="1926015"/>
                  </a:lnTo>
                  <a:lnTo>
                    <a:pt x="2284689" y="1926015"/>
                  </a:lnTo>
                  <a:lnTo>
                    <a:pt x="2276865" y="1926015"/>
                  </a:lnTo>
                  <a:lnTo>
                    <a:pt x="2269040" y="1926015"/>
                  </a:lnTo>
                  <a:lnTo>
                    <a:pt x="2261216" y="1926015"/>
                  </a:lnTo>
                  <a:lnTo>
                    <a:pt x="2253392" y="1926015"/>
                  </a:lnTo>
                  <a:lnTo>
                    <a:pt x="2245568" y="1926015"/>
                  </a:lnTo>
                  <a:lnTo>
                    <a:pt x="2237743" y="1926015"/>
                  </a:lnTo>
                  <a:lnTo>
                    <a:pt x="2229919" y="1926015"/>
                  </a:lnTo>
                  <a:lnTo>
                    <a:pt x="2222095" y="1926015"/>
                  </a:lnTo>
                  <a:lnTo>
                    <a:pt x="2214271" y="1926015"/>
                  </a:lnTo>
                  <a:lnTo>
                    <a:pt x="2206446" y="1926015"/>
                  </a:lnTo>
                  <a:lnTo>
                    <a:pt x="2198622" y="1926015"/>
                  </a:lnTo>
                  <a:lnTo>
                    <a:pt x="2190798" y="1926015"/>
                  </a:lnTo>
                  <a:lnTo>
                    <a:pt x="2182973" y="1926015"/>
                  </a:lnTo>
                  <a:lnTo>
                    <a:pt x="2175149" y="1926015"/>
                  </a:lnTo>
                  <a:lnTo>
                    <a:pt x="2167325" y="1926015"/>
                  </a:lnTo>
                  <a:lnTo>
                    <a:pt x="2159501" y="1926015"/>
                  </a:lnTo>
                  <a:lnTo>
                    <a:pt x="2151676" y="1926015"/>
                  </a:lnTo>
                  <a:lnTo>
                    <a:pt x="2143852" y="1926015"/>
                  </a:lnTo>
                  <a:lnTo>
                    <a:pt x="2136028" y="1926015"/>
                  </a:lnTo>
                  <a:lnTo>
                    <a:pt x="2128203" y="1926015"/>
                  </a:lnTo>
                  <a:lnTo>
                    <a:pt x="2120379" y="1926015"/>
                  </a:lnTo>
                  <a:lnTo>
                    <a:pt x="2112555" y="1926015"/>
                  </a:lnTo>
                  <a:lnTo>
                    <a:pt x="2104731" y="1926015"/>
                  </a:lnTo>
                  <a:lnTo>
                    <a:pt x="2096906" y="1926015"/>
                  </a:lnTo>
                  <a:lnTo>
                    <a:pt x="2089082" y="1926015"/>
                  </a:lnTo>
                  <a:lnTo>
                    <a:pt x="2081258" y="1926015"/>
                  </a:lnTo>
                  <a:lnTo>
                    <a:pt x="2073434" y="1926015"/>
                  </a:lnTo>
                  <a:lnTo>
                    <a:pt x="2065609" y="1926015"/>
                  </a:lnTo>
                  <a:lnTo>
                    <a:pt x="2057785" y="1926015"/>
                  </a:lnTo>
                  <a:lnTo>
                    <a:pt x="2049961" y="1926015"/>
                  </a:lnTo>
                  <a:lnTo>
                    <a:pt x="2042136" y="1926015"/>
                  </a:lnTo>
                  <a:lnTo>
                    <a:pt x="2034312" y="1926015"/>
                  </a:lnTo>
                  <a:lnTo>
                    <a:pt x="2026488" y="1926015"/>
                  </a:lnTo>
                  <a:lnTo>
                    <a:pt x="2018664" y="1926015"/>
                  </a:lnTo>
                  <a:lnTo>
                    <a:pt x="2010839" y="1926015"/>
                  </a:lnTo>
                  <a:lnTo>
                    <a:pt x="2003015" y="1926015"/>
                  </a:lnTo>
                  <a:lnTo>
                    <a:pt x="1995191" y="1926015"/>
                  </a:lnTo>
                  <a:lnTo>
                    <a:pt x="1987366" y="1926015"/>
                  </a:lnTo>
                  <a:lnTo>
                    <a:pt x="1979542" y="1926015"/>
                  </a:lnTo>
                  <a:lnTo>
                    <a:pt x="1971718" y="1926015"/>
                  </a:lnTo>
                  <a:lnTo>
                    <a:pt x="1963894" y="1926015"/>
                  </a:lnTo>
                  <a:lnTo>
                    <a:pt x="1956069" y="1926015"/>
                  </a:lnTo>
                  <a:lnTo>
                    <a:pt x="1948245" y="1926015"/>
                  </a:lnTo>
                  <a:lnTo>
                    <a:pt x="1940421" y="1926015"/>
                  </a:lnTo>
                  <a:lnTo>
                    <a:pt x="1932596" y="1926015"/>
                  </a:lnTo>
                  <a:lnTo>
                    <a:pt x="1924772" y="1926015"/>
                  </a:lnTo>
                  <a:lnTo>
                    <a:pt x="1916948" y="1926015"/>
                  </a:lnTo>
                  <a:lnTo>
                    <a:pt x="1909124" y="1926015"/>
                  </a:lnTo>
                  <a:lnTo>
                    <a:pt x="1901299" y="1926015"/>
                  </a:lnTo>
                  <a:lnTo>
                    <a:pt x="1893475" y="1926015"/>
                  </a:lnTo>
                  <a:lnTo>
                    <a:pt x="1885651" y="1926015"/>
                  </a:lnTo>
                  <a:lnTo>
                    <a:pt x="1877827" y="1926015"/>
                  </a:lnTo>
                  <a:lnTo>
                    <a:pt x="1870002" y="1926015"/>
                  </a:lnTo>
                  <a:lnTo>
                    <a:pt x="1862178" y="1926015"/>
                  </a:lnTo>
                  <a:lnTo>
                    <a:pt x="1854354" y="1926015"/>
                  </a:lnTo>
                  <a:lnTo>
                    <a:pt x="1846529" y="1926015"/>
                  </a:lnTo>
                  <a:lnTo>
                    <a:pt x="1838705" y="1926015"/>
                  </a:lnTo>
                  <a:lnTo>
                    <a:pt x="1830881" y="1926015"/>
                  </a:lnTo>
                  <a:lnTo>
                    <a:pt x="1823057" y="1926015"/>
                  </a:lnTo>
                  <a:lnTo>
                    <a:pt x="1815232" y="1926015"/>
                  </a:lnTo>
                  <a:lnTo>
                    <a:pt x="1807408" y="1926015"/>
                  </a:lnTo>
                  <a:lnTo>
                    <a:pt x="1799584" y="1926015"/>
                  </a:lnTo>
                  <a:lnTo>
                    <a:pt x="1791759" y="1926015"/>
                  </a:lnTo>
                  <a:lnTo>
                    <a:pt x="1783935" y="1926015"/>
                  </a:lnTo>
                  <a:lnTo>
                    <a:pt x="1776111" y="1926015"/>
                  </a:lnTo>
                  <a:lnTo>
                    <a:pt x="1768287" y="1926015"/>
                  </a:lnTo>
                  <a:lnTo>
                    <a:pt x="1760462" y="1926015"/>
                  </a:lnTo>
                  <a:lnTo>
                    <a:pt x="1752638" y="1926015"/>
                  </a:lnTo>
                  <a:lnTo>
                    <a:pt x="1744814" y="1926015"/>
                  </a:lnTo>
                  <a:lnTo>
                    <a:pt x="1736990" y="1926015"/>
                  </a:lnTo>
                  <a:lnTo>
                    <a:pt x="1729165" y="1926015"/>
                  </a:lnTo>
                  <a:lnTo>
                    <a:pt x="1721341" y="1926015"/>
                  </a:lnTo>
                  <a:lnTo>
                    <a:pt x="1713517" y="1926015"/>
                  </a:lnTo>
                  <a:lnTo>
                    <a:pt x="1705692" y="1926015"/>
                  </a:lnTo>
                  <a:lnTo>
                    <a:pt x="1697868" y="1926015"/>
                  </a:lnTo>
                  <a:lnTo>
                    <a:pt x="1690044" y="1926015"/>
                  </a:lnTo>
                  <a:lnTo>
                    <a:pt x="1682220" y="1926015"/>
                  </a:lnTo>
                  <a:lnTo>
                    <a:pt x="1674395" y="1926015"/>
                  </a:lnTo>
                  <a:lnTo>
                    <a:pt x="1666571" y="1926015"/>
                  </a:lnTo>
                  <a:lnTo>
                    <a:pt x="1658747" y="1926015"/>
                  </a:lnTo>
                  <a:lnTo>
                    <a:pt x="1650922" y="1926015"/>
                  </a:lnTo>
                  <a:lnTo>
                    <a:pt x="1643098" y="1926015"/>
                  </a:lnTo>
                  <a:lnTo>
                    <a:pt x="1635274" y="1926015"/>
                  </a:lnTo>
                  <a:lnTo>
                    <a:pt x="1627450" y="1926015"/>
                  </a:lnTo>
                  <a:lnTo>
                    <a:pt x="1619625" y="1926015"/>
                  </a:lnTo>
                  <a:lnTo>
                    <a:pt x="1611801" y="1926015"/>
                  </a:lnTo>
                  <a:lnTo>
                    <a:pt x="1603977" y="1926015"/>
                  </a:lnTo>
                  <a:lnTo>
                    <a:pt x="1596152" y="1926015"/>
                  </a:lnTo>
                  <a:lnTo>
                    <a:pt x="1588328" y="1926015"/>
                  </a:lnTo>
                  <a:lnTo>
                    <a:pt x="1580504" y="1926015"/>
                  </a:lnTo>
                  <a:lnTo>
                    <a:pt x="1572680" y="1926015"/>
                  </a:lnTo>
                  <a:lnTo>
                    <a:pt x="1564855" y="1926015"/>
                  </a:lnTo>
                  <a:lnTo>
                    <a:pt x="1557031" y="1926015"/>
                  </a:lnTo>
                  <a:lnTo>
                    <a:pt x="1549207" y="1926015"/>
                  </a:lnTo>
                  <a:lnTo>
                    <a:pt x="1541383" y="1926015"/>
                  </a:lnTo>
                  <a:lnTo>
                    <a:pt x="1533558" y="1926015"/>
                  </a:lnTo>
                  <a:lnTo>
                    <a:pt x="1525734" y="1926015"/>
                  </a:lnTo>
                  <a:lnTo>
                    <a:pt x="1517910" y="1926015"/>
                  </a:lnTo>
                  <a:lnTo>
                    <a:pt x="1510085" y="1926015"/>
                  </a:lnTo>
                  <a:lnTo>
                    <a:pt x="1502261" y="1926015"/>
                  </a:lnTo>
                  <a:lnTo>
                    <a:pt x="1494437" y="1926015"/>
                  </a:lnTo>
                  <a:lnTo>
                    <a:pt x="1486613" y="1926015"/>
                  </a:lnTo>
                  <a:lnTo>
                    <a:pt x="1478788" y="1926015"/>
                  </a:lnTo>
                  <a:lnTo>
                    <a:pt x="1470964" y="1926015"/>
                  </a:lnTo>
                  <a:lnTo>
                    <a:pt x="1463140" y="1926015"/>
                  </a:lnTo>
                  <a:lnTo>
                    <a:pt x="1455315" y="1926015"/>
                  </a:lnTo>
                  <a:lnTo>
                    <a:pt x="1447491" y="1926015"/>
                  </a:lnTo>
                  <a:lnTo>
                    <a:pt x="1439667" y="1926015"/>
                  </a:lnTo>
                  <a:lnTo>
                    <a:pt x="1431843" y="1926015"/>
                  </a:lnTo>
                  <a:lnTo>
                    <a:pt x="1424018" y="1926015"/>
                  </a:lnTo>
                  <a:lnTo>
                    <a:pt x="1416194" y="1926015"/>
                  </a:lnTo>
                  <a:lnTo>
                    <a:pt x="1408370" y="1926015"/>
                  </a:lnTo>
                  <a:lnTo>
                    <a:pt x="1400545" y="1926015"/>
                  </a:lnTo>
                  <a:lnTo>
                    <a:pt x="1392721" y="1926015"/>
                  </a:lnTo>
                  <a:lnTo>
                    <a:pt x="1384897" y="1926015"/>
                  </a:lnTo>
                  <a:lnTo>
                    <a:pt x="1377073" y="1926015"/>
                  </a:lnTo>
                  <a:lnTo>
                    <a:pt x="1369248" y="1926015"/>
                  </a:lnTo>
                  <a:lnTo>
                    <a:pt x="1361424" y="1926015"/>
                  </a:lnTo>
                  <a:lnTo>
                    <a:pt x="1353600" y="1926015"/>
                  </a:lnTo>
                  <a:lnTo>
                    <a:pt x="1345776" y="1926015"/>
                  </a:lnTo>
                  <a:lnTo>
                    <a:pt x="1337951" y="1926015"/>
                  </a:lnTo>
                  <a:lnTo>
                    <a:pt x="1330127" y="1926015"/>
                  </a:lnTo>
                  <a:lnTo>
                    <a:pt x="1322303" y="1926015"/>
                  </a:lnTo>
                  <a:lnTo>
                    <a:pt x="1314478" y="1926015"/>
                  </a:lnTo>
                  <a:lnTo>
                    <a:pt x="1306654" y="1926015"/>
                  </a:lnTo>
                  <a:lnTo>
                    <a:pt x="1298830" y="1926015"/>
                  </a:lnTo>
                  <a:lnTo>
                    <a:pt x="1291006" y="1926015"/>
                  </a:lnTo>
                  <a:lnTo>
                    <a:pt x="1283181" y="1926015"/>
                  </a:lnTo>
                  <a:lnTo>
                    <a:pt x="1275357" y="1926015"/>
                  </a:lnTo>
                  <a:lnTo>
                    <a:pt x="1267533" y="1926015"/>
                  </a:lnTo>
                  <a:lnTo>
                    <a:pt x="1259708" y="1926015"/>
                  </a:lnTo>
                  <a:lnTo>
                    <a:pt x="1251884" y="1926015"/>
                  </a:lnTo>
                  <a:lnTo>
                    <a:pt x="1244060" y="1926015"/>
                  </a:lnTo>
                  <a:lnTo>
                    <a:pt x="1236236" y="1926015"/>
                  </a:lnTo>
                  <a:lnTo>
                    <a:pt x="1228411" y="1926015"/>
                  </a:lnTo>
                  <a:lnTo>
                    <a:pt x="1220587" y="1926015"/>
                  </a:lnTo>
                  <a:lnTo>
                    <a:pt x="1212763" y="1926015"/>
                  </a:lnTo>
                  <a:lnTo>
                    <a:pt x="1204939" y="1926015"/>
                  </a:lnTo>
                  <a:lnTo>
                    <a:pt x="1197114" y="1926015"/>
                  </a:lnTo>
                  <a:lnTo>
                    <a:pt x="1189290" y="1926015"/>
                  </a:lnTo>
                  <a:lnTo>
                    <a:pt x="1181466" y="1926015"/>
                  </a:lnTo>
                  <a:lnTo>
                    <a:pt x="1173641" y="1926015"/>
                  </a:lnTo>
                  <a:lnTo>
                    <a:pt x="1165817" y="1926015"/>
                  </a:lnTo>
                  <a:lnTo>
                    <a:pt x="1157993" y="1926015"/>
                  </a:lnTo>
                  <a:lnTo>
                    <a:pt x="1150169" y="1926015"/>
                  </a:lnTo>
                  <a:lnTo>
                    <a:pt x="1142344" y="1926015"/>
                  </a:lnTo>
                  <a:lnTo>
                    <a:pt x="1134520" y="1926015"/>
                  </a:lnTo>
                  <a:lnTo>
                    <a:pt x="1126696" y="1926015"/>
                  </a:lnTo>
                  <a:lnTo>
                    <a:pt x="1118871" y="1926015"/>
                  </a:lnTo>
                  <a:lnTo>
                    <a:pt x="1111047" y="1926015"/>
                  </a:lnTo>
                  <a:lnTo>
                    <a:pt x="1103223" y="1926015"/>
                  </a:lnTo>
                  <a:lnTo>
                    <a:pt x="1095399" y="1926015"/>
                  </a:lnTo>
                  <a:lnTo>
                    <a:pt x="1087574" y="1926015"/>
                  </a:lnTo>
                  <a:lnTo>
                    <a:pt x="1079750" y="1926015"/>
                  </a:lnTo>
                  <a:lnTo>
                    <a:pt x="1071926" y="1926015"/>
                  </a:lnTo>
                  <a:lnTo>
                    <a:pt x="1064101" y="1926015"/>
                  </a:lnTo>
                  <a:lnTo>
                    <a:pt x="1056277" y="1926015"/>
                  </a:lnTo>
                  <a:lnTo>
                    <a:pt x="1048453" y="1926015"/>
                  </a:lnTo>
                  <a:lnTo>
                    <a:pt x="1040629" y="1926015"/>
                  </a:lnTo>
                  <a:lnTo>
                    <a:pt x="1032804" y="1926015"/>
                  </a:lnTo>
                  <a:lnTo>
                    <a:pt x="1024980" y="1926015"/>
                  </a:lnTo>
                  <a:lnTo>
                    <a:pt x="1017156" y="1926015"/>
                  </a:lnTo>
                  <a:lnTo>
                    <a:pt x="1009332" y="1926015"/>
                  </a:lnTo>
                  <a:lnTo>
                    <a:pt x="1001507" y="1926015"/>
                  </a:lnTo>
                  <a:lnTo>
                    <a:pt x="993683" y="1926015"/>
                  </a:lnTo>
                  <a:lnTo>
                    <a:pt x="985859" y="1926015"/>
                  </a:lnTo>
                  <a:lnTo>
                    <a:pt x="978034" y="1926015"/>
                  </a:lnTo>
                  <a:lnTo>
                    <a:pt x="970210" y="1926015"/>
                  </a:lnTo>
                  <a:lnTo>
                    <a:pt x="962386" y="1926015"/>
                  </a:lnTo>
                  <a:lnTo>
                    <a:pt x="954562" y="1926015"/>
                  </a:lnTo>
                  <a:lnTo>
                    <a:pt x="946737" y="1926015"/>
                  </a:lnTo>
                  <a:lnTo>
                    <a:pt x="938913" y="1926015"/>
                  </a:lnTo>
                  <a:lnTo>
                    <a:pt x="931089" y="1926015"/>
                  </a:lnTo>
                  <a:lnTo>
                    <a:pt x="923264" y="1926015"/>
                  </a:lnTo>
                  <a:lnTo>
                    <a:pt x="915440" y="1926015"/>
                  </a:lnTo>
                  <a:lnTo>
                    <a:pt x="907616" y="1926015"/>
                  </a:lnTo>
                  <a:lnTo>
                    <a:pt x="899792" y="1926015"/>
                  </a:lnTo>
                  <a:lnTo>
                    <a:pt x="891967" y="1926015"/>
                  </a:lnTo>
                  <a:lnTo>
                    <a:pt x="884143" y="1926015"/>
                  </a:lnTo>
                  <a:lnTo>
                    <a:pt x="876319" y="1926015"/>
                  </a:lnTo>
                  <a:lnTo>
                    <a:pt x="868495" y="1926015"/>
                  </a:lnTo>
                  <a:lnTo>
                    <a:pt x="860670" y="1926015"/>
                  </a:lnTo>
                  <a:lnTo>
                    <a:pt x="852846" y="1926015"/>
                  </a:lnTo>
                  <a:lnTo>
                    <a:pt x="845022" y="1926015"/>
                  </a:lnTo>
                  <a:lnTo>
                    <a:pt x="837197" y="1926015"/>
                  </a:lnTo>
                  <a:lnTo>
                    <a:pt x="829373" y="1926015"/>
                  </a:lnTo>
                  <a:lnTo>
                    <a:pt x="821549" y="1926015"/>
                  </a:lnTo>
                  <a:lnTo>
                    <a:pt x="813725" y="1926015"/>
                  </a:lnTo>
                  <a:lnTo>
                    <a:pt x="805900" y="1926015"/>
                  </a:lnTo>
                  <a:lnTo>
                    <a:pt x="798076" y="1926015"/>
                  </a:lnTo>
                  <a:lnTo>
                    <a:pt x="790252" y="1926015"/>
                  </a:lnTo>
                  <a:lnTo>
                    <a:pt x="782427" y="1926015"/>
                  </a:lnTo>
                  <a:lnTo>
                    <a:pt x="774603" y="1926015"/>
                  </a:lnTo>
                  <a:lnTo>
                    <a:pt x="766779" y="1926015"/>
                  </a:lnTo>
                  <a:lnTo>
                    <a:pt x="758955" y="1926015"/>
                  </a:lnTo>
                  <a:lnTo>
                    <a:pt x="751130" y="1926015"/>
                  </a:lnTo>
                  <a:lnTo>
                    <a:pt x="743306" y="1926015"/>
                  </a:lnTo>
                  <a:lnTo>
                    <a:pt x="735482" y="1926015"/>
                  </a:lnTo>
                  <a:lnTo>
                    <a:pt x="727657" y="1926015"/>
                  </a:lnTo>
                  <a:lnTo>
                    <a:pt x="719833" y="1926015"/>
                  </a:lnTo>
                  <a:lnTo>
                    <a:pt x="712009" y="1926015"/>
                  </a:lnTo>
                  <a:lnTo>
                    <a:pt x="704185" y="1926015"/>
                  </a:lnTo>
                  <a:lnTo>
                    <a:pt x="696360" y="1926015"/>
                  </a:lnTo>
                  <a:lnTo>
                    <a:pt x="688536" y="1926015"/>
                  </a:lnTo>
                  <a:lnTo>
                    <a:pt x="680712" y="1926015"/>
                  </a:lnTo>
                  <a:lnTo>
                    <a:pt x="672888" y="1926015"/>
                  </a:lnTo>
                  <a:lnTo>
                    <a:pt x="665063" y="1926015"/>
                  </a:lnTo>
                  <a:lnTo>
                    <a:pt x="657239" y="1926015"/>
                  </a:lnTo>
                  <a:lnTo>
                    <a:pt x="649415" y="1926015"/>
                  </a:lnTo>
                  <a:lnTo>
                    <a:pt x="641590" y="1926015"/>
                  </a:lnTo>
                  <a:lnTo>
                    <a:pt x="633766" y="1926015"/>
                  </a:lnTo>
                  <a:lnTo>
                    <a:pt x="625942" y="1926015"/>
                  </a:lnTo>
                  <a:lnTo>
                    <a:pt x="618118" y="1926015"/>
                  </a:lnTo>
                  <a:lnTo>
                    <a:pt x="610293" y="1926015"/>
                  </a:lnTo>
                  <a:lnTo>
                    <a:pt x="602469" y="1926015"/>
                  </a:lnTo>
                  <a:lnTo>
                    <a:pt x="594645" y="1926015"/>
                  </a:lnTo>
                  <a:lnTo>
                    <a:pt x="586820" y="1926015"/>
                  </a:lnTo>
                  <a:lnTo>
                    <a:pt x="578996" y="1926015"/>
                  </a:lnTo>
                  <a:lnTo>
                    <a:pt x="571172" y="1926015"/>
                  </a:lnTo>
                  <a:lnTo>
                    <a:pt x="563348" y="1926015"/>
                  </a:lnTo>
                  <a:lnTo>
                    <a:pt x="555523" y="1926015"/>
                  </a:lnTo>
                  <a:lnTo>
                    <a:pt x="547699" y="1926015"/>
                  </a:lnTo>
                  <a:lnTo>
                    <a:pt x="539875" y="1926015"/>
                  </a:lnTo>
                  <a:lnTo>
                    <a:pt x="532050" y="1926015"/>
                  </a:lnTo>
                  <a:lnTo>
                    <a:pt x="524226" y="1926015"/>
                  </a:lnTo>
                  <a:lnTo>
                    <a:pt x="516402" y="1926015"/>
                  </a:lnTo>
                  <a:lnTo>
                    <a:pt x="508578" y="1926015"/>
                  </a:lnTo>
                  <a:lnTo>
                    <a:pt x="500753" y="1926015"/>
                  </a:lnTo>
                  <a:lnTo>
                    <a:pt x="492929" y="1926015"/>
                  </a:lnTo>
                  <a:lnTo>
                    <a:pt x="485105" y="1926015"/>
                  </a:lnTo>
                  <a:lnTo>
                    <a:pt x="477281" y="1926015"/>
                  </a:lnTo>
                  <a:lnTo>
                    <a:pt x="469456" y="1926015"/>
                  </a:lnTo>
                  <a:lnTo>
                    <a:pt x="461632" y="1926015"/>
                  </a:lnTo>
                  <a:lnTo>
                    <a:pt x="453808" y="1926015"/>
                  </a:lnTo>
                  <a:lnTo>
                    <a:pt x="445983" y="1926015"/>
                  </a:lnTo>
                  <a:lnTo>
                    <a:pt x="438159" y="1926015"/>
                  </a:lnTo>
                  <a:lnTo>
                    <a:pt x="430335" y="1926015"/>
                  </a:lnTo>
                  <a:lnTo>
                    <a:pt x="422511" y="1926015"/>
                  </a:lnTo>
                  <a:lnTo>
                    <a:pt x="414686" y="1926015"/>
                  </a:lnTo>
                  <a:lnTo>
                    <a:pt x="406862" y="1926015"/>
                  </a:lnTo>
                  <a:lnTo>
                    <a:pt x="399038" y="1926015"/>
                  </a:lnTo>
                  <a:lnTo>
                    <a:pt x="391213" y="1926015"/>
                  </a:lnTo>
                  <a:lnTo>
                    <a:pt x="383389" y="1926015"/>
                  </a:lnTo>
                  <a:lnTo>
                    <a:pt x="375565" y="1926015"/>
                  </a:lnTo>
                  <a:lnTo>
                    <a:pt x="367741" y="1926015"/>
                  </a:lnTo>
                  <a:lnTo>
                    <a:pt x="359916" y="1926015"/>
                  </a:lnTo>
                  <a:lnTo>
                    <a:pt x="352092" y="1926015"/>
                  </a:lnTo>
                  <a:lnTo>
                    <a:pt x="344268" y="1926015"/>
                  </a:lnTo>
                  <a:lnTo>
                    <a:pt x="336444" y="1926015"/>
                  </a:lnTo>
                  <a:lnTo>
                    <a:pt x="328619" y="1926015"/>
                  </a:lnTo>
                  <a:lnTo>
                    <a:pt x="320795" y="1926015"/>
                  </a:lnTo>
                  <a:lnTo>
                    <a:pt x="312971" y="1926015"/>
                  </a:lnTo>
                  <a:lnTo>
                    <a:pt x="305146" y="1926015"/>
                  </a:lnTo>
                  <a:lnTo>
                    <a:pt x="297322" y="1926015"/>
                  </a:lnTo>
                  <a:lnTo>
                    <a:pt x="289498" y="1926015"/>
                  </a:lnTo>
                  <a:lnTo>
                    <a:pt x="281674" y="1926015"/>
                  </a:lnTo>
                  <a:lnTo>
                    <a:pt x="273849" y="1926015"/>
                  </a:lnTo>
                  <a:lnTo>
                    <a:pt x="266025" y="1926015"/>
                  </a:lnTo>
                  <a:lnTo>
                    <a:pt x="258201" y="1926015"/>
                  </a:lnTo>
                  <a:lnTo>
                    <a:pt x="250376" y="1926015"/>
                  </a:lnTo>
                  <a:lnTo>
                    <a:pt x="242552" y="1926015"/>
                  </a:lnTo>
                  <a:lnTo>
                    <a:pt x="234728" y="1926015"/>
                  </a:lnTo>
                  <a:lnTo>
                    <a:pt x="226904" y="1926015"/>
                  </a:lnTo>
                  <a:lnTo>
                    <a:pt x="219079" y="1926015"/>
                  </a:lnTo>
                  <a:lnTo>
                    <a:pt x="211255" y="1926015"/>
                  </a:lnTo>
                  <a:lnTo>
                    <a:pt x="203431" y="1926015"/>
                  </a:lnTo>
                  <a:lnTo>
                    <a:pt x="195606" y="1926015"/>
                  </a:lnTo>
                  <a:lnTo>
                    <a:pt x="187782" y="1926015"/>
                  </a:lnTo>
                  <a:lnTo>
                    <a:pt x="179958" y="1926015"/>
                  </a:lnTo>
                  <a:lnTo>
                    <a:pt x="172134" y="1926015"/>
                  </a:lnTo>
                  <a:lnTo>
                    <a:pt x="164309" y="1926015"/>
                  </a:lnTo>
                  <a:lnTo>
                    <a:pt x="156485" y="1926015"/>
                  </a:lnTo>
                  <a:lnTo>
                    <a:pt x="148661" y="1926015"/>
                  </a:lnTo>
                  <a:lnTo>
                    <a:pt x="140837" y="1926015"/>
                  </a:lnTo>
                  <a:lnTo>
                    <a:pt x="133012" y="1926015"/>
                  </a:lnTo>
                  <a:lnTo>
                    <a:pt x="125188" y="1926015"/>
                  </a:lnTo>
                  <a:lnTo>
                    <a:pt x="117364" y="1926015"/>
                  </a:lnTo>
                  <a:lnTo>
                    <a:pt x="109539" y="1926015"/>
                  </a:lnTo>
                  <a:lnTo>
                    <a:pt x="101715" y="1926015"/>
                  </a:lnTo>
                  <a:lnTo>
                    <a:pt x="93891" y="1926015"/>
                  </a:lnTo>
                  <a:lnTo>
                    <a:pt x="86067" y="1926015"/>
                  </a:lnTo>
                  <a:lnTo>
                    <a:pt x="78242" y="1926015"/>
                  </a:lnTo>
                  <a:lnTo>
                    <a:pt x="70418" y="1926015"/>
                  </a:lnTo>
                  <a:lnTo>
                    <a:pt x="62594" y="1926015"/>
                  </a:lnTo>
                  <a:lnTo>
                    <a:pt x="54769" y="1926015"/>
                  </a:lnTo>
                  <a:lnTo>
                    <a:pt x="46945" y="1926015"/>
                  </a:lnTo>
                  <a:lnTo>
                    <a:pt x="39121" y="1926015"/>
                  </a:lnTo>
                  <a:lnTo>
                    <a:pt x="31297" y="1926015"/>
                  </a:lnTo>
                  <a:lnTo>
                    <a:pt x="23472" y="1926015"/>
                  </a:lnTo>
                  <a:lnTo>
                    <a:pt x="15648" y="1926015"/>
                  </a:lnTo>
                  <a:lnTo>
                    <a:pt x="7824" y="1926015"/>
                  </a:lnTo>
                  <a:lnTo>
                    <a:pt x="0" y="192601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7848093" y="2868716"/>
              <a:ext cx="3998206" cy="1926015"/>
            </a:xfrm>
            <a:custGeom>
              <a:avLst/>
              <a:pathLst>
                <a:path w="3998206" h="1926015">
                  <a:moveTo>
                    <a:pt x="0" y="1914101"/>
                  </a:moveTo>
                  <a:lnTo>
                    <a:pt x="7824" y="1912850"/>
                  </a:lnTo>
                  <a:lnTo>
                    <a:pt x="15648" y="1911537"/>
                  </a:lnTo>
                  <a:lnTo>
                    <a:pt x="23472" y="1910156"/>
                  </a:lnTo>
                  <a:lnTo>
                    <a:pt x="31297" y="1908722"/>
                  </a:lnTo>
                  <a:lnTo>
                    <a:pt x="39121" y="1907249"/>
                  </a:lnTo>
                  <a:lnTo>
                    <a:pt x="46945" y="1905745"/>
                  </a:lnTo>
                  <a:lnTo>
                    <a:pt x="54769" y="1904218"/>
                  </a:lnTo>
                  <a:lnTo>
                    <a:pt x="62594" y="1902681"/>
                  </a:lnTo>
                  <a:lnTo>
                    <a:pt x="70418" y="1901149"/>
                  </a:lnTo>
                  <a:lnTo>
                    <a:pt x="78242" y="1899637"/>
                  </a:lnTo>
                  <a:lnTo>
                    <a:pt x="86067" y="1898156"/>
                  </a:lnTo>
                  <a:lnTo>
                    <a:pt x="93891" y="1896719"/>
                  </a:lnTo>
                  <a:lnTo>
                    <a:pt x="101715" y="1895336"/>
                  </a:lnTo>
                  <a:lnTo>
                    <a:pt x="109539" y="1894044"/>
                  </a:lnTo>
                  <a:lnTo>
                    <a:pt x="117364" y="1892841"/>
                  </a:lnTo>
                  <a:lnTo>
                    <a:pt x="125188" y="1891733"/>
                  </a:lnTo>
                  <a:lnTo>
                    <a:pt x="133012" y="1890729"/>
                  </a:lnTo>
                  <a:lnTo>
                    <a:pt x="140837" y="1889837"/>
                  </a:lnTo>
                  <a:lnTo>
                    <a:pt x="148661" y="1889083"/>
                  </a:lnTo>
                  <a:lnTo>
                    <a:pt x="156485" y="1888471"/>
                  </a:lnTo>
                  <a:lnTo>
                    <a:pt x="164309" y="1887985"/>
                  </a:lnTo>
                  <a:lnTo>
                    <a:pt x="172134" y="1887624"/>
                  </a:lnTo>
                  <a:lnTo>
                    <a:pt x="179958" y="1887387"/>
                  </a:lnTo>
                  <a:lnTo>
                    <a:pt x="187782" y="1887275"/>
                  </a:lnTo>
                  <a:lnTo>
                    <a:pt x="195606" y="1887301"/>
                  </a:lnTo>
                  <a:lnTo>
                    <a:pt x="203431" y="1887427"/>
                  </a:lnTo>
                  <a:lnTo>
                    <a:pt x="211255" y="1887643"/>
                  </a:lnTo>
                  <a:lnTo>
                    <a:pt x="219079" y="1887937"/>
                  </a:lnTo>
                  <a:lnTo>
                    <a:pt x="226904" y="1888296"/>
                  </a:lnTo>
                  <a:lnTo>
                    <a:pt x="234728" y="1888715"/>
                  </a:lnTo>
                  <a:lnTo>
                    <a:pt x="242552" y="1889165"/>
                  </a:lnTo>
                  <a:lnTo>
                    <a:pt x="250376" y="1889627"/>
                  </a:lnTo>
                  <a:lnTo>
                    <a:pt x="258201" y="1890089"/>
                  </a:lnTo>
                  <a:lnTo>
                    <a:pt x="266025" y="1890536"/>
                  </a:lnTo>
                  <a:lnTo>
                    <a:pt x="273849" y="1890951"/>
                  </a:lnTo>
                  <a:lnTo>
                    <a:pt x="281674" y="1891311"/>
                  </a:lnTo>
                  <a:lnTo>
                    <a:pt x="289498" y="1891613"/>
                  </a:lnTo>
                  <a:lnTo>
                    <a:pt x="297322" y="1891849"/>
                  </a:lnTo>
                  <a:lnTo>
                    <a:pt x="305146" y="1892012"/>
                  </a:lnTo>
                  <a:lnTo>
                    <a:pt x="312971" y="1892098"/>
                  </a:lnTo>
                  <a:lnTo>
                    <a:pt x="320795" y="1892080"/>
                  </a:lnTo>
                  <a:lnTo>
                    <a:pt x="328619" y="1891981"/>
                  </a:lnTo>
                  <a:lnTo>
                    <a:pt x="336444" y="1891805"/>
                  </a:lnTo>
                  <a:lnTo>
                    <a:pt x="344268" y="1891556"/>
                  </a:lnTo>
                  <a:lnTo>
                    <a:pt x="352092" y="1891241"/>
                  </a:lnTo>
                  <a:lnTo>
                    <a:pt x="359916" y="1890860"/>
                  </a:lnTo>
                  <a:lnTo>
                    <a:pt x="367741" y="1890432"/>
                  </a:lnTo>
                  <a:lnTo>
                    <a:pt x="375565" y="1889975"/>
                  </a:lnTo>
                  <a:lnTo>
                    <a:pt x="383389" y="1889502"/>
                  </a:lnTo>
                  <a:lnTo>
                    <a:pt x="391213" y="1889025"/>
                  </a:lnTo>
                  <a:lnTo>
                    <a:pt x="399038" y="1888558"/>
                  </a:lnTo>
                  <a:lnTo>
                    <a:pt x="406862" y="1888128"/>
                  </a:lnTo>
                  <a:lnTo>
                    <a:pt x="414686" y="1887742"/>
                  </a:lnTo>
                  <a:lnTo>
                    <a:pt x="422511" y="1887412"/>
                  </a:lnTo>
                  <a:lnTo>
                    <a:pt x="430335" y="1887149"/>
                  </a:lnTo>
                  <a:lnTo>
                    <a:pt x="438159" y="1886962"/>
                  </a:lnTo>
                  <a:lnTo>
                    <a:pt x="445983" y="1886882"/>
                  </a:lnTo>
                  <a:lnTo>
                    <a:pt x="453808" y="1886899"/>
                  </a:lnTo>
                  <a:lnTo>
                    <a:pt x="461632" y="1887011"/>
                  </a:lnTo>
                  <a:lnTo>
                    <a:pt x="469456" y="1887218"/>
                  </a:lnTo>
                  <a:lnTo>
                    <a:pt x="477281" y="1887520"/>
                  </a:lnTo>
                  <a:lnTo>
                    <a:pt x="485105" y="1887925"/>
                  </a:lnTo>
                  <a:lnTo>
                    <a:pt x="492929" y="1888424"/>
                  </a:lnTo>
                  <a:lnTo>
                    <a:pt x="500753" y="1888995"/>
                  </a:lnTo>
                  <a:lnTo>
                    <a:pt x="508578" y="1889627"/>
                  </a:lnTo>
                  <a:lnTo>
                    <a:pt x="516402" y="1890308"/>
                  </a:lnTo>
                  <a:lnTo>
                    <a:pt x="524226" y="1891025"/>
                  </a:lnTo>
                  <a:lnTo>
                    <a:pt x="532050" y="1891763"/>
                  </a:lnTo>
                  <a:lnTo>
                    <a:pt x="539875" y="1892496"/>
                  </a:lnTo>
                  <a:lnTo>
                    <a:pt x="547699" y="1893207"/>
                  </a:lnTo>
                  <a:lnTo>
                    <a:pt x="555523" y="1893882"/>
                  </a:lnTo>
                  <a:lnTo>
                    <a:pt x="563348" y="1894505"/>
                  </a:lnTo>
                  <a:lnTo>
                    <a:pt x="571172" y="1895043"/>
                  </a:lnTo>
                  <a:lnTo>
                    <a:pt x="578996" y="1895482"/>
                  </a:lnTo>
                  <a:lnTo>
                    <a:pt x="586820" y="1895815"/>
                  </a:lnTo>
                  <a:lnTo>
                    <a:pt x="594645" y="1896034"/>
                  </a:lnTo>
                  <a:lnTo>
                    <a:pt x="602469" y="1896126"/>
                  </a:lnTo>
                  <a:lnTo>
                    <a:pt x="610293" y="1896074"/>
                  </a:lnTo>
                  <a:lnTo>
                    <a:pt x="618118" y="1895851"/>
                  </a:lnTo>
                  <a:lnTo>
                    <a:pt x="625942" y="1895481"/>
                  </a:lnTo>
                  <a:lnTo>
                    <a:pt x="633766" y="1894967"/>
                  </a:lnTo>
                  <a:lnTo>
                    <a:pt x="641590" y="1894309"/>
                  </a:lnTo>
                  <a:lnTo>
                    <a:pt x="649415" y="1893510"/>
                  </a:lnTo>
                  <a:lnTo>
                    <a:pt x="657239" y="1892544"/>
                  </a:lnTo>
                  <a:lnTo>
                    <a:pt x="665063" y="1891453"/>
                  </a:lnTo>
                  <a:lnTo>
                    <a:pt x="672888" y="1890252"/>
                  </a:lnTo>
                  <a:lnTo>
                    <a:pt x="680712" y="1888953"/>
                  </a:lnTo>
                  <a:lnTo>
                    <a:pt x="688536" y="1887568"/>
                  </a:lnTo>
                  <a:lnTo>
                    <a:pt x="696360" y="1886106"/>
                  </a:lnTo>
                  <a:lnTo>
                    <a:pt x="704185" y="1884590"/>
                  </a:lnTo>
                  <a:lnTo>
                    <a:pt x="712009" y="1883048"/>
                  </a:lnTo>
                  <a:lnTo>
                    <a:pt x="719833" y="1881494"/>
                  </a:lnTo>
                  <a:lnTo>
                    <a:pt x="727657" y="1879946"/>
                  </a:lnTo>
                  <a:lnTo>
                    <a:pt x="735482" y="1878421"/>
                  </a:lnTo>
                  <a:lnTo>
                    <a:pt x="743306" y="1876950"/>
                  </a:lnTo>
                  <a:lnTo>
                    <a:pt x="751130" y="1875544"/>
                  </a:lnTo>
                  <a:lnTo>
                    <a:pt x="758955" y="1874213"/>
                  </a:lnTo>
                  <a:lnTo>
                    <a:pt x="766779" y="1872969"/>
                  </a:lnTo>
                  <a:lnTo>
                    <a:pt x="774603" y="1871825"/>
                  </a:lnTo>
                  <a:lnTo>
                    <a:pt x="782427" y="1870814"/>
                  </a:lnTo>
                  <a:lnTo>
                    <a:pt x="790252" y="1869932"/>
                  </a:lnTo>
                  <a:lnTo>
                    <a:pt x="798076" y="1869175"/>
                  </a:lnTo>
                  <a:lnTo>
                    <a:pt x="805900" y="1868545"/>
                  </a:lnTo>
                  <a:lnTo>
                    <a:pt x="813725" y="1868043"/>
                  </a:lnTo>
                  <a:lnTo>
                    <a:pt x="821549" y="1867682"/>
                  </a:lnTo>
                  <a:lnTo>
                    <a:pt x="829373" y="1867470"/>
                  </a:lnTo>
                  <a:lnTo>
                    <a:pt x="837197" y="1867377"/>
                  </a:lnTo>
                  <a:lnTo>
                    <a:pt x="845022" y="1867396"/>
                  </a:lnTo>
                  <a:lnTo>
                    <a:pt x="852846" y="1867520"/>
                  </a:lnTo>
                  <a:lnTo>
                    <a:pt x="860670" y="1867742"/>
                  </a:lnTo>
                  <a:lnTo>
                    <a:pt x="868495" y="1868073"/>
                  </a:lnTo>
                  <a:lnTo>
                    <a:pt x="876319" y="1868474"/>
                  </a:lnTo>
                  <a:lnTo>
                    <a:pt x="884143" y="1868933"/>
                  </a:lnTo>
                  <a:lnTo>
                    <a:pt x="891967" y="1869441"/>
                  </a:lnTo>
                  <a:lnTo>
                    <a:pt x="899792" y="1869984"/>
                  </a:lnTo>
                  <a:lnTo>
                    <a:pt x="907616" y="1870552"/>
                  </a:lnTo>
                  <a:lnTo>
                    <a:pt x="915440" y="1871127"/>
                  </a:lnTo>
                  <a:lnTo>
                    <a:pt x="923264" y="1871694"/>
                  </a:lnTo>
                  <a:lnTo>
                    <a:pt x="931089" y="1872242"/>
                  </a:lnTo>
                  <a:lnTo>
                    <a:pt x="938913" y="1872762"/>
                  </a:lnTo>
                  <a:lnTo>
                    <a:pt x="946737" y="1873239"/>
                  </a:lnTo>
                  <a:lnTo>
                    <a:pt x="954562" y="1873651"/>
                  </a:lnTo>
                  <a:lnTo>
                    <a:pt x="962386" y="1873999"/>
                  </a:lnTo>
                  <a:lnTo>
                    <a:pt x="970210" y="1874275"/>
                  </a:lnTo>
                  <a:lnTo>
                    <a:pt x="978034" y="1874474"/>
                  </a:lnTo>
                  <a:lnTo>
                    <a:pt x="985859" y="1874587"/>
                  </a:lnTo>
                  <a:lnTo>
                    <a:pt x="993683" y="1874588"/>
                  </a:lnTo>
                  <a:lnTo>
                    <a:pt x="1001507" y="1874486"/>
                  </a:lnTo>
                  <a:lnTo>
                    <a:pt x="1009332" y="1874283"/>
                  </a:lnTo>
                  <a:lnTo>
                    <a:pt x="1017156" y="1873976"/>
                  </a:lnTo>
                  <a:lnTo>
                    <a:pt x="1024980" y="1873565"/>
                  </a:lnTo>
                  <a:lnTo>
                    <a:pt x="1032804" y="1873034"/>
                  </a:lnTo>
                  <a:lnTo>
                    <a:pt x="1040629" y="1872379"/>
                  </a:lnTo>
                  <a:lnTo>
                    <a:pt x="1048453" y="1871618"/>
                  </a:lnTo>
                  <a:lnTo>
                    <a:pt x="1056277" y="1870753"/>
                  </a:lnTo>
                  <a:lnTo>
                    <a:pt x="1064101" y="1869786"/>
                  </a:lnTo>
                  <a:lnTo>
                    <a:pt x="1071926" y="1868718"/>
                  </a:lnTo>
                  <a:lnTo>
                    <a:pt x="1079750" y="1867526"/>
                  </a:lnTo>
                  <a:lnTo>
                    <a:pt x="1087574" y="1866243"/>
                  </a:lnTo>
                  <a:lnTo>
                    <a:pt x="1095399" y="1864871"/>
                  </a:lnTo>
                  <a:lnTo>
                    <a:pt x="1103223" y="1863414"/>
                  </a:lnTo>
                  <a:lnTo>
                    <a:pt x="1111047" y="1861877"/>
                  </a:lnTo>
                  <a:lnTo>
                    <a:pt x="1118871" y="1860248"/>
                  </a:lnTo>
                  <a:lnTo>
                    <a:pt x="1126696" y="1858540"/>
                  </a:lnTo>
                  <a:lnTo>
                    <a:pt x="1134520" y="1856764"/>
                  </a:lnTo>
                  <a:lnTo>
                    <a:pt x="1142344" y="1854923"/>
                  </a:lnTo>
                  <a:lnTo>
                    <a:pt x="1150169" y="1853020"/>
                  </a:lnTo>
                  <a:lnTo>
                    <a:pt x="1157993" y="1851053"/>
                  </a:lnTo>
                  <a:lnTo>
                    <a:pt x="1165817" y="1849015"/>
                  </a:lnTo>
                  <a:lnTo>
                    <a:pt x="1173641" y="1846922"/>
                  </a:lnTo>
                  <a:lnTo>
                    <a:pt x="1181466" y="1844774"/>
                  </a:lnTo>
                  <a:lnTo>
                    <a:pt x="1189290" y="1842572"/>
                  </a:lnTo>
                  <a:lnTo>
                    <a:pt x="1197114" y="1840316"/>
                  </a:lnTo>
                  <a:lnTo>
                    <a:pt x="1204939" y="1837991"/>
                  </a:lnTo>
                  <a:lnTo>
                    <a:pt x="1212763" y="1835609"/>
                  </a:lnTo>
                  <a:lnTo>
                    <a:pt x="1220587" y="1833170"/>
                  </a:lnTo>
                  <a:lnTo>
                    <a:pt x="1228411" y="1830673"/>
                  </a:lnTo>
                  <a:lnTo>
                    <a:pt x="1236236" y="1828118"/>
                  </a:lnTo>
                  <a:lnTo>
                    <a:pt x="1244060" y="1825493"/>
                  </a:lnTo>
                  <a:lnTo>
                    <a:pt x="1251884" y="1822797"/>
                  </a:lnTo>
                  <a:lnTo>
                    <a:pt x="1259708" y="1820038"/>
                  </a:lnTo>
                  <a:lnTo>
                    <a:pt x="1267533" y="1817215"/>
                  </a:lnTo>
                  <a:lnTo>
                    <a:pt x="1275357" y="1814326"/>
                  </a:lnTo>
                  <a:lnTo>
                    <a:pt x="1283181" y="1811371"/>
                  </a:lnTo>
                  <a:lnTo>
                    <a:pt x="1291006" y="1808331"/>
                  </a:lnTo>
                  <a:lnTo>
                    <a:pt x="1298830" y="1805226"/>
                  </a:lnTo>
                  <a:lnTo>
                    <a:pt x="1306654" y="1802056"/>
                  </a:lnTo>
                  <a:lnTo>
                    <a:pt x="1314478" y="1798820"/>
                  </a:lnTo>
                  <a:lnTo>
                    <a:pt x="1322303" y="1795520"/>
                  </a:lnTo>
                  <a:lnTo>
                    <a:pt x="1330127" y="1792141"/>
                  </a:lnTo>
                  <a:lnTo>
                    <a:pt x="1337951" y="1788693"/>
                  </a:lnTo>
                  <a:lnTo>
                    <a:pt x="1345776" y="1785180"/>
                  </a:lnTo>
                  <a:lnTo>
                    <a:pt x="1353600" y="1781602"/>
                  </a:lnTo>
                  <a:lnTo>
                    <a:pt x="1361424" y="1777956"/>
                  </a:lnTo>
                  <a:lnTo>
                    <a:pt x="1369248" y="1774233"/>
                  </a:lnTo>
                  <a:lnTo>
                    <a:pt x="1377073" y="1770420"/>
                  </a:lnTo>
                  <a:lnTo>
                    <a:pt x="1384897" y="1766524"/>
                  </a:lnTo>
                  <a:lnTo>
                    <a:pt x="1392721" y="1762537"/>
                  </a:lnTo>
                  <a:lnTo>
                    <a:pt x="1400545" y="1758451"/>
                  </a:lnTo>
                  <a:lnTo>
                    <a:pt x="1408370" y="1754255"/>
                  </a:lnTo>
                  <a:lnTo>
                    <a:pt x="1416194" y="1749895"/>
                  </a:lnTo>
                  <a:lnTo>
                    <a:pt x="1424018" y="1745379"/>
                  </a:lnTo>
                  <a:lnTo>
                    <a:pt x="1431843" y="1740692"/>
                  </a:lnTo>
                  <a:lnTo>
                    <a:pt x="1439667" y="1735809"/>
                  </a:lnTo>
                  <a:lnTo>
                    <a:pt x="1447491" y="1730708"/>
                  </a:lnTo>
                  <a:lnTo>
                    <a:pt x="1455315" y="1725317"/>
                  </a:lnTo>
                  <a:lnTo>
                    <a:pt x="1463140" y="1719590"/>
                  </a:lnTo>
                  <a:lnTo>
                    <a:pt x="1470964" y="1713529"/>
                  </a:lnTo>
                  <a:lnTo>
                    <a:pt x="1478788" y="1707097"/>
                  </a:lnTo>
                  <a:lnTo>
                    <a:pt x="1486613" y="1700256"/>
                  </a:lnTo>
                  <a:lnTo>
                    <a:pt x="1494437" y="1692946"/>
                  </a:lnTo>
                  <a:lnTo>
                    <a:pt x="1502261" y="1684996"/>
                  </a:lnTo>
                  <a:lnTo>
                    <a:pt x="1510085" y="1676476"/>
                  </a:lnTo>
                  <a:lnTo>
                    <a:pt x="1517910" y="1667340"/>
                  </a:lnTo>
                  <a:lnTo>
                    <a:pt x="1525734" y="1657543"/>
                  </a:lnTo>
                  <a:lnTo>
                    <a:pt x="1533558" y="1647036"/>
                  </a:lnTo>
                  <a:lnTo>
                    <a:pt x="1541383" y="1635586"/>
                  </a:lnTo>
                  <a:lnTo>
                    <a:pt x="1549207" y="1623238"/>
                  </a:lnTo>
                  <a:lnTo>
                    <a:pt x="1557031" y="1610000"/>
                  </a:lnTo>
                  <a:lnTo>
                    <a:pt x="1564855" y="1595826"/>
                  </a:lnTo>
                  <a:lnTo>
                    <a:pt x="1572680" y="1580671"/>
                  </a:lnTo>
                  <a:lnTo>
                    <a:pt x="1580504" y="1564369"/>
                  </a:lnTo>
                  <a:lnTo>
                    <a:pt x="1588328" y="1546769"/>
                  </a:lnTo>
                  <a:lnTo>
                    <a:pt x="1596152" y="1528022"/>
                  </a:lnTo>
                  <a:lnTo>
                    <a:pt x="1603977" y="1508090"/>
                  </a:lnTo>
                  <a:lnTo>
                    <a:pt x="1611801" y="1486933"/>
                  </a:lnTo>
                  <a:lnTo>
                    <a:pt x="1619625" y="1464517"/>
                  </a:lnTo>
                  <a:lnTo>
                    <a:pt x="1627450" y="1440414"/>
                  </a:lnTo>
                  <a:lnTo>
                    <a:pt x="1635274" y="1414956"/>
                  </a:lnTo>
                  <a:lnTo>
                    <a:pt x="1643098" y="1388124"/>
                  </a:lnTo>
                  <a:lnTo>
                    <a:pt x="1650922" y="1359894"/>
                  </a:lnTo>
                  <a:lnTo>
                    <a:pt x="1658747" y="1330248"/>
                  </a:lnTo>
                  <a:lnTo>
                    <a:pt x="1666571" y="1298914"/>
                  </a:lnTo>
                  <a:lnTo>
                    <a:pt x="1674395" y="1265961"/>
                  </a:lnTo>
                  <a:lnTo>
                    <a:pt x="1682220" y="1231561"/>
                  </a:lnTo>
                  <a:lnTo>
                    <a:pt x="1690044" y="1195721"/>
                  </a:lnTo>
                  <a:lnTo>
                    <a:pt x="1697868" y="1158455"/>
                  </a:lnTo>
                  <a:lnTo>
                    <a:pt x="1705692" y="1119697"/>
                  </a:lnTo>
                  <a:lnTo>
                    <a:pt x="1713517" y="1079263"/>
                  </a:lnTo>
                  <a:lnTo>
                    <a:pt x="1721341" y="1037531"/>
                  </a:lnTo>
                  <a:lnTo>
                    <a:pt x="1729165" y="994563"/>
                  </a:lnTo>
                  <a:lnTo>
                    <a:pt x="1736990" y="950426"/>
                  </a:lnTo>
                  <a:lnTo>
                    <a:pt x="1744814" y="905202"/>
                  </a:lnTo>
                  <a:lnTo>
                    <a:pt x="1752638" y="858785"/>
                  </a:lnTo>
                  <a:lnTo>
                    <a:pt x="1760462" y="811529"/>
                  </a:lnTo>
                  <a:lnTo>
                    <a:pt x="1768287" y="763619"/>
                  </a:lnTo>
                  <a:lnTo>
                    <a:pt x="1776111" y="715199"/>
                  </a:lnTo>
                  <a:lnTo>
                    <a:pt x="1783935" y="666426"/>
                  </a:lnTo>
                  <a:lnTo>
                    <a:pt x="1791759" y="617481"/>
                  </a:lnTo>
                  <a:lnTo>
                    <a:pt x="1799584" y="568666"/>
                  </a:lnTo>
                  <a:lnTo>
                    <a:pt x="1807408" y="520212"/>
                  </a:lnTo>
                  <a:lnTo>
                    <a:pt x="1815232" y="472330"/>
                  </a:lnTo>
                  <a:lnTo>
                    <a:pt x="1823057" y="425240"/>
                  </a:lnTo>
                  <a:lnTo>
                    <a:pt x="1830881" y="379182"/>
                  </a:lnTo>
                  <a:lnTo>
                    <a:pt x="1838705" y="334847"/>
                  </a:lnTo>
                  <a:lnTo>
                    <a:pt x="1846529" y="292180"/>
                  </a:lnTo>
                  <a:lnTo>
                    <a:pt x="1854354" y="251410"/>
                  </a:lnTo>
                  <a:lnTo>
                    <a:pt x="1862178" y="212764"/>
                  </a:lnTo>
                  <a:lnTo>
                    <a:pt x="1870002" y="176461"/>
                  </a:lnTo>
                  <a:lnTo>
                    <a:pt x="1877827" y="143282"/>
                  </a:lnTo>
                  <a:lnTo>
                    <a:pt x="1885651" y="113279"/>
                  </a:lnTo>
                  <a:lnTo>
                    <a:pt x="1893475" y="86364"/>
                  </a:lnTo>
                  <a:lnTo>
                    <a:pt x="1901299" y="62691"/>
                  </a:lnTo>
                  <a:lnTo>
                    <a:pt x="1909124" y="42401"/>
                  </a:lnTo>
                  <a:lnTo>
                    <a:pt x="1916948" y="25913"/>
                  </a:lnTo>
                  <a:lnTo>
                    <a:pt x="1924772" y="13847"/>
                  </a:lnTo>
                  <a:lnTo>
                    <a:pt x="1932596" y="5494"/>
                  </a:lnTo>
                  <a:lnTo>
                    <a:pt x="1940421" y="878"/>
                  </a:lnTo>
                  <a:lnTo>
                    <a:pt x="1948245" y="0"/>
                  </a:lnTo>
                  <a:lnTo>
                    <a:pt x="1956069" y="2841"/>
                  </a:lnTo>
                  <a:lnTo>
                    <a:pt x="1963894" y="10282"/>
                  </a:lnTo>
                  <a:lnTo>
                    <a:pt x="1971718" y="21361"/>
                  </a:lnTo>
                  <a:lnTo>
                    <a:pt x="1979542" y="35831"/>
                  </a:lnTo>
                  <a:lnTo>
                    <a:pt x="1987366" y="53553"/>
                  </a:lnTo>
                  <a:lnTo>
                    <a:pt x="1995191" y="74368"/>
                  </a:lnTo>
                  <a:lnTo>
                    <a:pt x="2003015" y="98483"/>
                  </a:lnTo>
                  <a:lnTo>
                    <a:pt x="2010839" y="125569"/>
                  </a:lnTo>
                  <a:lnTo>
                    <a:pt x="2018664" y="154976"/>
                  </a:lnTo>
                  <a:lnTo>
                    <a:pt x="2026488" y="186473"/>
                  </a:lnTo>
                  <a:lnTo>
                    <a:pt x="2034312" y="219822"/>
                  </a:lnTo>
                  <a:lnTo>
                    <a:pt x="2042136" y="254822"/>
                  </a:lnTo>
                  <a:lnTo>
                    <a:pt x="2049961" y="291398"/>
                  </a:lnTo>
                  <a:lnTo>
                    <a:pt x="2057785" y="328887"/>
                  </a:lnTo>
                  <a:lnTo>
                    <a:pt x="2065609" y="367051"/>
                  </a:lnTo>
                  <a:lnTo>
                    <a:pt x="2073434" y="405658"/>
                  </a:lnTo>
                  <a:lnTo>
                    <a:pt x="2081258" y="444485"/>
                  </a:lnTo>
                  <a:lnTo>
                    <a:pt x="2089082" y="483242"/>
                  </a:lnTo>
                  <a:lnTo>
                    <a:pt x="2096906" y="521645"/>
                  </a:lnTo>
                  <a:lnTo>
                    <a:pt x="2104731" y="559528"/>
                  </a:lnTo>
                  <a:lnTo>
                    <a:pt x="2112555" y="596739"/>
                  </a:lnTo>
                  <a:lnTo>
                    <a:pt x="2120379" y="633139"/>
                  </a:lnTo>
                  <a:lnTo>
                    <a:pt x="2128203" y="668496"/>
                  </a:lnTo>
                  <a:lnTo>
                    <a:pt x="2136028" y="702562"/>
                  </a:lnTo>
                  <a:lnTo>
                    <a:pt x="2143852" y="735464"/>
                  </a:lnTo>
                  <a:lnTo>
                    <a:pt x="2151676" y="767158"/>
                  </a:lnTo>
                  <a:lnTo>
                    <a:pt x="2159501" y="797617"/>
                  </a:lnTo>
                  <a:lnTo>
                    <a:pt x="2167325" y="826829"/>
                  </a:lnTo>
                  <a:lnTo>
                    <a:pt x="2175149" y="854461"/>
                  </a:lnTo>
                  <a:lnTo>
                    <a:pt x="2182973" y="880892"/>
                  </a:lnTo>
                  <a:lnTo>
                    <a:pt x="2190798" y="906193"/>
                  </a:lnTo>
                  <a:lnTo>
                    <a:pt x="2198622" y="930427"/>
                  </a:lnTo>
                  <a:lnTo>
                    <a:pt x="2206446" y="953667"/>
                  </a:lnTo>
                  <a:lnTo>
                    <a:pt x="2214271" y="975870"/>
                  </a:lnTo>
                  <a:lnTo>
                    <a:pt x="2222095" y="997221"/>
                  </a:lnTo>
                  <a:lnTo>
                    <a:pt x="2229919" y="1017939"/>
                  </a:lnTo>
                  <a:lnTo>
                    <a:pt x="2237743" y="1038129"/>
                  </a:lnTo>
                  <a:lnTo>
                    <a:pt x="2245568" y="1057897"/>
                  </a:lnTo>
                  <a:lnTo>
                    <a:pt x="2253392" y="1077341"/>
                  </a:lnTo>
                  <a:lnTo>
                    <a:pt x="2261216" y="1096587"/>
                  </a:lnTo>
                  <a:lnTo>
                    <a:pt x="2269040" y="1115804"/>
                  </a:lnTo>
                  <a:lnTo>
                    <a:pt x="2276865" y="1135083"/>
                  </a:lnTo>
                  <a:lnTo>
                    <a:pt x="2284689" y="1154507"/>
                  </a:lnTo>
                  <a:lnTo>
                    <a:pt x="2292513" y="1174154"/>
                  </a:lnTo>
                  <a:lnTo>
                    <a:pt x="2300338" y="1194181"/>
                  </a:lnTo>
                  <a:lnTo>
                    <a:pt x="2308162" y="1214612"/>
                  </a:lnTo>
                  <a:lnTo>
                    <a:pt x="2315986" y="1235461"/>
                  </a:lnTo>
                  <a:lnTo>
                    <a:pt x="2323810" y="1256753"/>
                  </a:lnTo>
                  <a:lnTo>
                    <a:pt x="2331635" y="1278500"/>
                  </a:lnTo>
                  <a:lnTo>
                    <a:pt x="2339459" y="1300760"/>
                  </a:lnTo>
                  <a:lnTo>
                    <a:pt x="2347283" y="1323537"/>
                  </a:lnTo>
                  <a:lnTo>
                    <a:pt x="2355108" y="1346715"/>
                  </a:lnTo>
                  <a:lnTo>
                    <a:pt x="2362932" y="1370256"/>
                  </a:lnTo>
                  <a:lnTo>
                    <a:pt x="2370756" y="1394110"/>
                  </a:lnTo>
                  <a:lnTo>
                    <a:pt x="2378580" y="1418224"/>
                  </a:lnTo>
                  <a:lnTo>
                    <a:pt x="2386405" y="1442553"/>
                  </a:lnTo>
                  <a:lnTo>
                    <a:pt x="2394229" y="1466945"/>
                  </a:lnTo>
                  <a:lnTo>
                    <a:pt x="2402053" y="1491323"/>
                  </a:lnTo>
                  <a:lnTo>
                    <a:pt x="2409878" y="1515606"/>
                  </a:lnTo>
                  <a:lnTo>
                    <a:pt x="2417702" y="1539713"/>
                  </a:lnTo>
                  <a:lnTo>
                    <a:pt x="2425526" y="1563488"/>
                  </a:lnTo>
                  <a:lnTo>
                    <a:pt x="2433350" y="1586826"/>
                  </a:lnTo>
                  <a:lnTo>
                    <a:pt x="2441175" y="1609683"/>
                  </a:lnTo>
                  <a:lnTo>
                    <a:pt x="2448999" y="1631985"/>
                  </a:lnTo>
                  <a:lnTo>
                    <a:pt x="2456823" y="1653664"/>
                  </a:lnTo>
                  <a:lnTo>
                    <a:pt x="2464647" y="1674602"/>
                  </a:lnTo>
                  <a:lnTo>
                    <a:pt x="2472472" y="1694596"/>
                  </a:lnTo>
                  <a:lnTo>
                    <a:pt x="2480296" y="1713761"/>
                  </a:lnTo>
                  <a:lnTo>
                    <a:pt x="2488120" y="1732060"/>
                  </a:lnTo>
                  <a:lnTo>
                    <a:pt x="2495945" y="1749463"/>
                  </a:lnTo>
                  <a:lnTo>
                    <a:pt x="2503769" y="1765945"/>
                  </a:lnTo>
                  <a:lnTo>
                    <a:pt x="2511593" y="1781250"/>
                  </a:lnTo>
                  <a:lnTo>
                    <a:pt x="2519417" y="1795567"/>
                  </a:lnTo>
                  <a:lnTo>
                    <a:pt x="2527242" y="1808943"/>
                  </a:lnTo>
                  <a:lnTo>
                    <a:pt x="2535066" y="1821387"/>
                  </a:lnTo>
                  <a:lnTo>
                    <a:pt x="2542890" y="1832915"/>
                  </a:lnTo>
                  <a:lnTo>
                    <a:pt x="2550715" y="1843426"/>
                  </a:lnTo>
                  <a:lnTo>
                    <a:pt x="2558539" y="1852948"/>
                  </a:lnTo>
                  <a:lnTo>
                    <a:pt x="2566363" y="1861654"/>
                  </a:lnTo>
                  <a:lnTo>
                    <a:pt x="2574187" y="1869580"/>
                  </a:lnTo>
                  <a:lnTo>
                    <a:pt x="2582012" y="1876761"/>
                  </a:lnTo>
                  <a:lnTo>
                    <a:pt x="2589836" y="1883222"/>
                  </a:lnTo>
                  <a:lnTo>
                    <a:pt x="2597660" y="1888859"/>
                  </a:lnTo>
                  <a:lnTo>
                    <a:pt x="2605485" y="1893906"/>
                  </a:lnTo>
                  <a:lnTo>
                    <a:pt x="2613309" y="1898402"/>
                  </a:lnTo>
                  <a:lnTo>
                    <a:pt x="2621133" y="1902389"/>
                  </a:lnTo>
                  <a:lnTo>
                    <a:pt x="2628957" y="1905905"/>
                  </a:lnTo>
                  <a:lnTo>
                    <a:pt x="2636782" y="1908914"/>
                  </a:lnTo>
                  <a:lnTo>
                    <a:pt x="2644606" y="1911520"/>
                  </a:lnTo>
                  <a:lnTo>
                    <a:pt x="2652430" y="1913793"/>
                  </a:lnTo>
                  <a:lnTo>
                    <a:pt x="2660254" y="1915766"/>
                  </a:lnTo>
                  <a:lnTo>
                    <a:pt x="2668079" y="1917468"/>
                  </a:lnTo>
                  <a:lnTo>
                    <a:pt x="2675903" y="1918911"/>
                  </a:lnTo>
                  <a:lnTo>
                    <a:pt x="2683727" y="1920109"/>
                  </a:lnTo>
                  <a:lnTo>
                    <a:pt x="2691552" y="1921133"/>
                  </a:lnTo>
                  <a:lnTo>
                    <a:pt x="2699376" y="1922003"/>
                  </a:lnTo>
                  <a:lnTo>
                    <a:pt x="2707200" y="1922738"/>
                  </a:lnTo>
                  <a:lnTo>
                    <a:pt x="2715024" y="1923354"/>
                  </a:lnTo>
                  <a:lnTo>
                    <a:pt x="2722849" y="1923847"/>
                  </a:lnTo>
                  <a:lnTo>
                    <a:pt x="2730673" y="1924258"/>
                  </a:lnTo>
                  <a:lnTo>
                    <a:pt x="2738497" y="1924600"/>
                  </a:lnTo>
                  <a:lnTo>
                    <a:pt x="2746322" y="1924883"/>
                  </a:lnTo>
                  <a:lnTo>
                    <a:pt x="2754146" y="1925115"/>
                  </a:lnTo>
                  <a:lnTo>
                    <a:pt x="2761970" y="1925300"/>
                  </a:lnTo>
                  <a:lnTo>
                    <a:pt x="2769794" y="1925447"/>
                  </a:lnTo>
                  <a:lnTo>
                    <a:pt x="2777619" y="1925566"/>
                  </a:lnTo>
                  <a:lnTo>
                    <a:pt x="2785443" y="1925663"/>
                  </a:lnTo>
                  <a:lnTo>
                    <a:pt x="2793267" y="1925741"/>
                  </a:lnTo>
                  <a:lnTo>
                    <a:pt x="2801091" y="1925803"/>
                  </a:lnTo>
                  <a:lnTo>
                    <a:pt x="2808916" y="1925850"/>
                  </a:lnTo>
                  <a:lnTo>
                    <a:pt x="2816740" y="1925887"/>
                  </a:lnTo>
                  <a:lnTo>
                    <a:pt x="2824564" y="1925917"/>
                  </a:lnTo>
                  <a:lnTo>
                    <a:pt x="2832389" y="1925940"/>
                  </a:lnTo>
                  <a:lnTo>
                    <a:pt x="2840213" y="1925959"/>
                  </a:lnTo>
                  <a:lnTo>
                    <a:pt x="2848037" y="1925972"/>
                  </a:lnTo>
                  <a:lnTo>
                    <a:pt x="2855861" y="1925982"/>
                  </a:lnTo>
                  <a:lnTo>
                    <a:pt x="2863686" y="1925991"/>
                  </a:lnTo>
                  <a:lnTo>
                    <a:pt x="2871510" y="1925997"/>
                  </a:lnTo>
                  <a:lnTo>
                    <a:pt x="2879334" y="1926002"/>
                  </a:lnTo>
                  <a:lnTo>
                    <a:pt x="2887159" y="1926005"/>
                  </a:lnTo>
                  <a:lnTo>
                    <a:pt x="2894983" y="1926008"/>
                  </a:lnTo>
                  <a:lnTo>
                    <a:pt x="2902807" y="1926010"/>
                  </a:lnTo>
                  <a:lnTo>
                    <a:pt x="2910631" y="1926011"/>
                  </a:lnTo>
                  <a:lnTo>
                    <a:pt x="2918456" y="1926012"/>
                  </a:lnTo>
                  <a:lnTo>
                    <a:pt x="2926280" y="1926013"/>
                  </a:lnTo>
                  <a:lnTo>
                    <a:pt x="2934104" y="1926014"/>
                  </a:lnTo>
                  <a:lnTo>
                    <a:pt x="2941929" y="1926014"/>
                  </a:lnTo>
                  <a:lnTo>
                    <a:pt x="2949753" y="1926014"/>
                  </a:lnTo>
                  <a:lnTo>
                    <a:pt x="2957577" y="1926015"/>
                  </a:lnTo>
                  <a:lnTo>
                    <a:pt x="2965401" y="1926015"/>
                  </a:lnTo>
                  <a:lnTo>
                    <a:pt x="2973226" y="1926015"/>
                  </a:lnTo>
                  <a:lnTo>
                    <a:pt x="2981050" y="1926015"/>
                  </a:lnTo>
                  <a:lnTo>
                    <a:pt x="2988874" y="1926015"/>
                  </a:lnTo>
                  <a:lnTo>
                    <a:pt x="2996698" y="1926015"/>
                  </a:lnTo>
                  <a:lnTo>
                    <a:pt x="3004523" y="1926015"/>
                  </a:lnTo>
                  <a:lnTo>
                    <a:pt x="3012347" y="1926015"/>
                  </a:lnTo>
                  <a:lnTo>
                    <a:pt x="3020171" y="1926015"/>
                  </a:lnTo>
                  <a:lnTo>
                    <a:pt x="3027996" y="1926015"/>
                  </a:lnTo>
                  <a:lnTo>
                    <a:pt x="3035820" y="1926015"/>
                  </a:lnTo>
                  <a:lnTo>
                    <a:pt x="3043644" y="1926015"/>
                  </a:lnTo>
                  <a:lnTo>
                    <a:pt x="3051468" y="1926015"/>
                  </a:lnTo>
                  <a:lnTo>
                    <a:pt x="3059293" y="1926015"/>
                  </a:lnTo>
                  <a:lnTo>
                    <a:pt x="3067117" y="1926015"/>
                  </a:lnTo>
                  <a:lnTo>
                    <a:pt x="3074941" y="1926015"/>
                  </a:lnTo>
                  <a:lnTo>
                    <a:pt x="3082766" y="1926015"/>
                  </a:lnTo>
                  <a:lnTo>
                    <a:pt x="3090590" y="1926015"/>
                  </a:lnTo>
                  <a:lnTo>
                    <a:pt x="3098414" y="1926015"/>
                  </a:lnTo>
                  <a:lnTo>
                    <a:pt x="3106238" y="1926015"/>
                  </a:lnTo>
                  <a:lnTo>
                    <a:pt x="3114063" y="1926015"/>
                  </a:lnTo>
                  <a:lnTo>
                    <a:pt x="3121887" y="1926015"/>
                  </a:lnTo>
                  <a:lnTo>
                    <a:pt x="3129711" y="1926015"/>
                  </a:lnTo>
                  <a:lnTo>
                    <a:pt x="3137536" y="1926015"/>
                  </a:lnTo>
                  <a:lnTo>
                    <a:pt x="3145360" y="1926015"/>
                  </a:lnTo>
                  <a:lnTo>
                    <a:pt x="3153184" y="1926015"/>
                  </a:lnTo>
                  <a:lnTo>
                    <a:pt x="3161008" y="1926015"/>
                  </a:lnTo>
                  <a:lnTo>
                    <a:pt x="3168833" y="1926015"/>
                  </a:lnTo>
                  <a:lnTo>
                    <a:pt x="3176657" y="1926015"/>
                  </a:lnTo>
                  <a:lnTo>
                    <a:pt x="3184481" y="1926015"/>
                  </a:lnTo>
                  <a:lnTo>
                    <a:pt x="3192305" y="1926015"/>
                  </a:lnTo>
                  <a:lnTo>
                    <a:pt x="3200130" y="1926015"/>
                  </a:lnTo>
                  <a:lnTo>
                    <a:pt x="3207954" y="1926015"/>
                  </a:lnTo>
                  <a:lnTo>
                    <a:pt x="3215778" y="1926015"/>
                  </a:lnTo>
                  <a:lnTo>
                    <a:pt x="3223603" y="1926015"/>
                  </a:lnTo>
                  <a:lnTo>
                    <a:pt x="3231427" y="1926015"/>
                  </a:lnTo>
                  <a:lnTo>
                    <a:pt x="3239251" y="1926015"/>
                  </a:lnTo>
                  <a:lnTo>
                    <a:pt x="3247075" y="1926015"/>
                  </a:lnTo>
                  <a:lnTo>
                    <a:pt x="3254900" y="1926015"/>
                  </a:lnTo>
                  <a:lnTo>
                    <a:pt x="3262724" y="1926015"/>
                  </a:lnTo>
                  <a:lnTo>
                    <a:pt x="3270548" y="1926015"/>
                  </a:lnTo>
                  <a:lnTo>
                    <a:pt x="3278373" y="1926015"/>
                  </a:lnTo>
                  <a:lnTo>
                    <a:pt x="3286197" y="1926015"/>
                  </a:lnTo>
                  <a:lnTo>
                    <a:pt x="3294021" y="1926015"/>
                  </a:lnTo>
                  <a:lnTo>
                    <a:pt x="3301845" y="1926015"/>
                  </a:lnTo>
                  <a:lnTo>
                    <a:pt x="3309670" y="1926015"/>
                  </a:lnTo>
                  <a:lnTo>
                    <a:pt x="3317494" y="1926015"/>
                  </a:lnTo>
                  <a:lnTo>
                    <a:pt x="3325318" y="1926015"/>
                  </a:lnTo>
                  <a:lnTo>
                    <a:pt x="3333142" y="1926015"/>
                  </a:lnTo>
                  <a:lnTo>
                    <a:pt x="3340967" y="1926015"/>
                  </a:lnTo>
                  <a:lnTo>
                    <a:pt x="3348791" y="1926015"/>
                  </a:lnTo>
                  <a:lnTo>
                    <a:pt x="3356615" y="1926015"/>
                  </a:lnTo>
                  <a:lnTo>
                    <a:pt x="3364440" y="1926015"/>
                  </a:lnTo>
                  <a:lnTo>
                    <a:pt x="3372264" y="1926015"/>
                  </a:lnTo>
                  <a:lnTo>
                    <a:pt x="3380088" y="1926015"/>
                  </a:lnTo>
                  <a:lnTo>
                    <a:pt x="3387912" y="1926015"/>
                  </a:lnTo>
                  <a:lnTo>
                    <a:pt x="3395737" y="1926015"/>
                  </a:lnTo>
                  <a:lnTo>
                    <a:pt x="3403561" y="1926015"/>
                  </a:lnTo>
                  <a:lnTo>
                    <a:pt x="3411385" y="1926015"/>
                  </a:lnTo>
                  <a:lnTo>
                    <a:pt x="3419210" y="1926015"/>
                  </a:lnTo>
                  <a:lnTo>
                    <a:pt x="3427034" y="1926015"/>
                  </a:lnTo>
                  <a:lnTo>
                    <a:pt x="3434858" y="1926015"/>
                  </a:lnTo>
                  <a:lnTo>
                    <a:pt x="3442682" y="1926015"/>
                  </a:lnTo>
                  <a:lnTo>
                    <a:pt x="3450507" y="1926015"/>
                  </a:lnTo>
                  <a:lnTo>
                    <a:pt x="3458331" y="1926015"/>
                  </a:lnTo>
                  <a:lnTo>
                    <a:pt x="3466155" y="1926015"/>
                  </a:lnTo>
                  <a:lnTo>
                    <a:pt x="3473980" y="1926015"/>
                  </a:lnTo>
                  <a:lnTo>
                    <a:pt x="3481804" y="1926015"/>
                  </a:lnTo>
                  <a:lnTo>
                    <a:pt x="3489628" y="1926015"/>
                  </a:lnTo>
                  <a:lnTo>
                    <a:pt x="3497452" y="1926015"/>
                  </a:lnTo>
                  <a:lnTo>
                    <a:pt x="3505277" y="1926015"/>
                  </a:lnTo>
                  <a:lnTo>
                    <a:pt x="3513101" y="1926015"/>
                  </a:lnTo>
                  <a:lnTo>
                    <a:pt x="3520925" y="1926015"/>
                  </a:lnTo>
                  <a:lnTo>
                    <a:pt x="3528749" y="1926015"/>
                  </a:lnTo>
                  <a:lnTo>
                    <a:pt x="3536574" y="1926015"/>
                  </a:lnTo>
                  <a:lnTo>
                    <a:pt x="3544398" y="1926015"/>
                  </a:lnTo>
                  <a:lnTo>
                    <a:pt x="3552222" y="1926015"/>
                  </a:lnTo>
                  <a:lnTo>
                    <a:pt x="3560047" y="1926015"/>
                  </a:lnTo>
                  <a:lnTo>
                    <a:pt x="3567871" y="1926015"/>
                  </a:lnTo>
                  <a:lnTo>
                    <a:pt x="3575695" y="1926015"/>
                  </a:lnTo>
                  <a:lnTo>
                    <a:pt x="3583519" y="1926015"/>
                  </a:lnTo>
                  <a:lnTo>
                    <a:pt x="3591344" y="1926015"/>
                  </a:lnTo>
                  <a:lnTo>
                    <a:pt x="3599168" y="1926015"/>
                  </a:lnTo>
                  <a:lnTo>
                    <a:pt x="3606992" y="1926015"/>
                  </a:lnTo>
                  <a:lnTo>
                    <a:pt x="3614817" y="1926015"/>
                  </a:lnTo>
                  <a:lnTo>
                    <a:pt x="3622641" y="1926015"/>
                  </a:lnTo>
                  <a:lnTo>
                    <a:pt x="3630465" y="1926015"/>
                  </a:lnTo>
                  <a:lnTo>
                    <a:pt x="3638289" y="1926015"/>
                  </a:lnTo>
                  <a:lnTo>
                    <a:pt x="3646114" y="1926015"/>
                  </a:lnTo>
                  <a:lnTo>
                    <a:pt x="3653938" y="1926015"/>
                  </a:lnTo>
                  <a:lnTo>
                    <a:pt x="3661762" y="1926015"/>
                  </a:lnTo>
                  <a:lnTo>
                    <a:pt x="3669586" y="1926015"/>
                  </a:lnTo>
                  <a:lnTo>
                    <a:pt x="3677411" y="1926015"/>
                  </a:lnTo>
                  <a:lnTo>
                    <a:pt x="3685235" y="1926015"/>
                  </a:lnTo>
                  <a:lnTo>
                    <a:pt x="3693059" y="1926015"/>
                  </a:lnTo>
                  <a:lnTo>
                    <a:pt x="3700884" y="1926015"/>
                  </a:lnTo>
                  <a:lnTo>
                    <a:pt x="3708708" y="1926015"/>
                  </a:lnTo>
                  <a:lnTo>
                    <a:pt x="3716532" y="1926015"/>
                  </a:lnTo>
                  <a:lnTo>
                    <a:pt x="3724356" y="1926015"/>
                  </a:lnTo>
                  <a:lnTo>
                    <a:pt x="3732181" y="1926015"/>
                  </a:lnTo>
                  <a:lnTo>
                    <a:pt x="3740005" y="1926015"/>
                  </a:lnTo>
                  <a:lnTo>
                    <a:pt x="3747829" y="1926015"/>
                  </a:lnTo>
                  <a:lnTo>
                    <a:pt x="3755654" y="1926015"/>
                  </a:lnTo>
                  <a:lnTo>
                    <a:pt x="3763478" y="1926015"/>
                  </a:lnTo>
                  <a:lnTo>
                    <a:pt x="3771302" y="1926015"/>
                  </a:lnTo>
                  <a:lnTo>
                    <a:pt x="3779126" y="1926015"/>
                  </a:lnTo>
                  <a:lnTo>
                    <a:pt x="3786951" y="1926015"/>
                  </a:lnTo>
                  <a:lnTo>
                    <a:pt x="3794775" y="1926015"/>
                  </a:lnTo>
                  <a:lnTo>
                    <a:pt x="3802599" y="1926015"/>
                  </a:lnTo>
                  <a:lnTo>
                    <a:pt x="3810424" y="1926015"/>
                  </a:lnTo>
                  <a:lnTo>
                    <a:pt x="3818248" y="1926015"/>
                  </a:lnTo>
                  <a:lnTo>
                    <a:pt x="3826072" y="1926015"/>
                  </a:lnTo>
                  <a:lnTo>
                    <a:pt x="3833896" y="1926015"/>
                  </a:lnTo>
                  <a:lnTo>
                    <a:pt x="3841721" y="1926015"/>
                  </a:lnTo>
                  <a:lnTo>
                    <a:pt x="3849545" y="1926015"/>
                  </a:lnTo>
                  <a:lnTo>
                    <a:pt x="3857369" y="1926015"/>
                  </a:lnTo>
                  <a:lnTo>
                    <a:pt x="3865193" y="1926015"/>
                  </a:lnTo>
                  <a:lnTo>
                    <a:pt x="3873018" y="1926015"/>
                  </a:lnTo>
                  <a:lnTo>
                    <a:pt x="3880842" y="1926015"/>
                  </a:lnTo>
                  <a:lnTo>
                    <a:pt x="3888666" y="1926015"/>
                  </a:lnTo>
                  <a:lnTo>
                    <a:pt x="3896491" y="1926015"/>
                  </a:lnTo>
                  <a:lnTo>
                    <a:pt x="3904315" y="1926015"/>
                  </a:lnTo>
                  <a:lnTo>
                    <a:pt x="3912139" y="1926015"/>
                  </a:lnTo>
                  <a:lnTo>
                    <a:pt x="3919963" y="1926015"/>
                  </a:lnTo>
                  <a:lnTo>
                    <a:pt x="3927788" y="1926015"/>
                  </a:lnTo>
                  <a:lnTo>
                    <a:pt x="3935612" y="1926015"/>
                  </a:lnTo>
                  <a:lnTo>
                    <a:pt x="3943436" y="1926015"/>
                  </a:lnTo>
                  <a:lnTo>
                    <a:pt x="3951261" y="1926015"/>
                  </a:lnTo>
                  <a:lnTo>
                    <a:pt x="3959085" y="1926015"/>
                  </a:lnTo>
                  <a:lnTo>
                    <a:pt x="3966909" y="1926015"/>
                  </a:lnTo>
                  <a:lnTo>
                    <a:pt x="3974733" y="1926015"/>
                  </a:lnTo>
                  <a:lnTo>
                    <a:pt x="3982558" y="1926015"/>
                  </a:lnTo>
                  <a:lnTo>
                    <a:pt x="3990382" y="1926015"/>
                  </a:lnTo>
                  <a:lnTo>
                    <a:pt x="3998206" y="192601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50"/>
            <p:cNvSpPr/>
            <p:nvPr/>
          </p:nvSpPr>
          <p:spPr>
            <a:xfrm>
              <a:off x="7848093" y="4568727"/>
              <a:ext cx="3998206" cy="226004"/>
            </a:xfrm>
            <a:custGeom>
              <a:avLst/>
              <a:pathLst>
                <a:path w="3998206" h="226004">
                  <a:moveTo>
                    <a:pt x="0" y="226004"/>
                  </a:moveTo>
                  <a:lnTo>
                    <a:pt x="7824" y="226004"/>
                  </a:lnTo>
                  <a:lnTo>
                    <a:pt x="15648" y="226004"/>
                  </a:lnTo>
                  <a:lnTo>
                    <a:pt x="23472" y="226004"/>
                  </a:lnTo>
                  <a:lnTo>
                    <a:pt x="31297" y="226004"/>
                  </a:lnTo>
                  <a:lnTo>
                    <a:pt x="39121" y="226004"/>
                  </a:lnTo>
                  <a:lnTo>
                    <a:pt x="46945" y="226004"/>
                  </a:lnTo>
                  <a:lnTo>
                    <a:pt x="54769" y="226004"/>
                  </a:lnTo>
                  <a:lnTo>
                    <a:pt x="62594" y="226004"/>
                  </a:lnTo>
                  <a:lnTo>
                    <a:pt x="70418" y="226004"/>
                  </a:lnTo>
                  <a:lnTo>
                    <a:pt x="78242" y="226004"/>
                  </a:lnTo>
                  <a:lnTo>
                    <a:pt x="86067" y="226004"/>
                  </a:lnTo>
                  <a:lnTo>
                    <a:pt x="93891" y="226004"/>
                  </a:lnTo>
                  <a:lnTo>
                    <a:pt x="101715" y="226004"/>
                  </a:lnTo>
                  <a:lnTo>
                    <a:pt x="109539" y="226004"/>
                  </a:lnTo>
                  <a:lnTo>
                    <a:pt x="117364" y="226004"/>
                  </a:lnTo>
                  <a:lnTo>
                    <a:pt x="125188" y="226004"/>
                  </a:lnTo>
                  <a:lnTo>
                    <a:pt x="133012" y="226004"/>
                  </a:lnTo>
                  <a:lnTo>
                    <a:pt x="140837" y="226004"/>
                  </a:lnTo>
                  <a:lnTo>
                    <a:pt x="148661" y="226004"/>
                  </a:lnTo>
                  <a:lnTo>
                    <a:pt x="156485" y="226004"/>
                  </a:lnTo>
                  <a:lnTo>
                    <a:pt x="164309" y="226004"/>
                  </a:lnTo>
                  <a:lnTo>
                    <a:pt x="172134" y="226004"/>
                  </a:lnTo>
                  <a:lnTo>
                    <a:pt x="179958" y="226004"/>
                  </a:lnTo>
                  <a:lnTo>
                    <a:pt x="187782" y="226004"/>
                  </a:lnTo>
                  <a:lnTo>
                    <a:pt x="195606" y="226004"/>
                  </a:lnTo>
                  <a:lnTo>
                    <a:pt x="203431" y="226004"/>
                  </a:lnTo>
                  <a:lnTo>
                    <a:pt x="211255" y="226004"/>
                  </a:lnTo>
                  <a:lnTo>
                    <a:pt x="219079" y="226004"/>
                  </a:lnTo>
                  <a:lnTo>
                    <a:pt x="226904" y="226004"/>
                  </a:lnTo>
                  <a:lnTo>
                    <a:pt x="234728" y="226004"/>
                  </a:lnTo>
                  <a:lnTo>
                    <a:pt x="242552" y="226004"/>
                  </a:lnTo>
                  <a:lnTo>
                    <a:pt x="250376" y="226004"/>
                  </a:lnTo>
                  <a:lnTo>
                    <a:pt x="258201" y="226004"/>
                  </a:lnTo>
                  <a:lnTo>
                    <a:pt x="266025" y="226004"/>
                  </a:lnTo>
                  <a:lnTo>
                    <a:pt x="273849" y="226004"/>
                  </a:lnTo>
                  <a:lnTo>
                    <a:pt x="281674" y="226004"/>
                  </a:lnTo>
                  <a:lnTo>
                    <a:pt x="289498" y="226004"/>
                  </a:lnTo>
                  <a:lnTo>
                    <a:pt x="297322" y="226004"/>
                  </a:lnTo>
                  <a:lnTo>
                    <a:pt x="305146" y="226004"/>
                  </a:lnTo>
                  <a:lnTo>
                    <a:pt x="312971" y="226004"/>
                  </a:lnTo>
                  <a:lnTo>
                    <a:pt x="320795" y="226004"/>
                  </a:lnTo>
                  <a:lnTo>
                    <a:pt x="328619" y="226004"/>
                  </a:lnTo>
                  <a:lnTo>
                    <a:pt x="336444" y="226004"/>
                  </a:lnTo>
                  <a:lnTo>
                    <a:pt x="344268" y="226004"/>
                  </a:lnTo>
                  <a:lnTo>
                    <a:pt x="352092" y="226004"/>
                  </a:lnTo>
                  <a:lnTo>
                    <a:pt x="359916" y="226004"/>
                  </a:lnTo>
                  <a:lnTo>
                    <a:pt x="367741" y="226004"/>
                  </a:lnTo>
                  <a:lnTo>
                    <a:pt x="375565" y="226004"/>
                  </a:lnTo>
                  <a:lnTo>
                    <a:pt x="383389" y="226004"/>
                  </a:lnTo>
                  <a:lnTo>
                    <a:pt x="391213" y="226004"/>
                  </a:lnTo>
                  <a:lnTo>
                    <a:pt x="399038" y="226004"/>
                  </a:lnTo>
                  <a:lnTo>
                    <a:pt x="406862" y="226004"/>
                  </a:lnTo>
                  <a:lnTo>
                    <a:pt x="414686" y="226004"/>
                  </a:lnTo>
                  <a:lnTo>
                    <a:pt x="422511" y="226004"/>
                  </a:lnTo>
                  <a:lnTo>
                    <a:pt x="430335" y="226004"/>
                  </a:lnTo>
                  <a:lnTo>
                    <a:pt x="438159" y="226004"/>
                  </a:lnTo>
                  <a:lnTo>
                    <a:pt x="445983" y="226004"/>
                  </a:lnTo>
                  <a:lnTo>
                    <a:pt x="453808" y="226004"/>
                  </a:lnTo>
                  <a:lnTo>
                    <a:pt x="461632" y="226004"/>
                  </a:lnTo>
                  <a:lnTo>
                    <a:pt x="469456" y="226004"/>
                  </a:lnTo>
                  <a:lnTo>
                    <a:pt x="477281" y="226004"/>
                  </a:lnTo>
                  <a:lnTo>
                    <a:pt x="485105" y="226004"/>
                  </a:lnTo>
                  <a:lnTo>
                    <a:pt x="492929" y="226004"/>
                  </a:lnTo>
                  <a:lnTo>
                    <a:pt x="500753" y="226004"/>
                  </a:lnTo>
                  <a:lnTo>
                    <a:pt x="508578" y="226004"/>
                  </a:lnTo>
                  <a:lnTo>
                    <a:pt x="516402" y="226004"/>
                  </a:lnTo>
                  <a:lnTo>
                    <a:pt x="524226" y="226004"/>
                  </a:lnTo>
                  <a:lnTo>
                    <a:pt x="532050" y="226004"/>
                  </a:lnTo>
                  <a:lnTo>
                    <a:pt x="539875" y="226004"/>
                  </a:lnTo>
                  <a:lnTo>
                    <a:pt x="547699" y="226004"/>
                  </a:lnTo>
                  <a:lnTo>
                    <a:pt x="555523" y="226004"/>
                  </a:lnTo>
                  <a:lnTo>
                    <a:pt x="563348" y="226004"/>
                  </a:lnTo>
                  <a:lnTo>
                    <a:pt x="571172" y="226004"/>
                  </a:lnTo>
                  <a:lnTo>
                    <a:pt x="578996" y="226004"/>
                  </a:lnTo>
                  <a:lnTo>
                    <a:pt x="586820" y="226004"/>
                  </a:lnTo>
                  <a:lnTo>
                    <a:pt x="594645" y="226004"/>
                  </a:lnTo>
                  <a:lnTo>
                    <a:pt x="602469" y="226004"/>
                  </a:lnTo>
                  <a:lnTo>
                    <a:pt x="610293" y="226004"/>
                  </a:lnTo>
                  <a:lnTo>
                    <a:pt x="618118" y="226004"/>
                  </a:lnTo>
                  <a:lnTo>
                    <a:pt x="625942" y="226004"/>
                  </a:lnTo>
                  <a:lnTo>
                    <a:pt x="633766" y="226004"/>
                  </a:lnTo>
                  <a:lnTo>
                    <a:pt x="641590" y="226004"/>
                  </a:lnTo>
                  <a:lnTo>
                    <a:pt x="649415" y="226004"/>
                  </a:lnTo>
                  <a:lnTo>
                    <a:pt x="657239" y="226004"/>
                  </a:lnTo>
                  <a:lnTo>
                    <a:pt x="665063" y="226004"/>
                  </a:lnTo>
                  <a:lnTo>
                    <a:pt x="672888" y="226004"/>
                  </a:lnTo>
                  <a:lnTo>
                    <a:pt x="680712" y="226004"/>
                  </a:lnTo>
                  <a:lnTo>
                    <a:pt x="688536" y="226004"/>
                  </a:lnTo>
                  <a:lnTo>
                    <a:pt x="696360" y="226004"/>
                  </a:lnTo>
                  <a:lnTo>
                    <a:pt x="704185" y="226004"/>
                  </a:lnTo>
                  <a:lnTo>
                    <a:pt x="712009" y="226004"/>
                  </a:lnTo>
                  <a:lnTo>
                    <a:pt x="719833" y="226004"/>
                  </a:lnTo>
                  <a:lnTo>
                    <a:pt x="727657" y="226004"/>
                  </a:lnTo>
                  <a:lnTo>
                    <a:pt x="735482" y="226004"/>
                  </a:lnTo>
                  <a:lnTo>
                    <a:pt x="743306" y="226004"/>
                  </a:lnTo>
                  <a:lnTo>
                    <a:pt x="751130" y="226004"/>
                  </a:lnTo>
                  <a:lnTo>
                    <a:pt x="758955" y="226004"/>
                  </a:lnTo>
                  <a:lnTo>
                    <a:pt x="766779" y="226004"/>
                  </a:lnTo>
                  <a:lnTo>
                    <a:pt x="774603" y="226004"/>
                  </a:lnTo>
                  <a:lnTo>
                    <a:pt x="782427" y="226004"/>
                  </a:lnTo>
                  <a:lnTo>
                    <a:pt x="790252" y="226004"/>
                  </a:lnTo>
                  <a:lnTo>
                    <a:pt x="798076" y="226004"/>
                  </a:lnTo>
                  <a:lnTo>
                    <a:pt x="805900" y="226004"/>
                  </a:lnTo>
                  <a:lnTo>
                    <a:pt x="813725" y="226004"/>
                  </a:lnTo>
                  <a:lnTo>
                    <a:pt x="821549" y="226004"/>
                  </a:lnTo>
                  <a:lnTo>
                    <a:pt x="829373" y="226004"/>
                  </a:lnTo>
                  <a:lnTo>
                    <a:pt x="837197" y="226004"/>
                  </a:lnTo>
                  <a:lnTo>
                    <a:pt x="845022" y="226004"/>
                  </a:lnTo>
                  <a:lnTo>
                    <a:pt x="852846" y="226004"/>
                  </a:lnTo>
                  <a:lnTo>
                    <a:pt x="860670" y="226004"/>
                  </a:lnTo>
                  <a:lnTo>
                    <a:pt x="868495" y="226004"/>
                  </a:lnTo>
                  <a:lnTo>
                    <a:pt x="876319" y="226004"/>
                  </a:lnTo>
                  <a:lnTo>
                    <a:pt x="884143" y="226004"/>
                  </a:lnTo>
                  <a:lnTo>
                    <a:pt x="891967" y="226004"/>
                  </a:lnTo>
                  <a:lnTo>
                    <a:pt x="899792" y="226004"/>
                  </a:lnTo>
                  <a:lnTo>
                    <a:pt x="907616" y="226004"/>
                  </a:lnTo>
                  <a:lnTo>
                    <a:pt x="915440" y="226004"/>
                  </a:lnTo>
                  <a:lnTo>
                    <a:pt x="923264" y="226004"/>
                  </a:lnTo>
                  <a:lnTo>
                    <a:pt x="931089" y="226004"/>
                  </a:lnTo>
                  <a:lnTo>
                    <a:pt x="938913" y="226004"/>
                  </a:lnTo>
                  <a:lnTo>
                    <a:pt x="946737" y="226004"/>
                  </a:lnTo>
                  <a:lnTo>
                    <a:pt x="954562" y="226004"/>
                  </a:lnTo>
                  <a:lnTo>
                    <a:pt x="962386" y="226004"/>
                  </a:lnTo>
                  <a:lnTo>
                    <a:pt x="970210" y="226004"/>
                  </a:lnTo>
                  <a:lnTo>
                    <a:pt x="978034" y="226004"/>
                  </a:lnTo>
                  <a:lnTo>
                    <a:pt x="985859" y="226004"/>
                  </a:lnTo>
                  <a:lnTo>
                    <a:pt x="993683" y="226004"/>
                  </a:lnTo>
                  <a:lnTo>
                    <a:pt x="1001507" y="226004"/>
                  </a:lnTo>
                  <a:lnTo>
                    <a:pt x="1009332" y="226004"/>
                  </a:lnTo>
                  <a:lnTo>
                    <a:pt x="1017156" y="226004"/>
                  </a:lnTo>
                  <a:lnTo>
                    <a:pt x="1024980" y="226004"/>
                  </a:lnTo>
                  <a:lnTo>
                    <a:pt x="1032804" y="226004"/>
                  </a:lnTo>
                  <a:lnTo>
                    <a:pt x="1040629" y="226004"/>
                  </a:lnTo>
                  <a:lnTo>
                    <a:pt x="1048453" y="226004"/>
                  </a:lnTo>
                  <a:lnTo>
                    <a:pt x="1056277" y="226004"/>
                  </a:lnTo>
                  <a:lnTo>
                    <a:pt x="1064101" y="226004"/>
                  </a:lnTo>
                  <a:lnTo>
                    <a:pt x="1071926" y="226004"/>
                  </a:lnTo>
                  <a:lnTo>
                    <a:pt x="1079750" y="226004"/>
                  </a:lnTo>
                  <a:lnTo>
                    <a:pt x="1087574" y="226004"/>
                  </a:lnTo>
                  <a:lnTo>
                    <a:pt x="1095399" y="226004"/>
                  </a:lnTo>
                  <a:lnTo>
                    <a:pt x="1103223" y="226004"/>
                  </a:lnTo>
                  <a:lnTo>
                    <a:pt x="1111047" y="226004"/>
                  </a:lnTo>
                  <a:lnTo>
                    <a:pt x="1118871" y="226004"/>
                  </a:lnTo>
                  <a:lnTo>
                    <a:pt x="1126696" y="226004"/>
                  </a:lnTo>
                  <a:lnTo>
                    <a:pt x="1134520" y="226004"/>
                  </a:lnTo>
                  <a:lnTo>
                    <a:pt x="1142344" y="226004"/>
                  </a:lnTo>
                  <a:lnTo>
                    <a:pt x="1150169" y="226004"/>
                  </a:lnTo>
                  <a:lnTo>
                    <a:pt x="1157993" y="226004"/>
                  </a:lnTo>
                  <a:lnTo>
                    <a:pt x="1165817" y="226004"/>
                  </a:lnTo>
                  <a:lnTo>
                    <a:pt x="1173641" y="226003"/>
                  </a:lnTo>
                  <a:lnTo>
                    <a:pt x="1181466" y="226003"/>
                  </a:lnTo>
                  <a:lnTo>
                    <a:pt x="1189290" y="226003"/>
                  </a:lnTo>
                  <a:lnTo>
                    <a:pt x="1197114" y="226003"/>
                  </a:lnTo>
                  <a:lnTo>
                    <a:pt x="1204939" y="226003"/>
                  </a:lnTo>
                  <a:lnTo>
                    <a:pt x="1212763" y="226002"/>
                  </a:lnTo>
                  <a:lnTo>
                    <a:pt x="1220587" y="226002"/>
                  </a:lnTo>
                  <a:lnTo>
                    <a:pt x="1228411" y="226002"/>
                  </a:lnTo>
                  <a:lnTo>
                    <a:pt x="1236236" y="226002"/>
                  </a:lnTo>
                  <a:lnTo>
                    <a:pt x="1244060" y="226001"/>
                  </a:lnTo>
                  <a:lnTo>
                    <a:pt x="1251884" y="226001"/>
                  </a:lnTo>
                  <a:lnTo>
                    <a:pt x="1259708" y="226000"/>
                  </a:lnTo>
                  <a:lnTo>
                    <a:pt x="1267533" y="226000"/>
                  </a:lnTo>
                  <a:lnTo>
                    <a:pt x="1275357" y="225999"/>
                  </a:lnTo>
                  <a:lnTo>
                    <a:pt x="1283181" y="225998"/>
                  </a:lnTo>
                  <a:lnTo>
                    <a:pt x="1291006" y="225997"/>
                  </a:lnTo>
                  <a:lnTo>
                    <a:pt x="1298830" y="225996"/>
                  </a:lnTo>
                  <a:lnTo>
                    <a:pt x="1306654" y="225995"/>
                  </a:lnTo>
                  <a:lnTo>
                    <a:pt x="1314478" y="225994"/>
                  </a:lnTo>
                  <a:lnTo>
                    <a:pt x="1322303" y="225993"/>
                  </a:lnTo>
                  <a:lnTo>
                    <a:pt x="1330127" y="225991"/>
                  </a:lnTo>
                  <a:lnTo>
                    <a:pt x="1337951" y="225990"/>
                  </a:lnTo>
                  <a:lnTo>
                    <a:pt x="1345776" y="225988"/>
                  </a:lnTo>
                  <a:lnTo>
                    <a:pt x="1353600" y="225986"/>
                  </a:lnTo>
                  <a:lnTo>
                    <a:pt x="1361424" y="225984"/>
                  </a:lnTo>
                  <a:lnTo>
                    <a:pt x="1369248" y="225981"/>
                  </a:lnTo>
                  <a:lnTo>
                    <a:pt x="1377073" y="225978"/>
                  </a:lnTo>
                  <a:lnTo>
                    <a:pt x="1384897" y="225975"/>
                  </a:lnTo>
                  <a:lnTo>
                    <a:pt x="1392721" y="225971"/>
                  </a:lnTo>
                  <a:lnTo>
                    <a:pt x="1400545" y="225967"/>
                  </a:lnTo>
                  <a:lnTo>
                    <a:pt x="1408370" y="225963"/>
                  </a:lnTo>
                  <a:lnTo>
                    <a:pt x="1416194" y="225958"/>
                  </a:lnTo>
                  <a:lnTo>
                    <a:pt x="1424018" y="225953"/>
                  </a:lnTo>
                  <a:lnTo>
                    <a:pt x="1431843" y="225946"/>
                  </a:lnTo>
                  <a:lnTo>
                    <a:pt x="1439667" y="225940"/>
                  </a:lnTo>
                  <a:lnTo>
                    <a:pt x="1447491" y="225932"/>
                  </a:lnTo>
                  <a:lnTo>
                    <a:pt x="1455315" y="225924"/>
                  </a:lnTo>
                  <a:lnTo>
                    <a:pt x="1463140" y="225915"/>
                  </a:lnTo>
                  <a:lnTo>
                    <a:pt x="1470964" y="225905"/>
                  </a:lnTo>
                  <a:lnTo>
                    <a:pt x="1478788" y="225894"/>
                  </a:lnTo>
                  <a:lnTo>
                    <a:pt x="1486613" y="225882"/>
                  </a:lnTo>
                  <a:lnTo>
                    <a:pt x="1494437" y="225868"/>
                  </a:lnTo>
                  <a:lnTo>
                    <a:pt x="1502261" y="225853"/>
                  </a:lnTo>
                  <a:lnTo>
                    <a:pt x="1510085" y="225838"/>
                  </a:lnTo>
                  <a:lnTo>
                    <a:pt x="1517910" y="225819"/>
                  </a:lnTo>
                  <a:lnTo>
                    <a:pt x="1525734" y="225800"/>
                  </a:lnTo>
                  <a:lnTo>
                    <a:pt x="1533558" y="225779"/>
                  </a:lnTo>
                  <a:lnTo>
                    <a:pt x="1541383" y="225755"/>
                  </a:lnTo>
                  <a:lnTo>
                    <a:pt x="1549207" y="225729"/>
                  </a:lnTo>
                  <a:lnTo>
                    <a:pt x="1557031" y="225701"/>
                  </a:lnTo>
                  <a:lnTo>
                    <a:pt x="1564855" y="225670"/>
                  </a:lnTo>
                  <a:lnTo>
                    <a:pt x="1572680" y="225636"/>
                  </a:lnTo>
                  <a:lnTo>
                    <a:pt x="1580504" y="225600"/>
                  </a:lnTo>
                  <a:lnTo>
                    <a:pt x="1588328" y="225559"/>
                  </a:lnTo>
                  <a:lnTo>
                    <a:pt x="1596152" y="225516"/>
                  </a:lnTo>
                  <a:lnTo>
                    <a:pt x="1603977" y="225468"/>
                  </a:lnTo>
                  <a:lnTo>
                    <a:pt x="1611801" y="225416"/>
                  </a:lnTo>
                  <a:lnTo>
                    <a:pt x="1619625" y="225361"/>
                  </a:lnTo>
                  <a:lnTo>
                    <a:pt x="1627450" y="225300"/>
                  </a:lnTo>
                  <a:lnTo>
                    <a:pt x="1635274" y="225233"/>
                  </a:lnTo>
                  <a:lnTo>
                    <a:pt x="1643098" y="225163"/>
                  </a:lnTo>
                  <a:lnTo>
                    <a:pt x="1650922" y="225084"/>
                  </a:lnTo>
                  <a:lnTo>
                    <a:pt x="1658747" y="225000"/>
                  </a:lnTo>
                  <a:lnTo>
                    <a:pt x="1666571" y="224911"/>
                  </a:lnTo>
                  <a:lnTo>
                    <a:pt x="1674395" y="224812"/>
                  </a:lnTo>
                  <a:lnTo>
                    <a:pt x="1682220" y="224706"/>
                  </a:lnTo>
                  <a:lnTo>
                    <a:pt x="1690044" y="224594"/>
                  </a:lnTo>
                  <a:lnTo>
                    <a:pt x="1697868" y="224469"/>
                  </a:lnTo>
                  <a:lnTo>
                    <a:pt x="1705692" y="224338"/>
                  </a:lnTo>
                  <a:lnTo>
                    <a:pt x="1713517" y="224197"/>
                  </a:lnTo>
                  <a:lnTo>
                    <a:pt x="1721341" y="224042"/>
                  </a:lnTo>
                  <a:lnTo>
                    <a:pt x="1729165" y="223880"/>
                  </a:lnTo>
                  <a:lnTo>
                    <a:pt x="1736990" y="223704"/>
                  </a:lnTo>
                  <a:lnTo>
                    <a:pt x="1744814" y="223514"/>
                  </a:lnTo>
                  <a:lnTo>
                    <a:pt x="1752638" y="223315"/>
                  </a:lnTo>
                  <a:lnTo>
                    <a:pt x="1760462" y="223098"/>
                  </a:lnTo>
                  <a:lnTo>
                    <a:pt x="1768287" y="222866"/>
                  </a:lnTo>
                  <a:lnTo>
                    <a:pt x="1776111" y="222624"/>
                  </a:lnTo>
                  <a:lnTo>
                    <a:pt x="1783935" y="222358"/>
                  </a:lnTo>
                  <a:lnTo>
                    <a:pt x="1791759" y="222077"/>
                  </a:lnTo>
                  <a:lnTo>
                    <a:pt x="1799584" y="221783"/>
                  </a:lnTo>
                  <a:lnTo>
                    <a:pt x="1807408" y="221461"/>
                  </a:lnTo>
                  <a:lnTo>
                    <a:pt x="1815232" y="221124"/>
                  </a:lnTo>
                  <a:lnTo>
                    <a:pt x="1823057" y="220768"/>
                  </a:lnTo>
                  <a:lnTo>
                    <a:pt x="1830881" y="220383"/>
                  </a:lnTo>
                  <a:lnTo>
                    <a:pt x="1838705" y="219981"/>
                  </a:lnTo>
                  <a:lnTo>
                    <a:pt x="1846529" y="219554"/>
                  </a:lnTo>
                  <a:lnTo>
                    <a:pt x="1854354" y="219097"/>
                  </a:lnTo>
                  <a:lnTo>
                    <a:pt x="1862178" y="218621"/>
                  </a:lnTo>
                  <a:lnTo>
                    <a:pt x="1870002" y="218113"/>
                  </a:lnTo>
                  <a:lnTo>
                    <a:pt x="1877827" y="217575"/>
                  </a:lnTo>
                  <a:lnTo>
                    <a:pt x="1885651" y="217015"/>
                  </a:lnTo>
                  <a:lnTo>
                    <a:pt x="1893475" y="216417"/>
                  </a:lnTo>
                  <a:lnTo>
                    <a:pt x="1901299" y="215787"/>
                  </a:lnTo>
                  <a:lnTo>
                    <a:pt x="1909124" y="215135"/>
                  </a:lnTo>
                  <a:lnTo>
                    <a:pt x="1916948" y="214435"/>
                  </a:lnTo>
                  <a:lnTo>
                    <a:pt x="1924772" y="213705"/>
                  </a:lnTo>
                  <a:lnTo>
                    <a:pt x="1932596" y="212950"/>
                  </a:lnTo>
                  <a:lnTo>
                    <a:pt x="1940421" y="212138"/>
                  </a:lnTo>
                  <a:lnTo>
                    <a:pt x="1948245" y="211298"/>
                  </a:lnTo>
                  <a:lnTo>
                    <a:pt x="1956069" y="210425"/>
                  </a:lnTo>
                  <a:lnTo>
                    <a:pt x="1963894" y="209496"/>
                  </a:lnTo>
                  <a:lnTo>
                    <a:pt x="1971718" y="208538"/>
                  </a:lnTo>
                  <a:lnTo>
                    <a:pt x="1979542" y="207538"/>
                  </a:lnTo>
                  <a:lnTo>
                    <a:pt x="1987366" y="206483"/>
                  </a:lnTo>
                  <a:lnTo>
                    <a:pt x="1995191" y="205397"/>
                  </a:lnTo>
                  <a:lnTo>
                    <a:pt x="2003015" y="204261"/>
                  </a:lnTo>
                  <a:lnTo>
                    <a:pt x="2010839" y="203073"/>
                  </a:lnTo>
                  <a:lnTo>
                    <a:pt x="2018664" y="201852"/>
                  </a:lnTo>
                  <a:lnTo>
                    <a:pt x="2026488" y="200572"/>
                  </a:lnTo>
                  <a:lnTo>
                    <a:pt x="2034312" y="199244"/>
                  </a:lnTo>
                  <a:lnTo>
                    <a:pt x="2042136" y="197882"/>
                  </a:lnTo>
                  <a:lnTo>
                    <a:pt x="2049961" y="196451"/>
                  </a:lnTo>
                  <a:lnTo>
                    <a:pt x="2057785" y="194978"/>
                  </a:lnTo>
                  <a:lnTo>
                    <a:pt x="2065609" y="193470"/>
                  </a:lnTo>
                  <a:lnTo>
                    <a:pt x="2073434" y="191886"/>
                  </a:lnTo>
                  <a:lnTo>
                    <a:pt x="2081258" y="190265"/>
                  </a:lnTo>
                  <a:lnTo>
                    <a:pt x="2089082" y="188603"/>
                  </a:lnTo>
                  <a:lnTo>
                    <a:pt x="2096906" y="186868"/>
                  </a:lnTo>
                  <a:lnTo>
                    <a:pt x="2104731" y="185098"/>
                  </a:lnTo>
                  <a:lnTo>
                    <a:pt x="2112555" y="183280"/>
                  </a:lnTo>
                  <a:lnTo>
                    <a:pt x="2120379" y="181397"/>
                  </a:lnTo>
                  <a:lnTo>
                    <a:pt x="2128203" y="179480"/>
                  </a:lnTo>
                  <a:lnTo>
                    <a:pt x="2136028" y="177508"/>
                  </a:lnTo>
                  <a:lnTo>
                    <a:pt x="2143852" y="175480"/>
                  </a:lnTo>
                  <a:lnTo>
                    <a:pt x="2151676" y="173419"/>
                  </a:lnTo>
                  <a:lnTo>
                    <a:pt x="2159501" y="171299"/>
                  </a:lnTo>
                  <a:lnTo>
                    <a:pt x="2167325" y="169132"/>
                  </a:lnTo>
                  <a:lnTo>
                    <a:pt x="2175149" y="166933"/>
                  </a:lnTo>
                  <a:lnTo>
                    <a:pt x="2182973" y="164673"/>
                  </a:lnTo>
                  <a:lnTo>
                    <a:pt x="2190798" y="162376"/>
                  </a:lnTo>
                  <a:lnTo>
                    <a:pt x="2198622" y="160049"/>
                  </a:lnTo>
                  <a:lnTo>
                    <a:pt x="2206446" y="157661"/>
                  </a:lnTo>
                  <a:lnTo>
                    <a:pt x="2214271" y="155244"/>
                  </a:lnTo>
                  <a:lnTo>
                    <a:pt x="2222095" y="152797"/>
                  </a:lnTo>
                  <a:lnTo>
                    <a:pt x="2229919" y="150298"/>
                  </a:lnTo>
                  <a:lnTo>
                    <a:pt x="2237743" y="147776"/>
                  </a:lnTo>
                  <a:lnTo>
                    <a:pt x="2245568" y="145224"/>
                  </a:lnTo>
                  <a:lnTo>
                    <a:pt x="2253392" y="142631"/>
                  </a:lnTo>
                  <a:lnTo>
                    <a:pt x="2261216" y="140019"/>
                  </a:lnTo>
                  <a:lnTo>
                    <a:pt x="2269040" y="137380"/>
                  </a:lnTo>
                  <a:lnTo>
                    <a:pt x="2276865" y="134711"/>
                  </a:lnTo>
                  <a:lnTo>
                    <a:pt x="2284689" y="132028"/>
                  </a:lnTo>
                  <a:lnTo>
                    <a:pt x="2292513" y="129321"/>
                  </a:lnTo>
                  <a:lnTo>
                    <a:pt x="2300338" y="126596"/>
                  </a:lnTo>
                  <a:lnTo>
                    <a:pt x="2308162" y="123861"/>
                  </a:lnTo>
                  <a:lnTo>
                    <a:pt x="2315986" y="121109"/>
                  </a:lnTo>
                  <a:lnTo>
                    <a:pt x="2323810" y="118349"/>
                  </a:lnTo>
                  <a:lnTo>
                    <a:pt x="2331635" y="115582"/>
                  </a:lnTo>
                  <a:lnTo>
                    <a:pt x="2339459" y="112808"/>
                  </a:lnTo>
                  <a:lnTo>
                    <a:pt x="2347283" y="110033"/>
                  </a:lnTo>
                  <a:lnTo>
                    <a:pt x="2355108" y="107257"/>
                  </a:lnTo>
                  <a:lnTo>
                    <a:pt x="2362932" y="104485"/>
                  </a:lnTo>
                  <a:lnTo>
                    <a:pt x="2370756" y="101716"/>
                  </a:lnTo>
                  <a:lnTo>
                    <a:pt x="2378580" y="98954"/>
                  </a:lnTo>
                  <a:lnTo>
                    <a:pt x="2386405" y="96205"/>
                  </a:lnTo>
                  <a:lnTo>
                    <a:pt x="2394229" y="93464"/>
                  </a:lnTo>
                  <a:lnTo>
                    <a:pt x="2402053" y="90738"/>
                  </a:lnTo>
                  <a:lnTo>
                    <a:pt x="2409878" y="88033"/>
                  </a:lnTo>
                  <a:lnTo>
                    <a:pt x="2417702" y="85341"/>
                  </a:lnTo>
                  <a:lnTo>
                    <a:pt x="2425526" y="82673"/>
                  </a:lnTo>
                  <a:lnTo>
                    <a:pt x="2433350" y="80031"/>
                  </a:lnTo>
                  <a:lnTo>
                    <a:pt x="2441175" y="77407"/>
                  </a:lnTo>
                  <a:lnTo>
                    <a:pt x="2448999" y="74817"/>
                  </a:lnTo>
                  <a:lnTo>
                    <a:pt x="2456823" y="72257"/>
                  </a:lnTo>
                  <a:lnTo>
                    <a:pt x="2464647" y="69717"/>
                  </a:lnTo>
                  <a:lnTo>
                    <a:pt x="2472472" y="67224"/>
                  </a:lnTo>
                  <a:lnTo>
                    <a:pt x="2480296" y="64760"/>
                  </a:lnTo>
                  <a:lnTo>
                    <a:pt x="2488120" y="62321"/>
                  </a:lnTo>
                  <a:lnTo>
                    <a:pt x="2495945" y="59939"/>
                  </a:lnTo>
                  <a:lnTo>
                    <a:pt x="2503769" y="57586"/>
                  </a:lnTo>
                  <a:lnTo>
                    <a:pt x="2511593" y="55265"/>
                  </a:lnTo>
                  <a:lnTo>
                    <a:pt x="2519417" y="53003"/>
                  </a:lnTo>
                  <a:lnTo>
                    <a:pt x="2527242" y="50771"/>
                  </a:lnTo>
                  <a:lnTo>
                    <a:pt x="2535066" y="48580"/>
                  </a:lnTo>
                  <a:lnTo>
                    <a:pt x="2542890" y="46446"/>
                  </a:lnTo>
                  <a:lnTo>
                    <a:pt x="2550715" y="44344"/>
                  </a:lnTo>
                  <a:lnTo>
                    <a:pt x="2558539" y="42292"/>
                  </a:lnTo>
                  <a:lnTo>
                    <a:pt x="2566363" y="40294"/>
                  </a:lnTo>
                  <a:lnTo>
                    <a:pt x="2574187" y="38328"/>
                  </a:lnTo>
                  <a:lnTo>
                    <a:pt x="2582012" y="36421"/>
                  </a:lnTo>
                  <a:lnTo>
                    <a:pt x="2589836" y="34562"/>
                  </a:lnTo>
                  <a:lnTo>
                    <a:pt x="2597660" y="32738"/>
                  </a:lnTo>
                  <a:lnTo>
                    <a:pt x="2605485" y="30979"/>
                  </a:lnTo>
                  <a:lnTo>
                    <a:pt x="2613309" y="29263"/>
                  </a:lnTo>
                  <a:lnTo>
                    <a:pt x="2621133" y="27582"/>
                  </a:lnTo>
                  <a:lnTo>
                    <a:pt x="2628957" y="25974"/>
                  </a:lnTo>
                  <a:lnTo>
                    <a:pt x="2636782" y="24402"/>
                  </a:lnTo>
                  <a:lnTo>
                    <a:pt x="2644606" y="22870"/>
                  </a:lnTo>
                  <a:lnTo>
                    <a:pt x="2652430" y="21408"/>
                  </a:lnTo>
                  <a:lnTo>
                    <a:pt x="2660254" y="19981"/>
                  </a:lnTo>
                  <a:lnTo>
                    <a:pt x="2668079" y="18599"/>
                  </a:lnTo>
                  <a:lnTo>
                    <a:pt x="2675903" y="17281"/>
                  </a:lnTo>
                  <a:lnTo>
                    <a:pt x="2683727" y="15998"/>
                  </a:lnTo>
                  <a:lnTo>
                    <a:pt x="2691552" y="14766"/>
                  </a:lnTo>
                  <a:lnTo>
                    <a:pt x="2699376" y="13591"/>
                  </a:lnTo>
                  <a:lnTo>
                    <a:pt x="2707200" y="12451"/>
                  </a:lnTo>
                  <a:lnTo>
                    <a:pt x="2715024" y="11369"/>
                  </a:lnTo>
                  <a:lnTo>
                    <a:pt x="2722849" y="10337"/>
                  </a:lnTo>
                  <a:lnTo>
                    <a:pt x="2730673" y="9339"/>
                  </a:lnTo>
                  <a:lnTo>
                    <a:pt x="2738497" y="8406"/>
                  </a:lnTo>
                  <a:lnTo>
                    <a:pt x="2746322" y="7517"/>
                  </a:lnTo>
                  <a:lnTo>
                    <a:pt x="2754146" y="6662"/>
                  </a:lnTo>
                  <a:lnTo>
                    <a:pt x="2761970" y="5878"/>
                  </a:lnTo>
                  <a:lnTo>
                    <a:pt x="2769794" y="5133"/>
                  </a:lnTo>
                  <a:lnTo>
                    <a:pt x="2777619" y="4424"/>
                  </a:lnTo>
                  <a:lnTo>
                    <a:pt x="2785443" y="3789"/>
                  </a:lnTo>
                  <a:lnTo>
                    <a:pt x="2793267" y="3188"/>
                  </a:lnTo>
                  <a:lnTo>
                    <a:pt x="2801091" y="2632"/>
                  </a:lnTo>
                  <a:lnTo>
                    <a:pt x="2808916" y="2144"/>
                  </a:lnTo>
                  <a:lnTo>
                    <a:pt x="2816740" y="1692"/>
                  </a:lnTo>
                  <a:lnTo>
                    <a:pt x="2824564" y="1292"/>
                  </a:lnTo>
                  <a:lnTo>
                    <a:pt x="2832389" y="955"/>
                  </a:lnTo>
                  <a:lnTo>
                    <a:pt x="2840213" y="654"/>
                  </a:lnTo>
                  <a:lnTo>
                    <a:pt x="2848037" y="415"/>
                  </a:lnTo>
                  <a:lnTo>
                    <a:pt x="2855861" y="234"/>
                  </a:lnTo>
                  <a:lnTo>
                    <a:pt x="2863686" y="91"/>
                  </a:lnTo>
                  <a:lnTo>
                    <a:pt x="2871510" y="19"/>
                  </a:lnTo>
                  <a:lnTo>
                    <a:pt x="2879334" y="0"/>
                  </a:lnTo>
                  <a:lnTo>
                    <a:pt x="2887159" y="19"/>
                  </a:lnTo>
                  <a:lnTo>
                    <a:pt x="2894983" y="121"/>
                  </a:lnTo>
                  <a:lnTo>
                    <a:pt x="2902807" y="269"/>
                  </a:lnTo>
                  <a:lnTo>
                    <a:pt x="2910631" y="460"/>
                  </a:lnTo>
                  <a:lnTo>
                    <a:pt x="2918456" y="740"/>
                  </a:lnTo>
                  <a:lnTo>
                    <a:pt x="2926280" y="1063"/>
                  </a:lnTo>
                  <a:lnTo>
                    <a:pt x="2934104" y="1437"/>
                  </a:lnTo>
                  <a:lnTo>
                    <a:pt x="2941929" y="1896"/>
                  </a:lnTo>
                  <a:lnTo>
                    <a:pt x="2949753" y="2399"/>
                  </a:lnTo>
                  <a:lnTo>
                    <a:pt x="2957577" y="2964"/>
                  </a:lnTo>
                  <a:lnTo>
                    <a:pt x="2965401" y="3608"/>
                  </a:lnTo>
                  <a:lnTo>
                    <a:pt x="2973226" y="4296"/>
                  </a:lnTo>
                  <a:lnTo>
                    <a:pt x="2981050" y="5057"/>
                  </a:lnTo>
                  <a:lnTo>
                    <a:pt x="2988874" y="5889"/>
                  </a:lnTo>
                  <a:lnTo>
                    <a:pt x="2996698" y="6767"/>
                  </a:lnTo>
                  <a:lnTo>
                    <a:pt x="3004523" y="7726"/>
                  </a:lnTo>
                  <a:lnTo>
                    <a:pt x="3012347" y="8750"/>
                  </a:lnTo>
                  <a:lnTo>
                    <a:pt x="3020171" y="9819"/>
                  </a:lnTo>
                  <a:lnTo>
                    <a:pt x="3027996" y="10979"/>
                  </a:lnTo>
                  <a:lnTo>
                    <a:pt x="3035820" y="12194"/>
                  </a:lnTo>
                  <a:lnTo>
                    <a:pt x="3043644" y="13455"/>
                  </a:lnTo>
                  <a:lnTo>
                    <a:pt x="3051468" y="14814"/>
                  </a:lnTo>
                  <a:lnTo>
                    <a:pt x="3059293" y="16219"/>
                  </a:lnTo>
                  <a:lnTo>
                    <a:pt x="3067117" y="17677"/>
                  </a:lnTo>
                  <a:lnTo>
                    <a:pt x="3074941" y="19223"/>
                  </a:lnTo>
                  <a:lnTo>
                    <a:pt x="3082766" y="20813"/>
                  </a:lnTo>
                  <a:lnTo>
                    <a:pt x="3090590" y="22462"/>
                  </a:lnTo>
                  <a:lnTo>
                    <a:pt x="3098414" y="24188"/>
                  </a:lnTo>
                  <a:lnTo>
                    <a:pt x="3106238" y="25955"/>
                  </a:lnTo>
                  <a:lnTo>
                    <a:pt x="3114063" y="27786"/>
                  </a:lnTo>
                  <a:lnTo>
                    <a:pt x="3121887" y="29682"/>
                  </a:lnTo>
                  <a:lnTo>
                    <a:pt x="3129711" y="31616"/>
                  </a:lnTo>
                  <a:lnTo>
                    <a:pt x="3137536" y="33617"/>
                  </a:lnTo>
                  <a:lnTo>
                    <a:pt x="3145360" y="35670"/>
                  </a:lnTo>
                  <a:lnTo>
                    <a:pt x="3153184" y="37758"/>
                  </a:lnTo>
                  <a:lnTo>
                    <a:pt x="3161008" y="39912"/>
                  </a:lnTo>
                  <a:lnTo>
                    <a:pt x="3168833" y="42107"/>
                  </a:lnTo>
                  <a:lnTo>
                    <a:pt x="3176657" y="44333"/>
                  </a:lnTo>
                  <a:lnTo>
                    <a:pt x="3184481" y="46622"/>
                  </a:lnTo>
                  <a:lnTo>
                    <a:pt x="3192305" y="48941"/>
                  </a:lnTo>
                  <a:lnTo>
                    <a:pt x="3200130" y="51290"/>
                  </a:lnTo>
                  <a:lnTo>
                    <a:pt x="3207954" y="53690"/>
                  </a:lnTo>
                  <a:lnTo>
                    <a:pt x="3215778" y="56113"/>
                  </a:lnTo>
                  <a:lnTo>
                    <a:pt x="3223603" y="58565"/>
                  </a:lnTo>
                  <a:lnTo>
                    <a:pt x="3231427" y="61054"/>
                  </a:lnTo>
                  <a:lnTo>
                    <a:pt x="3239251" y="63560"/>
                  </a:lnTo>
                  <a:lnTo>
                    <a:pt x="3247075" y="66092"/>
                  </a:lnTo>
                  <a:lnTo>
                    <a:pt x="3254900" y="68647"/>
                  </a:lnTo>
                  <a:lnTo>
                    <a:pt x="3262724" y="71215"/>
                  </a:lnTo>
                  <a:lnTo>
                    <a:pt x="3270548" y="73801"/>
                  </a:lnTo>
                  <a:lnTo>
                    <a:pt x="3278373" y="76400"/>
                  </a:lnTo>
                  <a:lnTo>
                    <a:pt x="3286197" y="79007"/>
                  </a:lnTo>
                  <a:lnTo>
                    <a:pt x="3294021" y="81624"/>
                  </a:lnTo>
                  <a:lnTo>
                    <a:pt x="3301845" y="84244"/>
                  </a:lnTo>
                  <a:lnTo>
                    <a:pt x="3309670" y="86867"/>
                  </a:lnTo>
                  <a:lnTo>
                    <a:pt x="3317494" y="89491"/>
                  </a:lnTo>
                  <a:lnTo>
                    <a:pt x="3325318" y="92111"/>
                  </a:lnTo>
                  <a:lnTo>
                    <a:pt x="3333142" y="94729"/>
                  </a:lnTo>
                  <a:lnTo>
                    <a:pt x="3340967" y="97335"/>
                  </a:lnTo>
                  <a:lnTo>
                    <a:pt x="3348791" y="99935"/>
                  </a:lnTo>
                  <a:lnTo>
                    <a:pt x="3356615" y="102525"/>
                  </a:lnTo>
                  <a:lnTo>
                    <a:pt x="3364440" y="105096"/>
                  </a:lnTo>
                  <a:lnTo>
                    <a:pt x="3372264" y="107655"/>
                  </a:lnTo>
                  <a:lnTo>
                    <a:pt x="3380088" y="110197"/>
                  </a:lnTo>
                  <a:lnTo>
                    <a:pt x="3387912" y="112715"/>
                  </a:lnTo>
                  <a:lnTo>
                    <a:pt x="3395737" y="115217"/>
                  </a:lnTo>
                  <a:lnTo>
                    <a:pt x="3403561" y="117693"/>
                  </a:lnTo>
                  <a:lnTo>
                    <a:pt x="3411385" y="120141"/>
                  </a:lnTo>
                  <a:lnTo>
                    <a:pt x="3419210" y="122572"/>
                  </a:lnTo>
                  <a:lnTo>
                    <a:pt x="3427034" y="124966"/>
                  </a:lnTo>
                  <a:lnTo>
                    <a:pt x="3434858" y="127333"/>
                  </a:lnTo>
                  <a:lnTo>
                    <a:pt x="3442682" y="129678"/>
                  </a:lnTo>
                  <a:lnTo>
                    <a:pt x="3450507" y="131979"/>
                  </a:lnTo>
                  <a:lnTo>
                    <a:pt x="3458331" y="134253"/>
                  </a:lnTo>
                  <a:lnTo>
                    <a:pt x="3466155" y="136503"/>
                  </a:lnTo>
                  <a:lnTo>
                    <a:pt x="3473980" y="138701"/>
                  </a:lnTo>
                  <a:lnTo>
                    <a:pt x="3481804" y="140874"/>
                  </a:lnTo>
                  <a:lnTo>
                    <a:pt x="3489628" y="143018"/>
                  </a:lnTo>
                  <a:lnTo>
                    <a:pt x="3497452" y="145110"/>
                  </a:lnTo>
                  <a:lnTo>
                    <a:pt x="3505277" y="147177"/>
                  </a:lnTo>
                  <a:lnTo>
                    <a:pt x="3513101" y="149208"/>
                  </a:lnTo>
                  <a:lnTo>
                    <a:pt x="3520925" y="151191"/>
                  </a:lnTo>
                  <a:lnTo>
                    <a:pt x="3528749" y="153148"/>
                  </a:lnTo>
                  <a:lnTo>
                    <a:pt x="3536574" y="155064"/>
                  </a:lnTo>
                  <a:lnTo>
                    <a:pt x="3544398" y="156937"/>
                  </a:lnTo>
                  <a:lnTo>
                    <a:pt x="3552222" y="158783"/>
                  </a:lnTo>
                  <a:lnTo>
                    <a:pt x="3560047" y="160583"/>
                  </a:lnTo>
                  <a:lnTo>
                    <a:pt x="3567871" y="162345"/>
                  </a:lnTo>
                  <a:lnTo>
                    <a:pt x="3575695" y="164081"/>
                  </a:lnTo>
                  <a:lnTo>
                    <a:pt x="3583519" y="165767"/>
                  </a:lnTo>
                  <a:lnTo>
                    <a:pt x="3591344" y="167420"/>
                  </a:lnTo>
                  <a:lnTo>
                    <a:pt x="3599168" y="169048"/>
                  </a:lnTo>
                  <a:lnTo>
                    <a:pt x="3606992" y="170622"/>
                  </a:lnTo>
                  <a:lnTo>
                    <a:pt x="3614817" y="172171"/>
                  </a:lnTo>
                  <a:lnTo>
                    <a:pt x="3622641" y="173691"/>
                  </a:lnTo>
                  <a:lnTo>
                    <a:pt x="3630465" y="175161"/>
                  </a:lnTo>
                  <a:lnTo>
                    <a:pt x="3638289" y="176608"/>
                  </a:lnTo>
                  <a:lnTo>
                    <a:pt x="3646114" y="178024"/>
                  </a:lnTo>
                  <a:lnTo>
                    <a:pt x="3653938" y="179397"/>
                  </a:lnTo>
                  <a:lnTo>
                    <a:pt x="3661762" y="180747"/>
                  </a:lnTo>
                  <a:lnTo>
                    <a:pt x="3669586" y="182064"/>
                  </a:lnTo>
                  <a:lnTo>
                    <a:pt x="3677411" y="183344"/>
                  </a:lnTo>
                  <a:lnTo>
                    <a:pt x="3685235" y="184604"/>
                  </a:lnTo>
                  <a:lnTo>
                    <a:pt x="3693059" y="185827"/>
                  </a:lnTo>
                  <a:lnTo>
                    <a:pt x="3700884" y="187021"/>
                  </a:lnTo>
                  <a:lnTo>
                    <a:pt x="3708708" y="188194"/>
                  </a:lnTo>
                  <a:lnTo>
                    <a:pt x="3716532" y="189330"/>
                  </a:lnTo>
                  <a:lnTo>
                    <a:pt x="3724356" y="190442"/>
                  </a:lnTo>
                  <a:lnTo>
                    <a:pt x="3732181" y="191535"/>
                  </a:lnTo>
                  <a:lnTo>
                    <a:pt x="3740005" y="192590"/>
                  </a:lnTo>
                  <a:lnTo>
                    <a:pt x="3747829" y="193625"/>
                  </a:lnTo>
                  <a:lnTo>
                    <a:pt x="3755654" y="194641"/>
                  </a:lnTo>
                  <a:lnTo>
                    <a:pt x="3763478" y="195622"/>
                  </a:lnTo>
                  <a:lnTo>
                    <a:pt x="3771302" y="196586"/>
                  </a:lnTo>
                  <a:lnTo>
                    <a:pt x="3779126" y="197529"/>
                  </a:lnTo>
                  <a:lnTo>
                    <a:pt x="3786951" y="198441"/>
                  </a:lnTo>
                  <a:lnTo>
                    <a:pt x="3794775" y="199338"/>
                  </a:lnTo>
                  <a:lnTo>
                    <a:pt x="3802599" y="200213"/>
                  </a:lnTo>
                  <a:lnTo>
                    <a:pt x="3810424" y="201061"/>
                  </a:lnTo>
                  <a:lnTo>
                    <a:pt x="3818248" y="201896"/>
                  </a:lnTo>
                  <a:lnTo>
                    <a:pt x="3826072" y="202706"/>
                  </a:lnTo>
                  <a:lnTo>
                    <a:pt x="3833896" y="203495"/>
                  </a:lnTo>
                  <a:lnTo>
                    <a:pt x="3841721" y="204270"/>
                  </a:lnTo>
                  <a:lnTo>
                    <a:pt x="3849545" y="205020"/>
                  </a:lnTo>
                  <a:lnTo>
                    <a:pt x="3857369" y="205752"/>
                  </a:lnTo>
                  <a:lnTo>
                    <a:pt x="3865193" y="206472"/>
                  </a:lnTo>
                  <a:lnTo>
                    <a:pt x="3873018" y="207165"/>
                  </a:lnTo>
                  <a:lnTo>
                    <a:pt x="3880842" y="207844"/>
                  </a:lnTo>
                  <a:lnTo>
                    <a:pt x="3888666" y="208510"/>
                  </a:lnTo>
                  <a:lnTo>
                    <a:pt x="3896491" y="209149"/>
                  </a:lnTo>
                  <a:lnTo>
                    <a:pt x="3904315" y="209777"/>
                  </a:lnTo>
                  <a:lnTo>
                    <a:pt x="3912139" y="210391"/>
                  </a:lnTo>
                  <a:lnTo>
                    <a:pt x="3919963" y="210981"/>
                  </a:lnTo>
                  <a:lnTo>
                    <a:pt x="3927788" y="211561"/>
                  </a:lnTo>
                  <a:lnTo>
                    <a:pt x="3935612" y="212124"/>
                  </a:lnTo>
                  <a:lnTo>
                    <a:pt x="3943436" y="212668"/>
                  </a:lnTo>
                  <a:lnTo>
                    <a:pt x="3951261" y="213201"/>
                  </a:lnTo>
                  <a:lnTo>
                    <a:pt x="3959085" y="213717"/>
                  </a:lnTo>
                  <a:lnTo>
                    <a:pt x="3966909" y="214216"/>
                  </a:lnTo>
                  <a:lnTo>
                    <a:pt x="3974733" y="214704"/>
                  </a:lnTo>
                  <a:lnTo>
                    <a:pt x="3982558" y="215175"/>
                  </a:lnTo>
                  <a:lnTo>
                    <a:pt x="3990382" y="215631"/>
                  </a:lnTo>
                  <a:lnTo>
                    <a:pt x="3998206" y="216077"/>
                  </a:lnTo>
                  <a:lnTo>
                    <a:pt x="3998206" y="226004"/>
                  </a:lnTo>
                  <a:lnTo>
                    <a:pt x="3990382" y="226004"/>
                  </a:lnTo>
                  <a:lnTo>
                    <a:pt x="3982558" y="226004"/>
                  </a:lnTo>
                  <a:lnTo>
                    <a:pt x="3974733" y="226004"/>
                  </a:lnTo>
                  <a:lnTo>
                    <a:pt x="3966909" y="226004"/>
                  </a:lnTo>
                  <a:lnTo>
                    <a:pt x="3959085" y="226004"/>
                  </a:lnTo>
                  <a:lnTo>
                    <a:pt x="3951261" y="226004"/>
                  </a:lnTo>
                  <a:lnTo>
                    <a:pt x="3943436" y="226004"/>
                  </a:lnTo>
                  <a:lnTo>
                    <a:pt x="3935612" y="226004"/>
                  </a:lnTo>
                  <a:lnTo>
                    <a:pt x="3927788" y="226004"/>
                  </a:lnTo>
                  <a:lnTo>
                    <a:pt x="3919963" y="226004"/>
                  </a:lnTo>
                  <a:lnTo>
                    <a:pt x="3912139" y="226004"/>
                  </a:lnTo>
                  <a:lnTo>
                    <a:pt x="3904315" y="226004"/>
                  </a:lnTo>
                  <a:lnTo>
                    <a:pt x="3896491" y="226004"/>
                  </a:lnTo>
                  <a:lnTo>
                    <a:pt x="3888666" y="226004"/>
                  </a:lnTo>
                  <a:lnTo>
                    <a:pt x="3880842" y="226004"/>
                  </a:lnTo>
                  <a:lnTo>
                    <a:pt x="3873018" y="226004"/>
                  </a:lnTo>
                  <a:lnTo>
                    <a:pt x="3865193" y="226004"/>
                  </a:lnTo>
                  <a:lnTo>
                    <a:pt x="3857369" y="226004"/>
                  </a:lnTo>
                  <a:lnTo>
                    <a:pt x="3849545" y="226004"/>
                  </a:lnTo>
                  <a:lnTo>
                    <a:pt x="3841721" y="226004"/>
                  </a:lnTo>
                  <a:lnTo>
                    <a:pt x="3833896" y="226004"/>
                  </a:lnTo>
                  <a:lnTo>
                    <a:pt x="3826072" y="226004"/>
                  </a:lnTo>
                  <a:lnTo>
                    <a:pt x="3818248" y="226004"/>
                  </a:lnTo>
                  <a:lnTo>
                    <a:pt x="3810424" y="226004"/>
                  </a:lnTo>
                  <a:lnTo>
                    <a:pt x="3802599" y="226004"/>
                  </a:lnTo>
                  <a:lnTo>
                    <a:pt x="3794775" y="226004"/>
                  </a:lnTo>
                  <a:lnTo>
                    <a:pt x="3786951" y="226004"/>
                  </a:lnTo>
                  <a:lnTo>
                    <a:pt x="3779126" y="226004"/>
                  </a:lnTo>
                  <a:lnTo>
                    <a:pt x="3771302" y="226004"/>
                  </a:lnTo>
                  <a:lnTo>
                    <a:pt x="3763478" y="226004"/>
                  </a:lnTo>
                  <a:lnTo>
                    <a:pt x="3755654" y="226004"/>
                  </a:lnTo>
                  <a:lnTo>
                    <a:pt x="3747829" y="226004"/>
                  </a:lnTo>
                  <a:lnTo>
                    <a:pt x="3740005" y="226004"/>
                  </a:lnTo>
                  <a:lnTo>
                    <a:pt x="3732181" y="226004"/>
                  </a:lnTo>
                  <a:lnTo>
                    <a:pt x="3724356" y="226004"/>
                  </a:lnTo>
                  <a:lnTo>
                    <a:pt x="3716532" y="226004"/>
                  </a:lnTo>
                  <a:lnTo>
                    <a:pt x="3708708" y="226004"/>
                  </a:lnTo>
                  <a:lnTo>
                    <a:pt x="3700884" y="226004"/>
                  </a:lnTo>
                  <a:lnTo>
                    <a:pt x="3693059" y="226004"/>
                  </a:lnTo>
                  <a:lnTo>
                    <a:pt x="3685235" y="226004"/>
                  </a:lnTo>
                  <a:lnTo>
                    <a:pt x="3677411" y="226004"/>
                  </a:lnTo>
                  <a:lnTo>
                    <a:pt x="3669586" y="226004"/>
                  </a:lnTo>
                  <a:lnTo>
                    <a:pt x="3661762" y="226004"/>
                  </a:lnTo>
                  <a:lnTo>
                    <a:pt x="3653938" y="226004"/>
                  </a:lnTo>
                  <a:lnTo>
                    <a:pt x="3646114" y="226004"/>
                  </a:lnTo>
                  <a:lnTo>
                    <a:pt x="3638289" y="226004"/>
                  </a:lnTo>
                  <a:lnTo>
                    <a:pt x="3630465" y="226004"/>
                  </a:lnTo>
                  <a:lnTo>
                    <a:pt x="3622641" y="226004"/>
                  </a:lnTo>
                  <a:lnTo>
                    <a:pt x="3614817" y="226004"/>
                  </a:lnTo>
                  <a:lnTo>
                    <a:pt x="3606992" y="226004"/>
                  </a:lnTo>
                  <a:lnTo>
                    <a:pt x="3599168" y="226004"/>
                  </a:lnTo>
                  <a:lnTo>
                    <a:pt x="3591344" y="226004"/>
                  </a:lnTo>
                  <a:lnTo>
                    <a:pt x="3583519" y="226004"/>
                  </a:lnTo>
                  <a:lnTo>
                    <a:pt x="3575695" y="226004"/>
                  </a:lnTo>
                  <a:lnTo>
                    <a:pt x="3567871" y="226004"/>
                  </a:lnTo>
                  <a:lnTo>
                    <a:pt x="3560047" y="226004"/>
                  </a:lnTo>
                  <a:lnTo>
                    <a:pt x="3552222" y="226004"/>
                  </a:lnTo>
                  <a:lnTo>
                    <a:pt x="3544398" y="226004"/>
                  </a:lnTo>
                  <a:lnTo>
                    <a:pt x="3536574" y="226004"/>
                  </a:lnTo>
                  <a:lnTo>
                    <a:pt x="3528749" y="226004"/>
                  </a:lnTo>
                  <a:lnTo>
                    <a:pt x="3520925" y="226004"/>
                  </a:lnTo>
                  <a:lnTo>
                    <a:pt x="3513101" y="226004"/>
                  </a:lnTo>
                  <a:lnTo>
                    <a:pt x="3505277" y="226004"/>
                  </a:lnTo>
                  <a:lnTo>
                    <a:pt x="3497452" y="226004"/>
                  </a:lnTo>
                  <a:lnTo>
                    <a:pt x="3489628" y="226004"/>
                  </a:lnTo>
                  <a:lnTo>
                    <a:pt x="3481804" y="226004"/>
                  </a:lnTo>
                  <a:lnTo>
                    <a:pt x="3473980" y="226004"/>
                  </a:lnTo>
                  <a:lnTo>
                    <a:pt x="3466155" y="226004"/>
                  </a:lnTo>
                  <a:lnTo>
                    <a:pt x="3458331" y="226004"/>
                  </a:lnTo>
                  <a:lnTo>
                    <a:pt x="3450507" y="226004"/>
                  </a:lnTo>
                  <a:lnTo>
                    <a:pt x="3442682" y="226004"/>
                  </a:lnTo>
                  <a:lnTo>
                    <a:pt x="3434858" y="226004"/>
                  </a:lnTo>
                  <a:lnTo>
                    <a:pt x="3427034" y="226004"/>
                  </a:lnTo>
                  <a:lnTo>
                    <a:pt x="3419210" y="226004"/>
                  </a:lnTo>
                  <a:lnTo>
                    <a:pt x="3411385" y="226004"/>
                  </a:lnTo>
                  <a:lnTo>
                    <a:pt x="3403561" y="226004"/>
                  </a:lnTo>
                  <a:lnTo>
                    <a:pt x="3395737" y="226004"/>
                  </a:lnTo>
                  <a:lnTo>
                    <a:pt x="3387912" y="226004"/>
                  </a:lnTo>
                  <a:lnTo>
                    <a:pt x="3380088" y="226004"/>
                  </a:lnTo>
                  <a:lnTo>
                    <a:pt x="3372264" y="226004"/>
                  </a:lnTo>
                  <a:lnTo>
                    <a:pt x="3364440" y="226004"/>
                  </a:lnTo>
                  <a:lnTo>
                    <a:pt x="3356615" y="226004"/>
                  </a:lnTo>
                  <a:lnTo>
                    <a:pt x="3348791" y="226004"/>
                  </a:lnTo>
                  <a:lnTo>
                    <a:pt x="3340967" y="226004"/>
                  </a:lnTo>
                  <a:lnTo>
                    <a:pt x="3333142" y="226004"/>
                  </a:lnTo>
                  <a:lnTo>
                    <a:pt x="3325318" y="226004"/>
                  </a:lnTo>
                  <a:lnTo>
                    <a:pt x="3317494" y="226004"/>
                  </a:lnTo>
                  <a:lnTo>
                    <a:pt x="3309670" y="226004"/>
                  </a:lnTo>
                  <a:lnTo>
                    <a:pt x="3301845" y="226004"/>
                  </a:lnTo>
                  <a:lnTo>
                    <a:pt x="3294021" y="226004"/>
                  </a:lnTo>
                  <a:lnTo>
                    <a:pt x="3286197" y="226004"/>
                  </a:lnTo>
                  <a:lnTo>
                    <a:pt x="3278373" y="226004"/>
                  </a:lnTo>
                  <a:lnTo>
                    <a:pt x="3270548" y="226004"/>
                  </a:lnTo>
                  <a:lnTo>
                    <a:pt x="3262724" y="226004"/>
                  </a:lnTo>
                  <a:lnTo>
                    <a:pt x="3254900" y="226004"/>
                  </a:lnTo>
                  <a:lnTo>
                    <a:pt x="3247075" y="226004"/>
                  </a:lnTo>
                  <a:lnTo>
                    <a:pt x="3239251" y="226004"/>
                  </a:lnTo>
                  <a:lnTo>
                    <a:pt x="3231427" y="226004"/>
                  </a:lnTo>
                  <a:lnTo>
                    <a:pt x="3223603" y="226004"/>
                  </a:lnTo>
                  <a:lnTo>
                    <a:pt x="3215778" y="226004"/>
                  </a:lnTo>
                  <a:lnTo>
                    <a:pt x="3207954" y="226004"/>
                  </a:lnTo>
                  <a:lnTo>
                    <a:pt x="3200130" y="226004"/>
                  </a:lnTo>
                  <a:lnTo>
                    <a:pt x="3192305" y="226004"/>
                  </a:lnTo>
                  <a:lnTo>
                    <a:pt x="3184481" y="226004"/>
                  </a:lnTo>
                  <a:lnTo>
                    <a:pt x="3176657" y="226004"/>
                  </a:lnTo>
                  <a:lnTo>
                    <a:pt x="3168833" y="226004"/>
                  </a:lnTo>
                  <a:lnTo>
                    <a:pt x="3161008" y="226004"/>
                  </a:lnTo>
                  <a:lnTo>
                    <a:pt x="3153184" y="226004"/>
                  </a:lnTo>
                  <a:lnTo>
                    <a:pt x="3145360" y="226004"/>
                  </a:lnTo>
                  <a:lnTo>
                    <a:pt x="3137536" y="226004"/>
                  </a:lnTo>
                  <a:lnTo>
                    <a:pt x="3129711" y="226004"/>
                  </a:lnTo>
                  <a:lnTo>
                    <a:pt x="3121887" y="226004"/>
                  </a:lnTo>
                  <a:lnTo>
                    <a:pt x="3114063" y="226004"/>
                  </a:lnTo>
                  <a:lnTo>
                    <a:pt x="3106238" y="226004"/>
                  </a:lnTo>
                  <a:lnTo>
                    <a:pt x="3098414" y="226004"/>
                  </a:lnTo>
                  <a:lnTo>
                    <a:pt x="3090590" y="226004"/>
                  </a:lnTo>
                  <a:lnTo>
                    <a:pt x="3082766" y="226004"/>
                  </a:lnTo>
                  <a:lnTo>
                    <a:pt x="3074941" y="226004"/>
                  </a:lnTo>
                  <a:lnTo>
                    <a:pt x="3067117" y="226004"/>
                  </a:lnTo>
                  <a:lnTo>
                    <a:pt x="3059293" y="226004"/>
                  </a:lnTo>
                  <a:lnTo>
                    <a:pt x="3051468" y="226004"/>
                  </a:lnTo>
                  <a:lnTo>
                    <a:pt x="3043644" y="226004"/>
                  </a:lnTo>
                  <a:lnTo>
                    <a:pt x="3035820" y="226004"/>
                  </a:lnTo>
                  <a:lnTo>
                    <a:pt x="3027996" y="226004"/>
                  </a:lnTo>
                  <a:lnTo>
                    <a:pt x="3020171" y="226004"/>
                  </a:lnTo>
                  <a:lnTo>
                    <a:pt x="3012347" y="226004"/>
                  </a:lnTo>
                  <a:lnTo>
                    <a:pt x="3004523" y="226004"/>
                  </a:lnTo>
                  <a:lnTo>
                    <a:pt x="2996698" y="226004"/>
                  </a:lnTo>
                  <a:lnTo>
                    <a:pt x="2988874" y="226004"/>
                  </a:lnTo>
                  <a:lnTo>
                    <a:pt x="2981050" y="226004"/>
                  </a:lnTo>
                  <a:lnTo>
                    <a:pt x="2973226" y="226004"/>
                  </a:lnTo>
                  <a:lnTo>
                    <a:pt x="2965401" y="226004"/>
                  </a:lnTo>
                  <a:lnTo>
                    <a:pt x="2957577" y="226004"/>
                  </a:lnTo>
                  <a:lnTo>
                    <a:pt x="2949753" y="226004"/>
                  </a:lnTo>
                  <a:lnTo>
                    <a:pt x="2941929" y="226004"/>
                  </a:lnTo>
                  <a:lnTo>
                    <a:pt x="2934104" y="226004"/>
                  </a:lnTo>
                  <a:lnTo>
                    <a:pt x="2926280" y="226004"/>
                  </a:lnTo>
                  <a:lnTo>
                    <a:pt x="2918456" y="226004"/>
                  </a:lnTo>
                  <a:lnTo>
                    <a:pt x="2910631" y="226004"/>
                  </a:lnTo>
                  <a:lnTo>
                    <a:pt x="2902807" y="226004"/>
                  </a:lnTo>
                  <a:lnTo>
                    <a:pt x="2894983" y="226004"/>
                  </a:lnTo>
                  <a:lnTo>
                    <a:pt x="2887159" y="226004"/>
                  </a:lnTo>
                  <a:lnTo>
                    <a:pt x="2879334" y="226004"/>
                  </a:lnTo>
                  <a:lnTo>
                    <a:pt x="2871510" y="226004"/>
                  </a:lnTo>
                  <a:lnTo>
                    <a:pt x="2863686" y="226004"/>
                  </a:lnTo>
                  <a:lnTo>
                    <a:pt x="2855861" y="226004"/>
                  </a:lnTo>
                  <a:lnTo>
                    <a:pt x="2848037" y="226004"/>
                  </a:lnTo>
                  <a:lnTo>
                    <a:pt x="2840213" y="226004"/>
                  </a:lnTo>
                  <a:lnTo>
                    <a:pt x="2832389" y="226004"/>
                  </a:lnTo>
                  <a:lnTo>
                    <a:pt x="2824564" y="226004"/>
                  </a:lnTo>
                  <a:lnTo>
                    <a:pt x="2816740" y="226004"/>
                  </a:lnTo>
                  <a:lnTo>
                    <a:pt x="2808916" y="226004"/>
                  </a:lnTo>
                  <a:lnTo>
                    <a:pt x="2801091" y="226004"/>
                  </a:lnTo>
                  <a:lnTo>
                    <a:pt x="2793267" y="226004"/>
                  </a:lnTo>
                  <a:lnTo>
                    <a:pt x="2785443" y="226004"/>
                  </a:lnTo>
                  <a:lnTo>
                    <a:pt x="2777619" y="226004"/>
                  </a:lnTo>
                  <a:lnTo>
                    <a:pt x="2769794" y="226004"/>
                  </a:lnTo>
                  <a:lnTo>
                    <a:pt x="2761970" y="226004"/>
                  </a:lnTo>
                  <a:lnTo>
                    <a:pt x="2754146" y="226004"/>
                  </a:lnTo>
                  <a:lnTo>
                    <a:pt x="2746322" y="226004"/>
                  </a:lnTo>
                  <a:lnTo>
                    <a:pt x="2738497" y="226004"/>
                  </a:lnTo>
                  <a:lnTo>
                    <a:pt x="2730673" y="226004"/>
                  </a:lnTo>
                  <a:lnTo>
                    <a:pt x="2722849" y="226004"/>
                  </a:lnTo>
                  <a:lnTo>
                    <a:pt x="2715024" y="226004"/>
                  </a:lnTo>
                  <a:lnTo>
                    <a:pt x="2707200" y="226004"/>
                  </a:lnTo>
                  <a:lnTo>
                    <a:pt x="2699376" y="226004"/>
                  </a:lnTo>
                  <a:lnTo>
                    <a:pt x="2691552" y="226004"/>
                  </a:lnTo>
                  <a:lnTo>
                    <a:pt x="2683727" y="226004"/>
                  </a:lnTo>
                  <a:lnTo>
                    <a:pt x="2675903" y="226004"/>
                  </a:lnTo>
                  <a:lnTo>
                    <a:pt x="2668079" y="226004"/>
                  </a:lnTo>
                  <a:lnTo>
                    <a:pt x="2660254" y="226004"/>
                  </a:lnTo>
                  <a:lnTo>
                    <a:pt x="2652430" y="226004"/>
                  </a:lnTo>
                  <a:lnTo>
                    <a:pt x="2644606" y="226004"/>
                  </a:lnTo>
                  <a:lnTo>
                    <a:pt x="2636782" y="226004"/>
                  </a:lnTo>
                  <a:lnTo>
                    <a:pt x="2628957" y="226004"/>
                  </a:lnTo>
                  <a:lnTo>
                    <a:pt x="2621133" y="226004"/>
                  </a:lnTo>
                  <a:lnTo>
                    <a:pt x="2613309" y="226004"/>
                  </a:lnTo>
                  <a:lnTo>
                    <a:pt x="2605485" y="226004"/>
                  </a:lnTo>
                  <a:lnTo>
                    <a:pt x="2597660" y="226004"/>
                  </a:lnTo>
                  <a:lnTo>
                    <a:pt x="2589836" y="226004"/>
                  </a:lnTo>
                  <a:lnTo>
                    <a:pt x="2582012" y="226004"/>
                  </a:lnTo>
                  <a:lnTo>
                    <a:pt x="2574187" y="226004"/>
                  </a:lnTo>
                  <a:lnTo>
                    <a:pt x="2566363" y="226004"/>
                  </a:lnTo>
                  <a:lnTo>
                    <a:pt x="2558539" y="226004"/>
                  </a:lnTo>
                  <a:lnTo>
                    <a:pt x="2550715" y="226004"/>
                  </a:lnTo>
                  <a:lnTo>
                    <a:pt x="2542890" y="226004"/>
                  </a:lnTo>
                  <a:lnTo>
                    <a:pt x="2535066" y="226004"/>
                  </a:lnTo>
                  <a:lnTo>
                    <a:pt x="2527242" y="226004"/>
                  </a:lnTo>
                  <a:lnTo>
                    <a:pt x="2519417" y="226004"/>
                  </a:lnTo>
                  <a:lnTo>
                    <a:pt x="2511593" y="226004"/>
                  </a:lnTo>
                  <a:lnTo>
                    <a:pt x="2503769" y="226004"/>
                  </a:lnTo>
                  <a:lnTo>
                    <a:pt x="2495945" y="226004"/>
                  </a:lnTo>
                  <a:lnTo>
                    <a:pt x="2488120" y="226004"/>
                  </a:lnTo>
                  <a:lnTo>
                    <a:pt x="2480296" y="226004"/>
                  </a:lnTo>
                  <a:lnTo>
                    <a:pt x="2472472" y="226004"/>
                  </a:lnTo>
                  <a:lnTo>
                    <a:pt x="2464647" y="226004"/>
                  </a:lnTo>
                  <a:lnTo>
                    <a:pt x="2456823" y="226004"/>
                  </a:lnTo>
                  <a:lnTo>
                    <a:pt x="2448999" y="226004"/>
                  </a:lnTo>
                  <a:lnTo>
                    <a:pt x="2441175" y="226004"/>
                  </a:lnTo>
                  <a:lnTo>
                    <a:pt x="2433350" y="226004"/>
                  </a:lnTo>
                  <a:lnTo>
                    <a:pt x="2425526" y="226004"/>
                  </a:lnTo>
                  <a:lnTo>
                    <a:pt x="2417702" y="226004"/>
                  </a:lnTo>
                  <a:lnTo>
                    <a:pt x="2409878" y="226004"/>
                  </a:lnTo>
                  <a:lnTo>
                    <a:pt x="2402053" y="226004"/>
                  </a:lnTo>
                  <a:lnTo>
                    <a:pt x="2394229" y="226004"/>
                  </a:lnTo>
                  <a:lnTo>
                    <a:pt x="2386405" y="226004"/>
                  </a:lnTo>
                  <a:lnTo>
                    <a:pt x="2378580" y="226004"/>
                  </a:lnTo>
                  <a:lnTo>
                    <a:pt x="2370756" y="226004"/>
                  </a:lnTo>
                  <a:lnTo>
                    <a:pt x="2362932" y="226004"/>
                  </a:lnTo>
                  <a:lnTo>
                    <a:pt x="2355108" y="226004"/>
                  </a:lnTo>
                  <a:lnTo>
                    <a:pt x="2347283" y="226004"/>
                  </a:lnTo>
                  <a:lnTo>
                    <a:pt x="2339459" y="226004"/>
                  </a:lnTo>
                  <a:lnTo>
                    <a:pt x="2331635" y="226004"/>
                  </a:lnTo>
                  <a:lnTo>
                    <a:pt x="2323810" y="226004"/>
                  </a:lnTo>
                  <a:lnTo>
                    <a:pt x="2315986" y="226004"/>
                  </a:lnTo>
                  <a:lnTo>
                    <a:pt x="2308162" y="226004"/>
                  </a:lnTo>
                  <a:lnTo>
                    <a:pt x="2300338" y="226004"/>
                  </a:lnTo>
                  <a:lnTo>
                    <a:pt x="2292513" y="226004"/>
                  </a:lnTo>
                  <a:lnTo>
                    <a:pt x="2284689" y="226004"/>
                  </a:lnTo>
                  <a:lnTo>
                    <a:pt x="2276865" y="226004"/>
                  </a:lnTo>
                  <a:lnTo>
                    <a:pt x="2269040" y="226004"/>
                  </a:lnTo>
                  <a:lnTo>
                    <a:pt x="2261216" y="226004"/>
                  </a:lnTo>
                  <a:lnTo>
                    <a:pt x="2253392" y="226004"/>
                  </a:lnTo>
                  <a:lnTo>
                    <a:pt x="2245568" y="226004"/>
                  </a:lnTo>
                  <a:lnTo>
                    <a:pt x="2237743" y="226004"/>
                  </a:lnTo>
                  <a:lnTo>
                    <a:pt x="2229919" y="226004"/>
                  </a:lnTo>
                  <a:lnTo>
                    <a:pt x="2222095" y="226004"/>
                  </a:lnTo>
                  <a:lnTo>
                    <a:pt x="2214271" y="226004"/>
                  </a:lnTo>
                  <a:lnTo>
                    <a:pt x="2206446" y="226004"/>
                  </a:lnTo>
                  <a:lnTo>
                    <a:pt x="2198622" y="226004"/>
                  </a:lnTo>
                  <a:lnTo>
                    <a:pt x="2190798" y="226004"/>
                  </a:lnTo>
                  <a:lnTo>
                    <a:pt x="2182973" y="226004"/>
                  </a:lnTo>
                  <a:lnTo>
                    <a:pt x="2175149" y="226004"/>
                  </a:lnTo>
                  <a:lnTo>
                    <a:pt x="2167325" y="226004"/>
                  </a:lnTo>
                  <a:lnTo>
                    <a:pt x="2159501" y="226004"/>
                  </a:lnTo>
                  <a:lnTo>
                    <a:pt x="2151676" y="226004"/>
                  </a:lnTo>
                  <a:lnTo>
                    <a:pt x="2143852" y="226004"/>
                  </a:lnTo>
                  <a:lnTo>
                    <a:pt x="2136028" y="226004"/>
                  </a:lnTo>
                  <a:lnTo>
                    <a:pt x="2128203" y="226004"/>
                  </a:lnTo>
                  <a:lnTo>
                    <a:pt x="2120379" y="226004"/>
                  </a:lnTo>
                  <a:lnTo>
                    <a:pt x="2112555" y="226004"/>
                  </a:lnTo>
                  <a:lnTo>
                    <a:pt x="2104731" y="226004"/>
                  </a:lnTo>
                  <a:lnTo>
                    <a:pt x="2096906" y="226004"/>
                  </a:lnTo>
                  <a:lnTo>
                    <a:pt x="2089082" y="226004"/>
                  </a:lnTo>
                  <a:lnTo>
                    <a:pt x="2081258" y="226004"/>
                  </a:lnTo>
                  <a:lnTo>
                    <a:pt x="2073434" y="226004"/>
                  </a:lnTo>
                  <a:lnTo>
                    <a:pt x="2065609" y="226004"/>
                  </a:lnTo>
                  <a:lnTo>
                    <a:pt x="2057785" y="226004"/>
                  </a:lnTo>
                  <a:lnTo>
                    <a:pt x="2049961" y="226004"/>
                  </a:lnTo>
                  <a:lnTo>
                    <a:pt x="2042136" y="226004"/>
                  </a:lnTo>
                  <a:lnTo>
                    <a:pt x="2034312" y="226004"/>
                  </a:lnTo>
                  <a:lnTo>
                    <a:pt x="2026488" y="226004"/>
                  </a:lnTo>
                  <a:lnTo>
                    <a:pt x="2018664" y="226004"/>
                  </a:lnTo>
                  <a:lnTo>
                    <a:pt x="2010839" y="226004"/>
                  </a:lnTo>
                  <a:lnTo>
                    <a:pt x="2003015" y="226004"/>
                  </a:lnTo>
                  <a:lnTo>
                    <a:pt x="1995191" y="226004"/>
                  </a:lnTo>
                  <a:lnTo>
                    <a:pt x="1987366" y="226004"/>
                  </a:lnTo>
                  <a:lnTo>
                    <a:pt x="1979542" y="226004"/>
                  </a:lnTo>
                  <a:lnTo>
                    <a:pt x="1971718" y="226004"/>
                  </a:lnTo>
                  <a:lnTo>
                    <a:pt x="1963894" y="226004"/>
                  </a:lnTo>
                  <a:lnTo>
                    <a:pt x="1956069" y="226004"/>
                  </a:lnTo>
                  <a:lnTo>
                    <a:pt x="1948245" y="226004"/>
                  </a:lnTo>
                  <a:lnTo>
                    <a:pt x="1940421" y="226004"/>
                  </a:lnTo>
                  <a:lnTo>
                    <a:pt x="1932596" y="226004"/>
                  </a:lnTo>
                  <a:lnTo>
                    <a:pt x="1924772" y="226004"/>
                  </a:lnTo>
                  <a:lnTo>
                    <a:pt x="1916948" y="226004"/>
                  </a:lnTo>
                  <a:lnTo>
                    <a:pt x="1909124" y="226004"/>
                  </a:lnTo>
                  <a:lnTo>
                    <a:pt x="1901299" y="226004"/>
                  </a:lnTo>
                  <a:lnTo>
                    <a:pt x="1893475" y="226004"/>
                  </a:lnTo>
                  <a:lnTo>
                    <a:pt x="1885651" y="226004"/>
                  </a:lnTo>
                  <a:lnTo>
                    <a:pt x="1877827" y="226004"/>
                  </a:lnTo>
                  <a:lnTo>
                    <a:pt x="1870002" y="226004"/>
                  </a:lnTo>
                  <a:lnTo>
                    <a:pt x="1862178" y="226004"/>
                  </a:lnTo>
                  <a:lnTo>
                    <a:pt x="1854354" y="226004"/>
                  </a:lnTo>
                  <a:lnTo>
                    <a:pt x="1846529" y="226004"/>
                  </a:lnTo>
                  <a:lnTo>
                    <a:pt x="1838705" y="226004"/>
                  </a:lnTo>
                  <a:lnTo>
                    <a:pt x="1830881" y="226004"/>
                  </a:lnTo>
                  <a:lnTo>
                    <a:pt x="1823057" y="226004"/>
                  </a:lnTo>
                  <a:lnTo>
                    <a:pt x="1815232" y="226004"/>
                  </a:lnTo>
                  <a:lnTo>
                    <a:pt x="1807408" y="226004"/>
                  </a:lnTo>
                  <a:lnTo>
                    <a:pt x="1799584" y="226004"/>
                  </a:lnTo>
                  <a:lnTo>
                    <a:pt x="1791759" y="226004"/>
                  </a:lnTo>
                  <a:lnTo>
                    <a:pt x="1783935" y="226004"/>
                  </a:lnTo>
                  <a:lnTo>
                    <a:pt x="1776111" y="226004"/>
                  </a:lnTo>
                  <a:lnTo>
                    <a:pt x="1768287" y="226004"/>
                  </a:lnTo>
                  <a:lnTo>
                    <a:pt x="1760462" y="226004"/>
                  </a:lnTo>
                  <a:lnTo>
                    <a:pt x="1752638" y="226004"/>
                  </a:lnTo>
                  <a:lnTo>
                    <a:pt x="1744814" y="226004"/>
                  </a:lnTo>
                  <a:lnTo>
                    <a:pt x="1736990" y="226004"/>
                  </a:lnTo>
                  <a:lnTo>
                    <a:pt x="1729165" y="226004"/>
                  </a:lnTo>
                  <a:lnTo>
                    <a:pt x="1721341" y="226004"/>
                  </a:lnTo>
                  <a:lnTo>
                    <a:pt x="1713517" y="226004"/>
                  </a:lnTo>
                  <a:lnTo>
                    <a:pt x="1705692" y="226004"/>
                  </a:lnTo>
                  <a:lnTo>
                    <a:pt x="1697868" y="226004"/>
                  </a:lnTo>
                  <a:lnTo>
                    <a:pt x="1690044" y="226004"/>
                  </a:lnTo>
                  <a:lnTo>
                    <a:pt x="1682220" y="226004"/>
                  </a:lnTo>
                  <a:lnTo>
                    <a:pt x="1674395" y="226004"/>
                  </a:lnTo>
                  <a:lnTo>
                    <a:pt x="1666571" y="226004"/>
                  </a:lnTo>
                  <a:lnTo>
                    <a:pt x="1658747" y="226004"/>
                  </a:lnTo>
                  <a:lnTo>
                    <a:pt x="1650922" y="226004"/>
                  </a:lnTo>
                  <a:lnTo>
                    <a:pt x="1643098" y="226004"/>
                  </a:lnTo>
                  <a:lnTo>
                    <a:pt x="1635274" y="226004"/>
                  </a:lnTo>
                  <a:lnTo>
                    <a:pt x="1627450" y="226004"/>
                  </a:lnTo>
                  <a:lnTo>
                    <a:pt x="1619625" y="226004"/>
                  </a:lnTo>
                  <a:lnTo>
                    <a:pt x="1611801" y="226004"/>
                  </a:lnTo>
                  <a:lnTo>
                    <a:pt x="1603977" y="226004"/>
                  </a:lnTo>
                  <a:lnTo>
                    <a:pt x="1596152" y="226004"/>
                  </a:lnTo>
                  <a:lnTo>
                    <a:pt x="1588328" y="226004"/>
                  </a:lnTo>
                  <a:lnTo>
                    <a:pt x="1580504" y="226004"/>
                  </a:lnTo>
                  <a:lnTo>
                    <a:pt x="1572680" y="226004"/>
                  </a:lnTo>
                  <a:lnTo>
                    <a:pt x="1564855" y="226004"/>
                  </a:lnTo>
                  <a:lnTo>
                    <a:pt x="1557031" y="226004"/>
                  </a:lnTo>
                  <a:lnTo>
                    <a:pt x="1549207" y="226004"/>
                  </a:lnTo>
                  <a:lnTo>
                    <a:pt x="1541383" y="226004"/>
                  </a:lnTo>
                  <a:lnTo>
                    <a:pt x="1533558" y="226004"/>
                  </a:lnTo>
                  <a:lnTo>
                    <a:pt x="1525734" y="226004"/>
                  </a:lnTo>
                  <a:lnTo>
                    <a:pt x="1517910" y="226004"/>
                  </a:lnTo>
                  <a:lnTo>
                    <a:pt x="1510085" y="226004"/>
                  </a:lnTo>
                  <a:lnTo>
                    <a:pt x="1502261" y="226004"/>
                  </a:lnTo>
                  <a:lnTo>
                    <a:pt x="1494437" y="226004"/>
                  </a:lnTo>
                  <a:lnTo>
                    <a:pt x="1486613" y="226004"/>
                  </a:lnTo>
                  <a:lnTo>
                    <a:pt x="1478788" y="226004"/>
                  </a:lnTo>
                  <a:lnTo>
                    <a:pt x="1470964" y="226004"/>
                  </a:lnTo>
                  <a:lnTo>
                    <a:pt x="1463140" y="226004"/>
                  </a:lnTo>
                  <a:lnTo>
                    <a:pt x="1455315" y="226004"/>
                  </a:lnTo>
                  <a:lnTo>
                    <a:pt x="1447491" y="226004"/>
                  </a:lnTo>
                  <a:lnTo>
                    <a:pt x="1439667" y="226004"/>
                  </a:lnTo>
                  <a:lnTo>
                    <a:pt x="1431843" y="226004"/>
                  </a:lnTo>
                  <a:lnTo>
                    <a:pt x="1424018" y="226004"/>
                  </a:lnTo>
                  <a:lnTo>
                    <a:pt x="1416194" y="226004"/>
                  </a:lnTo>
                  <a:lnTo>
                    <a:pt x="1408370" y="226004"/>
                  </a:lnTo>
                  <a:lnTo>
                    <a:pt x="1400545" y="226004"/>
                  </a:lnTo>
                  <a:lnTo>
                    <a:pt x="1392721" y="226004"/>
                  </a:lnTo>
                  <a:lnTo>
                    <a:pt x="1384897" y="226004"/>
                  </a:lnTo>
                  <a:lnTo>
                    <a:pt x="1377073" y="226004"/>
                  </a:lnTo>
                  <a:lnTo>
                    <a:pt x="1369248" y="226004"/>
                  </a:lnTo>
                  <a:lnTo>
                    <a:pt x="1361424" y="226004"/>
                  </a:lnTo>
                  <a:lnTo>
                    <a:pt x="1353600" y="226004"/>
                  </a:lnTo>
                  <a:lnTo>
                    <a:pt x="1345776" y="226004"/>
                  </a:lnTo>
                  <a:lnTo>
                    <a:pt x="1337951" y="226004"/>
                  </a:lnTo>
                  <a:lnTo>
                    <a:pt x="1330127" y="226004"/>
                  </a:lnTo>
                  <a:lnTo>
                    <a:pt x="1322303" y="226004"/>
                  </a:lnTo>
                  <a:lnTo>
                    <a:pt x="1314478" y="226004"/>
                  </a:lnTo>
                  <a:lnTo>
                    <a:pt x="1306654" y="226004"/>
                  </a:lnTo>
                  <a:lnTo>
                    <a:pt x="1298830" y="226004"/>
                  </a:lnTo>
                  <a:lnTo>
                    <a:pt x="1291006" y="226004"/>
                  </a:lnTo>
                  <a:lnTo>
                    <a:pt x="1283181" y="226004"/>
                  </a:lnTo>
                  <a:lnTo>
                    <a:pt x="1275357" y="226004"/>
                  </a:lnTo>
                  <a:lnTo>
                    <a:pt x="1267533" y="226004"/>
                  </a:lnTo>
                  <a:lnTo>
                    <a:pt x="1259708" y="226004"/>
                  </a:lnTo>
                  <a:lnTo>
                    <a:pt x="1251884" y="226004"/>
                  </a:lnTo>
                  <a:lnTo>
                    <a:pt x="1244060" y="226004"/>
                  </a:lnTo>
                  <a:lnTo>
                    <a:pt x="1236236" y="226004"/>
                  </a:lnTo>
                  <a:lnTo>
                    <a:pt x="1228411" y="226004"/>
                  </a:lnTo>
                  <a:lnTo>
                    <a:pt x="1220587" y="226004"/>
                  </a:lnTo>
                  <a:lnTo>
                    <a:pt x="1212763" y="226004"/>
                  </a:lnTo>
                  <a:lnTo>
                    <a:pt x="1204939" y="226004"/>
                  </a:lnTo>
                  <a:lnTo>
                    <a:pt x="1197114" y="226004"/>
                  </a:lnTo>
                  <a:lnTo>
                    <a:pt x="1189290" y="226004"/>
                  </a:lnTo>
                  <a:lnTo>
                    <a:pt x="1181466" y="226004"/>
                  </a:lnTo>
                  <a:lnTo>
                    <a:pt x="1173641" y="226004"/>
                  </a:lnTo>
                  <a:lnTo>
                    <a:pt x="1165817" y="226004"/>
                  </a:lnTo>
                  <a:lnTo>
                    <a:pt x="1157993" y="226004"/>
                  </a:lnTo>
                  <a:lnTo>
                    <a:pt x="1150169" y="226004"/>
                  </a:lnTo>
                  <a:lnTo>
                    <a:pt x="1142344" y="226004"/>
                  </a:lnTo>
                  <a:lnTo>
                    <a:pt x="1134520" y="226004"/>
                  </a:lnTo>
                  <a:lnTo>
                    <a:pt x="1126696" y="226004"/>
                  </a:lnTo>
                  <a:lnTo>
                    <a:pt x="1118871" y="226004"/>
                  </a:lnTo>
                  <a:lnTo>
                    <a:pt x="1111047" y="226004"/>
                  </a:lnTo>
                  <a:lnTo>
                    <a:pt x="1103223" y="226004"/>
                  </a:lnTo>
                  <a:lnTo>
                    <a:pt x="1095399" y="226004"/>
                  </a:lnTo>
                  <a:lnTo>
                    <a:pt x="1087574" y="226004"/>
                  </a:lnTo>
                  <a:lnTo>
                    <a:pt x="1079750" y="226004"/>
                  </a:lnTo>
                  <a:lnTo>
                    <a:pt x="1071926" y="226004"/>
                  </a:lnTo>
                  <a:lnTo>
                    <a:pt x="1064101" y="226004"/>
                  </a:lnTo>
                  <a:lnTo>
                    <a:pt x="1056277" y="226004"/>
                  </a:lnTo>
                  <a:lnTo>
                    <a:pt x="1048453" y="226004"/>
                  </a:lnTo>
                  <a:lnTo>
                    <a:pt x="1040629" y="226004"/>
                  </a:lnTo>
                  <a:lnTo>
                    <a:pt x="1032804" y="226004"/>
                  </a:lnTo>
                  <a:lnTo>
                    <a:pt x="1024980" y="226004"/>
                  </a:lnTo>
                  <a:lnTo>
                    <a:pt x="1017156" y="226004"/>
                  </a:lnTo>
                  <a:lnTo>
                    <a:pt x="1009332" y="226004"/>
                  </a:lnTo>
                  <a:lnTo>
                    <a:pt x="1001507" y="226004"/>
                  </a:lnTo>
                  <a:lnTo>
                    <a:pt x="993683" y="226004"/>
                  </a:lnTo>
                  <a:lnTo>
                    <a:pt x="985859" y="226004"/>
                  </a:lnTo>
                  <a:lnTo>
                    <a:pt x="978034" y="226004"/>
                  </a:lnTo>
                  <a:lnTo>
                    <a:pt x="970210" y="226004"/>
                  </a:lnTo>
                  <a:lnTo>
                    <a:pt x="962386" y="226004"/>
                  </a:lnTo>
                  <a:lnTo>
                    <a:pt x="954562" y="226004"/>
                  </a:lnTo>
                  <a:lnTo>
                    <a:pt x="946737" y="226004"/>
                  </a:lnTo>
                  <a:lnTo>
                    <a:pt x="938913" y="226004"/>
                  </a:lnTo>
                  <a:lnTo>
                    <a:pt x="931089" y="226004"/>
                  </a:lnTo>
                  <a:lnTo>
                    <a:pt x="923264" y="226004"/>
                  </a:lnTo>
                  <a:lnTo>
                    <a:pt x="915440" y="226004"/>
                  </a:lnTo>
                  <a:lnTo>
                    <a:pt x="907616" y="226004"/>
                  </a:lnTo>
                  <a:lnTo>
                    <a:pt x="899792" y="226004"/>
                  </a:lnTo>
                  <a:lnTo>
                    <a:pt x="891967" y="226004"/>
                  </a:lnTo>
                  <a:lnTo>
                    <a:pt x="884143" y="226004"/>
                  </a:lnTo>
                  <a:lnTo>
                    <a:pt x="876319" y="226004"/>
                  </a:lnTo>
                  <a:lnTo>
                    <a:pt x="868495" y="226004"/>
                  </a:lnTo>
                  <a:lnTo>
                    <a:pt x="860670" y="226004"/>
                  </a:lnTo>
                  <a:lnTo>
                    <a:pt x="852846" y="226004"/>
                  </a:lnTo>
                  <a:lnTo>
                    <a:pt x="845022" y="226004"/>
                  </a:lnTo>
                  <a:lnTo>
                    <a:pt x="837197" y="226004"/>
                  </a:lnTo>
                  <a:lnTo>
                    <a:pt x="829373" y="226004"/>
                  </a:lnTo>
                  <a:lnTo>
                    <a:pt x="821549" y="226004"/>
                  </a:lnTo>
                  <a:lnTo>
                    <a:pt x="813725" y="226004"/>
                  </a:lnTo>
                  <a:lnTo>
                    <a:pt x="805900" y="226004"/>
                  </a:lnTo>
                  <a:lnTo>
                    <a:pt x="798076" y="226004"/>
                  </a:lnTo>
                  <a:lnTo>
                    <a:pt x="790252" y="226004"/>
                  </a:lnTo>
                  <a:lnTo>
                    <a:pt x="782427" y="226004"/>
                  </a:lnTo>
                  <a:lnTo>
                    <a:pt x="774603" y="226004"/>
                  </a:lnTo>
                  <a:lnTo>
                    <a:pt x="766779" y="226004"/>
                  </a:lnTo>
                  <a:lnTo>
                    <a:pt x="758955" y="226004"/>
                  </a:lnTo>
                  <a:lnTo>
                    <a:pt x="751130" y="226004"/>
                  </a:lnTo>
                  <a:lnTo>
                    <a:pt x="743306" y="226004"/>
                  </a:lnTo>
                  <a:lnTo>
                    <a:pt x="735482" y="226004"/>
                  </a:lnTo>
                  <a:lnTo>
                    <a:pt x="727657" y="226004"/>
                  </a:lnTo>
                  <a:lnTo>
                    <a:pt x="719833" y="226004"/>
                  </a:lnTo>
                  <a:lnTo>
                    <a:pt x="712009" y="226004"/>
                  </a:lnTo>
                  <a:lnTo>
                    <a:pt x="704185" y="226004"/>
                  </a:lnTo>
                  <a:lnTo>
                    <a:pt x="696360" y="226004"/>
                  </a:lnTo>
                  <a:lnTo>
                    <a:pt x="688536" y="226004"/>
                  </a:lnTo>
                  <a:lnTo>
                    <a:pt x="680712" y="226004"/>
                  </a:lnTo>
                  <a:lnTo>
                    <a:pt x="672888" y="226004"/>
                  </a:lnTo>
                  <a:lnTo>
                    <a:pt x="665063" y="226004"/>
                  </a:lnTo>
                  <a:lnTo>
                    <a:pt x="657239" y="226004"/>
                  </a:lnTo>
                  <a:lnTo>
                    <a:pt x="649415" y="226004"/>
                  </a:lnTo>
                  <a:lnTo>
                    <a:pt x="641590" y="226004"/>
                  </a:lnTo>
                  <a:lnTo>
                    <a:pt x="633766" y="226004"/>
                  </a:lnTo>
                  <a:lnTo>
                    <a:pt x="625942" y="226004"/>
                  </a:lnTo>
                  <a:lnTo>
                    <a:pt x="618118" y="226004"/>
                  </a:lnTo>
                  <a:lnTo>
                    <a:pt x="610293" y="226004"/>
                  </a:lnTo>
                  <a:lnTo>
                    <a:pt x="602469" y="226004"/>
                  </a:lnTo>
                  <a:lnTo>
                    <a:pt x="594645" y="226004"/>
                  </a:lnTo>
                  <a:lnTo>
                    <a:pt x="586820" y="226004"/>
                  </a:lnTo>
                  <a:lnTo>
                    <a:pt x="578996" y="226004"/>
                  </a:lnTo>
                  <a:lnTo>
                    <a:pt x="571172" y="226004"/>
                  </a:lnTo>
                  <a:lnTo>
                    <a:pt x="563348" y="226004"/>
                  </a:lnTo>
                  <a:lnTo>
                    <a:pt x="555523" y="226004"/>
                  </a:lnTo>
                  <a:lnTo>
                    <a:pt x="547699" y="226004"/>
                  </a:lnTo>
                  <a:lnTo>
                    <a:pt x="539875" y="226004"/>
                  </a:lnTo>
                  <a:lnTo>
                    <a:pt x="532050" y="226004"/>
                  </a:lnTo>
                  <a:lnTo>
                    <a:pt x="524226" y="226004"/>
                  </a:lnTo>
                  <a:lnTo>
                    <a:pt x="516402" y="226004"/>
                  </a:lnTo>
                  <a:lnTo>
                    <a:pt x="508578" y="226004"/>
                  </a:lnTo>
                  <a:lnTo>
                    <a:pt x="500753" y="226004"/>
                  </a:lnTo>
                  <a:lnTo>
                    <a:pt x="492929" y="226004"/>
                  </a:lnTo>
                  <a:lnTo>
                    <a:pt x="485105" y="226004"/>
                  </a:lnTo>
                  <a:lnTo>
                    <a:pt x="477281" y="226004"/>
                  </a:lnTo>
                  <a:lnTo>
                    <a:pt x="469456" y="226004"/>
                  </a:lnTo>
                  <a:lnTo>
                    <a:pt x="461632" y="226004"/>
                  </a:lnTo>
                  <a:lnTo>
                    <a:pt x="453808" y="226004"/>
                  </a:lnTo>
                  <a:lnTo>
                    <a:pt x="445983" y="226004"/>
                  </a:lnTo>
                  <a:lnTo>
                    <a:pt x="438159" y="226004"/>
                  </a:lnTo>
                  <a:lnTo>
                    <a:pt x="430335" y="226004"/>
                  </a:lnTo>
                  <a:lnTo>
                    <a:pt x="422511" y="226004"/>
                  </a:lnTo>
                  <a:lnTo>
                    <a:pt x="414686" y="226004"/>
                  </a:lnTo>
                  <a:lnTo>
                    <a:pt x="406862" y="226004"/>
                  </a:lnTo>
                  <a:lnTo>
                    <a:pt x="399038" y="226004"/>
                  </a:lnTo>
                  <a:lnTo>
                    <a:pt x="391213" y="226004"/>
                  </a:lnTo>
                  <a:lnTo>
                    <a:pt x="383389" y="226004"/>
                  </a:lnTo>
                  <a:lnTo>
                    <a:pt x="375565" y="226004"/>
                  </a:lnTo>
                  <a:lnTo>
                    <a:pt x="367741" y="226004"/>
                  </a:lnTo>
                  <a:lnTo>
                    <a:pt x="359916" y="226004"/>
                  </a:lnTo>
                  <a:lnTo>
                    <a:pt x="352092" y="226004"/>
                  </a:lnTo>
                  <a:lnTo>
                    <a:pt x="344268" y="226004"/>
                  </a:lnTo>
                  <a:lnTo>
                    <a:pt x="336444" y="226004"/>
                  </a:lnTo>
                  <a:lnTo>
                    <a:pt x="328619" y="226004"/>
                  </a:lnTo>
                  <a:lnTo>
                    <a:pt x="320795" y="226004"/>
                  </a:lnTo>
                  <a:lnTo>
                    <a:pt x="312971" y="226004"/>
                  </a:lnTo>
                  <a:lnTo>
                    <a:pt x="305146" y="226004"/>
                  </a:lnTo>
                  <a:lnTo>
                    <a:pt x="297322" y="226004"/>
                  </a:lnTo>
                  <a:lnTo>
                    <a:pt x="289498" y="226004"/>
                  </a:lnTo>
                  <a:lnTo>
                    <a:pt x="281674" y="226004"/>
                  </a:lnTo>
                  <a:lnTo>
                    <a:pt x="273849" y="226004"/>
                  </a:lnTo>
                  <a:lnTo>
                    <a:pt x="266025" y="226004"/>
                  </a:lnTo>
                  <a:lnTo>
                    <a:pt x="258201" y="226004"/>
                  </a:lnTo>
                  <a:lnTo>
                    <a:pt x="250376" y="226004"/>
                  </a:lnTo>
                  <a:lnTo>
                    <a:pt x="242552" y="226004"/>
                  </a:lnTo>
                  <a:lnTo>
                    <a:pt x="234728" y="226004"/>
                  </a:lnTo>
                  <a:lnTo>
                    <a:pt x="226904" y="226004"/>
                  </a:lnTo>
                  <a:lnTo>
                    <a:pt x="219079" y="226004"/>
                  </a:lnTo>
                  <a:lnTo>
                    <a:pt x="211255" y="226004"/>
                  </a:lnTo>
                  <a:lnTo>
                    <a:pt x="203431" y="226004"/>
                  </a:lnTo>
                  <a:lnTo>
                    <a:pt x="195606" y="226004"/>
                  </a:lnTo>
                  <a:lnTo>
                    <a:pt x="187782" y="226004"/>
                  </a:lnTo>
                  <a:lnTo>
                    <a:pt x="179958" y="226004"/>
                  </a:lnTo>
                  <a:lnTo>
                    <a:pt x="172134" y="226004"/>
                  </a:lnTo>
                  <a:lnTo>
                    <a:pt x="164309" y="226004"/>
                  </a:lnTo>
                  <a:lnTo>
                    <a:pt x="156485" y="226004"/>
                  </a:lnTo>
                  <a:lnTo>
                    <a:pt x="148661" y="226004"/>
                  </a:lnTo>
                  <a:lnTo>
                    <a:pt x="140837" y="226004"/>
                  </a:lnTo>
                  <a:lnTo>
                    <a:pt x="133012" y="226004"/>
                  </a:lnTo>
                  <a:lnTo>
                    <a:pt x="125188" y="226004"/>
                  </a:lnTo>
                  <a:lnTo>
                    <a:pt x="117364" y="226004"/>
                  </a:lnTo>
                  <a:lnTo>
                    <a:pt x="109539" y="226004"/>
                  </a:lnTo>
                  <a:lnTo>
                    <a:pt x="101715" y="226004"/>
                  </a:lnTo>
                  <a:lnTo>
                    <a:pt x="93891" y="226004"/>
                  </a:lnTo>
                  <a:lnTo>
                    <a:pt x="86067" y="226004"/>
                  </a:lnTo>
                  <a:lnTo>
                    <a:pt x="78242" y="226004"/>
                  </a:lnTo>
                  <a:lnTo>
                    <a:pt x="70418" y="226004"/>
                  </a:lnTo>
                  <a:lnTo>
                    <a:pt x="62594" y="226004"/>
                  </a:lnTo>
                  <a:lnTo>
                    <a:pt x="54769" y="226004"/>
                  </a:lnTo>
                  <a:lnTo>
                    <a:pt x="46945" y="226004"/>
                  </a:lnTo>
                  <a:lnTo>
                    <a:pt x="39121" y="226004"/>
                  </a:lnTo>
                  <a:lnTo>
                    <a:pt x="31297" y="226004"/>
                  </a:lnTo>
                  <a:lnTo>
                    <a:pt x="23472" y="226004"/>
                  </a:lnTo>
                  <a:lnTo>
                    <a:pt x="15648" y="226004"/>
                  </a:lnTo>
                  <a:lnTo>
                    <a:pt x="7824" y="22600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7848093" y="4568727"/>
              <a:ext cx="3998206" cy="226004"/>
            </a:xfrm>
            <a:custGeom>
              <a:avLst/>
              <a:pathLst>
                <a:path w="3998206" h="226004">
                  <a:moveTo>
                    <a:pt x="0" y="226004"/>
                  </a:moveTo>
                  <a:lnTo>
                    <a:pt x="7824" y="226004"/>
                  </a:lnTo>
                  <a:lnTo>
                    <a:pt x="15648" y="226004"/>
                  </a:lnTo>
                  <a:lnTo>
                    <a:pt x="23472" y="226004"/>
                  </a:lnTo>
                  <a:lnTo>
                    <a:pt x="31297" y="226004"/>
                  </a:lnTo>
                  <a:lnTo>
                    <a:pt x="39121" y="226004"/>
                  </a:lnTo>
                  <a:lnTo>
                    <a:pt x="46945" y="226004"/>
                  </a:lnTo>
                  <a:lnTo>
                    <a:pt x="54769" y="226004"/>
                  </a:lnTo>
                  <a:lnTo>
                    <a:pt x="62594" y="226004"/>
                  </a:lnTo>
                  <a:lnTo>
                    <a:pt x="70418" y="226004"/>
                  </a:lnTo>
                  <a:lnTo>
                    <a:pt x="78242" y="226004"/>
                  </a:lnTo>
                  <a:lnTo>
                    <a:pt x="86067" y="226004"/>
                  </a:lnTo>
                  <a:lnTo>
                    <a:pt x="93891" y="226004"/>
                  </a:lnTo>
                  <a:lnTo>
                    <a:pt x="101715" y="226004"/>
                  </a:lnTo>
                  <a:lnTo>
                    <a:pt x="109539" y="226004"/>
                  </a:lnTo>
                  <a:lnTo>
                    <a:pt x="117364" y="226004"/>
                  </a:lnTo>
                  <a:lnTo>
                    <a:pt x="125188" y="226004"/>
                  </a:lnTo>
                  <a:lnTo>
                    <a:pt x="133012" y="226004"/>
                  </a:lnTo>
                  <a:lnTo>
                    <a:pt x="140837" y="226004"/>
                  </a:lnTo>
                  <a:lnTo>
                    <a:pt x="148661" y="226004"/>
                  </a:lnTo>
                  <a:lnTo>
                    <a:pt x="156485" y="226004"/>
                  </a:lnTo>
                  <a:lnTo>
                    <a:pt x="164309" y="226004"/>
                  </a:lnTo>
                  <a:lnTo>
                    <a:pt x="172134" y="226004"/>
                  </a:lnTo>
                  <a:lnTo>
                    <a:pt x="179958" y="226004"/>
                  </a:lnTo>
                  <a:lnTo>
                    <a:pt x="187782" y="226004"/>
                  </a:lnTo>
                  <a:lnTo>
                    <a:pt x="195606" y="226004"/>
                  </a:lnTo>
                  <a:lnTo>
                    <a:pt x="203431" y="226004"/>
                  </a:lnTo>
                  <a:lnTo>
                    <a:pt x="211255" y="226004"/>
                  </a:lnTo>
                  <a:lnTo>
                    <a:pt x="219079" y="226004"/>
                  </a:lnTo>
                  <a:lnTo>
                    <a:pt x="226904" y="226004"/>
                  </a:lnTo>
                  <a:lnTo>
                    <a:pt x="234728" y="226004"/>
                  </a:lnTo>
                  <a:lnTo>
                    <a:pt x="242552" y="226004"/>
                  </a:lnTo>
                  <a:lnTo>
                    <a:pt x="250376" y="226004"/>
                  </a:lnTo>
                  <a:lnTo>
                    <a:pt x="258201" y="226004"/>
                  </a:lnTo>
                  <a:lnTo>
                    <a:pt x="266025" y="226004"/>
                  </a:lnTo>
                  <a:lnTo>
                    <a:pt x="273849" y="226004"/>
                  </a:lnTo>
                  <a:lnTo>
                    <a:pt x="281674" y="226004"/>
                  </a:lnTo>
                  <a:lnTo>
                    <a:pt x="289498" y="226004"/>
                  </a:lnTo>
                  <a:lnTo>
                    <a:pt x="297322" y="226004"/>
                  </a:lnTo>
                  <a:lnTo>
                    <a:pt x="305146" y="226004"/>
                  </a:lnTo>
                  <a:lnTo>
                    <a:pt x="312971" y="226004"/>
                  </a:lnTo>
                  <a:lnTo>
                    <a:pt x="320795" y="226004"/>
                  </a:lnTo>
                  <a:lnTo>
                    <a:pt x="328619" y="226004"/>
                  </a:lnTo>
                  <a:lnTo>
                    <a:pt x="336444" y="226004"/>
                  </a:lnTo>
                  <a:lnTo>
                    <a:pt x="344268" y="226004"/>
                  </a:lnTo>
                  <a:lnTo>
                    <a:pt x="352092" y="226004"/>
                  </a:lnTo>
                  <a:lnTo>
                    <a:pt x="359916" y="226004"/>
                  </a:lnTo>
                  <a:lnTo>
                    <a:pt x="367741" y="226004"/>
                  </a:lnTo>
                  <a:lnTo>
                    <a:pt x="375565" y="226004"/>
                  </a:lnTo>
                  <a:lnTo>
                    <a:pt x="383389" y="226004"/>
                  </a:lnTo>
                  <a:lnTo>
                    <a:pt x="391213" y="226004"/>
                  </a:lnTo>
                  <a:lnTo>
                    <a:pt x="399038" y="226004"/>
                  </a:lnTo>
                  <a:lnTo>
                    <a:pt x="406862" y="226004"/>
                  </a:lnTo>
                  <a:lnTo>
                    <a:pt x="414686" y="226004"/>
                  </a:lnTo>
                  <a:lnTo>
                    <a:pt x="422511" y="226004"/>
                  </a:lnTo>
                  <a:lnTo>
                    <a:pt x="430335" y="226004"/>
                  </a:lnTo>
                  <a:lnTo>
                    <a:pt x="438159" y="226004"/>
                  </a:lnTo>
                  <a:lnTo>
                    <a:pt x="445983" y="226004"/>
                  </a:lnTo>
                  <a:lnTo>
                    <a:pt x="453808" y="226004"/>
                  </a:lnTo>
                  <a:lnTo>
                    <a:pt x="461632" y="226004"/>
                  </a:lnTo>
                  <a:lnTo>
                    <a:pt x="469456" y="226004"/>
                  </a:lnTo>
                  <a:lnTo>
                    <a:pt x="477281" y="226004"/>
                  </a:lnTo>
                  <a:lnTo>
                    <a:pt x="485105" y="226004"/>
                  </a:lnTo>
                  <a:lnTo>
                    <a:pt x="492929" y="226004"/>
                  </a:lnTo>
                  <a:lnTo>
                    <a:pt x="500753" y="226004"/>
                  </a:lnTo>
                  <a:lnTo>
                    <a:pt x="508578" y="226004"/>
                  </a:lnTo>
                  <a:lnTo>
                    <a:pt x="516402" y="226004"/>
                  </a:lnTo>
                  <a:lnTo>
                    <a:pt x="524226" y="226004"/>
                  </a:lnTo>
                  <a:lnTo>
                    <a:pt x="532050" y="226004"/>
                  </a:lnTo>
                  <a:lnTo>
                    <a:pt x="539875" y="226004"/>
                  </a:lnTo>
                  <a:lnTo>
                    <a:pt x="547699" y="226004"/>
                  </a:lnTo>
                  <a:lnTo>
                    <a:pt x="555523" y="226004"/>
                  </a:lnTo>
                  <a:lnTo>
                    <a:pt x="563348" y="226004"/>
                  </a:lnTo>
                  <a:lnTo>
                    <a:pt x="571172" y="226004"/>
                  </a:lnTo>
                  <a:lnTo>
                    <a:pt x="578996" y="226004"/>
                  </a:lnTo>
                  <a:lnTo>
                    <a:pt x="586820" y="226004"/>
                  </a:lnTo>
                  <a:lnTo>
                    <a:pt x="594645" y="226004"/>
                  </a:lnTo>
                  <a:lnTo>
                    <a:pt x="602469" y="226004"/>
                  </a:lnTo>
                  <a:lnTo>
                    <a:pt x="610293" y="226004"/>
                  </a:lnTo>
                  <a:lnTo>
                    <a:pt x="618118" y="226004"/>
                  </a:lnTo>
                  <a:lnTo>
                    <a:pt x="625942" y="226004"/>
                  </a:lnTo>
                  <a:lnTo>
                    <a:pt x="633766" y="226004"/>
                  </a:lnTo>
                  <a:lnTo>
                    <a:pt x="641590" y="226004"/>
                  </a:lnTo>
                  <a:lnTo>
                    <a:pt x="649415" y="226004"/>
                  </a:lnTo>
                  <a:lnTo>
                    <a:pt x="657239" y="226004"/>
                  </a:lnTo>
                  <a:lnTo>
                    <a:pt x="665063" y="226004"/>
                  </a:lnTo>
                  <a:lnTo>
                    <a:pt x="672888" y="226004"/>
                  </a:lnTo>
                  <a:lnTo>
                    <a:pt x="680712" y="226004"/>
                  </a:lnTo>
                  <a:lnTo>
                    <a:pt x="688536" y="226004"/>
                  </a:lnTo>
                  <a:lnTo>
                    <a:pt x="696360" y="226004"/>
                  </a:lnTo>
                  <a:lnTo>
                    <a:pt x="704185" y="226004"/>
                  </a:lnTo>
                  <a:lnTo>
                    <a:pt x="712009" y="226004"/>
                  </a:lnTo>
                  <a:lnTo>
                    <a:pt x="719833" y="226004"/>
                  </a:lnTo>
                  <a:lnTo>
                    <a:pt x="727657" y="226004"/>
                  </a:lnTo>
                  <a:lnTo>
                    <a:pt x="735482" y="226004"/>
                  </a:lnTo>
                  <a:lnTo>
                    <a:pt x="743306" y="226004"/>
                  </a:lnTo>
                  <a:lnTo>
                    <a:pt x="751130" y="226004"/>
                  </a:lnTo>
                  <a:lnTo>
                    <a:pt x="758955" y="226004"/>
                  </a:lnTo>
                  <a:lnTo>
                    <a:pt x="766779" y="226004"/>
                  </a:lnTo>
                  <a:lnTo>
                    <a:pt x="774603" y="226004"/>
                  </a:lnTo>
                  <a:lnTo>
                    <a:pt x="782427" y="226004"/>
                  </a:lnTo>
                  <a:lnTo>
                    <a:pt x="790252" y="226004"/>
                  </a:lnTo>
                  <a:lnTo>
                    <a:pt x="798076" y="226004"/>
                  </a:lnTo>
                  <a:lnTo>
                    <a:pt x="805900" y="226004"/>
                  </a:lnTo>
                  <a:lnTo>
                    <a:pt x="813725" y="226004"/>
                  </a:lnTo>
                  <a:lnTo>
                    <a:pt x="821549" y="226004"/>
                  </a:lnTo>
                  <a:lnTo>
                    <a:pt x="829373" y="226004"/>
                  </a:lnTo>
                  <a:lnTo>
                    <a:pt x="837197" y="226004"/>
                  </a:lnTo>
                  <a:lnTo>
                    <a:pt x="845022" y="226004"/>
                  </a:lnTo>
                  <a:lnTo>
                    <a:pt x="852846" y="226004"/>
                  </a:lnTo>
                  <a:lnTo>
                    <a:pt x="860670" y="226004"/>
                  </a:lnTo>
                  <a:lnTo>
                    <a:pt x="868495" y="226004"/>
                  </a:lnTo>
                  <a:lnTo>
                    <a:pt x="876319" y="226004"/>
                  </a:lnTo>
                  <a:lnTo>
                    <a:pt x="884143" y="226004"/>
                  </a:lnTo>
                  <a:lnTo>
                    <a:pt x="891967" y="226004"/>
                  </a:lnTo>
                  <a:lnTo>
                    <a:pt x="899792" y="226004"/>
                  </a:lnTo>
                  <a:lnTo>
                    <a:pt x="907616" y="226004"/>
                  </a:lnTo>
                  <a:lnTo>
                    <a:pt x="915440" y="226004"/>
                  </a:lnTo>
                  <a:lnTo>
                    <a:pt x="923264" y="226004"/>
                  </a:lnTo>
                  <a:lnTo>
                    <a:pt x="931089" y="226004"/>
                  </a:lnTo>
                  <a:lnTo>
                    <a:pt x="938913" y="226004"/>
                  </a:lnTo>
                  <a:lnTo>
                    <a:pt x="946737" y="226004"/>
                  </a:lnTo>
                  <a:lnTo>
                    <a:pt x="954562" y="226004"/>
                  </a:lnTo>
                  <a:lnTo>
                    <a:pt x="962386" y="226004"/>
                  </a:lnTo>
                  <a:lnTo>
                    <a:pt x="970210" y="226004"/>
                  </a:lnTo>
                  <a:lnTo>
                    <a:pt x="978034" y="226004"/>
                  </a:lnTo>
                  <a:lnTo>
                    <a:pt x="985859" y="226004"/>
                  </a:lnTo>
                  <a:lnTo>
                    <a:pt x="993683" y="226004"/>
                  </a:lnTo>
                  <a:lnTo>
                    <a:pt x="1001507" y="226004"/>
                  </a:lnTo>
                  <a:lnTo>
                    <a:pt x="1009332" y="226004"/>
                  </a:lnTo>
                  <a:lnTo>
                    <a:pt x="1017156" y="226004"/>
                  </a:lnTo>
                  <a:lnTo>
                    <a:pt x="1024980" y="226004"/>
                  </a:lnTo>
                  <a:lnTo>
                    <a:pt x="1032804" y="226004"/>
                  </a:lnTo>
                  <a:lnTo>
                    <a:pt x="1040629" y="226004"/>
                  </a:lnTo>
                  <a:lnTo>
                    <a:pt x="1048453" y="226004"/>
                  </a:lnTo>
                  <a:lnTo>
                    <a:pt x="1056277" y="226004"/>
                  </a:lnTo>
                  <a:lnTo>
                    <a:pt x="1064101" y="226004"/>
                  </a:lnTo>
                  <a:lnTo>
                    <a:pt x="1071926" y="226004"/>
                  </a:lnTo>
                  <a:lnTo>
                    <a:pt x="1079750" y="226004"/>
                  </a:lnTo>
                  <a:lnTo>
                    <a:pt x="1087574" y="226004"/>
                  </a:lnTo>
                  <a:lnTo>
                    <a:pt x="1095399" y="226004"/>
                  </a:lnTo>
                  <a:lnTo>
                    <a:pt x="1103223" y="226004"/>
                  </a:lnTo>
                  <a:lnTo>
                    <a:pt x="1111047" y="226004"/>
                  </a:lnTo>
                  <a:lnTo>
                    <a:pt x="1118871" y="226004"/>
                  </a:lnTo>
                  <a:lnTo>
                    <a:pt x="1126696" y="226004"/>
                  </a:lnTo>
                  <a:lnTo>
                    <a:pt x="1134520" y="226004"/>
                  </a:lnTo>
                  <a:lnTo>
                    <a:pt x="1142344" y="226004"/>
                  </a:lnTo>
                  <a:lnTo>
                    <a:pt x="1150169" y="226004"/>
                  </a:lnTo>
                  <a:lnTo>
                    <a:pt x="1157993" y="226004"/>
                  </a:lnTo>
                  <a:lnTo>
                    <a:pt x="1165817" y="226004"/>
                  </a:lnTo>
                  <a:lnTo>
                    <a:pt x="1173641" y="226003"/>
                  </a:lnTo>
                  <a:lnTo>
                    <a:pt x="1181466" y="226003"/>
                  </a:lnTo>
                  <a:lnTo>
                    <a:pt x="1189290" y="226003"/>
                  </a:lnTo>
                  <a:lnTo>
                    <a:pt x="1197114" y="226003"/>
                  </a:lnTo>
                  <a:lnTo>
                    <a:pt x="1204939" y="226003"/>
                  </a:lnTo>
                  <a:lnTo>
                    <a:pt x="1212763" y="226002"/>
                  </a:lnTo>
                  <a:lnTo>
                    <a:pt x="1220587" y="226002"/>
                  </a:lnTo>
                  <a:lnTo>
                    <a:pt x="1228411" y="226002"/>
                  </a:lnTo>
                  <a:lnTo>
                    <a:pt x="1236236" y="226002"/>
                  </a:lnTo>
                  <a:lnTo>
                    <a:pt x="1244060" y="226001"/>
                  </a:lnTo>
                  <a:lnTo>
                    <a:pt x="1251884" y="226001"/>
                  </a:lnTo>
                  <a:lnTo>
                    <a:pt x="1259708" y="226000"/>
                  </a:lnTo>
                  <a:lnTo>
                    <a:pt x="1267533" y="226000"/>
                  </a:lnTo>
                  <a:lnTo>
                    <a:pt x="1275357" y="225999"/>
                  </a:lnTo>
                  <a:lnTo>
                    <a:pt x="1283181" y="225998"/>
                  </a:lnTo>
                  <a:lnTo>
                    <a:pt x="1291006" y="225997"/>
                  </a:lnTo>
                  <a:lnTo>
                    <a:pt x="1298830" y="225996"/>
                  </a:lnTo>
                  <a:lnTo>
                    <a:pt x="1306654" y="225995"/>
                  </a:lnTo>
                  <a:lnTo>
                    <a:pt x="1314478" y="225994"/>
                  </a:lnTo>
                  <a:lnTo>
                    <a:pt x="1322303" y="225993"/>
                  </a:lnTo>
                  <a:lnTo>
                    <a:pt x="1330127" y="225991"/>
                  </a:lnTo>
                  <a:lnTo>
                    <a:pt x="1337951" y="225990"/>
                  </a:lnTo>
                  <a:lnTo>
                    <a:pt x="1345776" y="225988"/>
                  </a:lnTo>
                  <a:lnTo>
                    <a:pt x="1353600" y="225986"/>
                  </a:lnTo>
                  <a:lnTo>
                    <a:pt x="1361424" y="225984"/>
                  </a:lnTo>
                  <a:lnTo>
                    <a:pt x="1369248" y="225981"/>
                  </a:lnTo>
                  <a:lnTo>
                    <a:pt x="1377073" y="225978"/>
                  </a:lnTo>
                  <a:lnTo>
                    <a:pt x="1384897" y="225975"/>
                  </a:lnTo>
                  <a:lnTo>
                    <a:pt x="1392721" y="225971"/>
                  </a:lnTo>
                  <a:lnTo>
                    <a:pt x="1400545" y="225967"/>
                  </a:lnTo>
                  <a:lnTo>
                    <a:pt x="1408370" y="225963"/>
                  </a:lnTo>
                  <a:lnTo>
                    <a:pt x="1416194" y="225958"/>
                  </a:lnTo>
                  <a:lnTo>
                    <a:pt x="1424018" y="225953"/>
                  </a:lnTo>
                  <a:lnTo>
                    <a:pt x="1431843" y="225946"/>
                  </a:lnTo>
                  <a:lnTo>
                    <a:pt x="1439667" y="225940"/>
                  </a:lnTo>
                  <a:lnTo>
                    <a:pt x="1447491" y="225932"/>
                  </a:lnTo>
                  <a:lnTo>
                    <a:pt x="1455315" y="225924"/>
                  </a:lnTo>
                  <a:lnTo>
                    <a:pt x="1463140" y="225915"/>
                  </a:lnTo>
                  <a:lnTo>
                    <a:pt x="1470964" y="225905"/>
                  </a:lnTo>
                  <a:lnTo>
                    <a:pt x="1478788" y="225894"/>
                  </a:lnTo>
                  <a:lnTo>
                    <a:pt x="1486613" y="225882"/>
                  </a:lnTo>
                  <a:lnTo>
                    <a:pt x="1494437" y="225868"/>
                  </a:lnTo>
                  <a:lnTo>
                    <a:pt x="1502261" y="225853"/>
                  </a:lnTo>
                  <a:lnTo>
                    <a:pt x="1510085" y="225838"/>
                  </a:lnTo>
                  <a:lnTo>
                    <a:pt x="1517910" y="225819"/>
                  </a:lnTo>
                  <a:lnTo>
                    <a:pt x="1525734" y="225800"/>
                  </a:lnTo>
                  <a:lnTo>
                    <a:pt x="1533558" y="225779"/>
                  </a:lnTo>
                  <a:lnTo>
                    <a:pt x="1541383" y="225755"/>
                  </a:lnTo>
                  <a:lnTo>
                    <a:pt x="1549207" y="225729"/>
                  </a:lnTo>
                  <a:lnTo>
                    <a:pt x="1557031" y="225701"/>
                  </a:lnTo>
                  <a:lnTo>
                    <a:pt x="1564855" y="225670"/>
                  </a:lnTo>
                  <a:lnTo>
                    <a:pt x="1572680" y="225636"/>
                  </a:lnTo>
                  <a:lnTo>
                    <a:pt x="1580504" y="225600"/>
                  </a:lnTo>
                  <a:lnTo>
                    <a:pt x="1588328" y="225559"/>
                  </a:lnTo>
                  <a:lnTo>
                    <a:pt x="1596152" y="225516"/>
                  </a:lnTo>
                  <a:lnTo>
                    <a:pt x="1603977" y="225468"/>
                  </a:lnTo>
                  <a:lnTo>
                    <a:pt x="1611801" y="225416"/>
                  </a:lnTo>
                  <a:lnTo>
                    <a:pt x="1619625" y="225361"/>
                  </a:lnTo>
                  <a:lnTo>
                    <a:pt x="1627450" y="225300"/>
                  </a:lnTo>
                  <a:lnTo>
                    <a:pt x="1635274" y="225233"/>
                  </a:lnTo>
                  <a:lnTo>
                    <a:pt x="1643098" y="225163"/>
                  </a:lnTo>
                  <a:lnTo>
                    <a:pt x="1650922" y="225084"/>
                  </a:lnTo>
                  <a:lnTo>
                    <a:pt x="1658747" y="225000"/>
                  </a:lnTo>
                  <a:lnTo>
                    <a:pt x="1666571" y="224911"/>
                  </a:lnTo>
                  <a:lnTo>
                    <a:pt x="1674395" y="224812"/>
                  </a:lnTo>
                  <a:lnTo>
                    <a:pt x="1682220" y="224706"/>
                  </a:lnTo>
                  <a:lnTo>
                    <a:pt x="1690044" y="224594"/>
                  </a:lnTo>
                  <a:lnTo>
                    <a:pt x="1697868" y="224469"/>
                  </a:lnTo>
                  <a:lnTo>
                    <a:pt x="1705692" y="224338"/>
                  </a:lnTo>
                  <a:lnTo>
                    <a:pt x="1713517" y="224197"/>
                  </a:lnTo>
                  <a:lnTo>
                    <a:pt x="1721341" y="224042"/>
                  </a:lnTo>
                  <a:lnTo>
                    <a:pt x="1729165" y="223880"/>
                  </a:lnTo>
                  <a:lnTo>
                    <a:pt x="1736990" y="223704"/>
                  </a:lnTo>
                  <a:lnTo>
                    <a:pt x="1744814" y="223514"/>
                  </a:lnTo>
                  <a:lnTo>
                    <a:pt x="1752638" y="223315"/>
                  </a:lnTo>
                  <a:lnTo>
                    <a:pt x="1760462" y="223098"/>
                  </a:lnTo>
                  <a:lnTo>
                    <a:pt x="1768287" y="222866"/>
                  </a:lnTo>
                  <a:lnTo>
                    <a:pt x="1776111" y="222624"/>
                  </a:lnTo>
                  <a:lnTo>
                    <a:pt x="1783935" y="222358"/>
                  </a:lnTo>
                  <a:lnTo>
                    <a:pt x="1791759" y="222077"/>
                  </a:lnTo>
                  <a:lnTo>
                    <a:pt x="1799584" y="221783"/>
                  </a:lnTo>
                  <a:lnTo>
                    <a:pt x="1807408" y="221461"/>
                  </a:lnTo>
                  <a:lnTo>
                    <a:pt x="1815232" y="221124"/>
                  </a:lnTo>
                  <a:lnTo>
                    <a:pt x="1823057" y="220768"/>
                  </a:lnTo>
                  <a:lnTo>
                    <a:pt x="1830881" y="220383"/>
                  </a:lnTo>
                  <a:lnTo>
                    <a:pt x="1838705" y="219981"/>
                  </a:lnTo>
                  <a:lnTo>
                    <a:pt x="1846529" y="219554"/>
                  </a:lnTo>
                  <a:lnTo>
                    <a:pt x="1854354" y="219097"/>
                  </a:lnTo>
                  <a:lnTo>
                    <a:pt x="1862178" y="218621"/>
                  </a:lnTo>
                  <a:lnTo>
                    <a:pt x="1870002" y="218113"/>
                  </a:lnTo>
                  <a:lnTo>
                    <a:pt x="1877827" y="217575"/>
                  </a:lnTo>
                  <a:lnTo>
                    <a:pt x="1885651" y="217015"/>
                  </a:lnTo>
                  <a:lnTo>
                    <a:pt x="1893475" y="216417"/>
                  </a:lnTo>
                  <a:lnTo>
                    <a:pt x="1901299" y="215787"/>
                  </a:lnTo>
                  <a:lnTo>
                    <a:pt x="1909124" y="215135"/>
                  </a:lnTo>
                  <a:lnTo>
                    <a:pt x="1916948" y="214435"/>
                  </a:lnTo>
                  <a:lnTo>
                    <a:pt x="1924772" y="213705"/>
                  </a:lnTo>
                  <a:lnTo>
                    <a:pt x="1932596" y="212950"/>
                  </a:lnTo>
                  <a:lnTo>
                    <a:pt x="1940421" y="212138"/>
                  </a:lnTo>
                  <a:lnTo>
                    <a:pt x="1948245" y="211298"/>
                  </a:lnTo>
                  <a:lnTo>
                    <a:pt x="1956069" y="210425"/>
                  </a:lnTo>
                  <a:lnTo>
                    <a:pt x="1963894" y="209496"/>
                  </a:lnTo>
                  <a:lnTo>
                    <a:pt x="1971718" y="208538"/>
                  </a:lnTo>
                  <a:lnTo>
                    <a:pt x="1979542" y="207538"/>
                  </a:lnTo>
                  <a:lnTo>
                    <a:pt x="1987366" y="206483"/>
                  </a:lnTo>
                  <a:lnTo>
                    <a:pt x="1995191" y="205397"/>
                  </a:lnTo>
                  <a:lnTo>
                    <a:pt x="2003015" y="204261"/>
                  </a:lnTo>
                  <a:lnTo>
                    <a:pt x="2010839" y="203073"/>
                  </a:lnTo>
                  <a:lnTo>
                    <a:pt x="2018664" y="201852"/>
                  </a:lnTo>
                  <a:lnTo>
                    <a:pt x="2026488" y="200572"/>
                  </a:lnTo>
                  <a:lnTo>
                    <a:pt x="2034312" y="199244"/>
                  </a:lnTo>
                  <a:lnTo>
                    <a:pt x="2042136" y="197882"/>
                  </a:lnTo>
                  <a:lnTo>
                    <a:pt x="2049961" y="196451"/>
                  </a:lnTo>
                  <a:lnTo>
                    <a:pt x="2057785" y="194978"/>
                  </a:lnTo>
                  <a:lnTo>
                    <a:pt x="2065609" y="193470"/>
                  </a:lnTo>
                  <a:lnTo>
                    <a:pt x="2073434" y="191886"/>
                  </a:lnTo>
                  <a:lnTo>
                    <a:pt x="2081258" y="190265"/>
                  </a:lnTo>
                  <a:lnTo>
                    <a:pt x="2089082" y="188603"/>
                  </a:lnTo>
                  <a:lnTo>
                    <a:pt x="2096906" y="186868"/>
                  </a:lnTo>
                  <a:lnTo>
                    <a:pt x="2104731" y="185098"/>
                  </a:lnTo>
                  <a:lnTo>
                    <a:pt x="2112555" y="183280"/>
                  </a:lnTo>
                  <a:lnTo>
                    <a:pt x="2120379" y="181397"/>
                  </a:lnTo>
                  <a:lnTo>
                    <a:pt x="2128203" y="179480"/>
                  </a:lnTo>
                  <a:lnTo>
                    <a:pt x="2136028" y="177508"/>
                  </a:lnTo>
                  <a:lnTo>
                    <a:pt x="2143852" y="175480"/>
                  </a:lnTo>
                  <a:lnTo>
                    <a:pt x="2151676" y="173419"/>
                  </a:lnTo>
                  <a:lnTo>
                    <a:pt x="2159501" y="171299"/>
                  </a:lnTo>
                  <a:lnTo>
                    <a:pt x="2167325" y="169132"/>
                  </a:lnTo>
                  <a:lnTo>
                    <a:pt x="2175149" y="166933"/>
                  </a:lnTo>
                  <a:lnTo>
                    <a:pt x="2182973" y="164673"/>
                  </a:lnTo>
                  <a:lnTo>
                    <a:pt x="2190798" y="162376"/>
                  </a:lnTo>
                  <a:lnTo>
                    <a:pt x="2198622" y="160049"/>
                  </a:lnTo>
                  <a:lnTo>
                    <a:pt x="2206446" y="157661"/>
                  </a:lnTo>
                  <a:lnTo>
                    <a:pt x="2214271" y="155244"/>
                  </a:lnTo>
                  <a:lnTo>
                    <a:pt x="2222095" y="152797"/>
                  </a:lnTo>
                  <a:lnTo>
                    <a:pt x="2229919" y="150298"/>
                  </a:lnTo>
                  <a:lnTo>
                    <a:pt x="2237743" y="147776"/>
                  </a:lnTo>
                  <a:lnTo>
                    <a:pt x="2245568" y="145224"/>
                  </a:lnTo>
                  <a:lnTo>
                    <a:pt x="2253392" y="142631"/>
                  </a:lnTo>
                  <a:lnTo>
                    <a:pt x="2261216" y="140019"/>
                  </a:lnTo>
                  <a:lnTo>
                    <a:pt x="2269040" y="137380"/>
                  </a:lnTo>
                  <a:lnTo>
                    <a:pt x="2276865" y="134711"/>
                  </a:lnTo>
                  <a:lnTo>
                    <a:pt x="2284689" y="132028"/>
                  </a:lnTo>
                  <a:lnTo>
                    <a:pt x="2292513" y="129321"/>
                  </a:lnTo>
                  <a:lnTo>
                    <a:pt x="2300338" y="126596"/>
                  </a:lnTo>
                  <a:lnTo>
                    <a:pt x="2308162" y="123861"/>
                  </a:lnTo>
                  <a:lnTo>
                    <a:pt x="2315986" y="121109"/>
                  </a:lnTo>
                  <a:lnTo>
                    <a:pt x="2323810" y="118349"/>
                  </a:lnTo>
                  <a:lnTo>
                    <a:pt x="2331635" y="115582"/>
                  </a:lnTo>
                  <a:lnTo>
                    <a:pt x="2339459" y="112808"/>
                  </a:lnTo>
                  <a:lnTo>
                    <a:pt x="2347283" y="110033"/>
                  </a:lnTo>
                  <a:lnTo>
                    <a:pt x="2355108" y="107257"/>
                  </a:lnTo>
                  <a:lnTo>
                    <a:pt x="2362932" y="104485"/>
                  </a:lnTo>
                  <a:lnTo>
                    <a:pt x="2370756" y="101716"/>
                  </a:lnTo>
                  <a:lnTo>
                    <a:pt x="2378580" y="98954"/>
                  </a:lnTo>
                  <a:lnTo>
                    <a:pt x="2386405" y="96205"/>
                  </a:lnTo>
                  <a:lnTo>
                    <a:pt x="2394229" y="93464"/>
                  </a:lnTo>
                  <a:lnTo>
                    <a:pt x="2402053" y="90738"/>
                  </a:lnTo>
                  <a:lnTo>
                    <a:pt x="2409878" y="88033"/>
                  </a:lnTo>
                  <a:lnTo>
                    <a:pt x="2417702" y="85341"/>
                  </a:lnTo>
                  <a:lnTo>
                    <a:pt x="2425526" y="82673"/>
                  </a:lnTo>
                  <a:lnTo>
                    <a:pt x="2433350" y="80031"/>
                  </a:lnTo>
                  <a:lnTo>
                    <a:pt x="2441175" y="77407"/>
                  </a:lnTo>
                  <a:lnTo>
                    <a:pt x="2448999" y="74817"/>
                  </a:lnTo>
                  <a:lnTo>
                    <a:pt x="2456823" y="72257"/>
                  </a:lnTo>
                  <a:lnTo>
                    <a:pt x="2464647" y="69717"/>
                  </a:lnTo>
                  <a:lnTo>
                    <a:pt x="2472472" y="67224"/>
                  </a:lnTo>
                  <a:lnTo>
                    <a:pt x="2480296" y="64760"/>
                  </a:lnTo>
                  <a:lnTo>
                    <a:pt x="2488120" y="62321"/>
                  </a:lnTo>
                  <a:lnTo>
                    <a:pt x="2495945" y="59939"/>
                  </a:lnTo>
                  <a:lnTo>
                    <a:pt x="2503769" y="57586"/>
                  </a:lnTo>
                  <a:lnTo>
                    <a:pt x="2511593" y="55265"/>
                  </a:lnTo>
                  <a:lnTo>
                    <a:pt x="2519417" y="53003"/>
                  </a:lnTo>
                  <a:lnTo>
                    <a:pt x="2527242" y="50771"/>
                  </a:lnTo>
                  <a:lnTo>
                    <a:pt x="2535066" y="48580"/>
                  </a:lnTo>
                  <a:lnTo>
                    <a:pt x="2542890" y="46446"/>
                  </a:lnTo>
                  <a:lnTo>
                    <a:pt x="2550715" y="44344"/>
                  </a:lnTo>
                  <a:lnTo>
                    <a:pt x="2558539" y="42292"/>
                  </a:lnTo>
                  <a:lnTo>
                    <a:pt x="2566363" y="40294"/>
                  </a:lnTo>
                  <a:lnTo>
                    <a:pt x="2574187" y="38328"/>
                  </a:lnTo>
                  <a:lnTo>
                    <a:pt x="2582012" y="36421"/>
                  </a:lnTo>
                  <a:lnTo>
                    <a:pt x="2589836" y="34562"/>
                  </a:lnTo>
                  <a:lnTo>
                    <a:pt x="2597660" y="32738"/>
                  </a:lnTo>
                  <a:lnTo>
                    <a:pt x="2605485" y="30979"/>
                  </a:lnTo>
                  <a:lnTo>
                    <a:pt x="2613309" y="29263"/>
                  </a:lnTo>
                  <a:lnTo>
                    <a:pt x="2621133" y="27582"/>
                  </a:lnTo>
                  <a:lnTo>
                    <a:pt x="2628957" y="25974"/>
                  </a:lnTo>
                  <a:lnTo>
                    <a:pt x="2636782" y="24402"/>
                  </a:lnTo>
                  <a:lnTo>
                    <a:pt x="2644606" y="22870"/>
                  </a:lnTo>
                  <a:lnTo>
                    <a:pt x="2652430" y="21408"/>
                  </a:lnTo>
                  <a:lnTo>
                    <a:pt x="2660254" y="19981"/>
                  </a:lnTo>
                  <a:lnTo>
                    <a:pt x="2668079" y="18599"/>
                  </a:lnTo>
                  <a:lnTo>
                    <a:pt x="2675903" y="17281"/>
                  </a:lnTo>
                  <a:lnTo>
                    <a:pt x="2683727" y="15998"/>
                  </a:lnTo>
                  <a:lnTo>
                    <a:pt x="2691552" y="14766"/>
                  </a:lnTo>
                  <a:lnTo>
                    <a:pt x="2699376" y="13591"/>
                  </a:lnTo>
                  <a:lnTo>
                    <a:pt x="2707200" y="12451"/>
                  </a:lnTo>
                  <a:lnTo>
                    <a:pt x="2715024" y="11369"/>
                  </a:lnTo>
                  <a:lnTo>
                    <a:pt x="2722849" y="10337"/>
                  </a:lnTo>
                  <a:lnTo>
                    <a:pt x="2730673" y="9339"/>
                  </a:lnTo>
                  <a:lnTo>
                    <a:pt x="2738497" y="8406"/>
                  </a:lnTo>
                  <a:lnTo>
                    <a:pt x="2746322" y="7517"/>
                  </a:lnTo>
                  <a:lnTo>
                    <a:pt x="2754146" y="6662"/>
                  </a:lnTo>
                  <a:lnTo>
                    <a:pt x="2761970" y="5878"/>
                  </a:lnTo>
                  <a:lnTo>
                    <a:pt x="2769794" y="5133"/>
                  </a:lnTo>
                  <a:lnTo>
                    <a:pt x="2777619" y="4424"/>
                  </a:lnTo>
                  <a:lnTo>
                    <a:pt x="2785443" y="3789"/>
                  </a:lnTo>
                  <a:lnTo>
                    <a:pt x="2793267" y="3188"/>
                  </a:lnTo>
                  <a:lnTo>
                    <a:pt x="2801091" y="2632"/>
                  </a:lnTo>
                  <a:lnTo>
                    <a:pt x="2808916" y="2144"/>
                  </a:lnTo>
                  <a:lnTo>
                    <a:pt x="2816740" y="1692"/>
                  </a:lnTo>
                  <a:lnTo>
                    <a:pt x="2824564" y="1292"/>
                  </a:lnTo>
                  <a:lnTo>
                    <a:pt x="2832389" y="955"/>
                  </a:lnTo>
                  <a:lnTo>
                    <a:pt x="2840213" y="654"/>
                  </a:lnTo>
                  <a:lnTo>
                    <a:pt x="2848037" y="415"/>
                  </a:lnTo>
                  <a:lnTo>
                    <a:pt x="2855861" y="234"/>
                  </a:lnTo>
                  <a:lnTo>
                    <a:pt x="2863686" y="91"/>
                  </a:lnTo>
                  <a:lnTo>
                    <a:pt x="2871510" y="19"/>
                  </a:lnTo>
                  <a:lnTo>
                    <a:pt x="2879334" y="0"/>
                  </a:lnTo>
                  <a:lnTo>
                    <a:pt x="2887159" y="19"/>
                  </a:lnTo>
                  <a:lnTo>
                    <a:pt x="2894983" y="121"/>
                  </a:lnTo>
                  <a:lnTo>
                    <a:pt x="2902807" y="269"/>
                  </a:lnTo>
                  <a:lnTo>
                    <a:pt x="2910631" y="460"/>
                  </a:lnTo>
                  <a:lnTo>
                    <a:pt x="2918456" y="740"/>
                  </a:lnTo>
                  <a:lnTo>
                    <a:pt x="2926280" y="1063"/>
                  </a:lnTo>
                  <a:lnTo>
                    <a:pt x="2934104" y="1437"/>
                  </a:lnTo>
                  <a:lnTo>
                    <a:pt x="2941929" y="1896"/>
                  </a:lnTo>
                  <a:lnTo>
                    <a:pt x="2949753" y="2399"/>
                  </a:lnTo>
                  <a:lnTo>
                    <a:pt x="2957577" y="2964"/>
                  </a:lnTo>
                  <a:lnTo>
                    <a:pt x="2965401" y="3608"/>
                  </a:lnTo>
                  <a:lnTo>
                    <a:pt x="2973226" y="4296"/>
                  </a:lnTo>
                  <a:lnTo>
                    <a:pt x="2981050" y="5057"/>
                  </a:lnTo>
                  <a:lnTo>
                    <a:pt x="2988874" y="5889"/>
                  </a:lnTo>
                  <a:lnTo>
                    <a:pt x="2996698" y="6767"/>
                  </a:lnTo>
                  <a:lnTo>
                    <a:pt x="3004523" y="7726"/>
                  </a:lnTo>
                  <a:lnTo>
                    <a:pt x="3012347" y="8750"/>
                  </a:lnTo>
                  <a:lnTo>
                    <a:pt x="3020171" y="9819"/>
                  </a:lnTo>
                  <a:lnTo>
                    <a:pt x="3027996" y="10979"/>
                  </a:lnTo>
                  <a:lnTo>
                    <a:pt x="3035820" y="12194"/>
                  </a:lnTo>
                  <a:lnTo>
                    <a:pt x="3043644" y="13455"/>
                  </a:lnTo>
                  <a:lnTo>
                    <a:pt x="3051468" y="14814"/>
                  </a:lnTo>
                  <a:lnTo>
                    <a:pt x="3059293" y="16219"/>
                  </a:lnTo>
                  <a:lnTo>
                    <a:pt x="3067117" y="17677"/>
                  </a:lnTo>
                  <a:lnTo>
                    <a:pt x="3074941" y="19223"/>
                  </a:lnTo>
                  <a:lnTo>
                    <a:pt x="3082766" y="20813"/>
                  </a:lnTo>
                  <a:lnTo>
                    <a:pt x="3090590" y="22462"/>
                  </a:lnTo>
                  <a:lnTo>
                    <a:pt x="3098414" y="24188"/>
                  </a:lnTo>
                  <a:lnTo>
                    <a:pt x="3106238" y="25955"/>
                  </a:lnTo>
                  <a:lnTo>
                    <a:pt x="3114063" y="27786"/>
                  </a:lnTo>
                  <a:lnTo>
                    <a:pt x="3121887" y="29682"/>
                  </a:lnTo>
                  <a:lnTo>
                    <a:pt x="3129711" y="31616"/>
                  </a:lnTo>
                  <a:lnTo>
                    <a:pt x="3137536" y="33617"/>
                  </a:lnTo>
                  <a:lnTo>
                    <a:pt x="3145360" y="35670"/>
                  </a:lnTo>
                  <a:lnTo>
                    <a:pt x="3153184" y="37758"/>
                  </a:lnTo>
                  <a:lnTo>
                    <a:pt x="3161008" y="39912"/>
                  </a:lnTo>
                  <a:lnTo>
                    <a:pt x="3168833" y="42107"/>
                  </a:lnTo>
                  <a:lnTo>
                    <a:pt x="3176657" y="44333"/>
                  </a:lnTo>
                  <a:lnTo>
                    <a:pt x="3184481" y="46622"/>
                  </a:lnTo>
                  <a:lnTo>
                    <a:pt x="3192305" y="48941"/>
                  </a:lnTo>
                  <a:lnTo>
                    <a:pt x="3200130" y="51290"/>
                  </a:lnTo>
                  <a:lnTo>
                    <a:pt x="3207954" y="53690"/>
                  </a:lnTo>
                  <a:lnTo>
                    <a:pt x="3215778" y="56113"/>
                  </a:lnTo>
                  <a:lnTo>
                    <a:pt x="3223603" y="58565"/>
                  </a:lnTo>
                  <a:lnTo>
                    <a:pt x="3231427" y="61054"/>
                  </a:lnTo>
                  <a:lnTo>
                    <a:pt x="3239251" y="63560"/>
                  </a:lnTo>
                  <a:lnTo>
                    <a:pt x="3247075" y="66092"/>
                  </a:lnTo>
                  <a:lnTo>
                    <a:pt x="3254900" y="68647"/>
                  </a:lnTo>
                  <a:lnTo>
                    <a:pt x="3262724" y="71215"/>
                  </a:lnTo>
                  <a:lnTo>
                    <a:pt x="3270548" y="73801"/>
                  </a:lnTo>
                  <a:lnTo>
                    <a:pt x="3278373" y="76400"/>
                  </a:lnTo>
                  <a:lnTo>
                    <a:pt x="3286197" y="79007"/>
                  </a:lnTo>
                  <a:lnTo>
                    <a:pt x="3294021" y="81624"/>
                  </a:lnTo>
                  <a:lnTo>
                    <a:pt x="3301845" y="84244"/>
                  </a:lnTo>
                  <a:lnTo>
                    <a:pt x="3309670" y="86867"/>
                  </a:lnTo>
                  <a:lnTo>
                    <a:pt x="3317494" y="89491"/>
                  </a:lnTo>
                  <a:lnTo>
                    <a:pt x="3325318" y="92111"/>
                  </a:lnTo>
                  <a:lnTo>
                    <a:pt x="3333142" y="94729"/>
                  </a:lnTo>
                  <a:lnTo>
                    <a:pt x="3340967" y="97335"/>
                  </a:lnTo>
                  <a:lnTo>
                    <a:pt x="3348791" y="99935"/>
                  </a:lnTo>
                  <a:lnTo>
                    <a:pt x="3356615" y="102525"/>
                  </a:lnTo>
                  <a:lnTo>
                    <a:pt x="3364440" y="105096"/>
                  </a:lnTo>
                  <a:lnTo>
                    <a:pt x="3372264" y="107655"/>
                  </a:lnTo>
                  <a:lnTo>
                    <a:pt x="3380088" y="110197"/>
                  </a:lnTo>
                  <a:lnTo>
                    <a:pt x="3387912" y="112715"/>
                  </a:lnTo>
                  <a:lnTo>
                    <a:pt x="3395737" y="115217"/>
                  </a:lnTo>
                  <a:lnTo>
                    <a:pt x="3403561" y="117693"/>
                  </a:lnTo>
                  <a:lnTo>
                    <a:pt x="3411385" y="120141"/>
                  </a:lnTo>
                  <a:lnTo>
                    <a:pt x="3419210" y="122572"/>
                  </a:lnTo>
                  <a:lnTo>
                    <a:pt x="3427034" y="124966"/>
                  </a:lnTo>
                  <a:lnTo>
                    <a:pt x="3434858" y="127333"/>
                  </a:lnTo>
                  <a:lnTo>
                    <a:pt x="3442682" y="129678"/>
                  </a:lnTo>
                  <a:lnTo>
                    <a:pt x="3450507" y="131979"/>
                  </a:lnTo>
                  <a:lnTo>
                    <a:pt x="3458331" y="134253"/>
                  </a:lnTo>
                  <a:lnTo>
                    <a:pt x="3466155" y="136503"/>
                  </a:lnTo>
                  <a:lnTo>
                    <a:pt x="3473980" y="138701"/>
                  </a:lnTo>
                  <a:lnTo>
                    <a:pt x="3481804" y="140874"/>
                  </a:lnTo>
                  <a:lnTo>
                    <a:pt x="3489628" y="143018"/>
                  </a:lnTo>
                  <a:lnTo>
                    <a:pt x="3497452" y="145110"/>
                  </a:lnTo>
                  <a:lnTo>
                    <a:pt x="3505277" y="147177"/>
                  </a:lnTo>
                  <a:lnTo>
                    <a:pt x="3513101" y="149208"/>
                  </a:lnTo>
                  <a:lnTo>
                    <a:pt x="3520925" y="151191"/>
                  </a:lnTo>
                  <a:lnTo>
                    <a:pt x="3528749" y="153148"/>
                  </a:lnTo>
                  <a:lnTo>
                    <a:pt x="3536574" y="155064"/>
                  </a:lnTo>
                  <a:lnTo>
                    <a:pt x="3544398" y="156937"/>
                  </a:lnTo>
                  <a:lnTo>
                    <a:pt x="3552222" y="158783"/>
                  </a:lnTo>
                  <a:lnTo>
                    <a:pt x="3560047" y="160583"/>
                  </a:lnTo>
                  <a:lnTo>
                    <a:pt x="3567871" y="162345"/>
                  </a:lnTo>
                  <a:lnTo>
                    <a:pt x="3575695" y="164081"/>
                  </a:lnTo>
                  <a:lnTo>
                    <a:pt x="3583519" y="165767"/>
                  </a:lnTo>
                  <a:lnTo>
                    <a:pt x="3591344" y="167420"/>
                  </a:lnTo>
                  <a:lnTo>
                    <a:pt x="3599168" y="169048"/>
                  </a:lnTo>
                  <a:lnTo>
                    <a:pt x="3606992" y="170622"/>
                  </a:lnTo>
                  <a:lnTo>
                    <a:pt x="3614817" y="172171"/>
                  </a:lnTo>
                  <a:lnTo>
                    <a:pt x="3622641" y="173691"/>
                  </a:lnTo>
                  <a:lnTo>
                    <a:pt x="3630465" y="175161"/>
                  </a:lnTo>
                  <a:lnTo>
                    <a:pt x="3638289" y="176608"/>
                  </a:lnTo>
                  <a:lnTo>
                    <a:pt x="3646114" y="178024"/>
                  </a:lnTo>
                  <a:lnTo>
                    <a:pt x="3653938" y="179397"/>
                  </a:lnTo>
                  <a:lnTo>
                    <a:pt x="3661762" y="180747"/>
                  </a:lnTo>
                  <a:lnTo>
                    <a:pt x="3669586" y="182064"/>
                  </a:lnTo>
                  <a:lnTo>
                    <a:pt x="3677411" y="183344"/>
                  </a:lnTo>
                  <a:lnTo>
                    <a:pt x="3685235" y="184604"/>
                  </a:lnTo>
                  <a:lnTo>
                    <a:pt x="3693059" y="185827"/>
                  </a:lnTo>
                  <a:lnTo>
                    <a:pt x="3700884" y="187021"/>
                  </a:lnTo>
                  <a:lnTo>
                    <a:pt x="3708708" y="188194"/>
                  </a:lnTo>
                  <a:lnTo>
                    <a:pt x="3716532" y="189330"/>
                  </a:lnTo>
                  <a:lnTo>
                    <a:pt x="3724356" y="190442"/>
                  </a:lnTo>
                  <a:lnTo>
                    <a:pt x="3732181" y="191535"/>
                  </a:lnTo>
                  <a:lnTo>
                    <a:pt x="3740005" y="192590"/>
                  </a:lnTo>
                  <a:lnTo>
                    <a:pt x="3747829" y="193625"/>
                  </a:lnTo>
                  <a:lnTo>
                    <a:pt x="3755654" y="194641"/>
                  </a:lnTo>
                  <a:lnTo>
                    <a:pt x="3763478" y="195622"/>
                  </a:lnTo>
                  <a:lnTo>
                    <a:pt x="3771302" y="196586"/>
                  </a:lnTo>
                  <a:lnTo>
                    <a:pt x="3779126" y="197529"/>
                  </a:lnTo>
                  <a:lnTo>
                    <a:pt x="3786951" y="198441"/>
                  </a:lnTo>
                  <a:lnTo>
                    <a:pt x="3794775" y="199338"/>
                  </a:lnTo>
                  <a:lnTo>
                    <a:pt x="3802599" y="200213"/>
                  </a:lnTo>
                  <a:lnTo>
                    <a:pt x="3810424" y="201061"/>
                  </a:lnTo>
                  <a:lnTo>
                    <a:pt x="3818248" y="201896"/>
                  </a:lnTo>
                  <a:lnTo>
                    <a:pt x="3826072" y="202706"/>
                  </a:lnTo>
                  <a:lnTo>
                    <a:pt x="3833896" y="203495"/>
                  </a:lnTo>
                  <a:lnTo>
                    <a:pt x="3841721" y="204270"/>
                  </a:lnTo>
                  <a:lnTo>
                    <a:pt x="3849545" y="205020"/>
                  </a:lnTo>
                  <a:lnTo>
                    <a:pt x="3857369" y="205752"/>
                  </a:lnTo>
                  <a:lnTo>
                    <a:pt x="3865193" y="206472"/>
                  </a:lnTo>
                  <a:lnTo>
                    <a:pt x="3873018" y="207165"/>
                  </a:lnTo>
                  <a:lnTo>
                    <a:pt x="3880842" y="207844"/>
                  </a:lnTo>
                  <a:lnTo>
                    <a:pt x="3888666" y="208510"/>
                  </a:lnTo>
                  <a:lnTo>
                    <a:pt x="3896491" y="209149"/>
                  </a:lnTo>
                  <a:lnTo>
                    <a:pt x="3904315" y="209777"/>
                  </a:lnTo>
                  <a:lnTo>
                    <a:pt x="3912139" y="210391"/>
                  </a:lnTo>
                  <a:lnTo>
                    <a:pt x="3919963" y="210981"/>
                  </a:lnTo>
                  <a:lnTo>
                    <a:pt x="3927788" y="211561"/>
                  </a:lnTo>
                  <a:lnTo>
                    <a:pt x="3935612" y="212124"/>
                  </a:lnTo>
                  <a:lnTo>
                    <a:pt x="3943436" y="212668"/>
                  </a:lnTo>
                  <a:lnTo>
                    <a:pt x="3951261" y="213201"/>
                  </a:lnTo>
                  <a:lnTo>
                    <a:pt x="3959085" y="213717"/>
                  </a:lnTo>
                  <a:lnTo>
                    <a:pt x="3966909" y="214216"/>
                  </a:lnTo>
                  <a:lnTo>
                    <a:pt x="3974733" y="214704"/>
                  </a:lnTo>
                  <a:lnTo>
                    <a:pt x="3982558" y="215175"/>
                  </a:lnTo>
                  <a:lnTo>
                    <a:pt x="3990382" y="215631"/>
                  </a:lnTo>
                  <a:lnTo>
                    <a:pt x="3998206" y="21607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rc1352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824791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904755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984719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10646838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1144647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tx1358"/>
            <p:cNvSpPr/>
            <p:nvPr/>
          </p:nvSpPr>
          <p:spPr>
            <a:xfrm>
              <a:off x="819822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359" name="tx1359"/>
            <p:cNvSpPr/>
            <p:nvPr/>
          </p:nvSpPr>
          <p:spPr>
            <a:xfrm>
              <a:off x="8997869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360" name="tx1360"/>
            <p:cNvSpPr/>
            <p:nvPr/>
          </p:nvSpPr>
          <p:spPr>
            <a:xfrm>
              <a:off x="9816119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61" name="tx1361"/>
            <p:cNvSpPr/>
            <p:nvPr/>
          </p:nvSpPr>
          <p:spPr>
            <a:xfrm>
              <a:off x="10615760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62" name="tx1362"/>
            <p:cNvSpPr/>
            <p:nvPr/>
          </p:nvSpPr>
          <p:spPr>
            <a:xfrm>
              <a:off x="11415402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3" name="tx1363"/>
            <p:cNvSpPr/>
            <p:nvPr/>
          </p:nvSpPr>
          <p:spPr>
            <a:xfrm>
              <a:off x="9094024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1364" name="rc1364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rc1365"/>
            <p:cNvSpPr/>
            <p:nvPr/>
          </p:nvSpPr>
          <p:spPr>
            <a:xfrm>
              <a:off x="3467413" y="5418670"/>
              <a:ext cx="248279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3467413" y="8505262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467413" y="7635052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467413" y="6764841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467413" y="5894631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404294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473647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543000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467413" y="8070157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467413" y="7199947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467413" y="6329736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467413" y="5459526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69617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438970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508323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577677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3711261" y="72592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3747746" y="70674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3724280" y="72284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3659375" y="71598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3885631" y="70257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4539127" y="71153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3700031" y="71528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3690198" y="72099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3670038" y="72642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3731073" y="71759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3663115" y="70577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5164221" y="73956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3662828" y="72103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4095426" y="66542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4022052" y="67395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3842449" y="69662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3595456" y="71835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3672511" y="71752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3778894" y="70019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3704882" y="70465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3686337" y="7154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3681545" y="72405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5812530" y="582675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5081639" y="674187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4840783" y="71902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3619552" y="7307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3686491" y="71079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3736199" y="690789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3634174" y="73236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3649124" y="72123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4815020" y="7211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3911285" y="70303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3703803" y="7177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3579057" y="70784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3610265" y="72142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3720824" y="72112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3672717" y="7064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3650886" y="72898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3638302" y="71532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3665092" y="71625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4845107" y="687193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5270011" y="642869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3697078" y="72242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3619821" y="7058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3641787" y="71906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3647779" y="7186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4758308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4375998" y="7153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4534845" y="606258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4542718" y="69731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4125693" y="68657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4179493" y="649926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3704919" y="70638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5115769" y="61232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3813458" y="70424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3647666" y="72124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4715533" y="82474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3687799" y="71033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3555442" y="70438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4411035" y="673357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3852853" y="7062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4167354" y="7028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4526770" y="70250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3654792" y="71256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4012127" y="69218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3634725" y="72426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3743449" y="684582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5343663" y="76668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3682518" y="72199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3739759" y="71327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3630275" y="72372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3650839" y="72105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3695297" y="72123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3644955" y="72345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3694554" y="71964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4613529" y="7479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3673781" y="71787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3642116" y="72730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4669858" y="71857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4936289" y="76159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3685839" y="71885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3670584" y="72174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3669787" y="72467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3663101" y="71032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4221251" y="69945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3700974" y="71756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3672108" y="71898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3895064" y="67337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3692652" y="71872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3625263" y="71793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4146621" y="677986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5232278" y="74123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3620323" y="7161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3702640" y="72190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5477017" y="70210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3624345" y="7325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3747415" y="72274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3672048" y="70941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3908186" y="7047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4380563" y="71269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3632108" y="7233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3660123" y="7201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3688003" y="7126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4695657" y="66424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4915957" y="73946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3684936" y="72055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4745019" y="676756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4260240" y="67121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3673421" y="71338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3718831" y="70856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3834699" y="666003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4032609" y="67246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4293552" y="73315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4094094" y="68059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3662767" y="7184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3653152" y="71694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3731850" y="70368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3684375" y="72503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4145128" y="70050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3682344" y="72368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3673944" y="71016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3655502" y="71056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3634454" y="71789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3617604" y="71753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4481778" y="73516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3645237" y="72360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5263701" y="75007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4374694" y="74039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3670996" y="71851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3679087" y="71577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3628057" y="70864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3646434" y="72066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5172997" y="75322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3661267" y="72756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3663868" y="71438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3691489" y="72321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5407479" y="74301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4613154" y="72875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4121562" y="672755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3672581" y="70917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3665958" y="7211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3685983" y="71959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4657330" y="69336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3685230" y="72120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3624367" y="71879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5286051" y="72799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3982904" y="675935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3643205" y="72252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4643103" y="66726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3679156" y="71444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3900628" y="70272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3651526" y="71280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3674920" y="72731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3652584" y="71830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3663151" y="70625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3919023" y="666527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3703890" y="72075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3651910" y="72581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3696529" y="67388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4086653" y="66577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3724548" y="693765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3669061" y="72588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4715670" y="7255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3593037" y="72168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3807219" y="70104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3667821" y="7150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5143684" y="55459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3661998" y="71843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3671319" y="71561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3778710" y="70257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4666946" y="7111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4040222" y="68864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3638029" y="71792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4329591" y="72738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4586949" y="74567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5144255" y="77137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4084684" y="67248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5679427" y="80702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3685269" y="71429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3738588" y="72604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3682679" y="70804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4376245" y="72868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3698588" y="7229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3734810" y="70576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3710007" y="70543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5032836" y="74452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3827232" y="71500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3881677" y="64954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3655715" y="71808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3675953" y="73595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3650793" y="71912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3799949" y="70183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3666253" y="7232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3682001" y="72302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4708839" y="69538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4814604" y="70893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3627321" y="7129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3655527" y="71196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4849668" y="78379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5168028" y="77016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4475901" y="70150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4546836" y="69847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3719668" y="73082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3903431" y="66527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3675891" y="71531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3709643" y="72066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4421885" y="72860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4887931" y="68455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4318725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3688506" y="69773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4006956" y="69849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3657805" y="73114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4023970" y="66590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3673989" y="72343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3630603" y="71940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3813585" y="70697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4574080" y="79764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5078276" y="79639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4677839" y="7555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3661514" y="71970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3667860" y="71857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3662174" y="72454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3653770" y="72889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3679226" y="71375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3696685" y="71529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3832796" y="7035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3692726" y="71440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4137677" y="73735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3647856" y="72243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3696870" y="72271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4127198" y="67410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3744070" y="71962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5466253" y="630467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4060619" y="68206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3666567" y="71765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3795500" y="658793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3832732" y="7171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3750106" y="72233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4561847" y="68324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3809085" y="699271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3663439" y="71914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3797489" y="69479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3630763" y="7185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3668674" y="71898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3644773" y="71069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5045771" y="78534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3720005" y="71437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4494471" y="72321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3716184" y="71956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4540641" y="7314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3683547" y="72572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3620289" y="72154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3622392" y="72416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3686927" y="71845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3633088" y="73073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3626723" y="72323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3658668" y="72404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3930434" y="69457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3638608" y="72640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3686048" y="7313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3671784" y="71693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3653912" y="72067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4275966" y="58438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3685877" y="72472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3679304" y="71945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4175945" y="68859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3645501" y="73222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l1648"/>
            <p:cNvSpPr/>
            <p:nvPr/>
          </p:nvSpPr>
          <p:spPr>
            <a:xfrm>
              <a:off x="3467413" y="7019356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g1649"/>
            <p:cNvSpPr/>
            <p:nvPr/>
          </p:nvSpPr>
          <p:spPr>
            <a:xfrm>
              <a:off x="3580268" y="6369469"/>
              <a:ext cx="2257088" cy="1075751"/>
            </a:xfrm>
            <a:custGeom>
              <a:avLst/>
              <a:pathLst>
                <a:path w="2257088" h="1075751">
                  <a:moveTo>
                    <a:pt x="0" y="815474"/>
                  </a:moveTo>
                  <a:lnTo>
                    <a:pt x="28570" y="818488"/>
                  </a:lnTo>
                  <a:lnTo>
                    <a:pt x="57141" y="815819"/>
                  </a:lnTo>
                  <a:lnTo>
                    <a:pt x="85712" y="805122"/>
                  </a:lnTo>
                  <a:lnTo>
                    <a:pt x="114282" y="783685"/>
                  </a:lnTo>
                  <a:lnTo>
                    <a:pt x="142853" y="750626"/>
                  </a:lnTo>
                  <a:lnTo>
                    <a:pt x="171424" y="710337"/>
                  </a:lnTo>
                  <a:lnTo>
                    <a:pt x="199995" y="667678"/>
                  </a:lnTo>
                  <a:lnTo>
                    <a:pt x="228565" y="626542"/>
                  </a:lnTo>
                  <a:lnTo>
                    <a:pt x="257136" y="587364"/>
                  </a:lnTo>
                  <a:lnTo>
                    <a:pt x="285707" y="549750"/>
                  </a:lnTo>
                  <a:lnTo>
                    <a:pt x="314278" y="513803"/>
                  </a:lnTo>
                  <a:lnTo>
                    <a:pt x="342848" y="480606"/>
                  </a:lnTo>
                  <a:lnTo>
                    <a:pt x="371419" y="452003"/>
                  </a:lnTo>
                  <a:lnTo>
                    <a:pt x="399990" y="429041"/>
                  </a:lnTo>
                  <a:lnTo>
                    <a:pt x="428561" y="411650"/>
                  </a:lnTo>
                  <a:lnTo>
                    <a:pt x="457131" y="399439"/>
                  </a:lnTo>
                  <a:lnTo>
                    <a:pt x="485702" y="391840"/>
                  </a:lnTo>
                  <a:lnTo>
                    <a:pt x="514273" y="388193"/>
                  </a:lnTo>
                  <a:lnTo>
                    <a:pt x="542844" y="387808"/>
                  </a:lnTo>
                  <a:lnTo>
                    <a:pt x="571414" y="390041"/>
                  </a:lnTo>
                  <a:lnTo>
                    <a:pt x="599985" y="394380"/>
                  </a:lnTo>
                  <a:lnTo>
                    <a:pt x="628556" y="400517"/>
                  </a:lnTo>
                  <a:lnTo>
                    <a:pt x="657126" y="408384"/>
                  </a:lnTo>
                  <a:lnTo>
                    <a:pt x="685697" y="418127"/>
                  </a:lnTo>
                  <a:lnTo>
                    <a:pt x="714268" y="430043"/>
                  </a:lnTo>
                  <a:lnTo>
                    <a:pt x="742839" y="444503"/>
                  </a:lnTo>
                  <a:lnTo>
                    <a:pt x="771409" y="461885"/>
                  </a:lnTo>
                  <a:lnTo>
                    <a:pt x="799980" y="482439"/>
                  </a:lnTo>
                  <a:lnTo>
                    <a:pt x="828551" y="505923"/>
                  </a:lnTo>
                  <a:lnTo>
                    <a:pt x="857122" y="531865"/>
                  </a:lnTo>
                  <a:lnTo>
                    <a:pt x="885692" y="559709"/>
                  </a:lnTo>
                  <a:lnTo>
                    <a:pt x="914263" y="588838"/>
                  </a:lnTo>
                  <a:lnTo>
                    <a:pt x="942834" y="618591"/>
                  </a:lnTo>
                  <a:lnTo>
                    <a:pt x="971405" y="648284"/>
                  </a:lnTo>
                  <a:lnTo>
                    <a:pt x="999975" y="677235"/>
                  </a:lnTo>
                  <a:lnTo>
                    <a:pt x="1028546" y="704805"/>
                  </a:lnTo>
                  <a:lnTo>
                    <a:pt x="1057117" y="730448"/>
                  </a:lnTo>
                  <a:lnTo>
                    <a:pt x="1085688" y="753759"/>
                  </a:lnTo>
                  <a:lnTo>
                    <a:pt x="1114258" y="774487"/>
                  </a:lnTo>
                  <a:lnTo>
                    <a:pt x="1142829" y="792528"/>
                  </a:lnTo>
                  <a:lnTo>
                    <a:pt x="1171400" y="807880"/>
                  </a:lnTo>
                  <a:lnTo>
                    <a:pt x="1199971" y="820629"/>
                  </a:lnTo>
                  <a:lnTo>
                    <a:pt x="1228541" y="831018"/>
                  </a:lnTo>
                  <a:lnTo>
                    <a:pt x="1257112" y="839278"/>
                  </a:lnTo>
                  <a:lnTo>
                    <a:pt x="1285683" y="845580"/>
                  </a:lnTo>
                  <a:lnTo>
                    <a:pt x="1314253" y="850048"/>
                  </a:lnTo>
                  <a:lnTo>
                    <a:pt x="1342824" y="852768"/>
                  </a:lnTo>
                  <a:lnTo>
                    <a:pt x="1371395" y="853797"/>
                  </a:lnTo>
                  <a:lnTo>
                    <a:pt x="1399966" y="853169"/>
                  </a:lnTo>
                  <a:lnTo>
                    <a:pt x="1428536" y="850892"/>
                  </a:lnTo>
                  <a:lnTo>
                    <a:pt x="1457107" y="846956"/>
                  </a:lnTo>
                  <a:lnTo>
                    <a:pt x="1485678" y="841334"/>
                  </a:lnTo>
                  <a:lnTo>
                    <a:pt x="1514249" y="833976"/>
                  </a:lnTo>
                  <a:lnTo>
                    <a:pt x="1542819" y="824819"/>
                  </a:lnTo>
                  <a:lnTo>
                    <a:pt x="1571390" y="813787"/>
                  </a:lnTo>
                  <a:lnTo>
                    <a:pt x="1599961" y="800792"/>
                  </a:lnTo>
                  <a:lnTo>
                    <a:pt x="1628532" y="785745"/>
                  </a:lnTo>
                  <a:lnTo>
                    <a:pt x="1657102" y="768565"/>
                  </a:lnTo>
                  <a:lnTo>
                    <a:pt x="1685673" y="749184"/>
                  </a:lnTo>
                  <a:lnTo>
                    <a:pt x="1714244" y="727562"/>
                  </a:lnTo>
                  <a:lnTo>
                    <a:pt x="1742815" y="703688"/>
                  </a:lnTo>
                  <a:lnTo>
                    <a:pt x="1771385" y="677588"/>
                  </a:lnTo>
                  <a:lnTo>
                    <a:pt x="1799956" y="649319"/>
                  </a:lnTo>
                  <a:lnTo>
                    <a:pt x="1828527" y="618967"/>
                  </a:lnTo>
                  <a:lnTo>
                    <a:pt x="1857097" y="586642"/>
                  </a:lnTo>
                  <a:lnTo>
                    <a:pt x="1885668" y="552467"/>
                  </a:lnTo>
                  <a:lnTo>
                    <a:pt x="1914239" y="516576"/>
                  </a:lnTo>
                  <a:lnTo>
                    <a:pt x="1942810" y="479104"/>
                  </a:lnTo>
                  <a:lnTo>
                    <a:pt x="1971380" y="440189"/>
                  </a:lnTo>
                  <a:lnTo>
                    <a:pt x="1999951" y="399967"/>
                  </a:lnTo>
                  <a:lnTo>
                    <a:pt x="2028522" y="358572"/>
                  </a:lnTo>
                  <a:lnTo>
                    <a:pt x="2057093" y="316133"/>
                  </a:lnTo>
                  <a:lnTo>
                    <a:pt x="2085663" y="272775"/>
                  </a:lnTo>
                  <a:lnTo>
                    <a:pt x="2114234" y="228621"/>
                  </a:lnTo>
                  <a:lnTo>
                    <a:pt x="2142805" y="183792"/>
                  </a:lnTo>
                  <a:lnTo>
                    <a:pt x="2171376" y="138402"/>
                  </a:lnTo>
                  <a:lnTo>
                    <a:pt x="2199946" y="92566"/>
                  </a:lnTo>
                  <a:lnTo>
                    <a:pt x="2228517" y="46395"/>
                  </a:lnTo>
                  <a:lnTo>
                    <a:pt x="2257088" y="0"/>
                  </a:lnTo>
                  <a:lnTo>
                    <a:pt x="2257088" y="677468"/>
                  </a:lnTo>
                  <a:lnTo>
                    <a:pt x="2228517" y="692289"/>
                  </a:lnTo>
                  <a:lnTo>
                    <a:pt x="2199946" y="707204"/>
                  </a:lnTo>
                  <a:lnTo>
                    <a:pt x="2171376" y="722191"/>
                  </a:lnTo>
                  <a:lnTo>
                    <a:pt x="2142805" y="737230"/>
                  </a:lnTo>
                  <a:lnTo>
                    <a:pt x="2114234" y="752302"/>
                  </a:lnTo>
                  <a:lnTo>
                    <a:pt x="2085663" y="767393"/>
                  </a:lnTo>
                  <a:lnTo>
                    <a:pt x="2057093" y="782491"/>
                  </a:lnTo>
                  <a:lnTo>
                    <a:pt x="2028522" y="797587"/>
                  </a:lnTo>
                  <a:lnTo>
                    <a:pt x="1999951" y="812675"/>
                  </a:lnTo>
                  <a:lnTo>
                    <a:pt x="1971380" y="827753"/>
                  </a:lnTo>
                  <a:lnTo>
                    <a:pt x="1942810" y="842824"/>
                  </a:lnTo>
                  <a:lnTo>
                    <a:pt x="1914239" y="857890"/>
                  </a:lnTo>
                  <a:lnTo>
                    <a:pt x="1885668" y="872959"/>
                  </a:lnTo>
                  <a:lnTo>
                    <a:pt x="1857097" y="888035"/>
                  </a:lnTo>
                  <a:lnTo>
                    <a:pt x="1828527" y="903120"/>
                  </a:lnTo>
                  <a:lnTo>
                    <a:pt x="1799956" y="918206"/>
                  </a:lnTo>
                  <a:lnTo>
                    <a:pt x="1771385" y="933271"/>
                  </a:lnTo>
                  <a:lnTo>
                    <a:pt x="1742815" y="948268"/>
                  </a:lnTo>
                  <a:lnTo>
                    <a:pt x="1714244" y="963126"/>
                  </a:lnTo>
                  <a:lnTo>
                    <a:pt x="1685673" y="977737"/>
                  </a:lnTo>
                  <a:lnTo>
                    <a:pt x="1657102" y="991959"/>
                  </a:lnTo>
                  <a:lnTo>
                    <a:pt x="1628532" y="1005621"/>
                  </a:lnTo>
                  <a:lnTo>
                    <a:pt x="1599961" y="1018523"/>
                  </a:lnTo>
                  <a:lnTo>
                    <a:pt x="1571390" y="1030452"/>
                  </a:lnTo>
                  <a:lnTo>
                    <a:pt x="1542819" y="1041188"/>
                  </a:lnTo>
                  <a:lnTo>
                    <a:pt x="1514249" y="1050512"/>
                  </a:lnTo>
                  <a:lnTo>
                    <a:pt x="1485678" y="1058216"/>
                  </a:lnTo>
                  <a:lnTo>
                    <a:pt x="1457107" y="1064105"/>
                  </a:lnTo>
                  <a:lnTo>
                    <a:pt x="1428536" y="1068000"/>
                  </a:lnTo>
                  <a:lnTo>
                    <a:pt x="1399966" y="1069739"/>
                  </a:lnTo>
                  <a:lnTo>
                    <a:pt x="1371395" y="1069182"/>
                  </a:lnTo>
                  <a:lnTo>
                    <a:pt x="1342824" y="1066206"/>
                  </a:lnTo>
                  <a:lnTo>
                    <a:pt x="1314253" y="1060714"/>
                  </a:lnTo>
                  <a:lnTo>
                    <a:pt x="1285683" y="1052629"/>
                  </a:lnTo>
                  <a:lnTo>
                    <a:pt x="1257112" y="1041908"/>
                  </a:lnTo>
                  <a:lnTo>
                    <a:pt x="1228541" y="1028543"/>
                  </a:lnTo>
                  <a:lnTo>
                    <a:pt x="1199971" y="1012573"/>
                  </a:lnTo>
                  <a:lnTo>
                    <a:pt x="1171400" y="994096"/>
                  </a:lnTo>
                  <a:lnTo>
                    <a:pt x="1142829" y="973382"/>
                  </a:lnTo>
                  <a:lnTo>
                    <a:pt x="1114258" y="951042"/>
                  </a:lnTo>
                  <a:lnTo>
                    <a:pt x="1085688" y="927710"/>
                  </a:lnTo>
                  <a:lnTo>
                    <a:pt x="1057117" y="903913"/>
                  </a:lnTo>
                  <a:lnTo>
                    <a:pt x="1028546" y="880038"/>
                  </a:lnTo>
                  <a:lnTo>
                    <a:pt x="999975" y="856309"/>
                  </a:lnTo>
                  <a:lnTo>
                    <a:pt x="971405" y="832816"/>
                  </a:lnTo>
                  <a:lnTo>
                    <a:pt x="942834" y="809553"/>
                  </a:lnTo>
                  <a:lnTo>
                    <a:pt x="914263" y="786471"/>
                  </a:lnTo>
                  <a:lnTo>
                    <a:pt x="885692" y="763520"/>
                  </a:lnTo>
                  <a:lnTo>
                    <a:pt x="857122" y="740671"/>
                  </a:lnTo>
                  <a:lnTo>
                    <a:pt x="828551" y="717943"/>
                  </a:lnTo>
                  <a:lnTo>
                    <a:pt x="799980" y="695413"/>
                  </a:lnTo>
                  <a:lnTo>
                    <a:pt x="771409" y="673241"/>
                  </a:lnTo>
                  <a:lnTo>
                    <a:pt x="742839" y="651756"/>
                  </a:lnTo>
                  <a:lnTo>
                    <a:pt x="714268" y="631563"/>
                  </a:lnTo>
                  <a:lnTo>
                    <a:pt x="685697" y="613350"/>
                  </a:lnTo>
                  <a:lnTo>
                    <a:pt x="657126" y="597796"/>
                  </a:lnTo>
                  <a:lnTo>
                    <a:pt x="628556" y="585507"/>
                  </a:lnTo>
                  <a:lnTo>
                    <a:pt x="599985" y="576940"/>
                  </a:lnTo>
                  <a:lnTo>
                    <a:pt x="571414" y="572334"/>
                  </a:lnTo>
                  <a:lnTo>
                    <a:pt x="542844" y="571692"/>
                  </a:lnTo>
                  <a:lnTo>
                    <a:pt x="514273" y="574810"/>
                  </a:lnTo>
                  <a:lnTo>
                    <a:pt x="485702" y="581354"/>
                  </a:lnTo>
                  <a:lnTo>
                    <a:pt x="457131" y="590942"/>
                  </a:lnTo>
                  <a:lnTo>
                    <a:pt x="428561" y="603224"/>
                  </a:lnTo>
                  <a:lnTo>
                    <a:pt x="399990" y="617942"/>
                  </a:lnTo>
                  <a:lnTo>
                    <a:pt x="371419" y="635012"/>
                  </a:lnTo>
                  <a:lnTo>
                    <a:pt x="342848" y="654656"/>
                  </a:lnTo>
                  <a:lnTo>
                    <a:pt x="314278" y="677403"/>
                  </a:lnTo>
                  <a:lnTo>
                    <a:pt x="285707" y="703476"/>
                  </a:lnTo>
                  <a:lnTo>
                    <a:pt x="257136" y="732261"/>
                  </a:lnTo>
                  <a:lnTo>
                    <a:pt x="228565" y="762163"/>
                  </a:lnTo>
                  <a:lnTo>
                    <a:pt x="199995" y="791090"/>
                  </a:lnTo>
                  <a:lnTo>
                    <a:pt x="171424" y="817779"/>
                  </a:lnTo>
                  <a:lnTo>
                    <a:pt x="142853" y="844649"/>
                  </a:lnTo>
                  <a:lnTo>
                    <a:pt x="114282" y="875572"/>
                  </a:lnTo>
                  <a:lnTo>
                    <a:pt x="85712" y="914793"/>
                  </a:lnTo>
                  <a:lnTo>
                    <a:pt x="57141" y="962427"/>
                  </a:lnTo>
                  <a:lnTo>
                    <a:pt x="28570" y="1016616"/>
                  </a:lnTo>
                  <a:lnTo>
                    <a:pt x="0" y="107575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3580268" y="6369469"/>
              <a:ext cx="2257088" cy="853797"/>
            </a:xfrm>
            <a:custGeom>
              <a:avLst/>
              <a:pathLst>
                <a:path w="2257088" h="853797">
                  <a:moveTo>
                    <a:pt x="0" y="815474"/>
                  </a:moveTo>
                  <a:lnTo>
                    <a:pt x="28570" y="818488"/>
                  </a:lnTo>
                  <a:lnTo>
                    <a:pt x="57141" y="815819"/>
                  </a:lnTo>
                  <a:lnTo>
                    <a:pt x="85712" y="805122"/>
                  </a:lnTo>
                  <a:lnTo>
                    <a:pt x="114282" y="783685"/>
                  </a:lnTo>
                  <a:lnTo>
                    <a:pt x="142853" y="750626"/>
                  </a:lnTo>
                  <a:lnTo>
                    <a:pt x="171424" y="710337"/>
                  </a:lnTo>
                  <a:lnTo>
                    <a:pt x="199995" y="667678"/>
                  </a:lnTo>
                  <a:lnTo>
                    <a:pt x="228565" y="626542"/>
                  </a:lnTo>
                  <a:lnTo>
                    <a:pt x="257136" y="587364"/>
                  </a:lnTo>
                  <a:lnTo>
                    <a:pt x="285707" y="549750"/>
                  </a:lnTo>
                  <a:lnTo>
                    <a:pt x="314278" y="513803"/>
                  </a:lnTo>
                  <a:lnTo>
                    <a:pt x="342848" y="480606"/>
                  </a:lnTo>
                  <a:lnTo>
                    <a:pt x="371419" y="452003"/>
                  </a:lnTo>
                  <a:lnTo>
                    <a:pt x="399990" y="429041"/>
                  </a:lnTo>
                  <a:lnTo>
                    <a:pt x="428561" y="411650"/>
                  </a:lnTo>
                  <a:lnTo>
                    <a:pt x="457131" y="399439"/>
                  </a:lnTo>
                  <a:lnTo>
                    <a:pt x="485702" y="391840"/>
                  </a:lnTo>
                  <a:lnTo>
                    <a:pt x="514273" y="388193"/>
                  </a:lnTo>
                  <a:lnTo>
                    <a:pt x="542844" y="387808"/>
                  </a:lnTo>
                  <a:lnTo>
                    <a:pt x="571414" y="390041"/>
                  </a:lnTo>
                  <a:lnTo>
                    <a:pt x="599985" y="394380"/>
                  </a:lnTo>
                  <a:lnTo>
                    <a:pt x="628556" y="400517"/>
                  </a:lnTo>
                  <a:lnTo>
                    <a:pt x="657126" y="408384"/>
                  </a:lnTo>
                  <a:lnTo>
                    <a:pt x="685697" y="418127"/>
                  </a:lnTo>
                  <a:lnTo>
                    <a:pt x="714268" y="430043"/>
                  </a:lnTo>
                  <a:lnTo>
                    <a:pt x="742839" y="444503"/>
                  </a:lnTo>
                  <a:lnTo>
                    <a:pt x="771409" y="461885"/>
                  </a:lnTo>
                  <a:lnTo>
                    <a:pt x="799980" y="482439"/>
                  </a:lnTo>
                  <a:lnTo>
                    <a:pt x="828551" y="505923"/>
                  </a:lnTo>
                  <a:lnTo>
                    <a:pt x="857122" y="531865"/>
                  </a:lnTo>
                  <a:lnTo>
                    <a:pt x="885692" y="559709"/>
                  </a:lnTo>
                  <a:lnTo>
                    <a:pt x="914263" y="588838"/>
                  </a:lnTo>
                  <a:lnTo>
                    <a:pt x="942834" y="618591"/>
                  </a:lnTo>
                  <a:lnTo>
                    <a:pt x="971405" y="648284"/>
                  </a:lnTo>
                  <a:lnTo>
                    <a:pt x="999975" y="677235"/>
                  </a:lnTo>
                  <a:lnTo>
                    <a:pt x="1028546" y="704805"/>
                  </a:lnTo>
                  <a:lnTo>
                    <a:pt x="1057117" y="730448"/>
                  </a:lnTo>
                  <a:lnTo>
                    <a:pt x="1085688" y="753759"/>
                  </a:lnTo>
                  <a:lnTo>
                    <a:pt x="1114258" y="774487"/>
                  </a:lnTo>
                  <a:lnTo>
                    <a:pt x="1142829" y="792528"/>
                  </a:lnTo>
                  <a:lnTo>
                    <a:pt x="1171400" y="807880"/>
                  </a:lnTo>
                  <a:lnTo>
                    <a:pt x="1199971" y="820629"/>
                  </a:lnTo>
                  <a:lnTo>
                    <a:pt x="1228541" y="831018"/>
                  </a:lnTo>
                  <a:lnTo>
                    <a:pt x="1257112" y="839278"/>
                  </a:lnTo>
                  <a:lnTo>
                    <a:pt x="1285683" y="845580"/>
                  </a:lnTo>
                  <a:lnTo>
                    <a:pt x="1314253" y="850048"/>
                  </a:lnTo>
                  <a:lnTo>
                    <a:pt x="1342824" y="852768"/>
                  </a:lnTo>
                  <a:lnTo>
                    <a:pt x="1371395" y="853797"/>
                  </a:lnTo>
                  <a:lnTo>
                    <a:pt x="1399966" y="853169"/>
                  </a:lnTo>
                  <a:lnTo>
                    <a:pt x="1428536" y="850892"/>
                  </a:lnTo>
                  <a:lnTo>
                    <a:pt x="1457107" y="846956"/>
                  </a:lnTo>
                  <a:lnTo>
                    <a:pt x="1485678" y="841334"/>
                  </a:lnTo>
                  <a:lnTo>
                    <a:pt x="1514249" y="833976"/>
                  </a:lnTo>
                  <a:lnTo>
                    <a:pt x="1542819" y="824819"/>
                  </a:lnTo>
                  <a:lnTo>
                    <a:pt x="1571390" y="813787"/>
                  </a:lnTo>
                  <a:lnTo>
                    <a:pt x="1599961" y="800792"/>
                  </a:lnTo>
                  <a:lnTo>
                    <a:pt x="1628532" y="785745"/>
                  </a:lnTo>
                  <a:lnTo>
                    <a:pt x="1657102" y="768565"/>
                  </a:lnTo>
                  <a:lnTo>
                    <a:pt x="1685673" y="749184"/>
                  </a:lnTo>
                  <a:lnTo>
                    <a:pt x="1714244" y="727562"/>
                  </a:lnTo>
                  <a:lnTo>
                    <a:pt x="1742815" y="703688"/>
                  </a:lnTo>
                  <a:lnTo>
                    <a:pt x="1771385" y="677588"/>
                  </a:lnTo>
                  <a:lnTo>
                    <a:pt x="1799956" y="649319"/>
                  </a:lnTo>
                  <a:lnTo>
                    <a:pt x="1828527" y="618967"/>
                  </a:lnTo>
                  <a:lnTo>
                    <a:pt x="1857097" y="586642"/>
                  </a:lnTo>
                  <a:lnTo>
                    <a:pt x="1885668" y="552467"/>
                  </a:lnTo>
                  <a:lnTo>
                    <a:pt x="1914239" y="516576"/>
                  </a:lnTo>
                  <a:lnTo>
                    <a:pt x="1942810" y="479104"/>
                  </a:lnTo>
                  <a:lnTo>
                    <a:pt x="1971380" y="440189"/>
                  </a:lnTo>
                  <a:lnTo>
                    <a:pt x="1999951" y="399967"/>
                  </a:lnTo>
                  <a:lnTo>
                    <a:pt x="2028522" y="358572"/>
                  </a:lnTo>
                  <a:lnTo>
                    <a:pt x="2057093" y="316133"/>
                  </a:lnTo>
                  <a:lnTo>
                    <a:pt x="2085663" y="272775"/>
                  </a:lnTo>
                  <a:lnTo>
                    <a:pt x="2114234" y="228621"/>
                  </a:lnTo>
                  <a:lnTo>
                    <a:pt x="2142805" y="183792"/>
                  </a:lnTo>
                  <a:lnTo>
                    <a:pt x="2171376" y="138402"/>
                  </a:lnTo>
                  <a:lnTo>
                    <a:pt x="2199946" y="92566"/>
                  </a:lnTo>
                  <a:lnTo>
                    <a:pt x="2228517" y="46395"/>
                  </a:lnTo>
                  <a:lnTo>
                    <a:pt x="225708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3580268" y="6941162"/>
              <a:ext cx="2257088" cy="504058"/>
            </a:xfrm>
            <a:custGeom>
              <a:avLst/>
              <a:pathLst>
                <a:path w="2257088" h="504058">
                  <a:moveTo>
                    <a:pt x="2257088" y="105775"/>
                  </a:moveTo>
                  <a:lnTo>
                    <a:pt x="2228517" y="120597"/>
                  </a:lnTo>
                  <a:lnTo>
                    <a:pt x="2199946" y="135512"/>
                  </a:lnTo>
                  <a:lnTo>
                    <a:pt x="2171376" y="150499"/>
                  </a:lnTo>
                  <a:lnTo>
                    <a:pt x="2142805" y="165537"/>
                  </a:lnTo>
                  <a:lnTo>
                    <a:pt x="2114234" y="180609"/>
                  </a:lnTo>
                  <a:lnTo>
                    <a:pt x="2085663" y="195701"/>
                  </a:lnTo>
                  <a:lnTo>
                    <a:pt x="2057093" y="210799"/>
                  </a:lnTo>
                  <a:lnTo>
                    <a:pt x="2028522" y="225894"/>
                  </a:lnTo>
                  <a:lnTo>
                    <a:pt x="1999951" y="240982"/>
                  </a:lnTo>
                  <a:lnTo>
                    <a:pt x="1971380" y="256061"/>
                  </a:lnTo>
                  <a:lnTo>
                    <a:pt x="1942810" y="271131"/>
                  </a:lnTo>
                  <a:lnTo>
                    <a:pt x="1914239" y="286197"/>
                  </a:lnTo>
                  <a:lnTo>
                    <a:pt x="1885668" y="301266"/>
                  </a:lnTo>
                  <a:lnTo>
                    <a:pt x="1857097" y="316342"/>
                  </a:lnTo>
                  <a:lnTo>
                    <a:pt x="1828527" y="331427"/>
                  </a:lnTo>
                  <a:lnTo>
                    <a:pt x="1799956" y="346514"/>
                  </a:lnTo>
                  <a:lnTo>
                    <a:pt x="1771385" y="361578"/>
                  </a:lnTo>
                  <a:lnTo>
                    <a:pt x="1742815" y="376576"/>
                  </a:lnTo>
                  <a:lnTo>
                    <a:pt x="1714244" y="391433"/>
                  </a:lnTo>
                  <a:lnTo>
                    <a:pt x="1685673" y="406044"/>
                  </a:lnTo>
                  <a:lnTo>
                    <a:pt x="1657102" y="420266"/>
                  </a:lnTo>
                  <a:lnTo>
                    <a:pt x="1628532" y="433928"/>
                  </a:lnTo>
                  <a:lnTo>
                    <a:pt x="1599961" y="446830"/>
                  </a:lnTo>
                  <a:lnTo>
                    <a:pt x="1571390" y="458759"/>
                  </a:lnTo>
                  <a:lnTo>
                    <a:pt x="1542819" y="469495"/>
                  </a:lnTo>
                  <a:lnTo>
                    <a:pt x="1514249" y="478819"/>
                  </a:lnTo>
                  <a:lnTo>
                    <a:pt x="1485678" y="486524"/>
                  </a:lnTo>
                  <a:lnTo>
                    <a:pt x="1457107" y="492412"/>
                  </a:lnTo>
                  <a:lnTo>
                    <a:pt x="1428536" y="496307"/>
                  </a:lnTo>
                  <a:lnTo>
                    <a:pt x="1399966" y="498046"/>
                  </a:lnTo>
                  <a:lnTo>
                    <a:pt x="1371395" y="497489"/>
                  </a:lnTo>
                  <a:lnTo>
                    <a:pt x="1342824" y="494514"/>
                  </a:lnTo>
                  <a:lnTo>
                    <a:pt x="1314253" y="489021"/>
                  </a:lnTo>
                  <a:lnTo>
                    <a:pt x="1285683" y="480936"/>
                  </a:lnTo>
                  <a:lnTo>
                    <a:pt x="1257112" y="470215"/>
                  </a:lnTo>
                  <a:lnTo>
                    <a:pt x="1228541" y="456850"/>
                  </a:lnTo>
                  <a:lnTo>
                    <a:pt x="1199971" y="440880"/>
                  </a:lnTo>
                  <a:lnTo>
                    <a:pt x="1171400" y="422404"/>
                  </a:lnTo>
                  <a:lnTo>
                    <a:pt x="1142829" y="401689"/>
                  </a:lnTo>
                  <a:lnTo>
                    <a:pt x="1114258" y="379349"/>
                  </a:lnTo>
                  <a:lnTo>
                    <a:pt x="1085688" y="356017"/>
                  </a:lnTo>
                  <a:lnTo>
                    <a:pt x="1057117" y="332221"/>
                  </a:lnTo>
                  <a:lnTo>
                    <a:pt x="1028546" y="308345"/>
                  </a:lnTo>
                  <a:lnTo>
                    <a:pt x="999975" y="284617"/>
                  </a:lnTo>
                  <a:lnTo>
                    <a:pt x="971405" y="261123"/>
                  </a:lnTo>
                  <a:lnTo>
                    <a:pt x="942834" y="237860"/>
                  </a:lnTo>
                  <a:lnTo>
                    <a:pt x="914263" y="214778"/>
                  </a:lnTo>
                  <a:lnTo>
                    <a:pt x="885692" y="191827"/>
                  </a:lnTo>
                  <a:lnTo>
                    <a:pt x="857122" y="168979"/>
                  </a:lnTo>
                  <a:lnTo>
                    <a:pt x="828551" y="146251"/>
                  </a:lnTo>
                  <a:lnTo>
                    <a:pt x="799980" y="123720"/>
                  </a:lnTo>
                  <a:lnTo>
                    <a:pt x="771409" y="101549"/>
                  </a:lnTo>
                  <a:lnTo>
                    <a:pt x="742839" y="80063"/>
                  </a:lnTo>
                  <a:lnTo>
                    <a:pt x="714268" y="59870"/>
                  </a:lnTo>
                  <a:lnTo>
                    <a:pt x="685697" y="41657"/>
                  </a:lnTo>
                  <a:lnTo>
                    <a:pt x="657126" y="26103"/>
                  </a:lnTo>
                  <a:lnTo>
                    <a:pt x="628556" y="13815"/>
                  </a:lnTo>
                  <a:lnTo>
                    <a:pt x="599985" y="5247"/>
                  </a:lnTo>
                  <a:lnTo>
                    <a:pt x="571414" y="642"/>
                  </a:lnTo>
                  <a:lnTo>
                    <a:pt x="542844" y="0"/>
                  </a:lnTo>
                  <a:lnTo>
                    <a:pt x="514273" y="3117"/>
                  </a:lnTo>
                  <a:lnTo>
                    <a:pt x="485702" y="9661"/>
                  </a:lnTo>
                  <a:lnTo>
                    <a:pt x="457131" y="19250"/>
                  </a:lnTo>
                  <a:lnTo>
                    <a:pt x="428561" y="31532"/>
                  </a:lnTo>
                  <a:lnTo>
                    <a:pt x="399990" y="46249"/>
                  </a:lnTo>
                  <a:lnTo>
                    <a:pt x="371419" y="63320"/>
                  </a:lnTo>
                  <a:lnTo>
                    <a:pt x="342848" y="82964"/>
                  </a:lnTo>
                  <a:lnTo>
                    <a:pt x="314278" y="105710"/>
                  </a:lnTo>
                  <a:lnTo>
                    <a:pt x="285707" y="131784"/>
                  </a:lnTo>
                  <a:lnTo>
                    <a:pt x="257136" y="160568"/>
                  </a:lnTo>
                  <a:lnTo>
                    <a:pt x="228565" y="190471"/>
                  </a:lnTo>
                  <a:lnTo>
                    <a:pt x="199995" y="219397"/>
                  </a:lnTo>
                  <a:lnTo>
                    <a:pt x="171424" y="246086"/>
                  </a:lnTo>
                  <a:lnTo>
                    <a:pt x="142853" y="272957"/>
                  </a:lnTo>
                  <a:lnTo>
                    <a:pt x="114282" y="303879"/>
                  </a:lnTo>
                  <a:lnTo>
                    <a:pt x="85712" y="343100"/>
                  </a:lnTo>
                  <a:lnTo>
                    <a:pt x="57141" y="390734"/>
                  </a:lnTo>
                  <a:lnTo>
                    <a:pt x="28570" y="444923"/>
                  </a:lnTo>
                  <a:lnTo>
                    <a:pt x="0" y="5040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52" name="pl1652"/>
            <p:cNvSpPr/>
            <p:nvPr/>
          </p:nvSpPr>
          <p:spPr>
            <a:xfrm>
              <a:off x="3580268" y="6708203"/>
              <a:ext cx="2257088" cy="622755"/>
            </a:xfrm>
            <a:custGeom>
              <a:avLst/>
              <a:pathLst>
                <a:path w="2257088" h="622755">
                  <a:moveTo>
                    <a:pt x="0" y="606878"/>
                  </a:moveTo>
                  <a:lnTo>
                    <a:pt x="28570" y="578818"/>
                  </a:lnTo>
                  <a:lnTo>
                    <a:pt x="57141" y="550389"/>
                  </a:lnTo>
                  <a:lnTo>
                    <a:pt x="85712" y="521223"/>
                  </a:lnTo>
                  <a:lnTo>
                    <a:pt x="114282" y="490894"/>
                  </a:lnTo>
                  <a:lnTo>
                    <a:pt x="142853" y="458903"/>
                  </a:lnTo>
                  <a:lnTo>
                    <a:pt x="171424" y="425324"/>
                  </a:lnTo>
                  <a:lnTo>
                    <a:pt x="199995" y="390649"/>
                  </a:lnTo>
                  <a:lnTo>
                    <a:pt x="228565" y="355618"/>
                  </a:lnTo>
                  <a:lnTo>
                    <a:pt x="257136" y="321078"/>
                  </a:lnTo>
                  <a:lnTo>
                    <a:pt x="285707" y="287879"/>
                  </a:lnTo>
                  <a:lnTo>
                    <a:pt x="314278" y="256869"/>
                  </a:lnTo>
                  <a:lnTo>
                    <a:pt x="342848" y="228897"/>
                  </a:lnTo>
                  <a:lnTo>
                    <a:pt x="371419" y="204773"/>
                  </a:lnTo>
                  <a:lnTo>
                    <a:pt x="399990" y="184757"/>
                  </a:lnTo>
                  <a:lnTo>
                    <a:pt x="428561" y="168703"/>
                  </a:lnTo>
                  <a:lnTo>
                    <a:pt x="457131" y="156456"/>
                  </a:lnTo>
                  <a:lnTo>
                    <a:pt x="485702" y="147863"/>
                  </a:lnTo>
                  <a:lnTo>
                    <a:pt x="514273" y="142767"/>
                  </a:lnTo>
                  <a:lnTo>
                    <a:pt x="542844" y="141016"/>
                  </a:lnTo>
                  <a:lnTo>
                    <a:pt x="571414" y="142454"/>
                  </a:lnTo>
                  <a:lnTo>
                    <a:pt x="599985" y="146926"/>
                  </a:lnTo>
                  <a:lnTo>
                    <a:pt x="628556" y="154278"/>
                  </a:lnTo>
                  <a:lnTo>
                    <a:pt x="657126" y="164356"/>
                  </a:lnTo>
                  <a:lnTo>
                    <a:pt x="685697" y="177004"/>
                  </a:lnTo>
                  <a:lnTo>
                    <a:pt x="714268" y="192069"/>
                  </a:lnTo>
                  <a:lnTo>
                    <a:pt x="742839" y="209395"/>
                  </a:lnTo>
                  <a:lnTo>
                    <a:pt x="771409" y="228829"/>
                  </a:lnTo>
                  <a:lnTo>
                    <a:pt x="799980" y="250192"/>
                  </a:lnTo>
                  <a:lnTo>
                    <a:pt x="828551" y="273199"/>
                  </a:lnTo>
                  <a:lnTo>
                    <a:pt x="857122" y="297534"/>
                  </a:lnTo>
                  <a:lnTo>
                    <a:pt x="885692" y="322880"/>
                  </a:lnTo>
                  <a:lnTo>
                    <a:pt x="914263" y="348920"/>
                  </a:lnTo>
                  <a:lnTo>
                    <a:pt x="942834" y="375338"/>
                  </a:lnTo>
                  <a:lnTo>
                    <a:pt x="971405" y="401816"/>
                  </a:lnTo>
                  <a:lnTo>
                    <a:pt x="999975" y="428038"/>
                  </a:lnTo>
                  <a:lnTo>
                    <a:pt x="1028546" y="453687"/>
                  </a:lnTo>
                  <a:lnTo>
                    <a:pt x="1057117" y="478447"/>
                  </a:lnTo>
                  <a:lnTo>
                    <a:pt x="1085688" y="502000"/>
                  </a:lnTo>
                  <a:lnTo>
                    <a:pt x="1114258" y="524030"/>
                  </a:lnTo>
                  <a:lnTo>
                    <a:pt x="1142829" y="544220"/>
                  </a:lnTo>
                  <a:lnTo>
                    <a:pt x="1171400" y="562254"/>
                  </a:lnTo>
                  <a:lnTo>
                    <a:pt x="1199971" y="577866"/>
                  </a:lnTo>
                  <a:lnTo>
                    <a:pt x="1228541" y="591046"/>
                  </a:lnTo>
                  <a:lnTo>
                    <a:pt x="1257112" y="601859"/>
                  </a:lnTo>
                  <a:lnTo>
                    <a:pt x="1285683" y="610370"/>
                  </a:lnTo>
                  <a:lnTo>
                    <a:pt x="1314253" y="616646"/>
                  </a:lnTo>
                  <a:lnTo>
                    <a:pt x="1342824" y="620753"/>
                  </a:lnTo>
                  <a:lnTo>
                    <a:pt x="1371395" y="622755"/>
                  </a:lnTo>
                  <a:lnTo>
                    <a:pt x="1399966" y="622720"/>
                  </a:lnTo>
                  <a:lnTo>
                    <a:pt x="1428536" y="620711"/>
                  </a:lnTo>
                  <a:lnTo>
                    <a:pt x="1457107" y="616796"/>
                  </a:lnTo>
                  <a:lnTo>
                    <a:pt x="1485678" y="611041"/>
                  </a:lnTo>
                  <a:lnTo>
                    <a:pt x="1514249" y="603510"/>
                  </a:lnTo>
                  <a:lnTo>
                    <a:pt x="1542819" y="594269"/>
                  </a:lnTo>
                  <a:lnTo>
                    <a:pt x="1571390" y="583385"/>
                  </a:lnTo>
                  <a:lnTo>
                    <a:pt x="1599961" y="570923"/>
                  </a:lnTo>
                  <a:lnTo>
                    <a:pt x="1628532" y="556949"/>
                  </a:lnTo>
                  <a:lnTo>
                    <a:pt x="1657102" y="541528"/>
                  </a:lnTo>
                  <a:lnTo>
                    <a:pt x="1685673" y="524726"/>
                  </a:lnTo>
                  <a:lnTo>
                    <a:pt x="1714244" y="506610"/>
                  </a:lnTo>
                  <a:lnTo>
                    <a:pt x="1742815" y="487244"/>
                  </a:lnTo>
                  <a:lnTo>
                    <a:pt x="1771385" y="466695"/>
                  </a:lnTo>
                  <a:lnTo>
                    <a:pt x="1799956" y="445028"/>
                  </a:lnTo>
                  <a:lnTo>
                    <a:pt x="1828527" y="422309"/>
                  </a:lnTo>
                  <a:lnTo>
                    <a:pt x="1857097" y="398604"/>
                  </a:lnTo>
                  <a:lnTo>
                    <a:pt x="1885668" y="373979"/>
                  </a:lnTo>
                  <a:lnTo>
                    <a:pt x="1914239" y="348499"/>
                  </a:lnTo>
                  <a:lnTo>
                    <a:pt x="1942810" y="322229"/>
                  </a:lnTo>
                  <a:lnTo>
                    <a:pt x="1971380" y="295237"/>
                  </a:lnTo>
                  <a:lnTo>
                    <a:pt x="1999951" y="267587"/>
                  </a:lnTo>
                  <a:lnTo>
                    <a:pt x="2028522" y="239345"/>
                  </a:lnTo>
                  <a:lnTo>
                    <a:pt x="2057093" y="210578"/>
                  </a:lnTo>
                  <a:lnTo>
                    <a:pt x="2085663" y="181350"/>
                  </a:lnTo>
                  <a:lnTo>
                    <a:pt x="2114234" y="151727"/>
                  </a:lnTo>
                  <a:lnTo>
                    <a:pt x="2142805" y="121776"/>
                  </a:lnTo>
                  <a:lnTo>
                    <a:pt x="2171376" y="91562"/>
                  </a:lnTo>
                  <a:lnTo>
                    <a:pt x="2199946" y="61151"/>
                  </a:lnTo>
                  <a:lnTo>
                    <a:pt x="2228517" y="30608"/>
                  </a:lnTo>
                  <a:lnTo>
                    <a:pt x="2257088" y="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rc1653"/>
            <p:cNvSpPr/>
            <p:nvPr/>
          </p:nvSpPr>
          <p:spPr>
            <a:xfrm>
              <a:off x="3467413" y="5418670"/>
              <a:ext cx="248279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tx1654"/>
            <p:cNvSpPr/>
            <p:nvPr/>
          </p:nvSpPr>
          <p:spPr>
            <a:xfrm>
              <a:off x="3212205" y="8028465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1655" name="tx1655"/>
            <p:cNvSpPr/>
            <p:nvPr/>
          </p:nvSpPr>
          <p:spPr>
            <a:xfrm>
              <a:off x="3249421" y="715825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656" name="tx1656"/>
            <p:cNvSpPr/>
            <p:nvPr/>
          </p:nvSpPr>
          <p:spPr>
            <a:xfrm>
              <a:off x="3249421" y="628804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657" name="tx1657"/>
            <p:cNvSpPr/>
            <p:nvPr/>
          </p:nvSpPr>
          <p:spPr>
            <a:xfrm>
              <a:off x="3249421" y="541783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658" name="pl1658"/>
            <p:cNvSpPr/>
            <p:nvPr/>
          </p:nvSpPr>
          <p:spPr>
            <a:xfrm>
              <a:off x="3432619" y="80701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3432619" y="71999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3432619" y="63297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3432619" y="54595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l1662"/>
            <p:cNvSpPr/>
            <p:nvPr/>
          </p:nvSpPr>
          <p:spPr>
            <a:xfrm>
              <a:off x="369617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l1663"/>
            <p:cNvSpPr/>
            <p:nvPr/>
          </p:nvSpPr>
          <p:spPr>
            <a:xfrm>
              <a:off x="438970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l1664"/>
            <p:cNvSpPr/>
            <p:nvPr/>
          </p:nvSpPr>
          <p:spPr>
            <a:xfrm>
              <a:off x="5083239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l1665"/>
            <p:cNvSpPr/>
            <p:nvPr/>
          </p:nvSpPr>
          <p:spPr>
            <a:xfrm>
              <a:off x="577677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tx1666"/>
            <p:cNvSpPr/>
            <p:nvPr/>
          </p:nvSpPr>
          <p:spPr>
            <a:xfrm>
              <a:off x="3665097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67" name="tx1667"/>
            <p:cNvSpPr/>
            <p:nvPr/>
          </p:nvSpPr>
          <p:spPr>
            <a:xfrm>
              <a:off x="4327551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68" name="tx1668"/>
            <p:cNvSpPr/>
            <p:nvPr/>
          </p:nvSpPr>
          <p:spPr>
            <a:xfrm>
              <a:off x="5021083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669" name="tx1669"/>
            <p:cNvSpPr/>
            <p:nvPr/>
          </p:nvSpPr>
          <p:spPr>
            <a:xfrm>
              <a:off x="5714615" y="865767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670" name="tx1670"/>
            <p:cNvSpPr/>
            <p:nvPr/>
          </p:nvSpPr>
          <p:spPr>
            <a:xfrm>
              <a:off x="3878013" y="8777412"/>
              <a:ext cx="166159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CSF pTau217 (Z)</a:t>
              </a:r>
            </a:p>
          </p:txBody>
        </p:sp>
        <p:sp>
          <p:nvSpPr>
            <p:cNvPr id="1671" name="tx1671"/>
            <p:cNvSpPr/>
            <p:nvPr/>
          </p:nvSpPr>
          <p:spPr>
            <a:xfrm rot="-5400000">
              <a:off x="2210214" y="6942179"/>
              <a:ext cx="173124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CSF pTau217 (Z/year)</a:t>
              </a:r>
            </a:p>
          </p:txBody>
        </p:sp>
        <p:sp>
          <p:nvSpPr>
            <p:cNvPr id="1672" name="pl1672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l1676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l1677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l1678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l1679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l1680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l1681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l1683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l1688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0" y="2065390"/>
                  </a:lnTo>
                  <a:lnTo>
                    <a:pt x="9879" y="2065390"/>
                  </a:lnTo>
                  <a:lnTo>
                    <a:pt x="19759" y="2065390"/>
                  </a:lnTo>
                  <a:lnTo>
                    <a:pt x="19759" y="2026421"/>
                  </a:lnTo>
                  <a:lnTo>
                    <a:pt x="29638" y="2026421"/>
                  </a:lnTo>
                  <a:lnTo>
                    <a:pt x="39518" y="2026421"/>
                  </a:lnTo>
                  <a:lnTo>
                    <a:pt x="49398" y="2026421"/>
                  </a:lnTo>
                  <a:lnTo>
                    <a:pt x="49398" y="1987451"/>
                  </a:lnTo>
                  <a:lnTo>
                    <a:pt x="59277" y="1987451"/>
                  </a:lnTo>
                  <a:lnTo>
                    <a:pt x="69157" y="1987451"/>
                  </a:lnTo>
                  <a:lnTo>
                    <a:pt x="79037" y="1987451"/>
                  </a:lnTo>
                  <a:lnTo>
                    <a:pt x="88916" y="1987451"/>
                  </a:lnTo>
                  <a:lnTo>
                    <a:pt x="98796" y="1987451"/>
                  </a:lnTo>
                  <a:lnTo>
                    <a:pt x="108675" y="1987451"/>
                  </a:lnTo>
                  <a:lnTo>
                    <a:pt x="108675" y="1948481"/>
                  </a:lnTo>
                  <a:lnTo>
                    <a:pt x="108675" y="1909512"/>
                  </a:lnTo>
                  <a:lnTo>
                    <a:pt x="108675" y="1870542"/>
                  </a:lnTo>
                  <a:lnTo>
                    <a:pt x="118555" y="1870542"/>
                  </a:lnTo>
                  <a:lnTo>
                    <a:pt x="128435" y="1870542"/>
                  </a:lnTo>
                  <a:lnTo>
                    <a:pt x="138314" y="1870542"/>
                  </a:lnTo>
                  <a:lnTo>
                    <a:pt x="148194" y="1870542"/>
                  </a:lnTo>
                  <a:lnTo>
                    <a:pt x="158074" y="1870542"/>
                  </a:lnTo>
                  <a:lnTo>
                    <a:pt x="158074" y="1831572"/>
                  </a:lnTo>
                  <a:lnTo>
                    <a:pt x="167953" y="1831572"/>
                  </a:lnTo>
                  <a:lnTo>
                    <a:pt x="167953" y="1792603"/>
                  </a:lnTo>
                  <a:lnTo>
                    <a:pt x="177833" y="1792603"/>
                  </a:lnTo>
                  <a:lnTo>
                    <a:pt x="187712" y="1792603"/>
                  </a:lnTo>
                  <a:lnTo>
                    <a:pt x="197592" y="1792603"/>
                  </a:lnTo>
                  <a:lnTo>
                    <a:pt x="207472" y="1792603"/>
                  </a:lnTo>
                  <a:lnTo>
                    <a:pt x="207472" y="1753633"/>
                  </a:lnTo>
                  <a:lnTo>
                    <a:pt x="217351" y="1753633"/>
                  </a:lnTo>
                  <a:lnTo>
                    <a:pt x="227231" y="1753633"/>
                  </a:lnTo>
                  <a:lnTo>
                    <a:pt x="227231" y="1714663"/>
                  </a:lnTo>
                  <a:lnTo>
                    <a:pt x="227231" y="1675694"/>
                  </a:lnTo>
                  <a:lnTo>
                    <a:pt x="237111" y="1675694"/>
                  </a:lnTo>
                  <a:lnTo>
                    <a:pt x="246990" y="1675694"/>
                  </a:lnTo>
                  <a:lnTo>
                    <a:pt x="256870" y="1675694"/>
                  </a:lnTo>
                  <a:lnTo>
                    <a:pt x="256870" y="1636724"/>
                  </a:lnTo>
                  <a:lnTo>
                    <a:pt x="256870" y="1597755"/>
                  </a:lnTo>
                  <a:lnTo>
                    <a:pt x="266749" y="1597755"/>
                  </a:lnTo>
                  <a:lnTo>
                    <a:pt x="276629" y="1597755"/>
                  </a:lnTo>
                  <a:lnTo>
                    <a:pt x="286509" y="1597755"/>
                  </a:lnTo>
                  <a:lnTo>
                    <a:pt x="296388" y="1597755"/>
                  </a:lnTo>
                  <a:lnTo>
                    <a:pt x="296388" y="1558785"/>
                  </a:lnTo>
                  <a:lnTo>
                    <a:pt x="296388" y="1519815"/>
                  </a:lnTo>
                  <a:lnTo>
                    <a:pt x="296388" y="1480846"/>
                  </a:lnTo>
                  <a:lnTo>
                    <a:pt x="306268" y="1480846"/>
                  </a:lnTo>
                  <a:lnTo>
                    <a:pt x="316148" y="1480846"/>
                  </a:lnTo>
                  <a:lnTo>
                    <a:pt x="316148" y="1441876"/>
                  </a:lnTo>
                  <a:lnTo>
                    <a:pt x="326027" y="1441876"/>
                  </a:lnTo>
                  <a:lnTo>
                    <a:pt x="335907" y="1441876"/>
                  </a:lnTo>
                  <a:lnTo>
                    <a:pt x="345786" y="1441876"/>
                  </a:lnTo>
                  <a:lnTo>
                    <a:pt x="355666" y="1441876"/>
                  </a:lnTo>
                  <a:lnTo>
                    <a:pt x="365546" y="1441876"/>
                  </a:lnTo>
                  <a:lnTo>
                    <a:pt x="365546" y="1402906"/>
                  </a:lnTo>
                  <a:lnTo>
                    <a:pt x="375425" y="1402906"/>
                  </a:lnTo>
                  <a:lnTo>
                    <a:pt x="385305" y="1402906"/>
                  </a:lnTo>
                  <a:lnTo>
                    <a:pt x="395185" y="1402906"/>
                  </a:lnTo>
                  <a:lnTo>
                    <a:pt x="405064" y="1402906"/>
                  </a:lnTo>
                  <a:lnTo>
                    <a:pt x="414944" y="1402906"/>
                  </a:lnTo>
                  <a:lnTo>
                    <a:pt x="414944" y="1363937"/>
                  </a:lnTo>
                  <a:lnTo>
                    <a:pt x="424823" y="1363937"/>
                  </a:lnTo>
                  <a:lnTo>
                    <a:pt x="424823" y="1324967"/>
                  </a:lnTo>
                  <a:lnTo>
                    <a:pt x="424823" y="1285997"/>
                  </a:lnTo>
                  <a:lnTo>
                    <a:pt x="434703" y="1285997"/>
                  </a:lnTo>
                  <a:lnTo>
                    <a:pt x="434703" y="1247028"/>
                  </a:lnTo>
                  <a:lnTo>
                    <a:pt x="434703" y="1208058"/>
                  </a:lnTo>
                  <a:lnTo>
                    <a:pt x="444583" y="1208058"/>
                  </a:lnTo>
                  <a:lnTo>
                    <a:pt x="444583" y="1169089"/>
                  </a:lnTo>
                  <a:lnTo>
                    <a:pt x="454462" y="1169089"/>
                  </a:lnTo>
                  <a:lnTo>
                    <a:pt x="464342" y="1169089"/>
                  </a:lnTo>
                  <a:lnTo>
                    <a:pt x="464342" y="1130119"/>
                  </a:lnTo>
                  <a:lnTo>
                    <a:pt x="464342" y="1091149"/>
                  </a:lnTo>
                  <a:lnTo>
                    <a:pt x="464342" y="1052180"/>
                  </a:lnTo>
                  <a:lnTo>
                    <a:pt x="464342" y="1013210"/>
                  </a:lnTo>
                  <a:lnTo>
                    <a:pt x="464342" y="974240"/>
                  </a:lnTo>
                  <a:lnTo>
                    <a:pt x="464342" y="935271"/>
                  </a:lnTo>
                  <a:lnTo>
                    <a:pt x="464342" y="896301"/>
                  </a:lnTo>
                  <a:lnTo>
                    <a:pt x="464342" y="857331"/>
                  </a:lnTo>
                  <a:lnTo>
                    <a:pt x="464342" y="818362"/>
                  </a:lnTo>
                  <a:lnTo>
                    <a:pt x="464342" y="779392"/>
                  </a:lnTo>
                  <a:lnTo>
                    <a:pt x="464342" y="740423"/>
                  </a:lnTo>
                  <a:lnTo>
                    <a:pt x="464342" y="701453"/>
                  </a:lnTo>
                  <a:lnTo>
                    <a:pt x="464342" y="662483"/>
                  </a:lnTo>
                  <a:lnTo>
                    <a:pt x="464342" y="623514"/>
                  </a:lnTo>
                  <a:lnTo>
                    <a:pt x="464342" y="584544"/>
                  </a:lnTo>
                  <a:lnTo>
                    <a:pt x="464342" y="545574"/>
                  </a:lnTo>
                  <a:lnTo>
                    <a:pt x="464342" y="506605"/>
                  </a:lnTo>
                  <a:lnTo>
                    <a:pt x="474222" y="506605"/>
                  </a:lnTo>
                  <a:lnTo>
                    <a:pt x="484101" y="506605"/>
                  </a:lnTo>
                  <a:lnTo>
                    <a:pt x="484101" y="467635"/>
                  </a:lnTo>
                  <a:lnTo>
                    <a:pt x="493981" y="467635"/>
                  </a:lnTo>
                  <a:lnTo>
                    <a:pt x="493981" y="428665"/>
                  </a:lnTo>
                  <a:lnTo>
                    <a:pt x="503860" y="428665"/>
                  </a:lnTo>
                  <a:lnTo>
                    <a:pt x="503860" y="389696"/>
                  </a:lnTo>
                  <a:lnTo>
                    <a:pt x="513740" y="389696"/>
                  </a:lnTo>
                  <a:lnTo>
                    <a:pt x="513740" y="350726"/>
                  </a:lnTo>
                  <a:lnTo>
                    <a:pt x="513740" y="311757"/>
                  </a:lnTo>
                  <a:lnTo>
                    <a:pt x="523620" y="311757"/>
                  </a:lnTo>
                  <a:lnTo>
                    <a:pt x="533499" y="311757"/>
                  </a:lnTo>
                  <a:lnTo>
                    <a:pt x="543379" y="311757"/>
                  </a:lnTo>
                  <a:lnTo>
                    <a:pt x="553259" y="311757"/>
                  </a:lnTo>
                  <a:lnTo>
                    <a:pt x="563138" y="311757"/>
                  </a:lnTo>
                  <a:lnTo>
                    <a:pt x="563138" y="272787"/>
                  </a:lnTo>
                  <a:lnTo>
                    <a:pt x="573018" y="272787"/>
                  </a:lnTo>
                  <a:lnTo>
                    <a:pt x="582897" y="272787"/>
                  </a:lnTo>
                  <a:lnTo>
                    <a:pt x="582897" y="233817"/>
                  </a:lnTo>
                  <a:lnTo>
                    <a:pt x="582897" y="194848"/>
                  </a:lnTo>
                  <a:lnTo>
                    <a:pt x="592777" y="194848"/>
                  </a:lnTo>
                  <a:lnTo>
                    <a:pt x="602657" y="194848"/>
                  </a:lnTo>
                  <a:lnTo>
                    <a:pt x="612536" y="194848"/>
                  </a:lnTo>
                  <a:lnTo>
                    <a:pt x="622416" y="194848"/>
                  </a:lnTo>
                  <a:lnTo>
                    <a:pt x="632296" y="194848"/>
                  </a:lnTo>
                  <a:lnTo>
                    <a:pt x="642175" y="194848"/>
                  </a:lnTo>
                  <a:lnTo>
                    <a:pt x="642175" y="155878"/>
                  </a:lnTo>
                  <a:lnTo>
                    <a:pt x="652055" y="155878"/>
                  </a:lnTo>
                  <a:lnTo>
                    <a:pt x="661934" y="155878"/>
                  </a:lnTo>
                  <a:lnTo>
                    <a:pt x="661934" y="116908"/>
                  </a:lnTo>
                  <a:lnTo>
                    <a:pt x="671814" y="116908"/>
                  </a:lnTo>
                  <a:lnTo>
                    <a:pt x="681694" y="116908"/>
                  </a:lnTo>
                  <a:lnTo>
                    <a:pt x="691573" y="116908"/>
                  </a:lnTo>
                  <a:lnTo>
                    <a:pt x="691573" y="77939"/>
                  </a:lnTo>
                  <a:lnTo>
                    <a:pt x="701453" y="77939"/>
                  </a:lnTo>
                  <a:lnTo>
                    <a:pt x="711333" y="77939"/>
                  </a:lnTo>
                  <a:lnTo>
                    <a:pt x="721212" y="77939"/>
                  </a:lnTo>
                  <a:lnTo>
                    <a:pt x="731092" y="77939"/>
                  </a:lnTo>
                  <a:lnTo>
                    <a:pt x="740971" y="77939"/>
                  </a:lnTo>
                  <a:lnTo>
                    <a:pt x="750851" y="77939"/>
                  </a:lnTo>
                  <a:lnTo>
                    <a:pt x="760731" y="77939"/>
                  </a:lnTo>
                  <a:lnTo>
                    <a:pt x="770610" y="77939"/>
                  </a:lnTo>
                  <a:lnTo>
                    <a:pt x="780490" y="77939"/>
                  </a:lnTo>
                  <a:lnTo>
                    <a:pt x="790370" y="77939"/>
                  </a:lnTo>
                  <a:lnTo>
                    <a:pt x="800249" y="77939"/>
                  </a:lnTo>
                  <a:lnTo>
                    <a:pt x="810129" y="77939"/>
                  </a:lnTo>
                  <a:lnTo>
                    <a:pt x="820008" y="77939"/>
                  </a:lnTo>
                  <a:lnTo>
                    <a:pt x="829888" y="77939"/>
                  </a:lnTo>
                  <a:lnTo>
                    <a:pt x="839768" y="77939"/>
                  </a:lnTo>
                  <a:lnTo>
                    <a:pt x="849647" y="77939"/>
                  </a:lnTo>
                  <a:lnTo>
                    <a:pt x="859527" y="77939"/>
                  </a:lnTo>
                  <a:lnTo>
                    <a:pt x="869407" y="77939"/>
                  </a:lnTo>
                  <a:lnTo>
                    <a:pt x="879286" y="77939"/>
                  </a:lnTo>
                  <a:lnTo>
                    <a:pt x="889166" y="77939"/>
                  </a:lnTo>
                  <a:lnTo>
                    <a:pt x="889166" y="38969"/>
                  </a:lnTo>
                  <a:lnTo>
                    <a:pt x="899045" y="38969"/>
                  </a:lnTo>
                  <a:lnTo>
                    <a:pt x="908925" y="38969"/>
                  </a:lnTo>
                  <a:lnTo>
                    <a:pt x="918805" y="38969"/>
                  </a:lnTo>
                  <a:lnTo>
                    <a:pt x="928684" y="38969"/>
                  </a:lnTo>
                  <a:lnTo>
                    <a:pt x="938564" y="38969"/>
                  </a:lnTo>
                  <a:lnTo>
                    <a:pt x="948444" y="38969"/>
                  </a:lnTo>
                  <a:lnTo>
                    <a:pt x="948444" y="0"/>
                  </a:lnTo>
                  <a:lnTo>
                    <a:pt x="958323" y="0"/>
                  </a:lnTo>
                  <a:lnTo>
                    <a:pt x="968203" y="0"/>
                  </a:lnTo>
                  <a:lnTo>
                    <a:pt x="978082" y="0"/>
                  </a:lnTo>
                  <a:lnTo>
                    <a:pt x="987962" y="0"/>
                  </a:lnTo>
                  <a:lnTo>
                    <a:pt x="997842" y="0"/>
                  </a:lnTo>
                  <a:lnTo>
                    <a:pt x="1007721" y="0"/>
                  </a:lnTo>
                  <a:lnTo>
                    <a:pt x="1017601" y="0"/>
                  </a:lnTo>
                  <a:lnTo>
                    <a:pt x="1027481" y="0"/>
                  </a:lnTo>
                  <a:lnTo>
                    <a:pt x="1037360" y="0"/>
                  </a:lnTo>
                  <a:lnTo>
                    <a:pt x="1047240" y="0"/>
                  </a:lnTo>
                  <a:lnTo>
                    <a:pt x="1057119" y="0"/>
                  </a:lnTo>
                  <a:lnTo>
                    <a:pt x="1066999" y="0"/>
                  </a:lnTo>
                  <a:lnTo>
                    <a:pt x="1076879" y="0"/>
                  </a:lnTo>
                  <a:lnTo>
                    <a:pt x="1086758" y="0"/>
                  </a:lnTo>
                  <a:lnTo>
                    <a:pt x="1096638" y="0"/>
                  </a:lnTo>
                  <a:lnTo>
                    <a:pt x="1106518" y="0"/>
                  </a:lnTo>
                  <a:lnTo>
                    <a:pt x="1116397" y="0"/>
                  </a:lnTo>
                  <a:lnTo>
                    <a:pt x="1126277" y="0"/>
                  </a:lnTo>
                  <a:lnTo>
                    <a:pt x="1136156" y="0"/>
                  </a:lnTo>
                  <a:lnTo>
                    <a:pt x="1146036" y="0"/>
                  </a:lnTo>
                  <a:lnTo>
                    <a:pt x="1155916" y="0"/>
                  </a:lnTo>
                  <a:lnTo>
                    <a:pt x="1165795" y="0"/>
                  </a:lnTo>
                  <a:lnTo>
                    <a:pt x="1175675" y="0"/>
                  </a:lnTo>
                  <a:lnTo>
                    <a:pt x="1185555" y="0"/>
                  </a:lnTo>
                  <a:lnTo>
                    <a:pt x="1195434" y="0"/>
                  </a:lnTo>
                  <a:lnTo>
                    <a:pt x="1205314" y="0"/>
                  </a:lnTo>
                  <a:lnTo>
                    <a:pt x="1215194" y="0"/>
                  </a:lnTo>
                  <a:lnTo>
                    <a:pt x="1225073" y="0"/>
                  </a:lnTo>
                  <a:lnTo>
                    <a:pt x="1234953" y="0"/>
                  </a:lnTo>
                  <a:lnTo>
                    <a:pt x="1244832" y="0"/>
                  </a:lnTo>
                  <a:lnTo>
                    <a:pt x="1254712" y="0"/>
                  </a:lnTo>
                  <a:lnTo>
                    <a:pt x="1264592" y="0"/>
                  </a:lnTo>
                  <a:lnTo>
                    <a:pt x="1274471" y="0"/>
                  </a:lnTo>
                  <a:lnTo>
                    <a:pt x="1284351" y="0"/>
                  </a:lnTo>
                  <a:lnTo>
                    <a:pt x="1294231" y="0"/>
                  </a:lnTo>
                  <a:lnTo>
                    <a:pt x="1304110" y="0"/>
                  </a:lnTo>
                  <a:lnTo>
                    <a:pt x="1313990" y="0"/>
                  </a:lnTo>
                  <a:lnTo>
                    <a:pt x="1323869" y="0"/>
                  </a:lnTo>
                  <a:lnTo>
                    <a:pt x="1333749" y="0"/>
                  </a:lnTo>
                  <a:lnTo>
                    <a:pt x="1343629" y="0"/>
                  </a:lnTo>
                  <a:lnTo>
                    <a:pt x="1353508" y="0"/>
                  </a:lnTo>
                  <a:lnTo>
                    <a:pt x="1363388" y="0"/>
                  </a:lnTo>
                  <a:lnTo>
                    <a:pt x="1373268" y="0"/>
                  </a:lnTo>
                  <a:lnTo>
                    <a:pt x="1383147" y="0"/>
                  </a:lnTo>
                  <a:lnTo>
                    <a:pt x="1393027" y="0"/>
                  </a:lnTo>
                  <a:lnTo>
                    <a:pt x="1402906" y="0"/>
                  </a:lnTo>
                  <a:lnTo>
                    <a:pt x="1412786" y="0"/>
                  </a:lnTo>
                  <a:lnTo>
                    <a:pt x="1422666" y="0"/>
                  </a:lnTo>
                  <a:lnTo>
                    <a:pt x="1432545" y="0"/>
                  </a:lnTo>
                  <a:lnTo>
                    <a:pt x="1442425" y="0"/>
                  </a:lnTo>
                  <a:lnTo>
                    <a:pt x="1452305" y="0"/>
                  </a:lnTo>
                  <a:lnTo>
                    <a:pt x="1462184" y="0"/>
                  </a:lnTo>
                  <a:lnTo>
                    <a:pt x="1472064" y="0"/>
                  </a:lnTo>
                  <a:lnTo>
                    <a:pt x="1481943" y="0"/>
                  </a:lnTo>
                  <a:lnTo>
                    <a:pt x="1491823" y="0"/>
                  </a:lnTo>
                  <a:lnTo>
                    <a:pt x="1501703" y="0"/>
                  </a:lnTo>
                  <a:lnTo>
                    <a:pt x="1511582" y="0"/>
                  </a:lnTo>
                  <a:lnTo>
                    <a:pt x="1521462" y="0"/>
                  </a:lnTo>
                  <a:lnTo>
                    <a:pt x="1531342" y="0"/>
                  </a:lnTo>
                  <a:lnTo>
                    <a:pt x="1541221" y="0"/>
                  </a:lnTo>
                  <a:lnTo>
                    <a:pt x="1551101" y="0"/>
                  </a:lnTo>
                  <a:lnTo>
                    <a:pt x="1560980" y="0"/>
                  </a:lnTo>
                  <a:lnTo>
                    <a:pt x="1570860" y="0"/>
                  </a:lnTo>
                  <a:lnTo>
                    <a:pt x="1580740" y="0"/>
                  </a:lnTo>
                  <a:lnTo>
                    <a:pt x="1590619" y="0"/>
                  </a:lnTo>
                  <a:lnTo>
                    <a:pt x="1600499" y="0"/>
                  </a:lnTo>
                  <a:lnTo>
                    <a:pt x="1610379" y="0"/>
                  </a:lnTo>
                  <a:lnTo>
                    <a:pt x="1620258" y="0"/>
                  </a:lnTo>
                  <a:lnTo>
                    <a:pt x="1630138" y="0"/>
                  </a:lnTo>
                  <a:lnTo>
                    <a:pt x="1640017" y="0"/>
                  </a:lnTo>
                  <a:lnTo>
                    <a:pt x="1649897" y="0"/>
                  </a:lnTo>
                  <a:lnTo>
                    <a:pt x="1659777" y="0"/>
                  </a:lnTo>
                  <a:lnTo>
                    <a:pt x="1669656" y="0"/>
                  </a:lnTo>
                  <a:lnTo>
                    <a:pt x="1679536" y="0"/>
                  </a:lnTo>
                  <a:lnTo>
                    <a:pt x="1689416" y="0"/>
                  </a:lnTo>
                  <a:lnTo>
                    <a:pt x="1699295" y="0"/>
                  </a:lnTo>
                  <a:lnTo>
                    <a:pt x="1709175" y="0"/>
                  </a:lnTo>
                  <a:lnTo>
                    <a:pt x="1719054" y="0"/>
                  </a:lnTo>
                  <a:lnTo>
                    <a:pt x="1728934" y="0"/>
                  </a:lnTo>
                  <a:lnTo>
                    <a:pt x="1738814" y="0"/>
                  </a:lnTo>
                  <a:lnTo>
                    <a:pt x="1748693" y="0"/>
                  </a:lnTo>
                  <a:lnTo>
                    <a:pt x="1758573" y="0"/>
                  </a:lnTo>
                  <a:lnTo>
                    <a:pt x="1768453" y="0"/>
                  </a:lnTo>
                  <a:lnTo>
                    <a:pt x="1778332" y="0"/>
                  </a:lnTo>
                  <a:lnTo>
                    <a:pt x="1788212" y="0"/>
                  </a:lnTo>
                  <a:lnTo>
                    <a:pt x="1798091" y="0"/>
                  </a:lnTo>
                  <a:lnTo>
                    <a:pt x="1807971" y="0"/>
                  </a:lnTo>
                  <a:lnTo>
                    <a:pt x="1817851" y="0"/>
                  </a:lnTo>
                  <a:lnTo>
                    <a:pt x="1827730" y="0"/>
                  </a:lnTo>
                  <a:lnTo>
                    <a:pt x="1837610" y="0"/>
                  </a:lnTo>
                  <a:lnTo>
                    <a:pt x="1847490" y="0"/>
                  </a:lnTo>
                  <a:lnTo>
                    <a:pt x="1857369" y="0"/>
                  </a:lnTo>
                  <a:lnTo>
                    <a:pt x="1867249" y="0"/>
                  </a:lnTo>
                  <a:lnTo>
                    <a:pt x="1877128" y="0"/>
                  </a:lnTo>
                  <a:lnTo>
                    <a:pt x="1887008" y="0"/>
                  </a:lnTo>
                  <a:lnTo>
                    <a:pt x="1896888" y="0"/>
                  </a:lnTo>
                  <a:lnTo>
                    <a:pt x="1906767" y="0"/>
                  </a:lnTo>
                  <a:lnTo>
                    <a:pt x="1916647" y="0"/>
                  </a:lnTo>
                  <a:lnTo>
                    <a:pt x="1926527" y="0"/>
                  </a:lnTo>
                  <a:lnTo>
                    <a:pt x="1936406" y="0"/>
                  </a:lnTo>
                  <a:lnTo>
                    <a:pt x="1946286" y="0"/>
                  </a:lnTo>
                  <a:lnTo>
                    <a:pt x="1956165" y="0"/>
                  </a:lnTo>
                  <a:lnTo>
                    <a:pt x="1966045" y="0"/>
                  </a:lnTo>
                  <a:lnTo>
                    <a:pt x="1975925" y="0"/>
                  </a:lnTo>
                  <a:lnTo>
                    <a:pt x="1985804" y="0"/>
                  </a:lnTo>
                  <a:lnTo>
                    <a:pt x="1995684" y="0"/>
                  </a:lnTo>
                  <a:lnTo>
                    <a:pt x="2005564" y="0"/>
                  </a:lnTo>
                  <a:lnTo>
                    <a:pt x="2015443" y="0"/>
                  </a:lnTo>
                  <a:lnTo>
                    <a:pt x="2025323" y="0"/>
                  </a:lnTo>
                  <a:lnTo>
                    <a:pt x="2035202" y="0"/>
                  </a:lnTo>
                  <a:lnTo>
                    <a:pt x="2045082" y="0"/>
                  </a:lnTo>
                  <a:lnTo>
                    <a:pt x="2054962" y="0"/>
                  </a:lnTo>
                  <a:lnTo>
                    <a:pt x="2064841" y="0"/>
                  </a:lnTo>
                  <a:lnTo>
                    <a:pt x="2074721" y="0"/>
                  </a:lnTo>
                  <a:lnTo>
                    <a:pt x="2084601" y="0"/>
                  </a:lnTo>
                  <a:lnTo>
                    <a:pt x="2094480" y="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0" y="2314796"/>
                  </a:lnTo>
                  <a:lnTo>
                    <a:pt x="231479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92" name="pg1692"/>
            <p:cNvSpPr/>
            <p:nvPr/>
          </p:nvSpPr>
          <p:spPr>
            <a:xfrm>
              <a:off x="7295743" y="7165402"/>
              <a:ext cx="1683488" cy="855331"/>
            </a:xfrm>
            <a:custGeom>
              <a:avLst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tx1693"/>
            <p:cNvSpPr/>
            <p:nvPr/>
          </p:nvSpPr>
          <p:spPr>
            <a:xfrm>
              <a:off x="7341273" y="7180327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1.04 [0.767, 2.467]</a:t>
              </a:r>
            </a:p>
          </p:txBody>
        </p:sp>
        <p:sp>
          <p:nvSpPr>
            <p:cNvPr id="1694" name="tx1694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0.806</a:t>
              </a:r>
            </a:p>
          </p:txBody>
        </p:sp>
        <p:sp>
          <p:nvSpPr>
            <p:cNvPr id="1695" name="tx1695"/>
            <p:cNvSpPr/>
            <p:nvPr/>
          </p:nvSpPr>
          <p:spPr>
            <a:xfrm>
              <a:off x="7341273" y="7645724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0.426</a:t>
              </a:r>
            </a:p>
          </p:txBody>
        </p:sp>
        <p:sp>
          <p:nvSpPr>
            <p:cNvPr id="1696" name="tx1696"/>
            <p:cNvSpPr/>
            <p:nvPr/>
          </p:nvSpPr>
          <p:spPr>
            <a:xfrm>
              <a:off x="7341273" y="7864194"/>
              <a:ext cx="974480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0.963</a:t>
              </a:r>
            </a:p>
          </p:txBody>
        </p:sp>
        <p:sp>
          <p:nvSpPr>
            <p:cNvPr id="1697" name="tx1697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698" name="tx1698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699" name="tx1699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700" name="tx1700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701" name="tx1701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702" name="tx1702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703" name="tx1703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704" name="tx1704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705" name="tx1705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706" name="tx1706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707" name="tx1707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1708" name="tx1708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1709" name="rc1709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rc1710"/>
            <p:cNvSpPr/>
            <p:nvPr/>
          </p:nvSpPr>
          <p:spPr>
            <a:xfrm>
              <a:off x="9563413" y="5418670"/>
              <a:ext cx="95879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9563413" y="8505262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9563413" y="7635052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9563413" y="6764841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9563413" y="5894631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978566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1005349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1032131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9563413" y="8070157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9563413" y="7199947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9563413" y="6329736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9563413" y="5459526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965175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991958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1018740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1045523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9642343" y="72592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9656433" y="70674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9647371" y="72284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9622306" y="71598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9709680" y="70257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9962045" y="71153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9638006" y="71528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9634209" y="72099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9626423" y="72642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9649994" y="71759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9623750" y="70577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10203441" y="73956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9623639" y="72103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9790698" y="66542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9762363" y="67395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9693005" y="69662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9597622" y="71835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9627378" y="71752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9668461" y="70019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9639879" y="70465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9632718" y="7154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9630867" y="72405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10453803" y="582675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10171550" y="674187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10078537" y="71902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9606927" y="7307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9632777" y="71079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9651973" y="690789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9612574" y="73236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9618347" y="72123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10068588" y="7211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9719587" y="70303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9639463" y="71778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9591289" y="70784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9603341" y="72142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9646036" y="72112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9627458" y="7064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9619027" y="72898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9614168" y="71532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9624513" y="71625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10080207" y="687193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10244295" y="642869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9636865" y="72242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9607031" y="7058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9615513" y="71906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9617827" y="7186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10046687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9899048" y="7153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9960391" y="606258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9963432" y="69731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9802387" y="68657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9823163" y="649926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9639893" y="70638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10184730" y="61232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9681809" y="70424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9617784" y="72124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10030169" y="82474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9633282" y="71033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9582169" y="70438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9912579" y="673357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9697022" y="7062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9818475" y="7028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9957273" y="70250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9620536" y="71256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9758530" y="69218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9612786" y="72426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9654773" y="684582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10272737" y="76668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9631243" y="72199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9653348" y="71327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9611068" y="72372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9619009" y="72105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9636178" y="72123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9616737" y="72345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9635891" y="71964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9990777" y="7479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9627869" y="71787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9615641" y="72730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10012530" y="71857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10115419" y="76159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9632525" y="71885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9626634" y="72174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9626326" y="72467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9623744" y="71032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9839289" y="69945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9638370" y="71756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9627223" y="71898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9713323" y="67337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9635156" y="71872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9609132" y="71793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9810468" y="677986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10229723" y="74123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9607225" y="7161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9639013" y="72190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10324236" y="70210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9608778" y="7325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9656305" y="72274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9627200" y="70941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9718390" y="7047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9900811" y="71269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9611776" y="7233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9622595" y="72012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9633361" y="7126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10022493" y="66424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10107568" y="73946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9632176" y="72055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10041555" y="676756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9854345" y="67121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9627730" y="71338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9645266" y="70856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9690012" y="666003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9766440" y="67246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9867210" y="73315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9790184" y="68059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9623615" y="7184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9619902" y="71694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9650294" y="70368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9631960" y="72503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9809892" y="70050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9631176" y="72368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9627932" y="71016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9620810" y="71056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9612682" y="71789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9606174" y="71753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9939898" y="73516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9616846" y="72360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10241858" y="75007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9898545" y="74039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9626793" y="71851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9629918" y="71577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9610211" y="70864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9617308" y="72066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10206830" y="75322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9623036" y="72756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9624041" y="71438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9634707" y="72321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10297382" y="74301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9990632" y="72875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9800791" y="672755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9627405" y="70917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9624848" y="7211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9632581" y="71959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10007692" y="69336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9632290" y="72120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9608786" y="71879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10250489" y="72799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9747245" y="675935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9616061" y="72252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10002198" y="66726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9629945" y="71444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9715472" y="70272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9619275" y="71280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9628309" y="72731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9619683" y="71830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9623764" y="70625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9722575" y="666527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9639496" y="72075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9619423" y="72581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9636653" y="67388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9787310" y="66577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9647474" y="693765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9626046" y="72588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10030222" y="7255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9596688" y="72168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9679400" y="70104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9625567" y="7150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10195510" y="55459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9623319" y="71843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9626918" y="71561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9668390" y="70257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10011406" y="7111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9769380" y="68864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9614062" y="71792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9881127" y="72738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9980512" y="74567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10195731" y="77137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9786550" y="67248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10402402" y="80702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9632305" y="71429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9652896" y="72604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9631305" y="70804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9899144" y="72868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9637449" y="7229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9651437" y="70576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9641858" y="70543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10152703" y="74452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9687128" y="71500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9708153" y="64954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9620892" y="71808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9628708" y="73595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9618992" y="71912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9676592" y="70183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9624962" y="7232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9631043" y="72302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10027584" y="69538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10068427" y="70893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9609927" y="7129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9620820" y="71196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10081968" y="78379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10204912" y="77016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9937628" y="70150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9965022" y="69847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9645589" y="73082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9716554" y="665275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9628684" y="71531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9641718" y="72066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9916769" y="72860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10096745" y="68455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9876931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9633555" y="69773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9756533" y="69849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9621699" y="73114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9763103" y="66590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9627949" y="72343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9611195" y="71940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9681858" y="70697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9975543" y="79764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10170251" y="79639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10015612" y="7555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9623132" y="71970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9625582" y="71857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9623387" y="72454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9620141" y="72889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9629971" y="71375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9636714" y="71529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9689277" y="7035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9635185" y="71440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9807014" y="73735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9617857" y="72243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9636785" y="72271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9802968" y="67410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9655013" y="71962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10320079" y="630467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9777257" y="682067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9625083" y="71765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9674874" y="658793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9689252" y="7171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9657344" y="72233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9970819" y="68324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9680120" y="699271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9623875" y="71914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9675642" y="69479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9611256" y="7185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9625896" y="71898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9616667" y="71069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10157699" y="78534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9645719" y="71437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9944800" y="72321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9644244" y="71956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9962629" y="7314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9631640" y="72572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9607212" y="72154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9608024" y="72416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9632946" y="71845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9612154" y="73073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9609696" y="72323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9622032" y="72404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9726982" y="694571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9614286" y="72640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9632606" y="7313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9627098" y="71693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9620196" y="72067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9860418" y="58438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9632540" y="72472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9630002" y="71945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9821793" y="68859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9616948" y="73222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l1993"/>
            <p:cNvSpPr/>
            <p:nvPr/>
          </p:nvSpPr>
          <p:spPr>
            <a:xfrm>
              <a:off x="9563413" y="7019356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g1994"/>
            <p:cNvSpPr/>
            <p:nvPr/>
          </p:nvSpPr>
          <p:spPr>
            <a:xfrm>
              <a:off x="9606995" y="6369469"/>
              <a:ext cx="871633" cy="1075751"/>
            </a:xfrm>
            <a:custGeom>
              <a:avLst/>
              <a:pathLst>
                <a:path w="871633" h="1075751">
                  <a:moveTo>
                    <a:pt x="0" y="815474"/>
                  </a:moveTo>
                  <a:lnTo>
                    <a:pt x="11033" y="818488"/>
                  </a:lnTo>
                  <a:lnTo>
                    <a:pt x="22066" y="815819"/>
                  </a:lnTo>
                  <a:lnTo>
                    <a:pt x="33100" y="805122"/>
                  </a:lnTo>
                  <a:lnTo>
                    <a:pt x="44133" y="783685"/>
                  </a:lnTo>
                  <a:lnTo>
                    <a:pt x="55166" y="750626"/>
                  </a:lnTo>
                  <a:lnTo>
                    <a:pt x="66200" y="710337"/>
                  </a:lnTo>
                  <a:lnTo>
                    <a:pt x="77233" y="667678"/>
                  </a:lnTo>
                  <a:lnTo>
                    <a:pt x="88266" y="626542"/>
                  </a:lnTo>
                  <a:lnTo>
                    <a:pt x="99300" y="587364"/>
                  </a:lnTo>
                  <a:lnTo>
                    <a:pt x="110333" y="549750"/>
                  </a:lnTo>
                  <a:lnTo>
                    <a:pt x="121366" y="513803"/>
                  </a:lnTo>
                  <a:lnTo>
                    <a:pt x="132400" y="480606"/>
                  </a:lnTo>
                  <a:lnTo>
                    <a:pt x="143433" y="452003"/>
                  </a:lnTo>
                  <a:lnTo>
                    <a:pt x="154466" y="429041"/>
                  </a:lnTo>
                  <a:lnTo>
                    <a:pt x="165500" y="411650"/>
                  </a:lnTo>
                  <a:lnTo>
                    <a:pt x="176533" y="399439"/>
                  </a:lnTo>
                  <a:lnTo>
                    <a:pt x="187566" y="391840"/>
                  </a:lnTo>
                  <a:lnTo>
                    <a:pt x="198600" y="388193"/>
                  </a:lnTo>
                  <a:lnTo>
                    <a:pt x="209633" y="387808"/>
                  </a:lnTo>
                  <a:lnTo>
                    <a:pt x="220666" y="390041"/>
                  </a:lnTo>
                  <a:lnTo>
                    <a:pt x="231700" y="394380"/>
                  </a:lnTo>
                  <a:lnTo>
                    <a:pt x="242733" y="400517"/>
                  </a:lnTo>
                  <a:lnTo>
                    <a:pt x="253766" y="408384"/>
                  </a:lnTo>
                  <a:lnTo>
                    <a:pt x="264800" y="418127"/>
                  </a:lnTo>
                  <a:lnTo>
                    <a:pt x="275833" y="430043"/>
                  </a:lnTo>
                  <a:lnTo>
                    <a:pt x="286866" y="444503"/>
                  </a:lnTo>
                  <a:lnTo>
                    <a:pt x="297900" y="461885"/>
                  </a:lnTo>
                  <a:lnTo>
                    <a:pt x="308933" y="482439"/>
                  </a:lnTo>
                  <a:lnTo>
                    <a:pt x="319966" y="505923"/>
                  </a:lnTo>
                  <a:lnTo>
                    <a:pt x="331000" y="531865"/>
                  </a:lnTo>
                  <a:lnTo>
                    <a:pt x="342033" y="559709"/>
                  </a:lnTo>
                  <a:lnTo>
                    <a:pt x="353066" y="588838"/>
                  </a:lnTo>
                  <a:lnTo>
                    <a:pt x="364100" y="618591"/>
                  </a:lnTo>
                  <a:lnTo>
                    <a:pt x="375133" y="648284"/>
                  </a:lnTo>
                  <a:lnTo>
                    <a:pt x="386166" y="677235"/>
                  </a:lnTo>
                  <a:lnTo>
                    <a:pt x="397200" y="704805"/>
                  </a:lnTo>
                  <a:lnTo>
                    <a:pt x="408233" y="730448"/>
                  </a:lnTo>
                  <a:lnTo>
                    <a:pt x="419266" y="753759"/>
                  </a:lnTo>
                  <a:lnTo>
                    <a:pt x="430300" y="774487"/>
                  </a:lnTo>
                  <a:lnTo>
                    <a:pt x="441333" y="792528"/>
                  </a:lnTo>
                  <a:lnTo>
                    <a:pt x="452366" y="807880"/>
                  </a:lnTo>
                  <a:lnTo>
                    <a:pt x="463400" y="820629"/>
                  </a:lnTo>
                  <a:lnTo>
                    <a:pt x="474433" y="831018"/>
                  </a:lnTo>
                  <a:lnTo>
                    <a:pt x="485466" y="839278"/>
                  </a:lnTo>
                  <a:lnTo>
                    <a:pt x="496500" y="845580"/>
                  </a:lnTo>
                  <a:lnTo>
                    <a:pt x="507533" y="850048"/>
                  </a:lnTo>
                  <a:lnTo>
                    <a:pt x="518566" y="852768"/>
                  </a:lnTo>
                  <a:lnTo>
                    <a:pt x="529600" y="853797"/>
                  </a:lnTo>
                  <a:lnTo>
                    <a:pt x="540633" y="853169"/>
                  </a:lnTo>
                  <a:lnTo>
                    <a:pt x="551666" y="850892"/>
                  </a:lnTo>
                  <a:lnTo>
                    <a:pt x="562700" y="846956"/>
                  </a:lnTo>
                  <a:lnTo>
                    <a:pt x="573733" y="841334"/>
                  </a:lnTo>
                  <a:lnTo>
                    <a:pt x="584766" y="833976"/>
                  </a:lnTo>
                  <a:lnTo>
                    <a:pt x="595800" y="824819"/>
                  </a:lnTo>
                  <a:lnTo>
                    <a:pt x="606833" y="813787"/>
                  </a:lnTo>
                  <a:lnTo>
                    <a:pt x="617866" y="800792"/>
                  </a:lnTo>
                  <a:lnTo>
                    <a:pt x="628900" y="785745"/>
                  </a:lnTo>
                  <a:lnTo>
                    <a:pt x="639933" y="768565"/>
                  </a:lnTo>
                  <a:lnTo>
                    <a:pt x="650967" y="749184"/>
                  </a:lnTo>
                  <a:lnTo>
                    <a:pt x="662000" y="727562"/>
                  </a:lnTo>
                  <a:lnTo>
                    <a:pt x="673033" y="703688"/>
                  </a:lnTo>
                  <a:lnTo>
                    <a:pt x="684067" y="677588"/>
                  </a:lnTo>
                  <a:lnTo>
                    <a:pt x="695100" y="649319"/>
                  </a:lnTo>
                  <a:lnTo>
                    <a:pt x="706133" y="618967"/>
                  </a:lnTo>
                  <a:lnTo>
                    <a:pt x="717167" y="586642"/>
                  </a:lnTo>
                  <a:lnTo>
                    <a:pt x="728200" y="552467"/>
                  </a:lnTo>
                  <a:lnTo>
                    <a:pt x="739233" y="516576"/>
                  </a:lnTo>
                  <a:lnTo>
                    <a:pt x="750267" y="479104"/>
                  </a:lnTo>
                  <a:lnTo>
                    <a:pt x="761300" y="440189"/>
                  </a:lnTo>
                  <a:lnTo>
                    <a:pt x="772333" y="399967"/>
                  </a:lnTo>
                  <a:lnTo>
                    <a:pt x="783367" y="358572"/>
                  </a:lnTo>
                  <a:lnTo>
                    <a:pt x="794400" y="316133"/>
                  </a:lnTo>
                  <a:lnTo>
                    <a:pt x="805433" y="272775"/>
                  </a:lnTo>
                  <a:lnTo>
                    <a:pt x="816467" y="228621"/>
                  </a:lnTo>
                  <a:lnTo>
                    <a:pt x="827500" y="183792"/>
                  </a:lnTo>
                  <a:lnTo>
                    <a:pt x="838533" y="138402"/>
                  </a:lnTo>
                  <a:lnTo>
                    <a:pt x="849567" y="92566"/>
                  </a:lnTo>
                  <a:lnTo>
                    <a:pt x="860600" y="46395"/>
                  </a:lnTo>
                  <a:lnTo>
                    <a:pt x="871633" y="0"/>
                  </a:lnTo>
                  <a:lnTo>
                    <a:pt x="871633" y="677468"/>
                  </a:lnTo>
                  <a:lnTo>
                    <a:pt x="860600" y="692289"/>
                  </a:lnTo>
                  <a:lnTo>
                    <a:pt x="849567" y="707204"/>
                  </a:lnTo>
                  <a:lnTo>
                    <a:pt x="838533" y="722191"/>
                  </a:lnTo>
                  <a:lnTo>
                    <a:pt x="827500" y="737230"/>
                  </a:lnTo>
                  <a:lnTo>
                    <a:pt x="816467" y="752302"/>
                  </a:lnTo>
                  <a:lnTo>
                    <a:pt x="805433" y="767393"/>
                  </a:lnTo>
                  <a:lnTo>
                    <a:pt x="794400" y="782491"/>
                  </a:lnTo>
                  <a:lnTo>
                    <a:pt x="783367" y="797587"/>
                  </a:lnTo>
                  <a:lnTo>
                    <a:pt x="772333" y="812675"/>
                  </a:lnTo>
                  <a:lnTo>
                    <a:pt x="761300" y="827753"/>
                  </a:lnTo>
                  <a:lnTo>
                    <a:pt x="750267" y="842824"/>
                  </a:lnTo>
                  <a:lnTo>
                    <a:pt x="739233" y="857890"/>
                  </a:lnTo>
                  <a:lnTo>
                    <a:pt x="728200" y="872959"/>
                  </a:lnTo>
                  <a:lnTo>
                    <a:pt x="717167" y="888035"/>
                  </a:lnTo>
                  <a:lnTo>
                    <a:pt x="706133" y="903120"/>
                  </a:lnTo>
                  <a:lnTo>
                    <a:pt x="695100" y="918206"/>
                  </a:lnTo>
                  <a:lnTo>
                    <a:pt x="684067" y="933271"/>
                  </a:lnTo>
                  <a:lnTo>
                    <a:pt x="673033" y="948268"/>
                  </a:lnTo>
                  <a:lnTo>
                    <a:pt x="662000" y="963126"/>
                  </a:lnTo>
                  <a:lnTo>
                    <a:pt x="650967" y="977737"/>
                  </a:lnTo>
                  <a:lnTo>
                    <a:pt x="639933" y="991959"/>
                  </a:lnTo>
                  <a:lnTo>
                    <a:pt x="628900" y="1005621"/>
                  </a:lnTo>
                  <a:lnTo>
                    <a:pt x="617866" y="1018523"/>
                  </a:lnTo>
                  <a:lnTo>
                    <a:pt x="606833" y="1030452"/>
                  </a:lnTo>
                  <a:lnTo>
                    <a:pt x="595800" y="1041188"/>
                  </a:lnTo>
                  <a:lnTo>
                    <a:pt x="584766" y="1050512"/>
                  </a:lnTo>
                  <a:lnTo>
                    <a:pt x="573733" y="1058216"/>
                  </a:lnTo>
                  <a:lnTo>
                    <a:pt x="562700" y="1064105"/>
                  </a:lnTo>
                  <a:lnTo>
                    <a:pt x="551666" y="1068000"/>
                  </a:lnTo>
                  <a:lnTo>
                    <a:pt x="540633" y="1069739"/>
                  </a:lnTo>
                  <a:lnTo>
                    <a:pt x="529600" y="1069182"/>
                  </a:lnTo>
                  <a:lnTo>
                    <a:pt x="518566" y="1066206"/>
                  </a:lnTo>
                  <a:lnTo>
                    <a:pt x="507533" y="1060714"/>
                  </a:lnTo>
                  <a:lnTo>
                    <a:pt x="496500" y="1052629"/>
                  </a:lnTo>
                  <a:lnTo>
                    <a:pt x="485466" y="1041908"/>
                  </a:lnTo>
                  <a:lnTo>
                    <a:pt x="474433" y="1028543"/>
                  </a:lnTo>
                  <a:lnTo>
                    <a:pt x="463400" y="1012573"/>
                  </a:lnTo>
                  <a:lnTo>
                    <a:pt x="452366" y="994096"/>
                  </a:lnTo>
                  <a:lnTo>
                    <a:pt x="441333" y="973382"/>
                  </a:lnTo>
                  <a:lnTo>
                    <a:pt x="430300" y="951042"/>
                  </a:lnTo>
                  <a:lnTo>
                    <a:pt x="419266" y="927710"/>
                  </a:lnTo>
                  <a:lnTo>
                    <a:pt x="408233" y="903913"/>
                  </a:lnTo>
                  <a:lnTo>
                    <a:pt x="397200" y="880038"/>
                  </a:lnTo>
                  <a:lnTo>
                    <a:pt x="386166" y="856309"/>
                  </a:lnTo>
                  <a:lnTo>
                    <a:pt x="375133" y="832816"/>
                  </a:lnTo>
                  <a:lnTo>
                    <a:pt x="364100" y="809553"/>
                  </a:lnTo>
                  <a:lnTo>
                    <a:pt x="353066" y="786471"/>
                  </a:lnTo>
                  <a:lnTo>
                    <a:pt x="342033" y="763520"/>
                  </a:lnTo>
                  <a:lnTo>
                    <a:pt x="331000" y="740671"/>
                  </a:lnTo>
                  <a:lnTo>
                    <a:pt x="319966" y="717943"/>
                  </a:lnTo>
                  <a:lnTo>
                    <a:pt x="308933" y="695413"/>
                  </a:lnTo>
                  <a:lnTo>
                    <a:pt x="297900" y="673241"/>
                  </a:lnTo>
                  <a:lnTo>
                    <a:pt x="286866" y="651756"/>
                  </a:lnTo>
                  <a:lnTo>
                    <a:pt x="275833" y="631563"/>
                  </a:lnTo>
                  <a:lnTo>
                    <a:pt x="264800" y="613350"/>
                  </a:lnTo>
                  <a:lnTo>
                    <a:pt x="253766" y="597796"/>
                  </a:lnTo>
                  <a:lnTo>
                    <a:pt x="242733" y="585507"/>
                  </a:lnTo>
                  <a:lnTo>
                    <a:pt x="231700" y="576940"/>
                  </a:lnTo>
                  <a:lnTo>
                    <a:pt x="220666" y="572334"/>
                  </a:lnTo>
                  <a:lnTo>
                    <a:pt x="209633" y="571692"/>
                  </a:lnTo>
                  <a:lnTo>
                    <a:pt x="198600" y="574810"/>
                  </a:lnTo>
                  <a:lnTo>
                    <a:pt x="187566" y="581354"/>
                  </a:lnTo>
                  <a:lnTo>
                    <a:pt x="176533" y="590942"/>
                  </a:lnTo>
                  <a:lnTo>
                    <a:pt x="165500" y="603224"/>
                  </a:lnTo>
                  <a:lnTo>
                    <a:pt x="154466" y="617942"/>
                  </a:lnTo>
                  <a:lnTo>
                    <a:pt x="143433" y="635012"/>
                  </a:lnTo>
                  <a:lnTo>
                    <a:pt x="132400" y="654656"/>
                  </a:lnTo>
                  <a:lnTo>
                    <a:pt x="121366" y="677403"/>
                  </a:lnTo>
                  <a:lnTo>
                    <a:pt x="110333" y="703476"/>
                  </a:lnTo>
                  <a:lnTo>
                    <a:pt x="99300" y="732261"/>
                  </a:lnTo>
                  <a:lnTo>
                    <a:pt x="88266" y="762163"/>
                  </a:lnTo>
                  <a:lnTo>
                    <a:pt x="77233" y="791090"/>
                  </a:lnTo>
                  <a:lnTo>
                    <a:pt x="66200" y="817779"/>
                  </a:lnTo>
                  <a:lnTo>
                    <a:pt x="55166" y="844649"/>
                  </a:lnTo>
                  <a:lnTo>
                    <a:pt x="44133" y="875572"/>
                  </a:lnTo>
                  <a:lnTo>
                    <a:pt x="33100" y="914793"/>
                  </a:lnTo>
                  <a:lnTo>
                    <a:pt x="22066" y="962427"/>
                  </a:lnTo>
                  <a:lnTo>
                    <a:pt x="11033" y="1016616"/>
                  </a:lnTo>
                  <a:lnTo>
                    <a:pt x="0" y="1075751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95" name="pl1995"/>
            <p:cNvSpPr/>
            <p:nvPr/>
          </p:nvSpPr>
          <p:spPr>
            <a:xfrm>
              <a:off x="9606995" y="6369469"/>
              <a:ext cx="871633" cy="853797"/>
            </a:xfrm>
            <a:custGeom>
              <a:avLst/>
              <a:pathLst>
                <a:path w="871633" h="853797">
                  <a:moveTo>
                    <a:pt x="0" y="815474"/>
                  </a:moveTo>
                  <a:lnTo>
                    <a:pt x="11033" y="818488"/>
                  </a:lnTo>
                  <a:lnTo>
                    <a:pt x="22066" y="815819"/>
                  </a:lnTo>
                  <a:lnTo>
                    <a:pt x="33100" y="805122"/>
                  </a:lnTo>
                  <a:lnTo>
                    <a:pt x="44133" y="783685"/>
                  </a:lnTo>
                  <a:lnTo>
                    <a:pt x="55166" y="750626"/>
                  </a:lnTo>
                  <a:lnTo>
                    <a:pt x="66200" y="710337"/>
                  </a:lnTo>
                  <a:lnTo>
                    <a:pt x="77233" y="667678"/>
                  </a:lnTo>
                  <a:lnTo>
                    <a:pt x="88266" y="626542"/>
                  </a:lnTo>
                  <a:lnTo>
                    <a:pt x="99300" y="587364"/>
                  </a:lnTo>
                  <a:lnTo>
                    <a:pt x="110333" y="549750"/>
                  </a:lnTo>
                  <a:lnTo>
                    <a:pt x="121366" y="513803"/>
                  </a:lnTo>
                  <a:lnTo>
                    <a:pt x="132400" y="480606"/>
                  </a:lnTo>
                  <a:lnTo>
                    <a:pt x="143433" y="452003"/>
                  </a:lnTo>
                  <a:lnTo>
                    <a:pt x="154466" y="429041"/>
                  </a:lnTo>
                  <a:lnTo>
                    <a:pt x="165500" y="411650"/>
                  </a:lnTo>
                  <a:lnTo>
                    <a:pt x="176533" y="399439"/>
                  </a:lnTo>
                  <a:lnTo>
                    <a:pt x="187566" y="391840"/>
                  </a:lnTo>
                  <a:lnTo>
                    <a:pt x="198600" y="388193"/>
                  </a:lnTo>
                  <a:lnTo>
                    <a:pt x="209633" y="387808"/>
                  </a:lnTo>
                  <a:lnTo>
                    <a:pt x="220666" y="390041"/>
                  </a:lnTo>
                  <a:lnTo>
                    <a:pt x="231700" y="394380"/>
                  </a:lnTo>
                  <a:lnTo>
                    <a:pt x="242733" y="400517"/>
                  </a:lnTo>
                  <a:lnTo>
                    <a:pt x="253766" y="408384"/>
                  </a:lnTo>
                  <a:lnTo>
                    <a:pt x="264800" y="418127"/>
                  </a:lnTo>
                  <a:lnTo>
                    <a:pt x="275833" y="430043"/>
                  </a:lnTo>
                  <a:lnTo>
                    <a:pt x="286866" y="444503"/>
                  </a:lnTo>
                  <a:lnTo>
                    <a:pt x="297900" y="461885"/>
                  </a:lnTo>
                  <a:lnTo>
                    <a:pt x="308933" y="482439"/>
                  </a:lnTo>
                  <a:lnTo>
                    <a:pt x="319966" y="505923"/>
                  </a:lnTo>
                  <a:lnTo>
                    <a:pt x="331000" y="531865"/>
                  </a:lnTo>
                  <a:lnTo>
                    <a:pt x="342033" y="559709"/>
                  </a:lnTo>
                  <a:lnTo>
                    <a:pt x="353066" y="588838"/>
                  </a:lnTo>
                  <a:lnTo>
                    <a:pt x="364100" y="618591"/>
                  </a:lnTo>
                  <a:lnTo>
                    <a:pt x="375133" y="648284"/>
                  </a:lnTo>
                  <a:lnTo>
                    <a:pt x="386166" y="677235"/>
                  </a:lnTo>
                  <a:lnTo>
                    <a:pt x="397200" y="704805"/>
                  </a:lnTo>
                  <a:lnTo>
                    <a:pt x="408233" y="730448"/>
                  </a:lnTo>
                  <a:lnTo>
                    <a:pt x="419266" y="753759"/>
                  </a:lnTo>
                  <a:lnTo>
                    <a:pt x="430300" y="774487"/>
                  </a:lnTo>
                  <a:lnTo>
                    <a:pt x="441333" y="792528"/>
                  </a:lnTo>
                  <a:lnTo>
                    <a:pt x="452366" y="807880"/>
                  </a:lnTo>
                  <a:lnTo>
                    <a:pt x="463400" y="820629"/>
                  </a:lnTo>
                  <a:lnTo>
                    <a:pt x="474433" y="831018"/>
                  </a:lnTo>
                  <a:lnTo>
                    <a:pt x="485466" y="839278"/>
                  </a:lnTo>
                  <a:lnTo>
                    <a:pt x="496500" y="845580"/>
                  </a:lnTo>
                  <a:lnTo>
                    <a:pt x="507533" y="850048"/>
                  </a:lnTo>
                  <a:lnTo>
                    <a:pt x="518566" y="852768"/>
                  </a:lnTo>
                  <a:lnTo>
                    <a:pt x="529600" y="853797"/>
                  </a:lnTo>
                  <a:lnTo>
                    <a:pt x="540633" y="853169"/>
                  </a:lnTo>
                  <a:lnTo>
                    <a:pt x="551666" y="850892"/>
                  </a:lnTo>
                  <a:lnTo>
                    <a:pt x="562700" y="846956"/>
                  </a:lnTo>
                  <a:lnTo>
                    <a:pt x="573733" y="841334"/>
                  </a:lnTo>
                  <a:lnTo>
                    <a:pt x="584766" y="833976"/>
                  </a:lnTo>
                  <a:lnTo>
                    <a:pt x="595800" y="824819"/>
                  </a:lnTo>
                  <a:lnTo>
                    <a:pt x="606833" y="813787"/>
                  </a:lnTo>
                  <a:lnTo>
                    <a:pt x="617866" y="800792"/>
                  </a:lnTo>
                  <a:lnTo>
                    <a:pt x="628900" y="785745"/>
                  </a:lnTo>
                  <a:lnTo>
                    <a:pt x="639933" y="768565"/>
                  </a:lnTo>
                  <a:lnTo>
                    <a:pt x="650967" y="749184"/>
                  </a:lnTo>
                  <a:lnTo>
                    <a:pt x="662000" y="727562"/>
                  </a:lnTo>
                  <a:lnTo>
                    <a:pt x="673033" y="703688"/>
                  </a:lnTo>
                  <a:lnTo>
                    <a:pt x="684067" y="677588"/>
                  </a:lnTo>
                  <a:lnTo>
                    <a:pt x="695100" y="649319"/>
                  </a:lnTo>
                  <a:lnTo>
                    <a:pt x="706133" y="618967"/>
                  </a:lnTo>
                  <a:lnTo>
                    <a:pt x="717167" y="586642"/>
                  </a:lnTo>
                  <a:lnTo>
                    <a:pt x="728200" y="552467"/>
                  </a:lnTo>
                  <a:lnTo>
                    <a:pt x="739233" y="516576"/>
                  </a:lnTo>
                  <a:lnTo>
                    <a:pt x="750267" y="479104"/>
                  </a:lnTo>
                  <a:lnTo>
                    <a:pt x="761300" y="440189"/>
                  </a:lnTo>
                  <a:lnTo>
                    <a:pt x="772333" y="399967"/>
                  </a:lnTo>
                  <a:lnTo>
                    <a:pt x="783367" y="358572"/>
                  </a:lnTo>
                  <a:lnTo>
                    <a:pt x="794400" y="316133"/>
                  </a:lnTo>
                  <a:lnTo>
                    <a:pt x="805433" y="272775"/>
                  </a:lnTo>
                  <a:lnTo>
                    <a:pt x="816467" y="228621"/>
                  </a:lnTo>
                  <a:lnTo>
                    <a:pt x="827500" y="183792"/>
                  </a:lnTo>
                  <a:lnTo>
                    <a:pt x="838533" y="138402"/>
                  </a:lnTo>
                  <a:lnTo>
                    <a:pt x="849567" y="92566"/>
                  </a:lnTo>
                  <a:lnTo>
                    <a:pt x="860600" y="46395"/>
                  </a:lnTo>
                  <a:lnTo>
                    <a:pt x="87163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96" name="pl1996"/>
            <p:cNvSpPr/>
            <p:nvPr/>
          </p:nvSpPr>
          <p:spPr>
            <a:xfrm>
              <a:off x="9606995" y="6941162"/>
              <a:ext cx="871633" cy="504058"/>
            </a:xfrm>
            <a:custGeom>
              <a:avLst/>
              <a:pathLst>
                <a:path w="871633" h="504058">
                  <a:moveTo>
                    <a:pt x="871633" y="105775"/>
                  </a:moveTo>
                  <a:lnTo>
                    <a:pt x="860600" y="120597"/>
                  </a:lnTo>
                  <a:lnTo>
                    <a:pt x="849567" y="135512"/>
                  </a:lnTo>
                  <a:lnTo>
                    <a:pt x="838533" y="150499"/>
                  </a:lnTo>
                  <a:lnTo>
                    <a:pt x="827500" y="165537"/>
                  </a:lnTo>
                  <a:lnTo>
                    <a:pt x="816467" y="180609"/>
                  </a:lnTo>
                  <a:lnTo>
                    <a:pt x="805433" y="195701"/>
                  </a:lnTo>
                  <a:lnTo>
                    <a:pt x="794400" y="210799"/>
                  </a:lnTo>
                  <a:lnTo>
                    <a:pt x="783367" y="225894"/>
                  </a:lnTo>
                  <a:lnTo>
                    <a:pt x="772333" y="240982"/>
                  </a:lnTo>
                  <a:lnTo>
                    <a:pt x="761300" y="256061"/>
                  </a:lnTo>
                  <a:lnTo>
                    <a:pt x="750267" y="271131"/>
                  </a:lnTo>
                  <a:lnTo>
                    <a:pt x="739233" y="286197"/>
                  </a:lnTo>
                  <a:lnTo>
                    <a:pt x="728200" y="301266"/>
                  </a:lnTo>
                  <a:lnTo>
                    <a:pt x="717167" y="316342"/>
                  </a:lnTo>
                  <a:lnTo>
                    <a:pt x="706133" y="331427"/>
                  </a:lnTo>
                  <a:lnTo>
                    <a:pt x="695100" y="346514"/>
                  </a:lnTo>
                  <a:lnTo>
                    <a:pt x="684067" y="361578"/>
                  </a:lnTo>
                  <a:lnTo>
                    <a:pt x="673033" y="376576"/>
                  </a:lnTo>
                  <a:lnTo>
                    <a:pt x="662000" y="391433"/>
                  </a:lnTo>
                  <a:lnTo>
                    <a:pt x="650967" y="406044"/>
                  </a:lnTo>
                  <a:lnTo>
                    <a:pt x="639933" y="420266"/>
                  </a:lnTo>
                  <a:lnTo>
                    <a:pt x="628900" y="433928"/>
                  </a:lnTo>
                  <a:lnTo>
                    <a:pt x="617866" y="446830"/>
                  </a:lnTo>
                  <a:lnTo>
                    <a:pt x="606833" y="458759"/>
                  </a:lnTo>
                  <a:lnTo>
                    <a:pt x="595800" y="469495"/>
                  </a:lnTo>
                  <a:lnTo>
                    <a:pt x="584766" y="478819"/>
                  </a:lnTo>
                  <a:lnTo>
                    <a:pt x="573733" y="486524"/>
                  </a:lnTo>
                  <a:lnTo>
                    <a:pt x="562700" y="492412"/>
                  </a:lnTo>
                  <a:lnTo>
                    <a:pt x="551666" y="496307"/>
                  </a:lnTo>
                  <a:lnTo>
                    <a:pt x="540633" y="498046"/>
                  </a:lnTo>
                  <a:lnTo>
                    <a:pt x="529600" y="497489"/>
                  </a:lnTo>
                  <a:lnTo>
                    <a:pt x="518566" y="494514"/>
                  </a:lnTo>
                  <a:lnTo>
                    <a:pt x="507533" y="489021"/>
                  </a:lnTo>
                  <a:lnTo>
                    <a:pt x="496500" y="480936"/>
                  </a:lnTo>
                  <a:lnTo>
                    <a:pt x="485466" y="470215"/>
                  </a:lnTo>
                  <a:lnTo>
                    <a:pt x="474433" y="456850"/>
                  </a:lnTo>
                  <a:lnTo>
                    <a:pt x="463400" y="440880"/>
                  </a:lnTo>
                  <a:lnTo>
                    <a:pt x="452366" y="422404"/>
                  </a:lnTo>
                  <a:lnTo>
                    <a:pt x="441333" y="401689"/>
                  </a:lnTo>
                  <a:lnTo>
                    <a:pt x="430300" y="379349"/>
                  </a:lnTo>
                  <a:lnTo>
                    <a:pt x="419266" y="356017"/>
                  </a:lnTo>
                  <a:lnTo>
                    <a:pt x="408233" y="332221"/>
                  </a:lnTo>
                  <a:lnTo>
                    <a:pt x="397200" y="308345"/>
                  </a:lnTo>
                  <a:lnTo>
                    <a:pt x="386166" y="284617"/>
                  </a:lnTo>
                  <a:lnTo>
                    <a:pt x="375133" y="261123"/>
                  </a:lnTo>
                  <a:lnTo>
                    <a:pt x="364100" y="237860"/>
                  </a:lnTo>
                  <a:lnTo>
                    <a:pt x="353066" y="214778"/>
                  </a:lnTo>
                  <a:lnTo>
                    <a:pt x="342033" y="191827"/>
                  </a:lnTo>
                  <a:lnTo>
                    <a:pt x="331000" y="168979"/>
                  </a:lnTo>
                  <a:lnTo>
                    <a:pt x="319966" y="146251"/>
                  </a:lnTo>
                  <a:lnTo>
                    <a:pt x="308933" y="123720"/>
                  </a:lnTo>
                  <a:lnTo>
                    <a:pt x="297900" y="101549"/>
                  </a:lnTo>
                  <a:lnTo>
                    <a:pt x="286866" y="80063"/>
                  </a:lnTo>
                  <a:lnTo>
                    <a:pt x="275833" y="59870"/>
                  </a:lnTo>
                  <a:lnTo>
                    <a:pt x="264800" y="41657"/>
                  </a:lnTo>
                  <a:lnTo>
                    <a:pt x="253766" y="26103"/>
                  </a:lnTo>
                  <a:lnTo>
                    <a:pt x="242733" y="13815"/>
                  </a:lnTo>
                  <a:lnTo>
                    <a:pt x="231700" y="5247"/>
                  </a:lnTo>
                  <a:lnTo>
                    <a:pt x="220666" y="642"/>
                  </a:lnTo>
                  <a:lnTo>
                    <a:pt x="209633" y="0"/>
                  </a:lnTo>
                  <a:lnTo>
                    <a:pt x="198600" y="3117"/>
                  </a:lnTo>
                  <a:lnTo>
                    <a:pt x="187566" y="9661"/>
                  </a:lnTo>
                  <a:lnTo>
                    <a:pt x="176533" y="19250"/>
                  </a:lnTo>
                  <a:lnTo>
                    <a:pt x="165500" y="31532"/>
                  </a:lnTo>
                  <a:lnTo>
                    <a:pt x="154466" y="46249"/>
                  </a:lnTo>
                  <a:lnTo>
                    <a:pt x="143433" y="63320"/>
                  </a:lnTo>
                  <a:lnTo>
                    <a:pt x="132400" y="82964"/>
                  </a:lnTo>
                  <a:lnTo>
                    <a:pt x="121366" y="105710"/>
                  </a:lnTo>
                  <a:lnTo>
                    <a:pt x="110333" y="131784"/>
                  </a:lnTo>
                  <a:lnTo>
                    <a:pt x="99300" y="160568"/>
                  </a:lnTo>
                  <a:lnTo>
                    <a:pt x="88266" y="190471"/>
                  </a:lnTo>
                  <a:lnTo>
                    <a:pt x="77233" y="219397"/>
                  </a:lnTo>
                  <a:lnTo>
                    <a:pt x="66200" y="246086"/>
                  </a:lnTo>
                  <a:lnTo>
                    <a:pt x="55166" y="272957"/>
                  </a:lnTo>
                  <a:lnTo>
                    <a:pt x="44133" y="303879"/>
                  </a:lnTo>
                  <a:lnTo>
                    <a:pt x="33100" y="343100"/>
                  </a:lnTo>
                  <a:lnTo>
                    <a:pt x="22066" y="390734"/>
                  </a:lnTo>
                  <a:lnTo>
                    <a:pt x="11033" y="444923"/>
                  </a:lnTo>
                  <a:lnTo>
                    <a:pt x="0" y="5040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97" name="pl1997"/>
            <p:cNvSpPr/>
            <p:nvPr/>
          </p:nvSpPr>
          <p:spPr>
            <a:xfrm>
              <a:off x="9606995" y="6708203"/>
              <a:ext cx="871633" cy="622755"/>
            </a:xfrm>
            <a:custGeom>
              <a:avLst/>
              <a:pathLst>
                <a:path w="871633" h="622755">
                  <a:moveTo>
                    <a:pt x="0" y="606878"/>
                  </a:moveTo>
                  <a:lnTo>
                    <a:pt x="11033" y="578818"/>
                  </a:lnTo>
                  <a:lnTo>
                    <a:pt x="22066" y="550389"/>
                  </a:lnTo>
                  <a:lnTo>
                    <a:pt x="33100" y="521223"/>
                  </a:lnTo>
                  <a:lnTo>
                    <a:pt x="44133" y="490894"/>
                  </a:lnTo>
                  <a:lnTo>
                    <a:pt x="55166" y="458903"/>
                  </a:lnTo>
                  <a:lnTo>
                    <a:pt x="66200" y="425324"/>
                  </a:lnTo>
                  <a:lnTo>
                    <a:pt x="77233" y="390649"/>
                  </a:lnTo>
                  <a:lnTo>
                    <a:pt x="88266" y="355618"/>
                  </a:lnTo>
                  <a:lnTo>
                    <a:pt x="99300" y="321078"/>
                  </a:lnTo>
                  <a:lnTo>
                    <a:pt x="110333" y="287879"/>
                  </a:lnTo>
                  <a:lnTo>
                    <a:pt x="121366" y="256869"/>
                  </a:lnTo>
                  <a:lnTo>
                    <a:pt x="132400" y="228897"/>
                  </a:lnTo>
                  <a:lnTo>
                    <a:pt x="143433" y="204773"/>
                  </a:lnTo>
                  <a:lnTo>
                    <a:pt x="154466" y="184757"/>
                  </a:lnTo>
                  <a:lnTo>
                    <a:pt x="165500" y="168703"/>
                  </a:lnTo>
                  <a:lnTo>
                    <a:pt x="176533" y="156456"/>
                  </a:lnTo>
                  <a:lnTo>
                    <a:pt x="187566" y="147863"/>
                  </a:lnTo>
                  <a:lnTo>
                    <a:pt x="198600" y="142767"/>
                  </a:lnTo>
                  <a:lnTo>
                    <a:pt x="209633" y="141016"/>
                  </a:lnTo>
                  <a:lnTo>
                    <a:pt x="220666" y="142454"/>
                  </a:lnTo>
                  <a:lnTo>
                    <a:pt x="231700" y="146926"/>
                  </a:lnTo>
                  <a:lnTo>
                    <a:pt x="242733" y="154278"/>
                  </a:lnTo>
                  <a:lnTo>
                    <a:pt x="253766" y="164356"/>
                  </a:lnTo>
                  <a:lnTo>
                    <a:pt x="264800" y="177004"/>
                  </a:lnTo>
                  <a:lnTo>
                    <a:pt x="275833" y="192069"/>
                  </a:lnTo>
                  <a:lnTo>
                    <a:pt x="286866" y="209395"/>
                  </a:lnTo>
                  <a:lnTo>
                    <a:pt x="297900" y="228829"/>
                  </a:lnTo>
                  <a:lnTo>
                    <a:pt x="308933" y="250192"/>
                  </a:lnTo>
                  <a:lnTo>
                    <a:pt x="319966" y="273199"/>
                  </a:lnTo>
                  <a:lnTo>
                    <a:pt x="331000" y="297534"/>
                  </a:lnTo>
                  <a:lnTo>
                    <a:pt x="342033" y="322880"/>
                  </a:lnTo>
                  <a:lnTo>
                    <a:pt x="353066" y="348920"/>
                  </a:lnTo>
                  <a:lnTo>
                    <a:pt x="364100" y="375338"/>
                  </a:lnTo>
                  <a:lnTo>
                    <a:pt x="375133" y="401816"/>
                  </a:lnTo>
                  <a:lnTo>
                    <a:pt x="386166" y="428038"/>
                  </a:lnTo>
                  <a:lnTo>
                    <a:pt x="397200" y="453687"/>
                  </a:lnTo>
                  <a:lnTo>
                    <a:pt x="408233" y="478447"/>
                  </a:lnTo>
                  <a:lnTo>
                    <a:pt x="419266" y="502000"/>
                  </a:lnTo>
                  <a:lnTo>
                    <a:pt x="430300" y="524030"/>
                  </a:lnTo>
                  <a:lnTo>
                    <a:pt x="441333" y="544220"/>
                  </a:lnTo>
                  <a:lnTo>
                    <a:pt x="452366" y="562254"/>
                  </a:lnTo>
                  <a:lnTo>
                    <a:pt x="463400" y="577866"/>
                  </a:lnTo>
                  <a:lnTo>
                    <a:pt x="474433" y="591046"/>
                  </a:lnTo>
                  <a:lnTo>
                    <a:pt x="485466" y="601859"/>
                  </a:lnTo>
                  <a:lnTo>
                    <a:pt x="496500" y="610370"/>
                  </a:lnTo>
                  <a:lnTo>
                    <a:pt x="507533" y="616646"/>
                  </a:lnTo>
                  <a:lnTo>
                    <a:pt x="518566" y="620753"/>
                  </a:lnTo>
                  <a:lnTo>
                    <a:pt x="529600" y="622755"/>
                  </a:lnTo>
                  <a:lnTo>
                    <a:pt x="540633" y="622720"/>
                  </a:lnTo>
                  <a:lnTo>
                    <a:pt x="551666" y="620711"/>
                  </a:lnTo>
                  <a:lnTo>
                    <a:pt x="562700" y="616796"/>
                  </a:lnTo>
                  <a:lnTo>
                    <a:pt x="573733" y="611041"/>
                  </a:lnTo>
                  <a:lnTo>
                    <a:pt x="584766" y="603510"/>
                  </a:lnTo>
                  <a:lnTo>
                    <a:pt x="595800" y="594269"/>
                  </a:lnTo>
                  <a:lnTo>
                    <a:pt x="606833" y="583385"/>
                  </a:lnTo>
                  <a:lnTo>
                    <a:pt x="617866" y="570923"/>
                  </a:lnTo>
                  <a:lnTo>
                    <a:pt x="628900" y="556949"/>
                  </a:lnTo>
                  <a:lnTo>
                    <a:pt x="639933" y="541528"/>
                  </a:lnTo>
                  <a:lnTo>
                    <a:pt x="650967" y="524726"/>
                  </a:lnTo>
                  <a:lnTo>
                    <a:pt x="662000" y="506610"/>
                  </a:lnTo>
                  <a:lnTo>
                    <a:pt x="673033" y="487244"/>
                  </a:lnTo>
                  <a:lnTo>
                    <a:pt x="684067" y="466695"/>
                  </a:lnTo>
                  <a:lnTo>
                    <a:pt x="695100" y="445028"/>
                  </a:lnTo>
                  <a:lnTo>
                    <a:pt x="706133" y="422309"/>
                  </a:lnTo>
                  <a:lnTo>
                    <a:pt x="717167" y="398604"/>
                  </a:lnTo>
                  <a:lnTo>
                    <a:pt x="728200" y="373979"/>
                  </a:lnTo>
                  <a:lnTo>
                    <a:pt x="739233" y="348499"/>
                  </a:lnTo>
                  <a:lnTo>
                    <a:pt x="750267" y="322229"/>
                  </a:lnTo>
                  <a:lnTo>
                    <a:pt x="761300" y="295237"/>
                  </a:lnTo>
                  <a:lnTo>
                    <a:pt x="772333" y="267587"/>
                  </a:lnTo>
                  <a:lnTo>
                    <a:pt x="783367" y="239345"/>
                  </a:lnTo>
                  <a:lnTo>
                    <a:pt x="794400" y="210578"/>
                  </a:lnTo>
                  <a:lnTo>
                    <a:pt x="805433" y="181350"/>
                  </a:lnTo>
                  <a:lnTo>
                    <a:pt x="816467" y="151727"/>
                  </a:lnTo>
                  <a:lnTo>
                    <a:pt x="827500" y="121776"/>
                  </a:lnTo>
                  <a:lnTo>
                    <a:pt x="838533" y="91562"/>
                  </a:lnTo>
                  <a:lnTo>
                    <a:pt x="849567" y="61151"/>
                  </a:lnTo>
                  <a:lnTo>
                    <a:pt x="860600" y="30608"/>
                  </a:lnTo>
                  <a:lnTo>
                    <a:pt x="871633" y="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l1998"/>
            <p:cNvSpPr/>
            <p:nvPr/>
          </p:nvSpPr>
          <p:spPr>
            <a:xfrm>
              <a:off x="969934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99" name="rc1999"/>
            <p:cNvSpPr/>
            <p:nvPr/>
          </p:nvSpPr>
          <p:spPr>
            <a:xfrm>
              <a:off x="9563413" y="5418670"/>
              <a:ext cx="95879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tx2000"/>
            <p:cNvSpPr/>
            <p:nvPr/>
          </p:nvSpPr>
          <p:spPr>
            <a:xfrm>
              <a:off x="9308205" y="8028465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2001" name="tx2001"/>
            <p:cNvSpPr/>
            <p:nvPr/>
          </p:nvSpPr>
          <p:spPr>
            <a:xfrm>
              <a:off x="9345421" y="715825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002" name="tx2002"/>
            <p:cNvSpPr/>
            <p:nvPr/>
          </p:nvSpPr>
          <p:spPr>
            <a:xfrm>
              <a:off x="9345421" y="628804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003" name="tx2003"/>
            <p:cNvSpPr/>
            <p:nvPr/>
          </p:nvSpPr>
          <p:spPr>
            <a:xfrm>
              <a:off x="9345421" y="541783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004" name="pl2004"/>
            <p:cNvSpPr/>
            <p:nvPr/>
          </p:nvSpPr>
          <p:spPr>
            <a:xfrm>
              <a:off x="9528619" y="80701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l2005"/>
            <p:cNvSpPr/>
            <p:nvPr/>
          </p:nvSpPr>
          <p:spPr>
            <a:xfrm>
              <a:off x="9528619" y="71999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l2006"/>
            <p:cNvSpPr/>
            <p:nvPr/>
          </p:nvSpPr>
          <p:spPr>
            <a:xfrm>
              <a:off x="9528619" y="63297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l2007"/>
            <p:cNvSpPr/>
            <p:nvPr/>
          </p:nvSpPr>
          <p:spPr>
            <a:xfrm>
              <a:off x="9528619" y="54595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l2008"/>
            <p:cNvSpPr/>
            <p:nvPr/>
          </p:nvSpPr>
          <p:spPr>
            <a:xfrm>
              <a:off x="965175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l2009"/>
            <p:cNvSpPr/>
            <p:nvPr/>
          </p:nvSpPr>
          <p:spPr>
            <a:xfrm>
              <a:off x="991958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l2010"/>
            <p:cNvSpPr/>
            <p:nvPr/>
          </p:nvSpPr>
          <p:spPr>
            <a:xfrm>
              <a:off x="1018740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l2011"/>
            <p:cNvSpPr/>
            <p:nvPr/>
          </p:nvSpPr>
          <p:spPr>
            <a:xfrm>
              <a:off x="1045523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tx2012"/>
            <p:cNvSpPr/>
            <p:nvPr/>
          </p:nvSpPr>
          <p:spPr>
            <a:xfrm>
              <a:off x="9620678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13" name="tx2013"/>
            <p:cNvSpPr/>
            <p:nvPr/>
          </p:nvSpPr>
          <p:spPr>
            <a:xfrm>
              <a:off x="9857425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14" name="tx2014"/>
            <p:cNvSpPr/>
            <p:nvPr/>
          </p:nvSpPr>
          <p:spPr>
            <a:xfrm>
              <a:off x="10125251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15" name="tx2015"/>
            <p:cNvSpPr/>
            <p:nvPr/>
          </p:nvSpPr>
          <p:spPr>
            <a:xfrm>
              <a:off x="10393077" y="865767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016" name="tx2016"/>
            <p:cNvSpPr/>
            <p:nvPr/>
          </p:nvSpPr>
          <p:spPr>
            <a:xfrm>
              <a:off x="9444960" y="8779049"/>
              <a:ext cx="1195703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CSFpT217_Nico_Z</a:t>
              </a:r>
            </a:p>
          </p:txBody>
        </p:sp>
        <p:sp>
          <p:nvSpPr>
            <p:cNvPr id="2017" name="tx2017"/>
            <p:cNvSpPr/>
            <p:nvPr/>
          </p:nvSpPr>
          <p:spPr>
            <a:xfrm rot="-5400000">
              <a:off x="8376815" y="6942997"/>
              <a:ext cx="1591679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RofC_CSFpT217_Nico_Z</a:t>
              </a:r>
            </a:p>
          </p:txBody>
        </p:sp>
        <p:sp>
          <p:nvSpPr>
            <p:cNvPr id="2018" name="rc2018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rc2019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0" name="pl2020"/>
            <p:cNvSpPr/>
            <p:nvPr/>
          </p:nvSpPr>
          <p:spPr>
            <a:xfrm>
              <a:off x="11020738" y="648364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l2021"/>
            <p:cNvSpPr/>
            <p:nvPr/>
          </p:nvSpPr>
          <p:spPr>
            <a:xfrm>
              <a:off x="11020738" y="6160521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l2022"/>
            <p:cNvSpPr/>
            <p:nvPr/>
          </p:nvSpPr>
          <p:spPr>
            <a:xfrm>
              <a:off x="11020738" y="5837401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l2023"/>
            <p:cNvSpPr/>
            <p:nvPr/>
          </p:nvSpPr>
          <p:spPr>
            <a:xfrm>
              <a:off x="11020738" y="551428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l2024"/>
            <p:cNvSpPr/>
            <p:nvPr/>
          </p:nvSpPr>
          <p:spPr>
            <a:xfrm>
              <a:off x="1123265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l2025"/>
            <p:cNvSpPr/>
            <p:nvPr/>
          </p:nvSpPr>
          <p:spPr>
            <a:xfrm>
              <a:off x="115632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l2026"/>
            <p:cNvSpPr/>
            <p:nvPr/>
          </p:nvSpPr>
          <p:spPr>
            <a:xfrm>
              <a:off x="1189389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l2027"/>
            <p:cNvSpPr/>
            <p:nvPr/>
          </p:nvSpPr>
          <p:spPr>
            <a:xfrm>
              <a:off x="11020738" y="664520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l2028"/>
            <p:cNvSpPr/>
            <p:nvPr/>
          </p:nvSpPr>
          <p:spPr>
            <a:xfrm>
              <a:off x="11020738" y="632208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l2029"/>
            <p:cNvSpPr/>
            <p:nvPr/>
          </p:nvSpPr>
          <p:spPr>
            <a:xfrm>
              <a:off x="11020738" y="5998961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11020738" y="5675841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1106735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1139796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l2033"/>
            <p:cNvSpPr/>
            <p:nvPr/>
          </p:nvSpPr>
          <p:spPr>
            <a:xfrm>
              <a:off x="1172858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11042525" y="6614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11042525" y="6601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11219880" y="6622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11042525" y="6634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11042525" y="6595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11258286" y="6611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11042525" y="6625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11376221" y="6622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11557380" y="6620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11643612" y="661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11042525" y="6607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11221057" y="6582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11307199" y="6619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11441619" y="6585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11042525" y="6611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11184295" y="6618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11042525" y="6620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11170171" y="6636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11042525" y="6608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11042525" y="6624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11116442" y="6621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11182022" y="6600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11042525" y="6619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11042525" y="6620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11241893" y="6624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11509096" y="6637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11042525" y="6632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11042525" y="6626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11266076" y="6612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11042525" y="6655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11202670" y="6657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11042525" y="6619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11255387" y="6619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11042525" y="6630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11042525" y="6604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11241863" y="6557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11374834" y="6528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11505450" y="6524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11042525" y="6620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11187027" y="6628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11042525" y="6613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11112177" y="6608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11183467" y="6603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11371070" y="6615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11505388" y="6591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11195800" y="6615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11273503" y="6609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11519156" y="6656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11644699" y="6654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11777489" y="6659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11042525" y="6644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11178032" y="6669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11378164" y="6634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11042525" y="6613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11184430" y="6552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11355444" y="6580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11239041" y="6606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11042525" y="6637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11176583" y="6665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11042525" y="6646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11042525" y="6630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11273141" y="6642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11042525" y="6605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11254300" y="6606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11042525" y="6645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11042525" y="6663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11184538" y="6642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11320061" y="6625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11252980" y="6615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11042525" y="6648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11400759" y="6668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11042525" y="6596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11241532" y="6609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11042525" y="6597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11310992" y="6592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11717391" y="6629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11042525" y="6637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11042525" y="6619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11245685" y="6587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11376120" y="6584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11513076" y="6556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11638077" y="6520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11042525" y="6629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11180500" y="6652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11042525" y="6635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11115988" y="6633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11042525" y="6649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11042525" y="6623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11177194" y="6620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11042525" y="6609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11042525" y="6608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11241598" y="6601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11373301" y="662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11505185" y="6637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11042525" y="661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11042525" y="6644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11152670" y="6626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11042525" y="6634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11170592" y="6636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11042525" y="6608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11042525" y="6674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11042525" y="662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11042525" y="6620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11042525" y="6631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11241575" y="6627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11379256" y="662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11511140" y="6654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11675814" y="6631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11181006" y="6614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11042525" y="6681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11042525" y="6610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11042525" y="6626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11042525" y="6604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11108342" y="6591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11176764" y="6594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11240532" y="6579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11379700" y="6545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11511366" y="6536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11042525" y="6629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11042525" y="6631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11316257" y="6645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11042525" y="6612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11185262" y="6598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11042525" y="6674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11176740" y="664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11042525" y="6628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11175496" y="6605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11322570" y="6619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11451402" y="6590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11042525" y="6603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11186755" y="6637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11314626" y="6663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11446370" y="6662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11042525" y="6663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11042525" y="6621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11042525" y="6631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11042525" y="6615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11376221" y="6615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11511728" y="665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11660098" y="6648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11042525" y="6627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11042525" y="6639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11110097" y="6645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11042525" y="6622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11042525" y="6629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11174228" y="6651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11306112" y="6641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11473322" y="6656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11042525" y="6604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11042525" y="6601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11042525" y="6597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11042525" y="6609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11265351" y="6620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11042525" y="6632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11186728" y="6666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11313902" y="6658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11451583" y="6672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11042525" y="6609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11181507" y="6613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11042525" y="6628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11042525" y="6619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11313540" y="6620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11042525" y="6633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11183286" y="6663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11314626" y="6671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11042525" y="6616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11241619" y="6603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11042525" y="6611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11109154" y="6629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11042525" y="6613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11249047" y="662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11377851" y="6619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11042525" y="6620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11202489" y="6629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11316438" y="6636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11456837" y="6645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11042525" y="666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11042525" y="6621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11203394" y="6637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11042525" y="6624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11177670" y="661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11042525" y="6606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11236366" y="6609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11379588" y="6621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11577308" y="6603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11042525" y="6597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11042525" y="6620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11175790" y="6622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11042525" y="661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11181836" y="6612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11042525" y="6641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11188539" y="6618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11314083" y="6625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11444337" y="6642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11042525" y="6644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11198411" y="664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11422324" y="6636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11042525" y="660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11114296" y="6602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11171692" y="6614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11042525" y="6642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11178676" y="6671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11042525" y="6620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11133445" y="6609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11042525" y="6611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11042525" y="6615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11042525" y="663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11185709" y="6631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11311547" y="6661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11042525" y="6625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11190725" y="6604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11307379" y="6626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11450689" y="6635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11042525" y="6625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11042525" y="6612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11120061" y="662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11188612" y="662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11277308" y="6596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11042525" y="6618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11042525" y="6598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11042525" y="6614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11322555" y="6626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11042525" y="6634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11042525" y="6605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11337634" y="6619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11455569" y="6612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11042525" y="662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11042525" y="6598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11119880" y="6589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11211003" y="6577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11042525" y="6651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11042525" y="6615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11042525" y="6609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11042525" y="6624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11176221" y="6626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11042525" y="6628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11244155" y="6627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11042525" y="6618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11042525" y="6614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11241881" y="6621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11392605" y="6647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11504200" y="6667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11676120" y="6673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11042525" y="661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11170558" y="6646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11345014" y="6643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11042525" y="6619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11175315" y="6605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11042525" y="6627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11187008" y="6594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11346610" y="6597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11042525" y="6637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11179291" y="6638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11042525" y="6628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11042525" y="660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11042525" y="6645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11181500" y="6645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11254119" y="6632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11548141" y="6657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11241893" y="6620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11509096" y="6624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11042525" y="6623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11042525" y="663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11042525" y="6616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11246578" y="6611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11382098" y="6640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11505105" y="6625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11042525" y="6611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11042525" y="6675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11042525" y="663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11181112" y="6638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11042525" y="6625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11175571" y="6642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11376658" y="6672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11042525" y="6623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11307561" y="6587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11513721" y="6605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11042525" y="6610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11236440" y="6621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11501295" y="6652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11630100" y="6652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11042525" y="6603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11242525" y="6619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11381902" y="6606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11516257" y="6587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11195967" y="6622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11311184" y="6637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11469683" y="6640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11573504" y="6644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11042525" y="6626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11042525" y="6613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11242806" y="6619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11042525" y="6613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11268068" y="6628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11386909" y="6630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11514989" y="6639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11042525" y="6631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11042525" y="6642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11241503" y="6645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11042525" y="6634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11042525" y="6633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11122416" y="6619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11254405" y="6629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11385822" y="6654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11042525" y="6635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11042525" y="6616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11268068" y="6618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11522054" y="6596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11042525" y="6629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11175762" y="6626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11308644" y="6612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11042525" y="6618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11179434" y="6653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11338674" y="6660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11042525" y="6629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11121329" y="6634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11278442" y="6632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11631294" y="6624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11715533" y="6610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11285641" y="6624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11042525" y="6627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11042525" y="6605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11258123" y="6603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11378956" y="6600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11515188" y="6624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11686384" y="6631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11042525" y="6629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11185641" y="6646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11042525" y="6608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11192163" y="6516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11265895" y="6613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11245424" y="6614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11042525" y="6621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11193401" y="6617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11307380" y="6657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11440532" y="6660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11042525" y="6656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11275496" y="6670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11042525" y="6638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11042525" y="6635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11042525" y="6622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11258957" y="6614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11042525" y="6622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11042525" y="6616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11042525" y="6626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11042525" y="6624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11176821" y="6641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11312438" y="6624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11441676" y="6636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11042525" y="6620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11241800" y="6621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11373557" y="6620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11705207" y="6603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11254119" y="6614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11042525" y="6635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11182923" y="6636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11042525" y="6613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11247416" y="6604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11042525" y="6615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11111849" y="6616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11182923" y="6533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11251583" y="6612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11042525" y="6607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11114166" y="6613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11042525" y="6602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11242743" y="6582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11365388" y="6551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11511221" y="6539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11652707" y="6495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11121148" y="661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11042525" y="6611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11042525" y="6627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11174305" y="6628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11042525" y="6618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11205931" y="6660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11639265" y="6645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11635090" y="6656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11042525" y="6629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11400134" y="6638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11042525" y="6622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11170171" y="663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11042525" y="6615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11205931" y="6615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11459392" y="6645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11509011" y="6640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11643355" y="6632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11042525" y="6627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11310279" y="6619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11441801" y="6599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11573685" y="6586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11042525" y="6634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11042525" y="6597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11176764" y="6622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11042525" y="6619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11444880" y="6630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11190783" y="6618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11245242" y="6613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11320424" y="6614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11435403" y="6609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11042525" y="6602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11241619" y="6611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11042525" y="6621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11042525" y="6612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11108729" y="6588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11178757" y="6574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11042525" y="6631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11042525" y="6604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11042525" y="6612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11709554" y="6626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11841076" y="6651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11042525" y="6619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11188177" y="6631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11184378" y="6639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11314967" y="6642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11042525" y="6624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11192439" y="6639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11306474" y="663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11042525" y="6621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11351561" y="6626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11042525" y="6632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11042525" y="6601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11042525" y="6624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11188539" y="6646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11381019" y="6658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11180793" y="6628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11316076" y="6660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11448899" y="6671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11042525" y="6616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11277308" y="6604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11042525" y="6616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11208574" y="6608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11307380" y="6609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11450664" y="6601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11042525" y="6618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11042525" y="661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11188358" y="6604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11042525" y="6622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11240688" y="6622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11042525" y="6631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11179316" y="6650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11351642" y="6664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11454316" y="665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11042525" y="6642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11042525" y="6608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11109700" y="6613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11175473" y="6637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11042525" y="6622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11185641" y="6622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11512996" y="6653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11042525" y="6657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11639627" y="6646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11042525" y="6624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11124952" y="6628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11426764" y="6633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11042525" y="6639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11241619" y="6642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11042525" y="6621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11255206" y="6623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11427821" y="6629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11042525" y="6632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11317525" y="6606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11268068" y="6597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11385420" y="6594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11515351" y="6586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11042525" y="6599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11179300" y="6630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11308648" y="6613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11445061" y="6617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11239041" y="6624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11042525" y="6612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11042525" y="6655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11042525" y="6614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11177194" y="6610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11299771" y="6644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11244120" y="6606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11042525" y="6644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11317163" y="6659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11042525" y="6643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11178975" y="6655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11257380" y="661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11461728" y="6615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11042525" y="6633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11042525" y="6654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11042525" y="6638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11187047" y="6665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11042525" y="6641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11394447" y="6669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11042525" y="6626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11182923" y="6639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11042525" y="6635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11180692" y="6652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11042525" y="6640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11042525" y="6613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11175383" y="6614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11313358" y="6665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11042525" y="663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11042525" y="6620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11239041" y="6624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11374911" y="6603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11506795" y="6624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11640672" y="6614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11042525" y="6628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11185641" y="6603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11388358" y="6640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11042525" y="6613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11188539" y="6616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11320061" y="6641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11472054" y="6653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11042525" y="6616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11245786" y="6608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11384574" y="6608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11498685" y="6608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11670967" y="6638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11309916" y="663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11442887" y="6659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11042525" y="6643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11042525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11042525" y="664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l2552"/>
            <p:cNvSpPr/>
            <p:nvPr/>
          </p:nvSpPr>
          <p:spPr>
            <a:xfrm>
              <a:off x="11067351" y="6626604"/>
              <a:ext cx="177355" cy="20946"/>
            </a:xfrm>
            <a:custGeom>
              <a:avLst/>
              <a:pathLst>
                <a:path w="177355" h="20946">
                  <a:moveTo>
                    <a:pt x="0" y="0"/>
                  </a:moveTo>
                  <a:lnTo>
                    <a:pt x="177355" y="209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l2553"/>
            <p:cNvSpPr/>
            <p:nvPr/>
          </p:nvSpPr>
          <p:spPr>
            <a:xfrm>
              <a:off x="11067351" y="6620539"/>
              <a:ext cx="215761" cy="16151"/>
            </a:xfrm>
            <a:custGeom>
              <a:avLst/>
              <a:pathLst>
                <a:path w="215761" h="16151">
                  <a:moveTo>
                    <a:pt x="0" y="0"/>
                  </a:moveTo>
                  <a:lnTo>
                    <a:pt x="215761" y="161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l2554"/>
            <p:cNvSpPr/>
            <p:nvPr/>
          </p:nvSpPr>
          <p:spPr>
            <a:xfrm>
              <a:off x="11067351" y="6634970"/>
              <a:ext cx="601087" cy="15808"/>
            </a:xfrm>
            <a:custGeom>
              <a:avLst/>
              <a:pathLst>
                <a:path w="601087" h="15808">
                  <a:moveTo>
                    <a:pt x="0" y="15808"/>
                  </a:moveTo>
                  <a:lnTo>
                    <a:pt x="333696" y="12368"/>
                  </a:lnTo>
                  <a:lnTo>
                    <a:pt x="514855" y="10112"/>
                  </a:lnTo>
                  <a:lnTo>
                    <a:pt x="6010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l2555"/>
            <p:cNvSpPr/>
            <p:nvPr/>
          </p:nvSpPr>
          <p:spPr>
            <a:xfrm>
              <a:off x="11067351" y="6607046"/>
              <a:ext cx="399094" cy="37404"/>
            </a:xfrm>
            <a:custGeom>
              <a:avLst/>
              <a:pathLst>
                <a:path w="399094" h="37404">
                  <a:moveTo>
                    <a:pt x="0" y="24790"/>
                  </a:moveTo>
                  <a:lnTo>
                    <a:pt x="178531" y="0"/>
                  </a:lnTo>
                  <a:lnTo>
                    <a:pt x="264674" y="37404"/>
                  </a:lnTo>
                  <a:lnTo>
                    <a:pt x="399094" y="30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l2556"/>
            <p:cNvSpPr/>
            <p:nvPr/>
          </p:nvSpPr>
          <p:spPr>
            <a:xfrm>
              <a:off x="11067351" y="6636418"/>
              <a:ext cx="141769" cy="6932"/>
            </a:xfrm>
            <a:custGeom>
              <a:avLst/>
              <a:pathLst>
                <a:path w="141769" h="6932">
                  <a:moveTo>
                    <a:pt x="0" y="0"/>
                  </a:moveTo>
                  <a:lnTo>
                    <a:pt x="141769" y="69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l2557"/>
            <p:cNvSpPr/>
            <p:nvPr/>
          </p:nvSpPr>
          <p:spPr>
            <a:xfrm>
              <a:off x="11067351" y="6645811"/>
              <a:ext cx="127646" cy="15971"/>
            </a:xfrm>
            <a:custGeom>
              <a:avLst/>
              <a:pathLst>
                <a:path w="127646" h="15971">
                  <a:moveTo>
                    <a:pt x="0" y="0"/>
                  </a:moveTo>
                  <a:lnTo>
                    <a:pt x="127646" y="159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l2558"/>
            <p:cNvSpPr/>
            <p:nvPr/>
          </p:nvSpPr>
          <p:spPr>
            <a:xfrm>
              <a:off x="11067351" y="6625685"/>
              <a:ext cx="139496" cy="23351"/>
            </a:xfrm>
            <a:custGeom>
              <a:avLst/>
              <a:pathLst>
                <a:path w="139496" h="23351">
                  <a:moveTo>
                    <a:pt x="0" y="23351"/>
                  </a:moveTo>
                  <a:lnTo>
                    <a:pt x="73917" y="20173"/>
                  </a:lnTo>
                  <a:lnTo>
                    <a:pt x="1394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l2559"/>
            <p:cNvSpPr/>
            <p:nvPr/>
          </p:nvSpPr>
          <p:spPr>
            <a:xfrm>
              <a:off x="11266719" y="6649170"/>
              <a:ext cx="267203" cy="13207"/>
            </a:xfrm>
            <a:custGeom>
              <a:avLst/>
              <a:pathLst>
                <a:path w="267203" h="13207">
                  <a:moveTo>
                    <a:pt x="0" y="0"/>
                  </a:moveTo>
                  <a:lnTo>
                    <a:pt x="267203" y="132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l2560"/>
            <p:cNvSpPr/>
            <p:nvPr/>
          </p:nvSpPr>
          <p:spPr>
            <a:xfrm>
              <a:off x="11067351" y="6680558"/>
              <a:ext cx="160145" cy="1895"/>
            </a:xfrm>
            <a:custGeom>
              <a:avLst/>
              <a:pathLst>
                <a:path w="160145" h="1895">
                  <a:moveTo>
                    <a:pt x="0" y="0"/>
                  </a:moveTo>
                  <a:lnTo>
                    <a:pt x="160145" y="18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l2561"/>
            <p:cNvSpPr/>
            <p:nvPr/>
          </p:nvSpPr>
          <p:spPr>
            <a:xfrm>
              <a:off x="11067351" y="6644658"/>
              <a:ext cx="212862" cy="43"/>
            </a:xfrm>
            <a:custGeom>
              <a:avLst/>
              <a:pathLst>
                <a:path w="212862" h="43">
                  <a:moveTo>
                    <a:pt x="0" y="0"/>
                  </a:moveTo>
                  <a:lnTo>
                    <a:pt x="212862" y="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l2562"/>
            <p:cNvSpPr/>
            <p:nvPr/>
          </p:nvSpPr>
          <p:spPr>
            <a:xfrm>
              <a:off x="11067351" y="6549558"/>
              <a:ext cx="462925" cy="80018"/>
            </a:xfrm>
            <a:custGeom>
              <a:avLst/>
              <a:pathLst>
                <a:path w="462925" h="80018">
                  <a:moveTo>
                    <a:pt x="0" y="80018"/>
                  </a:moveTo>
                  <a:lnTo>
                    <a:pt x="199338" y="32338"/>
                  </a:lnTo>
                  <a:lnTo>
                    <a:pt x="332309" y="4156"/>
                  </a:lnTo>
                  <a:lnTo>
                    <a:pt x="4629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l2563"/>
            <p:cNvSpPr/>
            <p:nvPr/>
          </p:nvSpPr>
          <p:spPr>
            <a:xfrm>
              <a:off x="11067351" y="6628396"/>
              <a:ext cx="140942" cy="9820"/>
            </a:xfrm>
            <a:custGeom>
              <a:avLst/>
              <a:pathLst>
                <a:path w="140942" h="9820">
                  <a:moveTo>
                    <a:pt x="0" y="9820"/>
                  </a:moveTo>
                  <a:lnTo>
                    <a:pt x="69652" y="5154"/>
                  </a:lnTo>
                  <a:lnTo>
                    <a:pt x="1409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l2564"/>
            <p:cNvSpPr/>
            <p:nvPr/>
          </p:nvSpPr>
          <p:spPr>
            <a:xfrm>
              <a:off x="11395896" y="6616408"/>
              <a:ext cx="134317" cy="24163"/>
            </a:xfrm>
            <a:custGeom>
              <a:avLst/>
              <a:pathLst>
                <a:path w="134317" h="24163">
                  <a:moveTo>
                    <a:pt x="0" y="24163"/>
                  </a:moveTo>
                  <a:lnTo>
                    <a:pt x="1343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l2565"/>
            <p:cNvSpPr/>
            <p:nvPr/>
          </p:nvSpPr>
          <p:spPr>
            <a:xfrm>
              <a:off x="11220626" y="6634628"/>
              <a:ext cx="77703" cy="5821"/>
            </a:xfrm>
            <a:custGeom>
              <a:avLst/>
              <a:pathLst>
                <a:path w="77703" h="5821">
                  <a:moveTo>
                    <a:pt x="0" y="5821"/>
                  </a:moveTo>
                  <a:lnTo>
                    <a:pt x="777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l2566"/>
            <p:cNvSpPr/>
            <p:nvPr/>
          </p:nvSpPr>
          <p:spPr>
            <a:xfrm>
              <a:off x="11543982" y="6679479"/>
              <a:ext cx="258333" cy="5026"/>
            </a:xfrm>
            <a:custGeom>
              <a:avLst/>
              <a:pathLst>
                <a:path w="258333" h="5026">
                  <a:moveTo>
                    <a:pt x="0" y="1700"/>
                  </a:moveTo>
                  <a:lnTo>
                    <a:pt x="125543" y="0"/>
                  </a:lnTo>
                  <a:lnTo>
                    <a:pt x="258333" y="50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l2567"/>
            <p:cNvSpPr/>
            <p:nvPr/>
          </p:nvSpPr>
          <p:spPr>
            <a:xfrm>
              <a:off x="11067351" y="6669332"/>
              <a:ext cx="135507" cy="25189"/>
            </a:xfrm>
            <a:custGeom>
              <a:avLst/>
              <a:pathLst>
                <a:path w="135507" h="25189">
                  <a:moveTo>
                    <a:pt x="0" y="0"/>
                  </a:moveTo>
                  <a:lnTo>
                    <a:pt x="135507" y="251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l2568"/>
            <p:cNvSpPr/>
            <p:nvPr/>
          </p:nvSpPr>
          <p:spPr>
            <a:xfrm>
              <a:off x="11067351" y="6577800"/>
              <a:ext cx="312919" cy="60345"/>
            </a:xfrm>
            <a:custGeom>
              <a:avLst/>
              <a:pathLst>
                <a:path w="312919" h="60345">
                  <a:moveTo>
                    <a:pt x="0" y="60345"/>
                  </a:moveTo>
                  <a:lnTo>
                    <a:pt x="141904" y="0"/>
                  </a:lnTo>
                  <a:lnTo>
                    <a:pt x="312919" y="280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l2569"/>
            <p:cNvSpPr/>
            <p:nvPr/>
          </p:nvSpPr>
          <p:spPr>
            <a:xfrm>
              <a:off x="11067351" y="6662520"/>
              <a:ext cx="134058" cy="27961"/>
            </a:xfrm>
            <a:custGeom>
              <a:avLst/>
              <a:pathLst>
                <a:path w="134058" h="27961">
                  <a:moveTo>
                    <a:pt x="0" y="0"/>
                  </a:moveTo>
                  <a:lnTo>
                    <a:pt x="134058" y="279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l2570"/>
            <p:cNvSpPr/>
            <p:nvPr/>
          </p:nvSpPr>
          <p:spPr>
            <a:xfrm>
              <a:off x="11067351" y="6655554"/>
              <a:ext cx="230616" cy="12043"/>
            </a:xfrm>
            <a:custGeom>
              <a:avLst/>
              <a:pathLst>
                <a:path w="230616" h="12043">
                  <a:moveTo>
                    <a:pt x="0" y="0"/>
                  </a:moveTo>
                  <a:lnTo>
                    <a:pt x="230616" y="120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l2571"/>
            <p:cNvSpPr/>
            <p:nvPr/>
          </p:nvSpPr>
          <p:spPr>
            <a:xfrm>
              <a:off x="11067351" y="6630079"/>
              <a:ext cx="211775" cy="812"/>
            </a:xfrm>
            <a:custGeom>
              <a:avLst/>
              <a:pathLst>
                <a:path w="211775" h="812">
                  <a:moveTo>
                    <a:pt x="0" y="0"/>
                  </a:moveTo>
                  <a:lnTo>
                    <a:pt x="211775" y="8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l2572"/>
            <p:cNvSpPr/>
            <p:nvPr/>
          </p:nvSpPr>
          <p:spPr>
            <a:xfrm>
              <a:off x="11067351" y="6650547"/>
              <a:ext cx="277536" cy="37652"/>
            </a:xfrm>
            <a:custGeom>
              <a:avLst/>
              <a:pathLst>
                <a:path w="277536" h="37652">
                  <a:moveTo>
                    <a:pt x="0" y="37652"/>
                  </a:moveTo>
                  <a:lnTo>
                    <a:pt x="142012" y="16612"/>
                  </a:lnTo>
                  <a:lnTo>
                    <a:pt x="2775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l2573"/>
            <p:cNvSpPr/>
            <p:nvPr/>
          </p:nvSpPr>
          <p:spPr>
            <a:xfrm>
              <a:off x="11067351" y="6673659"/>
              <a:ext cx="358234" cy="19690"/>
            </a:xfrm>
            <a:custGeom>
              <a:avLst/>
              <a:pathLst>
                <a:path w="358234" h="19690">
                  <a:moveTo>
                    <a:pt x="0" y="0"/>
                  </a:moveTo>
                  <a:lnTo>
                    <a:pt x="358234" y="196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l2574"/>
            <p:cNvSpPr/>
            <p:nvPr/>
          </p:nvSpPr>
          <p:spPr>
            <a:xfrm>
              <a:off x="11067351" y="6617377"/>
              <a:ext cx="268467" cy="4772"/>
            </a:xfrm>
            <a:custGeom>
              <a:avLst/>
              <a:pathLst>
                <a:path w="268467" h="4772">
                  <a:moveTo>
                    <a:pt x="0" y="4772"/>
                  </a:moveTo>
                  <a:lnTo>
                    <a:pt x="2684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l2575"/>
            <p:cNvSpPr/>
            <p:nvPr/>
          </p:nvSpPr>
          <p:spPr>
            <a:xfrm>
              <a:off x="11067351" y="6545376"/>
              <a:ext cx="595551" cy="99186"/>
            </a:xfrm>
            <a:custGeom>
              <a:avLst/>
              <a:pathLst>
                <a:path w="595551" h="99186">
                  <a:moveTo>
                    <a:pt x="0" y="99186"/>
                  </a:moveTo>
                  <a:lnTo>
                    <a:pt x="203160" y="67253"/>
                  </a:lnTo>
                  <a:lnTo>
                    <a:pt x="333595" y="63696"/>
                  </a:lnTo>
                  <a:lnTo>
                    <a:pt x="470551" y="35818"/>
                  </a:lnTo>
                  <a:lnTo>
                    <a:pt x="5955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l2576"/>
            <p:cNvSpPr/>
            <p:nvPr/>
          </p:nvSpPr>
          <p:spPr>
            <a:xfrm>
              <a:off x="11067351" y="6654733"/>
              <a:ext cx="137975" cy="22222"/>
            </a:xfrm>
            <a:custGeom>
              <a:avLst/>
              <a:pathLst>
                <a:path w="137975" h="22222">
                  <a:moveTo>
                    <a:pt x="0" y="0"/>
                  </a:moveTo>
                  <a:lnTo>
                    <a:pt x="137975" y="222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l2577"/>
            <p:cNvSpPr/>
            <p:nvPr/>
          </p:nvSpPr>
          <p:spPr>
            <a:xfrm>
              <a:off x="11067351" y="6658338"/>
              <a:ext cx="73463" cy="2258"/>
            </a:xfrm>
            <a:custGeom>
              <a:avLst/>
              <a:pathLst>
                <a:path w="73463" h="2258">
                  <a:moveTo>
                    <a:pt x="0" y="2258"/>
                  </a:moveTo>
                  <a:lnTo>
                    <a:pt x="73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l2578"/>
            <p:cNvSpPr/>
            <p:nvPr/>
          </p:nvSpPr>
          <p:spPr>
            <a:xfrm>
              <a:off x="11067351" y="6645739"/>
              <a:ext cx="134669" cy="2376"/>
            </a:xfrm>
            <a:custGeom>
              <a:avLst/>
              <a:pathLst>
                <a:path w="134669" h="2376">
                  <a:moveTo>
                    <a:pt x="0" y="2376"/>
                  </a:moveTo>
                  <a:lnTo>
                    <a:pt x="1346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l2579"/>
            <p:cNvSpPr/>
            <p:nvPr/>
          </p:nvSpPr>
          <p:spPr>
            <a:xfrm>
              <a:off x="11067351" y="6625923"/>
              <a:ext cx="462660" cy="36138"/>
            </a:xfrm>
            <a:custGeom>
              <a:avLst/>
              <a:pathLst>
                <a:path w="462660" h="36138">
                  <a:moveTo>
                    <a:pt x="0" y="7289"/>
                  </a:moveTo>
                  <a:lnTo>
                    <a:pt x="199073" y="0"/>
                  </a:lnTo>
                  <a:lnTo>
                    <a:pt x="330776" y="25476"/>
                  </a:lnTo>
                  <a:lnTo>
                    <a:pt x="462660" y="361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l2580"/>
            <p:cNvSpPr/>
            <p:nvPr/>
          </p:nvSpPr>
          <p:spPr>
            <a:xfrm>
              <a:off x="11067351" y="6651196"/>
              <a:ext cx="110145" cy="18010"/>
            </a:xfrm>
            <a:custGeom>
              <a:avLst/>
              <a:pathLst>
                <a:path w="110145" h="18010">
                  <a:moveTo>
                    <a:pt x="0" y="18010"/>
                  </a:moveTo>
                  <a:lnTo>
                    <a:pt x="1101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l2581"/>
            <p:cNvSpPr/>
            <p:nvPr/>
          </p:nvSpPr>
          <p:spPr>
            <a:xfrm>
              <a:off x="11067351" y="6658973"/>
              <a:ext cx="128067" cy="2796"/>
            </a:xfrm>
            <a:custGeom>
              <a:avLst/>
              <a:pathLst>
                <a:path w="128067" h="2796">
                  <a:moveTo>
                    <a:pt x="0" y="0"/>
                  </a:moveTo>
                  <a:lnTo>
                    <a:pt x="128067" y="27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l2582"/>
            <p:cNvSpPr/>
            <p:nvPr/>
          </p:nvSpPr>
          <p:spPr>
            <a:xfrm>
              <a:off x="11067351" y="6651897"/>
              <a:ext cx="633289" cy="27869"/>
            </a:xfrm>
            <a:custGeom>
              <a:avLst/>
              <a:pathLst>
                <a:path w="633289" h="27869">
                  <a:moveTo>
                    <a:pt x="0" y="4283"/>
                  </a:moveTo>
                  <a:lnTo>
                    <a:pt x="199049" y="0"/>
                  </a:lnTo>
                  <a:lnTo>
                    <a:pt x="336731" y="1958"/>
                  </a:lnTo>
                  <a:lnTo>
                    <a:pt x="468615" y="27869"/>
                  </a:lnTo>
                  <a:lnTo>
                    <a:pt x="633289" y="45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11067351" y="6560838"/>
              <a:ext cx="468841" cy="68721"/>
            </a:xfrm>
            <a:custGeom>
              <a:avLst/>
              <a:pathLst>
                <a:path w="468841" h="68721">
                  <a:moveTo>
                    <a:pt x="0" y="68721"/>
                  </a:moveTo>
                  <a:lnTo>
                    <a:pt x="65816" y="55593"/>
                  </a:lnTo>
                  <a:lnTo>
                    <a:pt x="134239" y="58892"/>
                  </a:lnTo>
                  <a:lnTo>
                    <a:pt x="198007" y="43535"/>
                  </a:lnTo>
                  <a:lnTo>
                    <a:pt x="337175" y="9908"/>
                  </a:lnTo>
                  <a:lnTo>
                    <a:pt x="4688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l2584"/>
            <p:cNvSpPr/>
            <p:nvPr/>
          </p:nvSpPr>
          <p:spPr>
            <a:xfrm>
              <a:off x="11067351" y="6623150"/>
              <a:ext cx="142737" cy="14385"/>
            </a:xfrm>
            <a:custGeom>
              <a:avLst/>
              <a:pathLst>
                <a:path w="142737" h="14385">
                  <a:moveTo>
                    <a:pt x="0" y="14385"/>
                  </a:moveTo>
                  <a:lnTo>
                    <a:pt x="1427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l2585"/>
            <p:cNvSpPr/>
            <p:nvPr/>
          </p:nvSpPr>
          <p:spPr>
            <a:xfrm>
              <a:off x="11067351" y="6674472"/>
              <a:ext cx="134215" cy="24729"/>
            </a:xfrm>
            <a:custGeom>
              <a:avLst/>
              <a:pathLst>
                <a:path w="134215" h="24729">
                  <a:moveTo>
                    <a:pt x="0" y="24729"/>
                  </a:moveTo>
                  <a:lnTo>
                    <a:pt x="1342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l2586"/>
            <p:cNvSpPr/>
            <p:nvPr/>
          </p:nvSpPr>
          <p:spPr>
            <a:xfrm>
              <a:off x="11067351" y="6615659"/>
              <a:ext cx="408877" cy="37254"/>
            </a:xfrm>
            <a:custGeom>
              <a:avLst/>
              <a:pathLst>
                <a:path w="408877" h="37254">
                  <a:moveTo>
                    <a:pt x="0" y="37254"/>
                  </a:moveTo>
                  <a:lnTo>
                    <a:pt x="132971" y="14861"/>
                  </a:lnTo>
                  <a:lnTo>
                    <a:pt x="280045" y="29143"/>
                  </a:lnTo>
                  <a:lnTo>
                    <a:pt x="4088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l2587"/>
            <p:cNvSpPr/>
            <p:nvPr/>
          </p:nvSpPr>
          <p:spPr>
            <a:xfrm>
              <a:off x="11211580" y="6662263"/>
              <a:ext cx="259615" cy="26511"/>
            </a:xfrm>
            <a:custGeom>
              <a:avLst/>
              <a:pathLst>
                <a:path w="259615" h="26511">
                  <a:moveTo>
                    <a:pt x="0" y="0"/>
                  </a:moveTo>
                  <a:lnTo>
                    <a:pt x="127871" y="26511"/>
                  </a:lnTo>
                  <a:lnTo>
                    <a:pt x="259615" y="247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l2588"/>
            <p:cNvSpPr/>
            <p:nvPr/>
          </p:nvSpPr>
          <p:spPr>
            <a:xfrm>
              <a:off x="11067351" y="6639972"/>
              <a:ext cx="617573" cy="38833"/>
            </a:xfrm>
            <a:custGeom>
              <a:avLst/>
              <a:pathLst>
                <a:path w="617573" h="38833">
                  <a:moveTo>
                    <a:pt x="0" y="23"/>
                  </a:moveTo>
                  <a:lnTo>
                    <a:pt x="333696" y="0"/>
                  </a:lnTo>
                  <a:lnTo>
                    <a:pt x="469203" y="38833"/>
                  </a:lnTo>
                  <a:lnTo>
                    <a:pt x="617573" y="331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l2589"/>
            <p:cNvSpPr/>
            <p:nvPr/>
          </p:nvSpPr>
          <p:spPr>
            <a:xfrm>
              <a:off x="11067351" y="6664336"/>
              <a:ext cx="67572" cy="5894"/>
            </a:xfrm>
            <a:custGeom>
              <a:avLst/>
              <a:pathLst>
                <a:path w="67572" h="5894">
                  <a:moveTo>
                    <a:pt x="0" y="0"/>
                  </a:moveTo>
                  <a:lnTo>
                    <a:pt x="67572" y="58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l2590"/>
            <p:cNvSpPr/>
            <p:nvPr/>
          </p:nvSpPr>
          <p:spPr>
            <a:xfrm>
              <a:off x="11067351" y="6654755"/>
              <a:ext cx="430797" cy="27016"/>
            </a:xfrm>
            <a:custGeom>
              <a:avLst/>
              <a:pathLst>
                <a:path w="430797" h="27016">
                  <a:moveTo>
                    <a:pt x="0" y="0"/>
                  </a:moveTo>
                  <a:lnTo>
                    <a:pt x="131703" y="21953"/>
                  </a:lnTo>
                  <a:lnTo>
                    <a:pt x="263587" y="11444"/>
                  </a:lnTo>
                  <a:lnTo>
                    <a:pt x="430797" y="270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l2591"/>
            <p:cNvSpPr/>
            <p:nvPr/>
          </p:nvSpPr>
          <p:spPr>
            <a:xfrm>
              <a:off x="11067351" y="6634042"/>
              <a:ext cx="222826" cy="11638"/>
            </a:xfrm>
            <a:custGeom>
              <a:avLst/>
              <a:pathLst>
                <a:path w="222826" h="11638">
                  <a:moveTo>
                    <a:pt x="0" y="0"/>
                  </a:moveTo>
                  <a:lnTo>
                    <a:pt x="222826" y="116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l2592"/>
            <p:cNvSpPr/>
            <p:nvPr/>
          </p:nvSpPr>
          <p:spPr>
            <a:xfrm>
              <a:off x="11067351" y="6657497"/>
              <a:ext cx="409058" cy="39877"/>
            </a:xfrm>
            <a:custGeom>
              <a:avLst/>
              <a:pathLst>
                <a:path w="409058" h="39877">
                  <a:moveTo>
                    <a:pt x="0" y="0"/>
                  </a:moveTo>
                  <a:lnTo>
                    <a:pt x="144203" y="33803"/>
                  </a:lnTo>
                  <a:lnTo>
                    <a:pt x="271377" y="25418"/>
                  </a:lnTo>
                  <a:lnTo>
                    <a:pt x="409058" y="398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11067351" y="6634388"/>
              <a:ext cx="138982" cy="4158"/>
            </a:xfrm>
            <a:custGeom>
              <a:avLst/>
              <a:pathLst>
                <a:path w="138982" h="4158">
                  <a:moveTo>
                    <a:pt x="0" y="0"/>
                  </a:moveTo>
                  <a:lnTo>
                    <a:pt x="138982" y="41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11067351" y="6644066"/>
              <a:ext cx="271014" cy="1384"/>
            </a:xfrm>
            <a:custGeom>
              <a:avLst/>
              <a:pathLst>
                <a:path w="271014" h="1384">
                  <a:moveTo>
                    <a:pt x="0" y="0"/>
                  </a:moveTo>
                  <a:lnTo>
                    <a:pt x="271014" y="13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11067351" y="6658819"/>
              <a:ext cx="272101" cy="37146"/>
            </a:xfrm>
            <a:custGeom>
              <a:avLst/>
              <a:pathLst>
                <a:path w="272101" h="37146">
                  <a:moveTo>
                    <a:pt x="0" y="0"/>
                  </a:moveTo>
                  <a:lnTo>
                    <a:pt x="140761" y="29834"/>
                  </a:lnTo>
                  <a:lnTo>
                    <a:pt x="272101" y="371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11067351" y="6638449"/>
              <a:ext cx="335326" cy="7171"/>
            </a:xfrm>
            <a:custGeom>
              <a:avLst/>
              <a:pathLst>
                <a:path w="335326" h="7171">
                  <a:moveTo>
                    <a:pt x="0" y="0"/>
                  </a:moveTo>
                  <a:lnTo>
                    <a:pt x="206521" y="7171"/>
                  </a:lnTo>
                  <a:lnTo>
                    <a:pt x="335326" y="57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11067351" y="6645556"/>
              <a:ext cx="414312" cy="24586"/>
            </a:xfrm>
            <a:custGeom>
              <a:avLst/>
              <a:pathLst>
                <a:path w="414312" h="24586">
                  <a:moveTo>
                    <a:pt x="0" y="0"/>
                  </a:moveTo>
                  <a:lnTo>
                    <a:pt x="159963" y="8382"/>
                  </a:lnTo>
                  <a:lnTo>
                    <a:pt x="273913" y="15359"/>
                  </a:lnTo>
                  <a:lnTo>
                    <a:pt x="414312" y="245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l2598"/>
            <p:cNvSpPr/>
            <p:nvPr/>
          </p:nvSpPr>
          <p:spPr>
            <a:xfrm>
              <a:off x="11067351" y="6645927"/>
              <a:ext cx="160869" cy="16184"/>
            </a:xfrm>
            <a:custGeom>
              <a:avLst/>
              <a:pathLst>
                <a:path w="160869" h="16184">
                  <a:moveTo>
                    <a:pt x="0" y="0"/>
                  </a:moveTo>
                  <a:lnTo>
                    <a:pt x="160869" y="161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11067351" y="6635401"/>
              <a:ext cx="135145" cy="13641"/>
            </a:xfrm>
            <a:custGeom>
              <a:avLst/>
              <a:pathLst>
                <a:path w="135145" h="13641">
                  <a:moveTo>
                    <a:pt x="0" y="13641"/>
                  </a:moveTo>
                  <a:lnTo>
                    <a:pt x="1351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l2600"/>
            <p:cNvSpPr/>
            <p:nvPr/>
          </p:nvSpPr>
          <p:spPr>
            <a:xfrm>
              <a:off x="11067351" y="6628700"/>
              <a:ext cx="534783" cy="17462"/>
            </a:xfrm>
            <a:custGeom>
              <a:avLst/>
              <a:pathLst>
                <a:path w="534783" h="17462">
                  <a:moveTo>
                    <a:pt x="0" y="2697"/>
                  </a:moveTo>
                  <a:lnTo>
                    <a:pt x="193840" y="5521"/>
                  </a:lnTo>
                  <a:lnTo>
                    <a:pt x="337062" y="17462"/>
                  </a:lnTo>
                  <a:lnTo>
                    <a:pt x="5347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l2601"/>
            <p:cNvSpPr/>
            <p:nvPr/>
          </p:nvSpPr>
          <p:spPr>
            <a:xfrm>
              <a:off x="11067351" y="6644846"/>
              <a:ext cx="133265" cy="2761"/>
            </a:xfrm>
            <a:custGeom>
              <a:avLst/>
              <a:pathLst>
                <a:path w="133265" h="2761">
                  <a:moveTo>
                    <a:pt x="0" y="0"/>
                  </a:moveTo>
                  <a:lnTo>
                    <a:pt x="133265" y="27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l2602"/>
            <p:cNvSpPr/>
            <p:nvPr/>
          </p:nvSpPr>
          <p:spPr>
            <a:xfrm>
              <a:off x="11067351" y="6643111"/>
              <a:ext cx="401812" cy="24571"/>
            </a:xfrm>
            <a:custGeom>
              <a:avLst/>
              <a:pathLst>
                <a:path w="401812" h="24571">
                  <a:moveTo>
                    <a:pt x="0" y="23560"/>
                  </a:moveTo>
                  <a:lnTo>
                    <a:pt x="146014" y="0"/>
                  </a:lnTo>
                  <a:lnTo>
                    <a:pt x="271558" y="7713"/>
                  </a:lnTo>
                  <a:lnTo>
                    <a:pt x="401812" y="245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l2603"/>
            <p:cNvSpPr/>
            <p:nvPr/>
          </p:nvSpPr>
          <p:spPr>
            <a:xfrm>
              <a:off x="11067351" y="6661514"/>
              <a:ext cx="379799" cy="7458"/>
            </a:xfrm>
            <a:custGeom>
              <a:avLst/>
              <a:pathLst>
                <a:path w="379799" h="7458">
                  <a:moveTo>
                    <a:pt x="0" y="7458"/>
                  </a:moveTo>
                  <a:lnTo>
                    <a:pt x="155886" y="3449"/>
                  </a:lnTo>
                  <a:lnTo>
                    <a:pt x="3797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l2604"/>
            <p:cNvSpPr/>
            <p:nvPr/>
          </p:nvSpPr>
          <p:spPr>
            <a:xfrm>
              <a:off x="11067351" y="6626899"/>
              <a:ext cx="129166" cy="12307"/>
            </a:xfrm>
            <a:custGeom>
              <a:avLst/>
              <a:pathLst>
                <a:path w="129166" h="12307">
                  <a:moveTo>
                    <a:pt x="0" y="3722"/>
                  </a:moveTo>
                  <a:lnTo>
                    <a:pt x="71770" y="0"/>
                  </a:lnTo>
                  <a:lnTo>
                    <a:pt x="129166" y="123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l2605"/>
            <p:cNvSpPr/>
            <p:nvPr/>
          </p:nvSpPr>
          <p:spPr>
            <a:xfrm>
              <a:off x="11067351" y="6667099"/>
              <a:ext cx="136151" cy="28823"/>
            </a:xfrm>
            <a:custGeom>
              <a:avLst/>
              <a:pathLst>
                <a:path w="136151" h="28823">
                  <a:moveTo>
                    <a:pt x="0" y="0"/>
                  </a:moveTo>
                  <a:lnTo>
                    <a:pt x="136151" y="288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l2606"/>
            <p:cNvSpPr/>
            <p:nvPr/>
          </p:nvSpPr>
          <p:spPr>
            <a:xfrm>
              <a:off x="11067351" y="6634544"/>
              <a:ext cx="90920" cy="10329"/>
            </a:xfrm>
            <a:custGeom>
              <a:avLst/>
              <a:pathLst>
                <a:path w="90920" h="10329">
                  <a:moveTo>
                    <a:pt x="0" y="10329"/>
                  </a:moveTo>
                  <a:lnTo>
                    <a:pt x="909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l2607"/>
            <p:cNvSpPr/>
            <p:nvPr/>
          </p:nvSpPr>
          <p:spPr>
            <a:xfrm>
              <a:off x="11067351" y="6656097"/>
              <a:ext cx="269022" cy="30440"/>
            </a:xfrm>
            <a:custGeom>
              <a:avLst/>
              <a:pathLst>
                <a:path w="269022" h="30440">
                  <a:moveTo>
                    <a:pt x="0" y="7384"/>
                  </a:moveTo>
                  <a:lnTo>
                    <a:pt x="143184" y="0"/>
                  </a:lnTo>
                  <a:lnTo>
                    <a:pt x="269022" y="304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l2608"/>
            <p:cNvSpPr/>
            <p:nvPr/>
          </p:nvSpPr>
          <p:spPr>
            <a:xfrm>
              <a:off x="11067351" y="6629156"/>
              <a:ext cx="408164" cy="31309"/>
            </a:xfrm>
            <a:custGeom>
              <a:avLst/>
              <a:pathLst>
                <a:path w="408164" h="31309">
                  <a:moveTo>
                    <a:pt x="0" y="21273"/>
                  </a:moveTo>
                  <a:lnTo>
                    <a:pt x="148200" y="0"/>
                  </a:lnTo>
                  <a:lnTo>
                    <a:pt x="264854" y="22157"/>
                  </a:lnTo>
                  <a:lnTo>
                    <a:pt x="408164" y="313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l2609"/>
            <p:cNvSpPr/>
            <p:nvPr/>
          </p:nvSpPr>
          <p:spPr>
            <a:xfrm>
              <a:off x="11067351" y="6621215"/>
              <a:ext cx="234782" cy="27380"/>
            </a:xfrm>
            <a:custGeom>
              <a:avLst/>
              <a:pathLst>
                <a:path w="234782" h="27380">
                  <a:moveTo>
                    <a:pt x="0" y="16225"/>
                  </a:moveTo>
                  <a:lnTo>
                    <a:pt x="77536" y="27380"/>
                  </a:lnTo>
                  <a:lnTo>
                    <a:pt x="146086" y="27014"/>
                  </a:lnTo>
                  <a:lnTo>
                    <a:pt x="2347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l2610"/>
            <p:cNvSpPr/>
            <p:nvPr/>
          </p:nvSpPr>
          <p:spPr>
            <a:xfrm>
              <a:off x="11067351" y="6638870"/>
              <a:ext cx="280030" cy="11980"/>
            </a:xfrm>
            <a:custGeom>
              <a:avLst/>
              <a:pathLst>
                <a:path w="280030" h="11980">
                  <a:moveTo>
                    <a:pt x="0" y="0"/>
                  </a:moveTo>
                  <a:lnTo>
                    <a:pt x="280030" y="119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l2611"/>
            <p:cNvSpPr/>
            <p:nvPr/>
          </p:nvSpPr>
          <p:spPr>
            <a:xfrm>
              <a:off x="11362460" y="6637401"/>
              <a:ext cx="117934" cy="6833"/>
            </a:xfrm>
            <a:custGeom>
              <a:avLst/>
              <a:pathLst>
                <a:path w="117934" h="6833">
                  <a:moveTo>
                    <a:pt x="0" y="6833"/>
                  </a:moveTo>
                  <a:lnTo>
                    <a:pt x="1179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l2612"/>
            <p:cNvSpPr/>
            <p:nvPr/>
          </p:nvSpPr>
          <p:spPr>
            <a:xfrm>
              <a:off x="11067351" y="6601959"/>
              <a:ext cx="168478" cy="21118"/>
            </a:xfrm>
            <a:custGeom>
              <a:avLst/>
              <a:pathLst>
                <a:path w="168478" h="21118">
                  <a:moveTo>
                    <a:pt x="0" y="21118"/>
                  </a:moveTo>
                  <a:lnTo>
                    <a:pt x="77355" y="12261"/>
                  </a:lnTo>
                  <a:lnTo>
                    <a:pt x="1684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l2613"/>
            <p:cNvSpPr/>
            <p:nvPr/>
          </p:nvSpPr>
          <p:spPr>
            <a:xfrm>
              <a:off x="11067351" y="6649198"/>
              <a:ext cx="133695" cy="1691"/>
            </a:xfrm>
            <a:custGeom>
              <a:avLst/>
              <a:pathLst>
                <a:path w="133695" h="1691">
                  <a:moveTo>
                    <a:pt x="0" y="0"/>
                  </a:moveTo>
                  <a:lnTo>
                    <a:pt x="133695" y="16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l2614"/>
            <p:cNvSpPr/>
            <p:nvPr/>
          </p:nvSpPr>
          <p:spPr>
            <a:xfrm>
              <a:off x="11067351" y="6652063"/>
              <a:ext cx="201630" cy="1614"/>
            </a:xfrm>
            <a:custGeom>
              <a:avLst/>
              <a:pathLst>
                <a:path w="201630" h="1614">
                  <a:moveTo>
                    <a:pt x="0" y="1614"/>
                  </a:moveTo>
                  <a:lnTo>
                    <a:pt x="2016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l2615"/>
            <p:cNvSpPr/>
            <p:nvPr/>
          </p:nvSpPr>
          <p:spPr>
            <a:xfrm>
              <a:off x="11067351" y="6639131"/>
              <a:ext cx="633595" cy="59302"/>
            </a:xfrm>
            <a:custGeom>
              <a:avLst/>
              <a:pathLst>
                <a:path w="633595" h="59302">
                  <a:moveTo>
                    <a:pt x="0" y="0"/>
                  </a:moveTo>
                  <a:lnTo>
                    <a:pt x="199355" y="6845"/>
                  </a:lnTo>
                  <a:lnTo>
                    <a:pt x="350080" y="33692"/>
                  </a:lnTo>
                  <a:lnTo>
                    <a:pt x="461674" y="52998"/>
                  </a:lnTo>
                  <a:lnTo>
                    <a:pt x="633595" y="593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l2616"/>
            <p:cNvSpPr/>
            <p:nvPr/>
          </p:nvSpPr>
          <p:spPr>
            <a:xfrm>
              <a:off x="11067351" y="6640077"/>
              <a:ext cx="302489" cy="31426"/>
            </a:xfrm>
            <a:custGeom>
              <a:avLst/>
              <a:pathLst>
                <a:path w="302489" h="31426">
                  <a:moveTo>
                    <a:pt x="0" y="0"/>
                  </a:moveTo>
                  <a:lnTo>
                    <a:pt x="128032" y="31426"/>
                  </a:lnTo>
                  <a:lnTo>
                    <a:pt x="302489" y="281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l2617"/>
            <p:cNvSpPr/>
            <p:nvPr/>
          </p:nvSpPr>
          <p:spPr>
            <a:xfrm>
              <a:off x="11067351" y="6630291"/>
              <a:ext cx="132790" cy="13699"/>
            </a:xfrm>
            <a:custGeom>
              <a:avLst/>
              <a:pathLst>
                <a:path w="132790" h="13699">
                  <a:moveTo>
                    <a:pt x="0" y="13699"/>
                  </a:moveTo>
                  <a:lnTo>
                    <a:pt x="1327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l2618"/>
            <p:cNvSpPr/>
            <p:nvPr/>
          </p:nvSpPr>
          <p:spPr>
            <a:xfrm>
              <a:off x="11067351" y="6618869"/>
              <a:ext cx="304084" cy="33714"/>
            </a:xfrm>
            <a:custGeom>
              <a:avLst/>
              <a:pathLst>
                <a:path w="304084" h="33714">
                  <a:moveTo>
                    <a:pt x="0" y="33714"/>
                  </a:moveTo>
                  <a:lnTo>
                    <a:pt x="144483" y="0"/>
                  </a:lnTo>
                  <a:lnTo>
                    <a:pt x="304084" y="34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l2619"/>
            <p:cNvSpPr/>
            <p:nvPr/>
          </p:nvSpPr>
          <p:spPr>
            <a:xfrm>
              <a:off x="11067351" y="6662389"/>
              <a:ext cx="136766" cy="743"/>
            </a:xfrm>
            <a:custGeom>
              <a:avLst/>
              <a:pathLst>
                <a:path w="136766" h="743">
                  <a:moveTo>
                    <a:pt x="0" y="0"/>
                  </a:moveTo>
                  <a:lnTo>
                    <a:pt x="136766" y="7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l2620"/>
            <p:cNvSpPr/>
            <p:nvPr/>
          </p:nvSpPr>
          <p:spPr>
            <a:xfrm>
              <a:off x="11067351" y="6670240"/>
              <a:ext cx="138975" cy="39"/>
            </a:xfrm>
            <a:custGeom>
              <a:avLst/>
              <a:pathLst>
                <a:path w="138975" h="39">
                  <a:moveTo>
                    <a:pt x="0" y="0"/>
                  </a:moveTo>
                  <a:lnTo>
                    <a:pt x="138975" y="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l2621"/>
            <p:cNvSpPr/>
            <p:nvPr/>
          </p:nvSpPr>
          <p:spPr>
            <a:xfrm>
              <a:off x="11278945" y="6657365"/>
              <a:ext cx="294022" cy="25145"/>
            </a:xfrm>
            <a:custGeom>
              <a:avLst/>
              <a:pathLst>
                <a:path w="294022" h="25145">
                  <a:moveTo>
                    <a:pt x="0" y="0"/>
                  </a:moveTo>
                  <a:lnTo>
                    <a:pt x="294022" y="251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l2622"/>
            <p:cNvSpPr/>
            <p:nvPr/>
          </p:nvSpPr>
          <p:spPr>
            <a:xfrm>
              <a:off x="11266719" y="6645364"/>
              <a:ext cx="267203" cy="3778"/>
            </a:xfrm>
            <a:custGeom>
              <a:avLst/>
              <a:pathLst>
                <a:path w="267203" h="3778">
                  <a:moveTo>
                    <a:pt x="0" y="0"/>
                  </a:moveTo>
                  <a:lnTo>
                    <a:pt x="267203" y="37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l2623"/>
            <p:cNvSpPr/>
            <p:nvPr/>
          </p:nvSpPr>
          <p:spPr>
            <a:xfrm>
              <a:off x="11067351" y="6636606"/>
              <a:ext cx="204053" cy="4988"/>
            </a:xfrm>
            <a:custGeom>
              <a:avLst/>
              <a:pathLst>
                <a:path w="204053" h="4988">
                  <a:moveTo>
                    <a:pt x="0" y="4988"/>
                  </a:moveTo>
                  <a:lnTo>
                    <a:pt x="2040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l2624"/>
            <p:cNvSpPr/>
            <p:nvPr/>
          </p:nvSpPr>
          <p:spPr>
            <a:xfrm>
              <a:off x="11406924" y="6650065"/>
              <a:ext cx="123007" cy="15304"/>
            </a:xfrm>
            <a:custGeom>
              <a:avLst/>
              <a:pathLst>
                <a:path w="123007" h="15304">
                  <a:moveTo>
                    <a:pt x="0" y="15304"/>
                  </a:moveTo>
                  <a:lnTo>
                    <a:pt x="123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l2625"/>
            <p:cNvSpPr/>
            <p:nvPr/>
          </p:nvSpPr>
          <p:spPr>
            <a:xfrm>
              <a:off x="11067351" y="6656808"/>
              <a:ext cx="138587" cy="6128"/>
            </a:xfrm>
            <a:custGeom>
              <a:avLst/>
              <a:pathLst>
                <a:path w="138587" h="6128">
                  <a:moveTo>
                    <a:pt x="0" y="0"/>
                  </a:moveTo>
                  <a:lnTo>
                    <a:pt x="138587" y="61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l2626"/>
            <p:cNvSpPr/>
            <p:nvPr/>
          </p:nvSpPr>
          <p:spPr>
            <a:xfrm>
              <a:off x="11067351" y="6649897"/>
              <a:ext cx="334133" cy="46995"/>
            </a:xfrm>
            <a:custGeom>
              <a:avLst/>
              <a:pathLst>
                <a:path w="334133" h="46995">
                  <a:moveTo>
                    <a:pt x="0" y="0"/>
                  </a:moveTo>
                  <a:lnTo>
                    <a:pt x="133046" y="17550"/>
                  </a:lnTo>
                  <a:lnTo>
                    <a:pt x="334133" y="469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l2627"/>
            <p:cNvSpPr/>
            <p:nvPr/>
          </p:nvSpPr>
          <p:spPr>
            <a:xfrm>
              <a:off x="11067351" y="6612240"/>
              <a:ext cx="471196" cy="36445"/>
            </a:xfrm>
            <a:custGeom>
              <a:avLst/>
              <a:pathLst>
                <a:path w="471196" h="36445">
                  <a:moveTo>
                    <a:pt x="0" y="36445"/>
                  </a:moveTo>
                  <a:lnTo>
                    <a:pt x="265036" y="0"/>
                  </a:lnTo>
                  <a:lnTo>
                    <a:pt x="471196" y="179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l2628"/>
            <p:cNvSpPr/>
            <p:nvPr/>
          </p:nvSpPr>
          <p:spPr>
            <a:xfrm>
              <a:off x="11067351" y="6635816"/>
              <a:ext cx="193915" cy="10019"/>
            </a:xfrm>
            <a:custGeom>
              <a:avLst/>
              <a:pathLst>
                <a:path w="193915" h="10019">
                  <a:moveTo>
                    <a:pt x="0" y="0"/>
                  </a:moveTo>
                  <a:lnTo>
                    <a:pt x="193915" y="100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l2629"/>
            <p:cNvSpPr/>
            <p:nvPr/>
          </p:nvSpPr>
          <p:spPr>
            <a:xfrm>
              <a:off x="11526121" y="6677674"/>
              <a:ext cx="128804" cy="126"/>
            </a:xfrm>
            <a:custGeom>
              <a:avLst/>
              <a:pathLst>
                <a:path w="128804" h="126">
                  <a:moveTo>
                    <a:pt x="0" y="0"/>
                  </a:moveTo>
                  <a:lnTo>
                    <a:pt x="128804" y="1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l2630"/>
            <p:cNvSpPr/>
            <p:nvPr/>
          </p:nvSpPr>
          <p:spPr>
            <a:xfrm>
              <a:off x="11267351" y="6612556"/>
              <a:ext cx="273732" cy="32069"/>
            </a:xfrm>
            <a:custGeom>
              <a:avLst/>
              <a:pathLst>
                <a:path w="273732" h="32069">
                  <a:moveTo>
                    <a:pt x="0" y="32069"/>
                  </a:moveTo>
                  <a:lnTo>
                    <a:pt x="139377" y="19048"/>
                  </a:lnTo>
                  <a:lnTo>
                    <a:pt x="2737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l2631"/>
            <p:cNvSpPr/>
            <p:nvPr/>
          </p:nvSpPr>
          <p:spPr>
            <a:xfrm>
              <a:off x="11220793" y="6647711"/>
              <a:ext cx="377536" cy="21196"/>
            </a:xfrm>
            <a:custGeom>
              <a:avLst/>
              <a:pathLst>
                <a:path w="377536" h="21196">
                  <a:moveTo>
                    <a:pt x="0" y="0"/>
                  </a:moveTo>
                  <a:lnTo>
                    <a:pt x="115217" y="14423"/>
                  </a:lnTo>
                  <a:lnTo>
                    <a:pt x="273715" y="17902"/>
                  </a:lnTo>
                  <a:lnTo>
                    <a:pt x="377536" y="211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l2632"/>
            <p:cNvSpPr/>
            <p:nvPr/>
          </p:nvSpPr>
          <p:spPr>
            <a:xfrm>
              <a:off x="11067351" y="6638381"/>
              <a:ext cx="200281" cy="5854"/>
            </a:xfrm>
            <a:custGeom>
              <a:avLst/>
              <a:pathLst>
                <a:path w="200281" h="5854">
                  <a:moveTo>
                    <a:pt x="0" y="0"/>
                  </a:moveTo>
                  <a:lnTo>
                    <a:pt x="200281" y="58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l2633"/>
            <p:cNvSpPr/>
            <p:nvPr/>
          </p:nvSpPr>
          <p:spPr>
            <a:xfrm>
              <a:off x="11067351" y="6638732"/>
              <a:ext cx="472464" cy="25375"/>
            </a:xfrm>
            <a:custGeom>
              <a:avLst/>
              <a:pathLst>
                <a:path w="472464" h="25375">
                  <a:moveTo>
                    <a:pt x="0" y="0"/>
                  </a:moveTo>
                  <a:lnTo>
                    <a:pt x="225543" y="14701"/>
                  </a:lnTo>
                  <a:lnTo>
                    <a:pt x="344384" y="16816"/>
                  </a:lnTo>
                  <a:lnTo>
                    <a:pt x="472464" y="253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l2634"/>
            <p:cNvSpPr/>
            <p:nvPr/>
          </p:nvSpPr>
          <p:spPr>
            <a:xfrm>
              <a:off x="11067351" y="6667089"/>
              <a:ext cx="198978" cy="3587"/>
            </a:xfrm>
            <a:custGeom>
              <a:avLst/>
              <a:pathLst>
                <a:path w="198978" h="3587">
                  <a:moveTo>
                    <a:pt x="0" y="0"/>
                  </a:moveTo>
                  <a:lnTo>
                    <a:pt x="198978" y="35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l2635"/>
            <p:cNvSpPr/>
            <p:nvPr/>
          </p:nvSpPr>
          <p:spPr>
            <a:xfrm>
              <a:off x="11067351" y="6644079"/>
              <a:ext cx="343297" cy="35199"/>
            </a:xfrm>
            <a:custGeom>
              <a:avLst/>
              <a:pathLst>
                <a:path w="343297" h="35199">
                  <a:moveTo>
                    <a:pt x="0" y="14232"/>
                  </a:moveTo>
                  <a:lnTo>
                    <a:pt x="79891" y="0"/>
                  </a:lnTo>
                  <a:lnTo>
                    <a:pt x="211880" y="10699"/>
                  </a:lnTo>
                  <a:lnTo>
                    <a:pt x="343297" y="351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l2636"/>
            <p:cNvSpPr/>
            <p:nvPr/>
          </p:nvSpPr>
          <p:spPr>
            <a:xfrm>
              <a:off x="11067351" y="6621387"/>
              <a:ext cx="479529" cy="22259"/>
            </a:xfrm>
            <a:custGeom>
              <a:avLst/>
              <a:pathLst>
                <a:path w="479529" h="22259">
                  <a:moveTo>
                    <a:pt x="0" y="20174"/>
                  </a:moveTo>
                  <a:lnTo>
                    <a:pt x="225543" y="22259"/>
                  </a:lnTo>
                  <a:lnTo>
                    <a:pt x="4795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l2637"/>
            <p:cNvSpPr/>
            <p:nvPr/>
          </p:nvSpPr>
          <p:spPr>
            <a:xfrm>
              <a:off x="11067351" y="6636843"/>
              <a:ext cx="266119" cy="17592"/>
            </a:xfrm>
            <a:custGeom>
              <a:avLst/>
              <a:pathLst>
                <a:path w="266119" h="17592">
                  <a:moveTo>
                    <a:pt x="0" y="17592"/>
                  </a:moveTo>
                  <a:lnTo>
                    <a:pt x="133237" y="14912"/>
                  </a:lnTo>
                  <a:lnTo>
                    <a:pt x="2661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l2638"/>
            <p:cNvSpPr/>
            <p:nvPr/>
          </p:nvSpPr>
          <p:spPr>
            <a:xfrm>
              <a:off x="11067351" y="6643536"/>
              <a:ext cx="296148" cy="41533"/>
            </a:xfrm>
            <a:custGeom>
              <a:avLst/>
              <a:pathLst>
                <a:path w="296148" h="41533">
                  <a:moveTo>
                    <a:pt x="0" y="0"/>
                  </a:moveTo>
                  <a:lnTo>
                    <a:pt x="136909" y="34367"/>
                  </a:lnTo>
                  <a:lnTo>
                    <a:pt x="296148" y="415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l2639"/>
            <p:cNvSpPr/>
            <p:nvPr/>
          </p:nvSpPr>
          <p:spPr>
            <a:xfrm>
              <a:off x="11067351" y="6653942"/>
              <a:ext cx="235917" cy="5399"/>
            </a:xfrm>
            <a:custGeom>
              <a:avLst/>
              <a:pathLst>
                <a:path w="235917" h="5399">
                  <a:moveTo>
                    <a:pt x="0" y="0"/>
                  </a:moveTo>
                  <a:lnTo>
                    <a:pt x="78804" y="5399"/>
                  </a:lnTo>
                  <a:lnTo>
                    <a:pt x="235917" y="35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l2640"/>
            <p:cNvSpPr/>
            <p:nvPr/>
          </p:nvSpPr>
          <p:spPr>
            <a:xfrm>
              <a:off x="11656119" y="6635705"/>
              <a:ext cx="84239" cy="13313"/>
            </a:xfrm>
            <a:custGeom>
              <a:avLst/>
              <a:pathLst>
                <a:path w="84239" h="13313">
                  <a:moveTo>
                    <a:pt x="0" y="13313"/>
                  </a:moveTo>
                  <a:lnTo>
                    <a:pt x="842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l2641"/>
            <p:cNvSpPr/>
            <p:nvPr/>
          </p:nvSpPr>
          <p:spPr>
            <a:xfrm>
              <a:off x="11067351" y="6625819"/>
              <a:ext cx="643859" cy="30225"/>
            </a:xfrm>
            <a:custGeom>
              <a:avLst/>
              <a:pathLst>
                <a:path w="643859" h="30225">
                  <a:moveTo>
                    <a:pt x="0" y="4219"/>
                  </a:moveTo>
                  <a:lnTo>
                    <a:pt x="215597" y="2397"/>
                  </a:lnTo>
                  <a:lnTo>
                    <a:pt x="336431" y="0"/>
                  </a:lnTo>
                  <a:lnTo>
                    <a:pt x="472663" y="23601"/>
                  </a:lnTo>
                  <a:lnTo>
                    <a:pt x="643859" y="302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l2642"/>
            <p:cNvSpPr/>
            <p:nvPr/>
          </p:nvSpPr>
          <p:spPr>
            <a:xfrm>
              <a:off x="11067351" y="6654256"/>
              <a:ext cx="143116" cy="16689"/>
            </a:xfrm>
            <a:custGeom>
              <a:avLst/>
              <a:pathLst>
                <a:path w="143116" h="16689">
                  <a:moveTo>
                    <a:pt x="0" y="0"/>
                  </a:moveTo>
                  <a:lnTo>
                    <a:pt x="143116" y="166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l2643"/>
            <p:cNvSpPr/>
            <p:nvPr/>
          </p:nvSpPr>
          <p:spPr>
            <a:xfrm>
              <a:off x="11067351" y="6541820"/>
              <a:ext cx="149637" cy="91648"/>
            </a:xfrm>
            <a:custGeom>
              <a:avLst/>
              <a:pathLst>
                <a:path w="149637" h="91648">
                  <a:moveTo>
                    <a:pt x="0" y="91648"/>
                  </a:moveTo>
                  <a:lnTo>
                    <a:pt x="14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l2644"/>
            <p:cNvSpPr/>
            <p:nvPr/>
          </p:nvSpPr>
          <p:spPr>
            <a:xfrm>
              <a:off x="11067351" y="6642393"/>
              <a:ext cx="398007" cy="43313"/>
            </a:xfrm>
            <a:custGeom>
              <a:avLst/>
              <a:pathLst>
                <a:path w="398007" h="43313">
                  <a:moveTo>
                    <a:pt x="0" y="3872"/>
                  </a:moveTo>
                  <a:lnTo>
                    <a:pt x="150876" y="0"/>
                  </a:lnTo>
                  <a:lnTo>
                    <a:pt x="264855" y="39755"/>
                  </a:lnTo>
                  <a:lnTo>
                    <a:pt x="398007" y="433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l2645"/>
            <p:cNvSpPr/>
            <p:nvPr/>
          </p:nvSpPr>
          <p:spPr>
            <a:xfrm>
              <a:off x="11067351" y="6681685"/>
              <a:ext cx="232971" cy="13661"/>
            </a:xfrm>
            <a:custGeom>
              <a:avLst/>
              <a:pathLst>
                <a:path w="232971" h="13661">
                  <a:moveTo>
                    <a:pt x="0" y="0"/>
                  </a:moveTo>
                  <a:lnTo>
                    <a:pt x="232971" y="136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l2646"/>
            <p:cNvSpPr/>
            <p:nvPr/>
          </p:nvSpPr>
          <p:spPr>
            <a:xfrm>
              <a:off x="11067351" y="6639385"/>
              <a:ext cx="216431" cy="7458"/>
            </a:xfrm>
            <a:custGeom>
              <a:avLst/>
              <a:pathLst>
                <a:path w="216431" h="7458">
                  <a:moveTo>
                    <a:pt x="0" y="7458"/>
                  </a:moveTo>
                  <a:lnTo>
                    <a:pt x="2164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l2647"/>
            <p:cNvSpPr/>
            <p:nvPr/>
          </p:nvSpPr>
          <p:spPr>
            <a:xfrm>
              <a:off x="11067351" y="6649158"/>
              <a:ext cx="399151" cy="16994"/>
            </a:xfrm>
            <a:custGeom>
              <a:avLst/>
              <a:pathLst>
                <a:path w="399151" h="16994">
                  <a:moveTo>
                    <a:pt x="0" y="398"/>
                  </a:moveTo>
                  <a:lnTo>
                    <a:pt x="134296" y="16994"/>
                  </a:lnTo>
                  <a:lnTo>
                    <a:pt x="269912" y="0"/>
                  </a:lnTo>
                  <a:lnTo>
                    <a:pt x="399151" y="119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l2648"/>
            <p:cNvSpPr/>
            <p:nvPr/>
          </p:nvSpPr>
          <p:spPr>
            <a:xfrm>
              <a:off x="11067351" y="6644852"/>
              <a:ext cx="331032" cy="1177"/>
            </a:xfrm>
            <a:custGeom>
              <a:avLst/>
              <a:pathLst>
                <a:path w="331032" h="1177">
                  <a:moveTo>
                    <a:pt x="0" y="361"/>
                  </a:moveTo>
                  <a:lnTo>
                    <a:pt x="199275" y="1177"/>
                  </a:lnTo>
                  <a:lnTo>
                    <a:pt x="3310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l2649"/>
            <p:cNvSpPr/>
            <p:nvPr/>
          </p:nvSpPr>
          <p:spPr>
            <a:xfrm>
              <a:off x="11067351" y="6660723"/>
              <a:ext cx="140398" cy="819"/>
            </a:xfrm>
            <a:custGeom>
              <a:avLst/>
              <a:pathLst>
                <a:path w="140398" h="819">
                  <a:moveTo>
                    <a:pt x="0" y="0"/>
                  </a:moveTo>
                  <a:lnTo>
                    <a:pt x="140398" y="8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l2650"/>
            <p:cNvSpPr/>
            <p:nvPr/>
          </p:nvSpPr>
          <p:spPr>
            <a:xfrm>
              <a:off x="11067351" y="6629447"/>
              <a:ext cx="204891" cy="9267"/>
            </a:xfrm>
            <a:custGeom>
              <a:avLst/>
              <a:pathLst>
                <a:path w="204891" h="9267">
                  <a:moveTo>
                    <a:pt x="0" y="9267"/>
                  </a:moveTo>
                  <a:lnTo>
                    <a:pt x="2048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l2651"/>
            <p:cNvSpPr/>
            <p:nvPr/>
          </p:nvSpPr>
          <p:spPr>
            <a:xfrm>
              <a:off x="11067351" y="6558598"/>
              <a:ext cx="209058" cy="82332"/>
            </a:xfrm>
            <a:custGeom>
              <a:avLst/>
              <a:pathLst>
                <a:path w="209058" h="82332">
                  <a:moveTo>
                    <a:pt x="0" y="81323"/>
                  </a:moveTo>
                  <a:lnTo>
                    <a:pt x="69324" y="82332"/>
                  </a:lnTo>
                  <a:lnTo>
                    <a:pt x="140398" y="0"/>
                  </a:lnTo>
                  <a:lnTo>
                    <a:pt x="209058" y="784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l2652"/>
            <p:cNvSpPr/>
            <p:nvPr/>
          </p:nvSpPr>
          <p:spPr>
            <a:xfrm>
              <a:off x="11067351" y="6632509"/>
              <a:ext cx="71641" cy="5420"/>
            </a:xfrm>
            <a:custGeom>
              <a:avLst/>
              <a:pathLst>
                <a:path w="71641" h="5420">
                  <a:moveTo>
                    <a:pt x="0" y="0"/>
                  </a:moveTo>
                  <a:lnTo>
                    <a:pt x="71641" y="54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l2653"/>
            <p:cNvSpPr/>
            <p:nvPr/>
          </p:nvSpPr>
          <p:spPr>
            <a:xfrm>
              <a:off x="11067351" y="6520744"/>
              <a:ext cx="610182" cy="106444"/>
            </a:xfrm>
            <a:custGeom>
              <a:avLst/>
              <a:pathLst>
                <a:path w="610182" h="106444">
                  <a:moveTo>
                    <a:pt x="0" y="106444"/>
                  </a:moveTo>
                  <a:lnTo>
                    <a:pt x="200218" y="86348"/>
                  </a:lnTo>
                  <a:lnTo>
                    <a:pt x="322863" y="55147"/>
                  </a:lnTo>
                  <a:lnTo>
                    <a:pt x="468696" y="43923"/>
                  </a:lnTo>
                  <a:lnTo>
                    <a:pt x="6101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l2654"/>
            <p:cNvSpPr/>
            <p:nvPr/>
          </p:nvSpPr>
          <p:spPr>
            <a:xfrm>
              <a:off x="11067351" y="6652484"/>
              <a:ext cx="131780" cy="1065"/>
            </a:xfrm>
            <a:custGeom>
              <a:avLst/>
              <a:pathLst>
                <a:path w="131780" h="1065">
                  <a:moveTo>
                    <a:pt x="0" y="0"/>
                  </a:moveTo>
                  <a:lnTo>
                    <a:pt x="131780" y="10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l2655"/>
            <p:cNvSpPr/>
            <p:nvPr/>
          </p:nvSpPr>
          <p:spPr>
            <a:xfrm>
              <a:off x="11067351" y="6643055"/>
              <a:ext cx="163405" cy="42310"/>
            </a:xfrm>
            <a:custGeom>
              <a:avLst/>
              <a:pathLst>
                <a:path w="163405" h="42310">
                  <a:moveTo>
                    <a:pt x="0" y="0"/>
                  </a:moveTo>
                  <a:lnTo>
                    <a:pt x="163405" y="423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l2656"/>
            <p:cNvSpPr/>
            <p:nvPr/>
          </p:nvSpPr>
          <p:spPr>
            <a:xfrm>
              <a:off x="11067351" y="6654777"/>
              <a:ext cx="357609" cy="8117"/>
            </a:xfrm>
            <a:custGeom>
              <a:avLst/>
              <a:pathLst>
                <a:path w="357609" h="8117">
                  <a:moveTo>
                    <a:pt x="0" y="0"/>
                  </a:moveTo>
                  <a:lnTo>
                    <a:pt x="357609" y="81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l2657"/>
            <p:cNvSpPr/>
            <p:nvPr/>
          </p:nvSpPr>
          <p:spPr>
            <a:xfrm>
              <a:off x="11067351" y="6647574"/>
              <a:ext cx="127646" cy="10367"/>
            </a:xfrm>
            <a:custGeom>
              <a:avLst/>
              <a:pathLst>
                <a:path w="127646" h="10367">
                  <a:moveTo>
                    <a:pt x="0" y="0"/>
                  </a:moveTo>
                  <a:lnTo>
                    <a:pt x="127646" y="103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l2658"/>
            <p:cNvSpPr/>
            <p:nvPr/>
          </p:nvSpPr>
          <p:spPr>
            <a:xfrm>
              <a:off x="11067351" y="6640237"/>
              <a:ext cx="163405" cy="252"/>
            </a:xfrm>
            <a:custGeom>
              <a:avLst/>
              <a:pathLst>
                <a:path w="163405" h="252">
                  <a:moveTo>
                    <a:pt x="0" y="0"/>
                  </a:moveTo>
                  <a:lnTo>
                    <a:pt x="163405" y="2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l2659"/>
            <p:cNvSpPr/>
            <p:nvPr/>
          </p:nvSpPr>
          <p:spPr>
            <a:xfrm>
              <a:off x="11533837" y="6657085"/>
              <a:ext cx="134344" cy="8627"/>
            </a:xfrm>
            <a:custGeom>
              <a:avLst/>
              <a:pathLst>
                <a:path w="134344" h="8627">
                  <a:moveTo>
                    <a:pt x="0" y="8627"/>
                  </a:moveTo>
                  <a:lnTo>
                    <a:pt x="1343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l2660"/>
            <p:cNvSpPr/>
            <p:nvPr/>
          </p:nvSpPr>
          <p:spPr>
            <a:xfrm>
              <a:off x="11335105" y="6611656"/>
              <a:ext cx="263406" cy="33060"/>
            </a:xfrm>
            <a:custGeom>
              <a:avLst/>
              <a:pathLst>
                <a:path w="263406" h="33060">
                  <a:moveTo>
                    <a:pt x="0" y="33060"/>
                  </a:moveTo>
                  <a:lnTo>
                    <a:pt x="131521" y="12989"/>
                  </a:lnTo>
                  <a:lnTo>
                    <a:pt x="26340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l2661"/>
            <p:cNvSpPr/>
            <p:nvPr/>
          </p:nvSpPr>
          <p:spPr>
            <a:xfrm>
              <a:off x="11067351" y="6622688"/>
              <a:ext cx="134239" cy="25087"/>
            </a:xfrm>
            <a:custGeom>
              <a:avLst/>
              <a:pathLst>
                <a:path w="134239" h="25087">
                  <a:moveTo>
                    <a:pt x="0" y="0"/>
                  </a:moveTo>
                  <a:lnTo>
                    <a:pt x="134239" y="250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l2662"/>
            <p:cNvSpPr/>
            <p:nvPr/>
          </p:nvSpPr>
          <p:spPr>
            <a:xfrm>
              <a:off x="11215609" y="6634329"/>
              <a:ext cx="244619" cy="8754"/>
            </a:xfrm>
            <a:custGeom>
              <a:avLst/>
              <a:pathLst>
                <a:path w="244619" h="8754">
                  <a:moveTo>
                    <a:pt x="0" y="8754"/>
                  </a:moveTo>
                  <a:lnTo>
                    <a:pt x="54459" y="4004"/>
                  </a:lnTo>
                  <a:lnTo>
                    <a:pt x="129640" y="4965"/>
                  </a:lnTo>
                  <a:lnTo>
                    <a:pt x="2446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l2663"/>
            <p:cNvSpPr/>
            <p:nvPr/>
          </p:nvSpPr>
          <p:spPr>
            <a:xfrm>
              <a:off x="11067351" y="6627358"/>
              <a:ext cx="199094" cy="8814"/>
            </a:xfrm>
            <a:custGeom>
              <a:avLst/>
              <a:pathLst>
                <a:path w="199094" h="8814">
                  <a:moveTo>
                    <a:pt x="0" y="0"/>
                  </a:moveTo>
                  <a:lnTo>
                    <a:pt x="199094" y="88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l2664"/>
            <p:cNvSpPr/>
            <p:nvPr/>
          </p:nvSpPr>
          <p:spPr>
            <a:xfrm>
              <a:off x="11067351" y="6599282"/>
              <a:ext cx="136232" cy="37924"/>
            </a:xfrm>
            <a:custGeom>
              <a:avLst/>
              <a:pathLst>
                <a:path w="136232" h="37924">
                  <a:moveTo>
                    <a:pt x="0" y="37924"/>
                  </a:moveTo>
                  <a:lnTo>
                    <a:pt x="66203" y="13651"/>
                  </a:lnTo>
                  <a:lnTo>
                    <a:pt x="1362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l2665"/>
            <p:cNvSpPr/>
            <p:nvPr/>
          </p:nvSpPr>
          <p:spPr>
            <a:xfrm>
              <a:off x="11734380" y="6651510"/>
              <a:ext cx="131521" cy="25168"/>
            </a:xfrm>
            <a:custGeom>
              <a:avLst/>
              <a:pathLst>
                <a:path w="131521" h="25168">
                  <a:moveTo>
                    <a:pt x="0" y="0"/>
                  </a:moveTo>
                  <a:lnTo>
                    <a:pt x="131521" y="251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l2666"/>
            <p:cNvSpPr/>
            <p:nvPr/>
          </p:nvSpPr>
          <p:spPr>
            <a:xfrm>
              <a:off x="11067351" y="6643970"/>
              <a:ext cx="145652" cy="12112"/>
            </a:xfrm>
            <a:custGeom>
              <a:avLst/>
              <a:pathLst>
                <a:path w="145652" h="12112">
                  <a:moveTo>
                    <a:pt x="0" y="0"/>
                  </a:moveTo>
                  <a:lnTo>
                    <a:pt x="145652" y="121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l2667"/>
            <p:cNvSpPr/>
            <p:nvPr/>
          </p:nvSpPr>
          <p:spPr>
            <a:xfrm>
              <a:off x="11209204" y="6664183"/>
              <a:ext cx="130589" cy="3475"/>
            </a:xfrm>
            <a:custGeom>
              <a:avLst/>
              <a:pathLst>
                <a:path w="130589" h="3475">
                  <a:moveTo>
                    <a:pt x="0" y="0"/>
                  </a:moveTo>
                  <a:lnTo>
                    <a:pt x="130589" y="34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l2668"/>
            <p:cNvSpPr/>
            <p:nvPr/>
          </p:nvSpPr>
          <p:spPr>
            <a:xfrm>
              <a:off x="11067351" y="6649782"/>
              <a:ext cx="263949" cy="14560"/>
            </a:xfrm>
            <a:custGeom>
              <a:avLst/>
              <a:pathLst>
                <a:path w="263949" h="14560">
                  <a:moveTo>
                    <a:pt x="0" y="0"/>
                  </a:moveTo>
                  <a:lnTo>
                    <a:pt x="149914" y="14560"/>
                  </a:lnTo>
                  <a:lnTo>
                    <a:pt x="263949" y="71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l2669"/>
            <p:cNvSpPr/>
            <p:nvPr/>
          </p:nvSpPr>
          <p:spPr>
            <a:xfrm>
              <a:off x="11067351" y="6646825"/>
              <a:ext cx="309036" cy="4600"/>
            </a:xfrm>
            <a:custGeom>
              <a:avLst/>
              <a:pathLst>
                <a:path w="309036" h="4600">
                  <a:moveTo>
                    <a:pt x="0" y="0"/>
                  </a:moveTo>
                  <a:lnTo>
                    <a:pt x="309036" y="46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l2670"/>
            <p:cNvSpPr/>
            <p:nvPr/>
          </p:nvSpPr>
          <p:spPr>
            <a:xfrm>
              <a:off x="11067351" y="6649474"/>
              <a:ext cx="338494" cy="34100"/>
            </a:xfrm>
            <a:custGeom>
              <a:avLst/>
              <a:pathLst>
                <a:path w="338494" h="34100">
                  <a:moveTo>
                    <a:pt x="0" y="0"/>
                  </a:moveTo>
                  <a:lnTo>
                    <a:pt x="146014" y="22043"/>
                  </a:lnTo>
                  <a:lnTo>
                    <a:pt x="338494" y="341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l2671"/>
            <p:cNvSpPr/>
            <p:nvPr/>
          </p:nvSpPr>
          <p:spPr>
            <a:xfrm>
              <a:off x="11205619" y="6653390"/>
              <a:ext cx="268106" cy="42786"/>
            </a:xfrm>
            <a:custGeom>
              <a:avLst/>
              <a:pathLst>
                <a:path w="268106" h="42786">
                  <a:moveTo>
                    <a:pt x="0" y="0"/>
                  </a:moveTo>
                  <a:lnTo>
                    <a:pt x="135283" y="31855"/>
                  </a:lnTo>
                  <a:lnTo>
                    <a:pt x="268106" y="427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l2672"/>
            <p:cNvSpPr/>
            <p:nvPr/>
          </p:nvSpPr>
          <p:spPr>
            <a:xfrm>
              <a:off x="11067351" y="6629150"/>
              <a:ext cx="234782" cy="12380"/>
            </a:xfrm>
            <a:custGeom>
              <a:avLst/>
              <a:pathLst>
                <a:path w="234782" h="12380">
                  <a:moveTo>
                    <a:pt x="0" y="12380"/>
                  </a:moveTo>
                  <a:lnTo>
                    <a:pt x="2347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l2673"/>
            <p:cNvSpPr/>
            <p:nvPr/>
          </p:nvSpPr>
          <p:spPr>
            <a:xfrm>
              <a:off x="11233400" y="6626336"/>
              <a:ext cx="242090" cy="7978"/>
            </a:xfrm>
            <a:custGeom>
              <a:avLst/>
              <a:pathLst>
                <a:path w="242090" h="7978">
                  <a:moveTo>
                    <a:pt x="0" y="7060"/>
                  </a:moveTo>
                  <a:lnTo>
                    <a:pt x="98806" y="7978"/>
                  </a:lnTo>
                  <a:lnTo>
                    <a:pt x="2420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l2674"/>
            <p:cNvSpPr/>
            <p:nvPr/>
          </p:nvSpPr>
          <p:spPr>
            <a:xfrm>
              <a:off x="11067351" y="6628884"/>
              <a:ext cx="145833" cy="6356"/>
            </a:xfrm>
            <a:custGeom>
              <a:avLst/>
              <a:pathLst>
                <a:path w="145833" h="6356">
                  <a:moveTo>
                    <a:pt x="0" y="6356"/>
                  </a:moveTo>
                  <a:lnTo>
                    <a:pt x="1458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l2675"/>
            <p:cNvSpPr/>
            <p:nvPr/>
          </p:nvSpPr>
          <p:spPr>
            <a:xfrm>
              <a:off x="11067351" y="6656145"/>
              <a:ext cx="411791" cy="32951"/>
            </a:xfrm>
            <a:custGeom>
              <a:avLst/>
              <a:pathLst>
                <a:path w="411791" h="32951">
                  <a:moveTo>
                    <a:pt x="0" y="0"/>
                  </a:moveTo>
                  <a:lnTo>
                    <a:pt x="136790" y="18917"/>
                  </a:lnTo>
                  <a:lnTo>
                    <a:pt x="309117" y="32951"/>
                  </a:lnTo>
                  <a:lnTo>
                    <a:pt x="411791" y="266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l2676"/>
            <p:cNvSpPr/>
            <p:nvPr/>
          </p:nvSpPr>
          <p:spPr>
            <a:xfrm>
              <a:off x="11067351" y="6633309"/>
              <a:ext cx="67175" cy="4905"/>
            </a:xfrm>
            <a:custGeom>
              <a:avLst/>
              <a:pathLst>
                <a:path w="67175" h="4905">
                  <a:moveTo>
                    <a:pt x="0" y="0"/>
                  </a:moveTo>
                  <a:lnTo>
                    <a:pt x="67175" y="49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l2677"/>
            <p:cNvSpPr/>
            <p:nvPr/>
          </p:nvSpPr>
          <p:spPr>
            <a:xfrm>
              <a:off x="11067351" y="6648885"/>
              <a:ext cx="384239" cy="9773"/>
            </a:xfrm>
            <a:custGeom>
              <a:avLst/>
              <a:pathLst>
                <a:path w="384239" h="9773">
                  <a:moveTo>
                    <a:pt x="0" y="0"/>
                  </a:moveTo>
                  <a:lnTo>
                    <a:pt x="82427" y="4912"/>
                  </a:lnTo>
                  <a:lnTo>
                    <a:pt x="384239" y="97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l2678"/>
            <p:cNvSpPr/>
            <p:nvPr/>
          </p:nvSpPr>
          <p:spPr>
            <a:xfrm>
              <a:off x="11067351" y="6664109"/>
              <a:ext cx="199094" cy="3034"/>
            </a:xfrm>
            <a:custGeom>
              <a:avLst/>
              <a:pathLst>
                <a:path w="199094" h="3034">
                  <a:moveTo>
                    <a:pt x="0" y="0"/>
                  </a:moveTo>
                  <a:lnTo>
                    <a:pt x="199094" y="30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l2679"/>
            <p:cNvSpPr/>
            <p:nvPr/>
          </p:nvSpPr>
          <p:spPr>
            <a:xfrm>
              <a:off x="11067351" y="6646446"/>
              <a:ext cx="385296" cy="8149"/>
            </a:xfrm>
            <a:custGeom>
              <a:avLst/>
              <a:pathLst>
                <a:path w="385296" h="8149">
                  <a:moveTo>
                    <a:pt x="0" y="0"/>
                  </a:moveTo>
                  <a:lnTo>
                    <a:pt x="212681" y="2036"/>
                  </a:lnTo>
                  <a:lnTo>
                    <a:pt x="385296" y="81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l2680"/>
            <p:cNvSpPr/>
            <p:nvPr/>
          </p:nvSpPr>
          <p:spPr>
            <a:xfrm>
              <a:off x="11292894" y="6611685"/>
              <a:ext cx="247282" cy="10845"/>
            </a:xfrm>
            <a:custGeom>
              <a:avLst/>
              <a:pathLst>
                <a:path w="247282" h="10845">
                  <a:moveTo>
                    <a:pt x="0" y="10845"/>
                  </a:moveTo>
                  <a:lnTo>
                    <a:pt x="117351" y="7408"/>
                  </a:lnTo>
                  <a:lnTo>
                    <a:pt x="247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1"/>
            <p:cNvSpPr/>
            <p:nvPr/>
          </p:nvSpPr>
          <p:spPr>
            <a:xfrm>
              <a:off x="11067351" y="6624311"/>
              <a:ext cx="402536" cy="31360"/>
            </a:xfrm>
            <a:custGeom>
              <a:avLst/>
              <a:pathLst>
                <a:path w="402536" h="31360">
                  <a:moveTo>
                    <a:pt x="0" y="0"/>
                  </a:moveTo>
                  <a:lnTo>
                    <a:pt x="136775" y="31360"/>
                  </a:lnTo>
                  <a:lnTo>
                    <a:pt x="266123" y="14295"/>
                  </a:lnTo>
                  <a:lnTo>
                    <a:pt x="402536" y="182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l2682"/>
            <p:cNvSpPr/>
            <p:nvPr/>
          </p:nvSpPr>
          <p:spPr>
            <a:xfrm>
              <a:off x="11067351" y="6635336"/>
              <a:ext cx="257246" cy="34454"/>
            </a:xfrm>
            <a:custGeom>
              <a:avLst/>
              <a:pathLst>
                <a:path w="257246" h="34454">
                  <a:moveTo>
                    <a:pt x="0" y="4180"/>
                  </a:moveTo>
                  <a:lnTo>
                    <a:pt x="134669" y="0"/>
                  </a:lnTo>
                  <a:lnTo>
                    <a:pt x="257246" y="344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l2683"/>
            <p:cNvSpPr/>
            <p:nvPr/>
          </p:nvSpPr>
          <p:spPr>
            <a:xfrm>
              <a:off x="11067351" y="6668989"/>
              <a:ext cx="274637" cy="15563"/>
            </a:xfrm>
            <a:custGeom>
              <a:avLst/>
              <a:pathLst>
                <a:path w="274637" h="15563">
                  <a:moveTo>
                    <a:pt x="0" y="0"/>
                  </a:moveTo>
                  <a:lnTo>
                    <a:pt x="274637" y="155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l2684"/>
            <p:cNvSpPr/>
            <p:nvPr/>
          </p:nvSpPr>
          <p:spPr>
            <a:xfrm>
              <a:off x="11067351" y="6668009"/>
              <a:ext cx="136449" cy="12750"/>
            </a:xfrm>
            <a:custGeom>
              <a:avLst/>
              <a:pathLst>
                <a:path w="136449" h="12750">
                  <a:moveTo>
                    <a:pt x="0" y="0"/>
                  </a:moveTo>
                  <a:lnTo>
                    <a:pt x="136449" y="127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l2685"/>
            <p:cNvSpPr/>
            <p:nvPr/>
          </p:nvSpPr>
          <p:spPr>
            <a:xfrm>
              <a:off x="11282206" y="6637942"/>
              <a:ext cx="204348" cy="2713"/>
            </a:xfrm>
            <a:custGeom>
              <a:avLst/>
              <a:pathLst>
                <a:path w="204348" h="2713">
                  <a:moveTo>
                    <a:pt x="0" y="0"/>
                  </a:moveTo>
                  <a:lnTo>
                    <a:pt x="204348" y="27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l2686"/>
            <p:cNvSpPr/>
            <p:nvPr/>
          </p:nvSpPr>
          <p:spPr>
            <a:xfrm>
              <a:off x="11067351" y="6663026"/>
              <a:ext cx="144521" cy="26820"/>
            </a:xfrm>
            <a:custGeom>
              <a:avLst/>
              <a:pathLst>
                <a:path w="144521" h="26820">
                  <a:moveTo>
                    <a:pt x="0" y="0"/>
                  </a:moveTo>
                  <a:lnTo>
                    <a:pt x="144521" y="268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l2687"/>
            <p:cNvSpPr/>
            <p:nvPr/>
          </p:nvSpPr>
          <p:spPr>
            <a:xfrm>
              <a:off x="11067351" y="6665991"/>
              <a:ext cx="351921" cy="28298"/>
            </a:xfrm>
            <a:custGeom>
              <a:avLst/>
              <a:pathLst>
                <a:path w="351921" h="28298">
                  <a:moveTo>
                    <a:pt x="0" y="0"/>
                  </a:moveTo>
                  <a:lnTo>
                    <a:pt x="351921" y="282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l2688"/>
            <p:cNvSpPr/>
            <p:nvPr/>
          </p:nvSpPr>
          <p:spPr>
            <a:xfrm>
              <a:off x="11067351" y="6651108"/>
              <a:ext cx="140398" cy="12866"/>
            </a:xfrm>
            <a:custGeom>
              <a:avLst/>
              <a:pathLst>
                <a:path w="140398" h="12866">
                  <a:moveTo>
                    <a:pt x="0" y="0"/>
                  </a:moveTo>
                  <a:lnTo>
                    <a:pt x="140398" y="128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l2689"/>
            <p:cNvSpPr/>
            <p:nvPr/>
          </p:nvSpPr>
          <p:spPr>
            <a:xfrm>
              <a:off x="11067351" y="6660454"/>
              <a:ext cx="138167" cy="17240"/>
            </a:xfrm>
            <a:custGeom>
              <a:avLst/>
              <a:pathLst>
                <a:path w="138167" h="17240">
                  <a:moveTo>
                    <a:pt x="0" y="0"/>
                  </a:moveTo>
                  <a:lnTo>
                    <a:pt x="138167" y="172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l2690"/>
            <p:cNvSpPr/>
            <p:nvPr/>
          </p:nvSpPr>
          <p:spPr>
            <a:xfrm>
              <a:off x="11067351" y="6638351"/>
              <a:ext cx="270833" cy="52122"/>
            </a:xfrm>
            <a:custGeom>
              <a:avLst/>
              <a:pathLst>
                <a:path w="270833" h="52122">
                  <a:moveTo>
                    <a:pt x="0" y="0"/>
                  </a:moveTo>
                  <a:lnTo>
                    <a:pt x="132858" y="1236"/>
                  </a:lnTo>
                  <a:lnTo>
                    <a:pt x="270833" y="521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l2691"/>
            <p:cNvSpPr/>
            <p:nvPr/>
          </p:nvSpPr>
          <p:spPr>
            <a:xfrm>
              <a:off x="11067351" y="6628581"/>
              <a:ext cx="598147" cy="20896"/>
            </a:xfrm>
            <a:custGeom>
              <a:avLst/>
              <a:pathLst>
                <a:path w="598147" h="20896">
                  <a:moveTo>
                    <a:pt x="0" y="16415"/>
                  </a:moveTo>
                  <a:lnTo>
                    <a:pt x="196516" y="20314"/>
                  </a:lnTo>
                  <a:lnTo>
                    <a:pt x="332385" y="0"/>
                  </a:lnTo>
                  <a:lnTo>
                    <a:pt x="464270" y="20896"/>
                  </a:lnTo>
                  <a:lnTo>
                    <a:pt x="598147" y="103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l2692"/>
            <p:cNvSpPr/>
            <p:nvPr/>
          </p:nvSpPr>
          <p:spPr>
            <a:xfrm>
              <a:off x="11067351" y="6628286"/>
              <a:ext cx="345833" cy="36994"/>
            </a:xfrm>
            <a:custGeom>
              <a:avLst/>
              <a:pathLst>
                <a:path w="345833" h="36994">
                  <a:moveTo>
                    <a:pt x="0" y="25037"/>
                  </a:moveTo>
                  <a:lnTo>
                    <a:pt x="143116" y="0"/>
                  </a:lnTo>
                  <a:lnTo>
                    <a:pt x="345833" y="369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l2693"/>
            <p:cNvSpPr/>
            <p:nvPr/>
          </p:nvSpPr>
          <p:spPr>
            <a:xfrm>
              <a:off x="11067351" y="6638431"/>
              <a:ext cx="429529" cy="39622"/>
            </a:xfrm>
            <a:custGeom>
              <a:avLst/>
              <a:pathLst>
                <a:path w="429529" h="39622">
                  <a:moveTo>
                    <a:pt x="0" y="0"/>
                  </a:moveTo>
                  <a:lnTo>
                    <a:pt x="146014" y="2407"/>
                  </a:lnTo>
                  <a:lnTo>
                    <a:pt x="277536" y="28115"/>
                  </a:lnTo>
                  <a:lnTo>
                    <a:pt x="429529" y="396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l2694"/>
            <p:cNvSpPr/>
            <p:nvPr/>
          </p:nvSpPr>
          <p:spPr>
            <a:xfrm>
              <a:off x="11067351" y="6633337"/>
              <a:ext cx="628442" cy="29695"/>
            </a:xfrm>
            <a:custGeom>
              <a:avLst/>
              <a:pathLst>
                <a:path w="628442" h="29695">
                  <a:moveTo>
                    <a:pt x="0" y="8156"/>
                  </a:moveTo>
                  <a:lnTo>
                    <a:pt x="203261" y="360"/>
                  </a:lnTo>
                  <a:lnTo>
                    <a:pt x="342049" y="292"/>
                  </a:lnTo>
                  <a:lnTo>
                    <a:pt x="456159" y="0"/>
                  </a:lnTo>
                  <a:lnTo>
                    <a:pt x="628442" y="296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l2695"/>
            <p:cNvSpPr/>
            <p:nvPr/>
          </p:nvSpPr>
          <p:spPr>
            <a:xfrm>
              <a:off x="11334742" y="6657242"/>
              <a:ext cx="132971" cy="27468"/>
            </a:xfrm>
            <a:custGeom>
              <a:avLst/>
              <a:pathLst>
                <a:path w="132971" h="27468">
                  <a:moveTo>
                    <a:pt x="0" y="0"/>
                  </a:moveTo>
                  <a:lnTo>
                    <a:pt x="132971" y="274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l2696"/>
            <p:cNvSpPr/>
            <p:nvPr/>
          </p:nvSpPr>
          <p:spPr>
            <a:xfrm>
              <a:off x="11067351" y="6648969"/>
              <a:ext cx="932247" cy="6753"/>
            </a:xfrm>
            <a:custGeom>
              <a:avLst/>
              <a:pathLst>
                <a:path w="932247" h="6753">
                  <a:moveTo>
                    <a:pt x="0" y="0"/>
                  </a:moveTo>
                  <a:lnTo>
                    <a:pt x="9416" y="68"/>
                  </a:lnTo>
                  <a:lnTo>
                    <a:pt x="18833" y="136"/>
                  </a:lnTo>
                  <a:lnTo>
                    <a:pt x="28249" y="204"/>
                  </a:lnTo>
                  <a:lnTo>
                    <a:pt x="37666" y="272"/>
                  </a:lnTo>
                  <a:lnTo>
                    <a:pt x="47083" y="341"/>
                  </a:lnTo>
                  <a:lnTo>
                    <a:pt x="56499" y="409"/>
                  </a:lnTo>
                  <a:lnTo>
                    <a:pt x="65916" y="477"/>
                  </a:lnTo>
                  <a:lnTo>
                    <a:pt x="75333" y="545"/>
                  </a:lnTo>
                  <a:lnTo>
                    <a:pt x="84749" y="613"/>
                  </a:lnTo>
                  <a:lnTo>
                    <a:pt x="94166" y="682"/>
                  </a:lnTo>
                  <a:lnTo>
                    <a:pt x="103583" y="750"/>
                  </a:lnTo>
                  <a:lnTo>
                    <a:pt x="112999" y="818"/>
                  </a:lnTo>
                  <a:lnTo>
                    <a:pt x="122416" y="886"/>
                  </a:lnTo>
                  <a:lnTo>
                    <a:pt x="131832" y="954"/>
                  </a:lnTo>
                  <a:lnTo>
                    <a:pt x="141249" y="1023"/>
                  </a:lnTo>
                  <a:lnTo>
                    <a:pt x="150666" y="1091"/>
                  </a:lnTo>
                  <a:lnTo>
                    <a:pt x="160082" y="1159"/>
                  </a:lnTo>
                  <a:lnTo>
                    <a:pt x="169499" y="1227"/>
                  </a:lnTo>
                  <a:lnTo>
                    <a:pt x="178916" y="1296"/>
                  </a:lnTo>
                  <a:lnTo>
                    <a:pt x="188332" y="1364"/>
                  </a:lnTo>
                  <a:lnTo>
                    <a:pt x="197749" y="1432"/>
                  </a:lnTo>
                  <a:lnTo>
                    <a:pt x="207166" y="1500"/>
                  </a:lnTo>
                  <a:lnTo>
                    <a:pt x="216582" y="1568"/>
                  </a:lnTo>
                  <a:lnTo>
                    <a:pt x="225999" y="1637"/>
                  </a:lnTo>
                  <a:lnTo>
                    <a:pt x="235416" y="1705"/>
                  </a:lnTo>
                  <a:lnTo>
                    <a:pt x="244832" y="1773"/>
                  </a:lnTo>
                  <a:lnTo>
                    <a:pt x="254249" y="1841"/>
                  </a:lnTo>
                  <a:lnTo>
                    <a:pt x="263665" y="1909"/>
                  </a:lnTo>
                  <a:lnTo>
                    <a:pt x="273082" y="1978"/>
                  </a:lnTo>
                  <a:lnTo>
                    <a:pt x="282499" y="2046"/>
                  </a:lnTo>
                  <a:lnTo>
                    <a:pt x="291915" y="2114"/>
                  </a:lnTo>
                  <a:lnTo>
                    <a:pt x="301332" y="2182"/>
                  </a:lnTo>
                  <a:lnTo>
                    <a:pt x="310749" y="2251"/>
                  </a:lnTo>
                  <a:lnTo>
                    <a:pt x="320165" y="2319"/>
                  </a:lnTo>
                  <a:lnTo>
                    <a:pt x="329582" y="2387"/>
                  </a:lnTo>
                  <a:lnTo>
                    <a:pt x="338999" y="2455"/>
                  </a:lnTo>
                  <a:lnTo>
                    <a:pt x="348415" y="2523"/>
                  </a:lnTo>
                  <a:lnTo>
                    <a:pt x="357832" y="2592"/>
                  </a:lnTo>
                  <a:lnTo>
                    <a:pt x="367248" y="2660"/>
                  </a:lnTo>
                  <a:lnTo>
                    <a:pt x="376665" y="2728"/>
                  </a:lnTo>
                  <a:lnTo>
                    <a:pt x="386082" y="2796"/>
                  </a:lnTo>
                  <a:lnTo>
                    <a:pt x="395498" y="2864"/>
                  </a:lnTo>
                  <a:lnTo>
                    <a:pt x="404915" y="2933"/>
                  </a:lnTo>
                  <a:lnTo>
                    <a:pt x="414332" y="3001"/>
                  </a:lnTo>
                  <a:lnTo>
                    <a:pt x="423748" y="3069"/>
                  </a:lnTo>
                  <a:lnTo>
                    <a:pt x="433165" y="3137"/>
                  </a:lnTo>
                  <a:lnTo>
                    <a:pt x="442582" y="3206"/>
                  </a:lnTo>
                  <a:lnTo>
                    <a:pt x="451998" y="3274"/>
                  </a:lnTo>
                  <a:lnTo>
                    <a:pt x="461415" y="3342"/>
                  </a:lnTo>
                  <a:lnTo>
                    <a:pt x="470832" y="3410"/>
                  </a:lnTo>
                  <a:lnTo>
                    <a:pt x="480248" y="3478"/>
                  </a:lnTo>
                  <a:lnTo>
                    <a:pt x="489665" y="3547"/>
                  </a:lnTo>
                  <a:lnTo>
                    <a:pt x="499081" y="3615"/>
                  </a:lnTo>
                  <a:lnTo>
                    <a:pt x="508498" y="3683"/>
                  </a:lnTo>
                  <a:lnTo>
                    <a:pt x="517915" y="3751"/>
                  </a:lnTo>
                  <a:lnTo>
                    <a:pt x="527331" y="3819"/>
                  </a:lnTo>
                  <a:lnTo>
                    <a:pt x="536748" y="3888"/>
                  </a:lnTo>
                  <a:lnTo>
                    <a:pt x="546165" y="3956"/>
                  </a:lnTo>
                  <a:lnTo>
                    <a:pt x="555581" y="4024"/>
                  </a:lnTo>
                  <a:lnTo>
                    <a:pt x="564998" y="4092"/>
                  </a:lnTo>
                  <a:lnTo>
                    <a:pt x="574415" y="4161"/>
                  </a:lnTo>
                  <a:lnTo>
                    <a:pt x="583831" y="4229"/>
                  </a:lnTo>
                  <a:lnTo>
                    <a:pt x="593248" y="4297"/>
                  </a:lnTo>
                  <a:lnTo>
                    <a:pt x="602664" y="4365"/>
                  </a:lnTo>
                  <a:lnTo>
                    <a:pt x="612081" y="4433"/>
                  </a:lnTo>
                  <a:lnTo>
                    <a:pt x="621498" y="4502"/>
                  </a:lnTo>
                  <a:lnTo>
                    <a:pt x="630914" y="4570"/>
                  </a:lnTo>
                  <a:lnTo>
                    <a:pt x="640331" y="4638"/>
                  </a:lnTo>
                  <a:lnTo>
                    <a:pt x="649748" y="4706"/>
                  </a:lnTo>
                  <a:lnTo>
                    <a:pt x="659164" y="4774"/>
                  </a:lnTo>
                  <a:lnTo>
                    <a:pt x="668581" y="4843"/>
                  </a:lnTo>
                  <a:lnTo>
                    <a:pt x="677998" y="4911"/>
                  </a:lnTo>
                  <a:lnTo>
                    <a:pt x="687414" y="4979"/>
                  </a:lnTo>
                  <a:lnTo>
                    <a:pt x="696831" y="5047"/>
                  </a:lnTo>
                  <a:lnTo>
                    <a:pt x="706248" y="5116"/>
                  </a:lnTo>
                  <a:lnTo>
                    <a:pt x="715664" y="5184"/>
                  </a:lnTo>
                  <a:lnTo>
                    <a:pt x="725081" y="5252"/>
                  </a:lnTo>
                  <a:lnTo>
                    <a:pt x="734497" y="5320"/>
                  </a:lnTo>
                  <a:lnTo>
                    <a:pt x="743914" y="5388"/>
                  </a:lnTo>
                  <a:lnTo>
                    <a:pt x="753331" y="5457"/>
                  </a:lnTo>
                  <a:lnTo>
                    <a:pt x="762747" y="5525"/>
                  </a:lnTo>
                  <a:lnTo>
                    <a:pt x="772164" y="5593"/>
                  </a:lnTo>
                  <a:lnTo>
                    <a:pt x="781581" y="5661"/>
                  </a:lnTo>
                  <a:lnTo>
                    <a:pt x="790997" y="5729"/>
                  </a:lnTo>
                  <a:lnTo>
                    <a:pt x="800414" y="5798"/>
                  </a:lnTo>
                  <a:lnTo>
                    <a:pt x="809831" y="5866"/>
                  </a:lnTo>
                  <a:lnTo>
                    <a:pt x="819247" y="5934"/>
                  </a:lnTo>
                  <a:lnTo>
                    <a:pt x="828664" y="6002"/>
                  </a:lnTo>
                  <a:lnTo>
                    <a:pt x="838081" y="6070"/>
                  </a:lnTo>
                  <a:lnTo>
                    <a:pt x="847497" y="6139"/>
                  </a:lnTo>
                  <a:lnTo>
                    <a:pt x="856914" y="6207"/>
                  </a:lnTo>
                  <a:lnTo>
                    <a:pt x="866330" y="6275"/>
                  </a:lnTo>
                  <a:lnTo>
                    <a:pt x="875747" y="6343"/>
                  </a:lnTo>
                  <a:lnTo>
                    <a:pt x="885164" y="6412"/>
                  </a:lnTo>
                  <a:lnTo>
                    <a:pt x="894580" y="6480"/>
                  </a:lnTo>
                  <a:lnTo>
                    <a:pt x="903997" y="6548"/>
                  </a:lnTo>
                  <a:lnTo>
                    <a:pt x="913414" y="6616"/>
                  </a:lnTo>
                  <a:lnTo>
                    <a:pt x="922830" y="6684"/>
                  </a:lnTo>
                  <a:lnTo>
                    <a:pt x="932247" y="6753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97" name="tx2697"/>
            <p:cNvSpPr/>
            <p:nvPr/>
          </p:nvSpPr>
          <p:spPr>
            <a:xfrm>
              <a:off x="10925076" y="5439774"/>
              <a:ext cx="1074522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-0.015 Z/year</a:t>
              </a:r>
            </a:p>
          </p:txBody>
        </p:sp>
        <p:sp>
          <p:nvSpPr>
            <p:cNvPr id="2698" name="rc2698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tx2699"/>
            <p:cNvSpPr/>
            <p:nvPr/>
          </p:nvSpPr>
          <p:spPr>
            <a:xfrm>
              <a:off x="10895953" y="660350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00" name="tx2700"/>
            <p:cNvSpPr/>
            <p:nvPr/>
          </p:nvSpPr>
          <p:spPr>
            <a:xfrm>
              <a:off x="10833797" y="628038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01" name="tx2701"/>
            <p:cNvSpPr/>
            <p:nvPr/>
          </p:nvSpPr>
          <p:spPr>
            <a:xfrm>
              <a:off x="10833797" y="595726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702" name="tx2702"/>
            <p:cNvSpPr/>
            <p:nvPr/>
          </p:nvSpPr>
          <p:spPr>
            <a:xfrm>
              <a:off x="10833797" y="56340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703" name="pl2703"/>
            <p:cNvSpPr/>
            <p:nvPr/>
          </p:nvSpPr>
          <p:spPr>
            <a:xfrm>
              <a:off x="10985944" y="66452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10985944" y="63220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10985944" y="59989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10985944" y="56758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11067351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11397967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1172858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tx2710"/>
            <p:cNvSpPr/>
            <p:nvPr/>
          </p:nvSpPr>
          <p:spPr>
            <a:xfrm>
              <a:off x="11036273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11" name="tx2711"/>
            <p:cNvSpPr/>
            <p:nvPr/>
          </p:nvSpPr>
          <p:spPr>
            <a:xfrm>
              <a:off x="11366889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12" name="tx2712"/>
            <p:cNvSpPr/>
            <p:nvPr/>
          </p:nvSpPr>
          <p:spPr>
            <a:xfrm>
              <a:off x="11666428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13" name="tx2713"/>
            <p:cNvSpPr/>
            <p:nvPr/>
          </p:nvSpPr>
          <p:spPr>
            <a:xfrm>
              <a:off x="10912294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2714" name="tx2714"/>
            <p:cNvSpPr/>
            <p:nvPr/>
          </p:nvSpPr>
          <p:spPr>
            <a:xfrm rot="-5400000">
              <a:off x="10152384" y="6027779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pTau217 (Z)</a:t>
              </a:r>
            </a:p>
          </p:txBody>
        </p:sp>
        <p:sp>
          <p:nvSpPr>
            <p:cNvPr id="2715" name="rc2715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rc2716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11020738" y="8294544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11020738" y="797718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11020738" y="765982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11020738" y="734247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1123265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115632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1189389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11020738" y="845322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11020738" y="813586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11020738" y="7818507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11020738" y="7501149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l2728"/>
            <p:cNvSpPr/>
            <p:nvPr/>
          </p:nvSpPr>
          <p:spPr>
            <a:xfrm>
              <a:off x="1106735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l2729"/>
            <p:cNvSpPr/>
            <p:nvPr/>
          </p:nvSpPr>
          <p:spPr>
            <a:xfrm>
              <a:off x="11397967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l2730"/>
            <p:cNvSpPr/>
            <p:nvPr/>
          </p:nvSpPr>
          <p:spPr>
            <a:xfrm>
              <a:off x="1172858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11042525" y="8393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11240170" y="8364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11110850" y="833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11183105" y="8315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11042525" y="8031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11118515" y="8025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11176583" y="8020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11042525" y="8245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11042525" y="7782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11042525" y="8401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11183286" y="8401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11042525" y="8388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11042525" y="7745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11121148" y="7739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11278442" y="7811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11042525" y="8344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11042525" y="8298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11261851" y="8234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11443250" y="8006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11592163" y="8003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11042525" y="773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11042525" y="8213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11042525" y="8341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11042525" y="756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11042525" y="7835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11042525" y="8267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11182137" y="8203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11245362" y="8140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11042525" y="8350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11376101" y="8254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11042525" y="8379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11259373" y="8327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11042525" y="8281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11178938" y="8369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11042525" y="8366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11042525" y="744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11105931" y="7330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11118560" y="7783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11189937" y="774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11115988" y="7993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11042525" y="7893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11128728" y="7863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11264445" y="7813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11413998" y="7865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11491438" y="7904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11042525" y="7949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11042525" y="7940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11042525" y="8398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11182001" y="8347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11042525" y="7700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11042525" y="7905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11113429" y="7908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11042525" y="8318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11245242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11373285" y="8274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11505025" y="8258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11714989" y="8262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11187227" y="832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11042525" y="7584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11042525" y="8126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11108467" y="7891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11175850" y="7863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11042525" y="7696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11112578" y="7624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11042525" y="8394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11241438" y="8373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11189540" y="828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11179558" y="8196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11042525" y="7931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11121510" y="8067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11042525" y="8105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11125611" y="8110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11186728" y="8100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11042525" y="8033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11104074" y="7743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11187227" y="7713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11248096" y="7679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11042525" y="8029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11109589" y="8010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11042525" y="8220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11118612" y="8188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11042525" y="8195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11179153" y="8068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11042525" y="8214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11042525" y="7767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11176671" y="7572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11042525" y="8363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11132380" y="8346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11042525" y="8385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11042525" y="7950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11109735" y="804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11042525" y="8089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11113539" y="8046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11042525" y="8345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11197960" y="8321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11042525" y="8201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11108689" y="8188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11176764" y="817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11374447" y="8136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11437815" y="8167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11499953" y="8140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11570967" y="8111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11636772" y="8097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11709011" y="8030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11042525" y="8036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11169336" y="7920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11306112" y="7913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11373322" y="7941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11439264" y="7936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11042525" y="7753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11108648" y="8001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11242706" y="8329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11042525" y="8272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11124952" y="8233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11241438" y="820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11042525" y="8395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11167163" y="8338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11042525" y="7663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11111547" y="7675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11176140" y="7754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11042525" y="8397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11244880" y="8385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11259192" y="8370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11042525" y="7946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11042525" y="8184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11042525" y="7997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11114626" y="7974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11182871" y="8056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11250134" y="807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11317163" y="8092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11042525" y="8003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11042525" y="7971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11169211" y="7962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11241438" y="7976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11042525" y="8211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11105931" y="7849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11171510" y="7889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11042525" y="8299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11042525" y="8176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11119922" y="8157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11042525" y="8351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11118497" y="8222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11122778" y="792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11042525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11042525" y="8326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11176773" y="8279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11314967" y="8173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11451411" y="8084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11042525" y="8210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11111003" y="8165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11178463" y="815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11244337" y="8121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11330569" y="8041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11042525" y="7714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11274771" y="7790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11042525" y="7602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11109673" y="7587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11187149" y="8103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11042525" y="8393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11266076" y="8409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11042525" y="8320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11330513" y="8269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11042525" y="8103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11256655" y="8024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11327670" y="8061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11373244" y="8100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11042525" y="8252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11042525" y="7959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11266884" y="7813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11380653" y="7660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11512537" y="7636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11042525" y="7858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11121929" y="7940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11175315" y="7891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11042525" y="7937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11111184" y="7885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11192163" y="7852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11249771" y="8158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11395424" y="8065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11042525" y="7936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11042525" y="8353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11122390" y="8296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11119757" y="8263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11181836" y="8224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11042525" y="8143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11109373" y="8144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11177774" y="8165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11234735" y="8163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11308648" y="8204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11042525" y="8234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11113720" y="8127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11179520" y="8167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11042525" y="8400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11170516" y="8332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11330143" y="834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11042525" y="8211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11112254" y="8169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11184537" y="8167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11255528" y="8156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11042525" y="7764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11042525" y="8328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11142553" y="8057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11187452" y="8068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11042525" y="7699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11181854" y="764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11247779" y="7696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11410395" y="7854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11042525" y="8403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11042525" y="8106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11119872" y="8130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11042525" y="7741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11118310" y="7778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11042525" y="8150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11042525" y="8096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11445035" y="8244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11109877" y="7633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11176221" y="7642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11412490" y="7735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11042525" y="7966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11042525" y="8400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11042525" y="8108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11042525" y="7997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11231293" y="8072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11312453" y="8068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11373322" y="8035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11251402" y="8222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11465895" y="8090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11042525" y="8391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11042525" y="7977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11118569" y="7951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11114626" y="7689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11182979" y="7699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11042525" y="828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11101123" y="8234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11190978" y="8192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11388804" y="8083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11517971" y="8003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11042525" y="8316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11042525" y="7983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11175858" y="7891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11042525" y="8294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11042525" y="8323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11252883" y="8280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11042525" y="8315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11335641" y="8109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11042525" y="8283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11042525" y="8238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11176402" y="8142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11042525" y="8243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11042525" y="8342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11178213" y="8404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11307199" y="8361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11042525" y="8346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11042525" y="7950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11125677" y="7959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11042525" y="8366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11221238" y="8331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11309916" y="8332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11441801" y="8328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11568431" y="8223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11248237" y="8096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11199771" y="7754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11307380" y="7512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11042525" y="8379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11184340" y="8363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11312271" y="8340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11439077" y="8295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11180759" y="7972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11242706" y="7967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11042525" y="8259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11313721" y="8150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11454482" y="8071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11599772" y="8047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11265532" y="8292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11042525" y="8127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11192163" y="8147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11114960" y="8009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11183286" y="8035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11184554" y="8024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11241438" y="8395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11042525" y="7729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11042525" y="8260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11108467" y="7754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11176851" y="7633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11245424" y="7793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11321329" y="7873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11115532" y="8239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11174409" y="8255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11253576" y="8169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11317344" y="8146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11506125" y="8009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11633105" y="7919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11714250" y="7910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11111003" y="7509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11197092" y="737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11263177" y="7678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11331474" y="7723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11042525" y="8397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11129984" y="8407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11110460" y="8105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11245242" y="8104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11308467" y="8142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11042525" y="8399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11193401" y="8364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11297235" y="8369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11440532" y="8329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11042525" y="7806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11042525" y="7805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11110947" y="7830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11042525" y="8357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11341794" y="8350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11445424" y="8341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11110773" y="7771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11042525" y="8332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11170150" y="8212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11042525" y="8369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11241438" y="8326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11042525" y="8324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11042525" y="829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11042525" y="8402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11042525" y="7953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11111135" y="7932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11042525" y="7905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11109916" y="7846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11185812" y="7886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11042525" y="7889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11122031" y="7961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11042525" y="7743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11111365" y="7807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11178576" y="7842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11042525" y="8158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11042525" y="8060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11102628" y="8021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11185236" y="8026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11243793" y="833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11529119" y="821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11198503" y="8027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11318793" y="7958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11387271" y="7985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11042525" y="8233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11182824" y="8389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11042525" y="8322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11200909" y="8208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11042525" y="8277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11042525" y="8084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11117344" y="8096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11042525" y="7871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11184286" y="7786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11309728" y="7666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11384649" y="7752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11042525" y="813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11112146" y="7975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11121141" y="8115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11042525" y="8274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11197072" y="8234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11042525" y="8267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11117010" y="8214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11042525" y="8363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11247825" y="8312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11502536" y="8295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11042525" y="8403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11042525" y="8015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11117244" y="8097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11042525" y="7784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11122416" y="7871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11042525" y="7779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11042525" y="7967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11120911" y="793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11195967" y="8046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11324047" y="8090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11042525" y="8398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11042525" y="7982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11042525" y="8269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11042525" y="8289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11042525" y="8354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11209554" y="8336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11318793" y="8313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11578214" y="8254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11042525" y="8215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11388532" y="830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11176071" y="7967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11042525" y="8219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11109561" y="8151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11175503" y="8140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11042525" y="8287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11042525" y="8395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11221238" y="8407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11307380" y="8413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11454476" y="8422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11584917" y="8406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11042525" y="7607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11109321" y="7526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11042525" y="8123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11042525" y="8250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11167986" y="8188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11042525" y="8371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11270605" y="8186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11042525" y="8348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11042525" y="8354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11174260" y="8353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11235036" y="8392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11371992" y="8419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11501340" y="8417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11633949" y="8422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11113902" y="8120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11256655" y="8392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11042525" y="8020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11175985" y="7961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11243068" y="7876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11313721" y="7894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11373685" y="7869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11042525" y="8365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11175629" y="8292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11313702" y="8296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11042525" y="8370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11373322" y="8265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11529134" y="8218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11042525" y="7799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11107199" y="7802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11179397" y="7901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11241257" y="7995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11318612" y="8024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11175496" y="8051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11242706" y="8057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11042525" y="8030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11121139" y="8032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11203394" y="8061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11042525" y="8309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11181112" y="8217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11320242" y="8221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11042525" y="8069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11042525" y="8031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11042525" y="840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11042525" y="8151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11175654" y="780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11328915" y="7621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11042525" y="824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11042525" y="8111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11042525" y="8197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11107151" y="8146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11180702" y="8095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11262213" y="8076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11351897" y="8074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11042525" y="8318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l3175"/>
            <p:cNvSpPr/>
            <p:nvPr/>
          </p:nvSpPr>
          <p:spPr>
            <a:xfrm>
              <a:off x="11067351" y="8388915"/>
              <a:ext cx="197645" cy="29348"/>
            </a:xfrm>
            <a:custGeom>
              <a:avLst/>
              <a:pathLst>
                <a:path w="197645" h="29348">
                  <a:moveTo>
                    <a:pt x="0" y="29348"/>
                  </a:moveTo>
                  <a:lnTo>
                    <a:pt x="1976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l3176"/>
            <p:cNvSpPr/>
            <p:nvPr/>
          </p:nvSpPr>
          <p:spPr>
            <a:xfrm>
              <a:off x="11135676" y="8340290"/>
              <a:ext cx="72254" cy="14877"/>
            </a:xfrm>
            <a:custGeom>
              <a:avLst/>
              <a:pathLst>
                <a:path w="72254" h="14877">
                  <a:moveTo>
                    <a:pt x="0" y="14877"/>
                  </a:moveTo>
                  <a:lnTo>
                    <a:pt x="722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l3177"/>
            <p:cNvSpPr/>
            <p:nvPr/>
          </p:nvSpPr>
          <p:spPr>
            <a:xfrm>
              <a:off x="11067351" y="8045039"/>
              <a:ext cx="134058" cy="11090"/>
            </a:xfrm>
            <a:custGeom>
              <a:avLst/>
              <a:pathLst>
                <a:path w="134058" h="11090">
                  <a:moveTo>
                    <a:pt x="0" y="11090"/>
                  </a:moveTo>
                  <a:lnTo>
                    <a:pt x="75990" y="5275"/>
                  </a:lnTo>
                  <a:lnTo>
                    <a:pt x="134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l3178"/>
            <p:cNvSpPr/>
            <p:nvPr/>
          </p:nvSpPr>
          <p:spPr>
            <a:xfrm>
              <a:off x="11067351" y="8425893"/>
              <a:ext cx="140761" cy="154"/>
            </a:xfrm>
            <a:custGeom>
              <a:avLst/>
              <a:pathLst>
                <a:path w="140761" h="154">
                  <a:moveTo>
                    <a:pt x="0" y="0"/>
                  </a:moveTo>
                  <a:lnTo>
                    <a:pt x="140761" y="1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l3179"/>
            <p:cNvSpPr/>
            <p:nvPr/>
          </p:nvSpPr>
          <p:spPr>
            <a:xfrm>
              <a:off x="11067351" y="7764817"/>
              <a:ext cx="235917" cy="71176"/>
            </a:xfrm>
            <a:custGeom>
              <a:avLst/>
              <a:pathLst>
                <a:path w="235917" h="71176">
                  <a:moveTo>
                    <a:pt x="0" y="5272"/>
                  </a:moveTo>
                  <a:lnTo>
                    <a:pt x="78623" y="0"/>
                  </a:lnTo>
                  <a:lnTo>
                    <a:pt x="235917" y="711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l3180"/>
            <p:cNvSpPr/>
            <p:nvPr/>
          </p:nvSpPr>
          <p:spPr>
            <a:xfrm>
              <a:off x="11286677" y="8028541"/>
              <a:ext cx="330311" cy="230625"/>
            </a:xfrm>
            <a:custGeom>
              <a:avLst/>
              <a:pathLst>
                <a:path w="330311" h="230625">
                  <a:moveTo>
                    <a:pt x="0" y="230625"/>
                  </a:moveTo>
                  <a:lnTo>
                    <a:pt x="181398" y="3087"/>
                  </a:lnTo>
                  <a:lnTo>
                    <a:pt x="330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l3181"/>
            <p:cNvSpPr/>
            <p:nvPr/>
          </p:nvSpPr>
          <p:spPr>
            <a:xfrm>
              <a:off x="11067351" y="8165465"/>
              <a:ext cx="202836" cy="127277"/>
            </a:xfrm>
            <a:custGeom>
              <a:avLst/>
              <a:pathLst>
                <a:path w="202836" h="127277">
                  <a:moveTo>
                    <a:pt x="0" y="127277"/>
                  </a:moveTo>
                  <a:lnTo>
                    <a:pt x="139612" y="62433"/>
                  </a:lnTo>
                  <a:lnTo>
                    <a:pt x="2028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l3182"/>
            <p:cNvSpPr/>
            <p:nvPr/>
          </p:nvSpPr>
          <p:spPr>
            <a:xfrm>
              <a:off x="11067351" y="8352237"/>
              <a:ext cx="216848" cy="51773"/>
            </a:xfrm>
            <a:custGeom>
              <a:avLst/>
              <a:pathLst>
                <a:path w="216848" h="51773">
                  <a:moveTo>
                    <a:pt x="0" y="51773"/>
                  </a:moveTo>
                  <a:lnTo>
                    <a:pt x="2168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l3183"/>
            <p:cNvSpPr/>
            <p:nvPr/>
          </p:nvSpPr>
          <p:spPr>
            <a:xfrm>
              <a:off x="11067351" y="7355544"/>
              <a:ext cx="63405" cy="117881"/>
            </a:xfrm>
            <a:custGeom>
              <a:avLst/>
              <a:pathLst>
                <a:path w="63405" h="117881">
                  <a:moveTo>
                    <a:pt x="0" y="117881"/>
                  </a:moveTo>
                  <a:lnTo>
                    <a:pt x="634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l3184"/>
            <p:cNvSpPr/>
            <p:nvPr/>
          </p:nvSpPr>
          <p:spPr>
            <a:xfrm>
              <a:off x="11143386" y="7765240"/>
              <a:ext cx="71376" cy="42638"/>
            </a:xfrm>
            <a:custGeom>
              <a:avLst/>
              <a:pathLst>
                <a:path w="71376" h="42638">
                  <a:moveTo>
                    <a:pt x="0" y="42638"/>
                  </a:moveTo>
                  <a:lnTo>
                    <a:pt x="713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l3185"/>
            <p:cNvSpPr/>
            <p:nvPr/>
          </p:nvSpPr>
          <p:spPr>
            <a:xfrm>
              <a:off x="11067351" y="7837913"/>
              <a:ext cx="448913" cy="91142"/>
            </a:xfrm>
            <a:custGeom>
              <a:avLst/>
              <a:pathLst>
                <a:path w="448913" h="91142">
                  <a:moveTo>
                    <a:pt x="0" y="80180"/>
                  </a:moveTo>
                  <a:lnTo>
                    <a:pt x="86203" y="49942"/>
                  </a:lnTo>
                  <a:lnTo>
                    <a:pt x="221920" y="0"/>
                  </a:lnTo>
                  <a:lnTo>
                    <a:pt x="371473" y="52575"/>
                  </a:lnTo>
                  <a:lnTo>
                    <a:pt x="448913" y="911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l3186"/>
            <p:cNvSpPr/>
            <p:nvPr/>
          </p:nvSpPr>
          <p:spPr>
            <a:xfrm>
              <a:off x="11067351" y="8372156"/>
              <a:ext cx="139476" cy="51391"/>
            </a:xfrm>
            <a:custGeom>
              <a:avLst/>
              <a:pathLst>
                <a:path w="139476" h="51391">
                  <a:moveTo>
                    <a:pt x="0" y="51391"/>
                  </a:moveTo>
                  <a:lnTo>
                    <a:pt x="1394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l3187"/>
            <p:cNvSpPr/>
            <p:nvPr/>
          </p:nvSpPr>
          <p:spPr>
            <a:xfrm>
              <a:off x="11067351" y="7929883"/>
              <a:ext cx="70904" cy="3549"/>
            </a:xfrm>
            <a:custGeom>
              <a:avLst/>
              <a:pathLst>
                <a:path w="70904" h="3549">
                  <a:moveTo>
                    <a:pt x="0" y="0"/>
                  </a:moveTo>
                  <a:lnTo>
                    <a:pt x="70904" y="35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l3188"/>
            <p:cNvSpPr/>
            <p:nvPr/>
          </p:nvSpPr>
          <p:spPr>
            <a:xfrm>
              <a:off x="11067351" y="8282949"/>
              <a:ext cx="672464" cy="252510"/>
            </a:xfrm>
            <a:custGeom>
              <a:avLst/>
              <a:pathLst>
                <a:path w="672464" h="252510">
                  <a:moveTo>
                    <a:pt x="0" y="60479"/>
                  </a:moveTo>
                  <a:lnTo>
                    <a:pt x="202717" y="252510"/>
                  </a:lnTo>
                  <a:lnTo>
                    <a:pt x="330760" y="16402"/>
                  </a:lnTo>
                  <a:lnTo>
                    <a:pt x="462500" y="0"/>
                  </a:lnTo>
                  <a:lnTo>
                    <a:pt x="672464" y="42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l3189"/>
            <p:cNvSpPr/>
            <p:nvPr/>
          </p:nvSpPr>
          <p:spPr>
            <a:xfrm>
              <a:off x="11133293" y="7887947"/>
              <a:ext cx="67383" cy="28168"/>
            </a:xfrm>
            <a:custGeom>
              <a:avLst/>
              <a:pathLst>
                <a:path w="67383" h="28168">
                  <a:moveTo>
                    <a:pt x="0" y="28168"/>
                  </a:moveTo>
                  <a:lnTo>
                    <a:pt x="673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l3190"/>
            <p:cNvSpPr/>
            <p:nvPr/>
          </p:nvSpPr>
          <p:spPr>
            <a:xfrm>
              <a:off x="11067351" y="7649583"/>
              <a:ext cx="70052" cy="72098"/>
            </a:xfrm>
            <a:custGeom>
              <a:avLst/>
              <a:pathLst>
                <a:path w="70052" h="72098">
                  <a:moveTo>
                    <a:pt x="0" y="72098"/>
                  </a:moveTo>
                  <a:lnTo>
                    <a:pt x="700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l3191"/>
            <p:cNvSpPr/>
            <p:nvPr/>
          </p:nvSpPr>
          <p:spPr>
            <a:xfrm>
              <a:off x="11067351" y="7955834"/>
              <a:ext cx="78985" cy="136394"/>
            </a:xfrm>
            <a:custGeom>
              <a:avLst/>
              <a:pathLst>
                <a:path w="78985" h="136394">
                  <a:moveTo>
                    <a:pt x="0" y="0"/>
                  </a:moveTo>
                  <a:lnTo>
                    <a:pt x="78985" y="1363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l3192"/>
            <p:cNvSpPr/>
            <p:nvPr/>
          </p:nvSpPr>
          <p:spPr>
            <a:xfrm>
              <a:off x="11067351" y="8125723"/>
              <a:ext cx="144203" cy="9655"/>
            </a:xfrm>
            <a:custGeom>
              <a:avLst/>
              <a:pathLst>
                <a:path w="144203" h="9655">
                  <a:moveTo>
                    <a:pt x="0" y="5054"/>
                  </a:moveTo>
                  <a:lnTo>
                    <a:pt x="83085" y="9655"/>
                  </a:lnTo>
                  <a:lnTo>
                    <a:pt x="1442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l3193"/>
            <p:cNvSpPr/>
            <p:nvPr/>
          </p:nvSpPr>
          <p:spPr>
            <a:xfrm>
              <a:off x="11067351" y="7704068"/>
              <a:ext cx="205571" cy="354021"/>
            </a:xfrm>
            <a:custGeom>
              <a:avLst/>
              <a:pathLst>
                <a:path w="205571" h="354021">
                  <a:moveTo>
                    <a:pt x="0" y="354021"/>
                  </a:moveTo>
                  <a:lnTo>
                    <a:pt x="61549" y="64756"/>
                  </a:lnTo>
                  <a:lnTo>
                    <a:pt x="144701" y="33856"/>
                  </a:lnTo>
                  <a:lnTo>
                    <a:pt x="2055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l3194"/>
            <p:cNvSpPr/>
            <p:nvPr/>
          </p:nvSpPr>
          <p:spPr>
            <a:xfrm>
              <a:off x="11067351" y="8035815"/>
              <a:ext cx="67064" cy="18671"/>
            </a:xfrm>
            <a:custGeom>
              <a:avLst/>
              <a:pathLst>
                <a:path w="67064" h="18671">
                  <a:moveTo>
                    <a:pt x="0" y="18671"/>
                  </a:moveTo>
                  <a:lnTo>
                    <a:pt x="670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l3195"/>
            <p:cNvSpPr/>
            <p:nvPr/>
          </p:nvSpPr>
          <p:spPr>
            <a:xfrm>
              <a:off x="11067351" y="8212859"/>
              <a:ext cx="76087" cy="32456"/>
            </a:xfrm>
            <a:custGeom>
              <a:avLst/>
              <a:pathLst>
                <a:path w="76087" h="32456">
                  <a:moveTo>
                    <a:pt x="0" y="32456"/>
                  </a:moveTo>
                  <a:lnTo>
                    <a:pt x="760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l3196"/>
            <p:cNvSpPr/>
            <p:nvPr/>
          </p:nvSpPr>
          <p:spPr>
            <a:xfrm>
              <a:off x="11067351" y="8093374"/>
              <a:ext cx="136628" cy="127323"/>
            </a:xfrm>
            <a:custGeom>
              <a:avLst/>
              <a:pathLst>
                <a:path w="136628" h="127323">
                  <a:moveTo>
                    <a:pt x="0" y="127323"/>
                  </a:moveTo>
                  <a:lnTo>
                    <a:pt x="1366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l3197"/>
            <p:cNvSpPr/>
            <p:nvPr/>
          </p:nvSpPr>
          <p:spPr>
            <a:xfrm>
              <a:off x="11067351" y="8371760"/>
              <a:ext cx="89855" cy="16433"/>
            </a:xfrm>
            <a:custGeom>
              <a:avLst/>
              <a:pathLst>
                <a:path w="89855" h="16433">
                  <a:moveTo>
                    <a:pt x="0" y="16433"/>
                  </a:moveTo>
                  <a:lnTo>
                    <a:pt x="89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l3198"/>
            <p:cNvSpPr/>
            <p:nvPr/>
          </p:nvSpPr>
          <p:spPr>
            <a:xfrm>
              <a:off x="11067351" y="7975408"/>
              <a:ext cx="67210" cy="99373"/>
            </a:xfrm>
            <a:custGeom>
              <a:avLst/>
              <a:pathLst>
                <a:path w="67210" h="99373">
                  <a:moveTo>
                    <a:pt x="0" y="0"/>
                  </a:moveTo>
                  <a:lnTo>
                    <a:pt x="67210" y="993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l3199"/>
            <p:cNvSpPr/>
            <p:nvPr/>
          </p:nvSpPr>
          <p:spPr>
            <a:xfrm>
              <a:off x="11067351" y="8071510"/>
              <a:ext cx="71014" cy="43234"/>
            </a:xfrm>
            <a:custGeom>
              <a:avLst/>
              <a:pathLst>
                <a:path w="71014" h="43234">
                  <a:moveTo>
                    <a:pt x="0" y="43234"/>
                  </a:moveTo>
                  <a:lnTo>
                    <a:pt x="710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l3200"/>
            <p:cNvSpPr/>
            <p:nvPr/>
          </p:nvSpPr>
          <p:spPr>
            <a:xfrm>
              <a:off x="11067351" y="8345992"/>
              <a:ext cx="155434" cy="24174"/>
            </a:xfrm>
            <a:custGeom>
              <a:avLst/>
              <a:pathLst>
                <a:path w="155434" h="24174">
                  <a:moveTo>
                    <a:pt x="0" y="24174"/>
                  </a:moveTo>
                  <a:lnTo>
                    <a:pt x="1554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l3201"/>
            <p:cNvSpPr/>
            <p:nvPr/>
          </p:nvSpPr>
          <p:spPr>
            <a:xfrm>
              <a:off x="11067351" y="8055607"/>
              <a:ext cx="666486" cy="170645"/>
            </a:xfrm>
            <a:custGeom>
              <a:avLst/>
              <a:pathLst>
                <a:path w="666486" h="170645">
                  <a:moveTo>
                    <a:pt x="0" y="170645"/>
                  </a:moveTo>
                  <a:lnTo>
                    <a:pt x="66164" y="157926"/>
                  </a:lnTo>
                  <a:lnTo>
                    <a:pt x="134239" y="145887"/>
                  </a:lnTo>
                  <a:lnTo>
                    <a:pt x="331922" y="106075"/>
                  </a:lnTo>
                  <a:lnTo>
                    <a:pt x="395290" y="136340"/>
                  </a:lnTo>
                  <a:lnTo>
                    <a:pt x="457428" y="109231"/>
                  </a:lnTo>
                  <a:lnTo>
                    <a:pt x="528442" y="80428"/>
                  </a:lnTo>
                  <a:lnTo>
                    <a:pt x="594247" y="66308"/>
                  </a:lnTo>
                  <a:lnTo>
                    <a:pt x="6664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l3202"/>
            <p:cNvSpPr/>
            <p:nvPr/>
          </p:nvSpPr>
          <p:spPr>
            <a:xfrm>
              <a:off x="11067351" y="7938474"/>
              <a:ext cx="396739" cy="123311"/>
            </a:xfrm>
            <a:custGeom>
              <a:avLst/>
              <a:pathLst>
                <a:path w="396739" h="123311">
                  <a:moveTo>
                    <a:pt x="0" y="123311"/>
                  </a:moveTo>
                  <a:lnTo>
                    <a:pt x="126811" y="6654"/>
                  </a:lnTo>
                  <a:lnTo>
                    <a:pt x="263587" y="0"/>
                  </a:lnTo>
                  <a:lnTo>
                    <a:pt x="330797" y="28210"/>
                  </a:lnTo>
                  <a:lnTo>
                    <a:pt x="396739" y="231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l3203"/>
            <p:cNvSpPr/>
            <p:nvPr/>
          </p:nvSpPr>
          <p:spPr>
            <a:xfrm>
              <a:off x="11067351" y="8258633"/>
              <a:ext cx="82427" cy="38650"/>
            </a:xfrm>
            <a:custGeom>
              <a:avLst/>
              <a:pathLst>
                <a:path w="82427" h="38650">
                  <a:moveTo>
                    <a:pt x="0" y="38650"/>
                  </a:moveTo>
                  <a:lnTo>
                    <a:pt x="824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l3204"/>
            <p:cNvSpPr/>
            <p:nvPr/>
          </p:nvSpPr>
          <p:spPr>
            <a:xfrm>
              <a:off x="11067351" y="8363639"/>
              <a:ext cx="124637" cy="56590"/>
            </a:xfrm>
            <a:custGeom>
              <a:avLst/>
              <a:pathLst>
                <a:path w="124637" h="56590">
                  <a:moveTo>
                    <a:pt x="0" y="56590"/>
                  </a:moveTo>
                  <a:lnTo>
                    <a:pt x="124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l3205"/>
            <p:cNvSpPr/>
            <p:nvPr/>
          </p:nvSpPr>
          <p:spPr>
            <a:xfrm>
              <a:off x="11067351" y="7687978"/>
              <a:ext cx="133615" cy="91378"/>
            </a:xfrm>
            <a:custGeom>
              <a:avLst/>
              <a:pathLst>
                <a:path w="133615" h="91378">
                  <a:moveTo>
                    <a:pt x="0" y="0"/>
                  </a:moveTo>
                  <a:lnTo>
                    <a:pt x="69021" y="11980"/>
                  </a:lnTo>
                  <a:lnTo>
                    <a:pt x="133615" y="913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l3206"/>
            <p:cNvSpPr/>
            <p:nvPr/>
          </p:nvSpPr>
          <p:spPr>
            <a:xfrm>
              <a:off x="11067351" y="8410088"/>
              <a:ext cx="202355" cy="11830"/>
            </a:xfrm>
            <a:custGeom>
              <a:avLst/>
              <a:pathLst>
                <a:path w="202355" h="11830">
                  <a:moveTo>
                    <a:pt x="0" y="11830"/>
                  </a:moveTo>
                  <a:lnTo>
                    <a:pt x="2023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l3207"/>
            <p:cNvSpPr/>
            <p:nvPr/>
          </p:nvSpPr>
          <p:spPr>
            <a:xfrm>
              <a:off x="11067351" y="7999172"/>
              <a:ext cx="274637" cy="118030"/>
            </a:xfrm>
            <a:custGeom>
              <a:avLst/>
              <a:pathLst>
                <a:path w="274637" h="118030">
                  <a:moveTo>
                    <a:pt x="0" y="22911"/>
                  </a:moveTo>
                  <a:lnTo>
                    <a:pt x="72101" y="0"/>
                  </a:lnTo>
                  <a:lnTo>
                    <a:pt x="140346" y="82289"/>
                  </a:lnTo>
                  <a:lnTo>
                    <a:pt x="207608" y="98251"/>
                  </a:lnTo>
                  <a:lnTo>
                    <a:pt x="274637" y="1180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l3208"/>
            <p:cNvSpPr/>
            <p:nvPr/>
          </p:nvSpPr>
          <p:spPr>
            <a:xfrm>
              <a:off x="11067351" y="7986991"/>
              <a:ext cx="198913" cy="14473"/>
            </a:xfrm>
            <a:custGeom>
              <a:avLst/>
              <a:pathLst>
                <a:path w="198913" h="14473">
                  <a:moveTo>
                    <a:pt x="0" y="9317"/>
                  </a:moveTo>
                  <a:lnTo>
                    <a:pt x="126686" y="0"/>
                  </a:lnTo>
                  <a:lnTo>
                    <a:pt x="198913" y="144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l3209"/>
            <p:cNvSpPr/>
            <p:nvPr/>
          </p:nvSpPr>
          <p:spPr>
            <a:xfrm>
              <a:off x="11130757" y="7874390"/>
              <a:ext cx="65579" cy="39863"/>
            </a:xfrm>
            <a:custGeom>
              <a:avLst/>
              <a:pathLst>
                <a:path w="65579" h="39863">
                  <a:moveTo>
                    <a:pt x="0" y="0"/>
                  </a:moveTo>
                  <a:lnTo>
                    <a:pt x="65579" y="398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l3210"/>
            <p:cNvSpPr/>
            <p:nvPr/>
          </p:nvSpPr>
          <p:spPr>
            <a:xfrm>
              <a:off x="11067351" y="8182317"/>
              <a:ext cx="77397" cy="19272"/>
            </a:xfrm>
            <a:custGeom>
              <a:avLst/>
              <a:pathLst>
                <a:path w="77397" h="19272">
                  <a:moveTo>
                    <a:pt x="0" y="19272"/>
                  </a:moveTo>
                  <a:lnTo>
                    <a:pt x="773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l3211"/>
            <p:cNvSpPr/>
            <p:nvPr/>
          </p:nvSpPr>
          <p:spPr>
            <a:xfrm>
              <a:off x="11067351" y="8109365"/>
              <a:ext cx="408886" cy="241486"/>
            </a:xfrm>
            <a:custGeom>
              <a:avLst/>
              <a:pathLst>
                <a:path w="408886" h="241486">
                  <a:moveTo>
                    <a:pt x="0" y="241486"/>
                  </a:moveTo>
                  <a:lnTo>
                    <a:pt x="134248" y="194779"/>
                  </a:lnTo>
                  <a:lnTo>
                    <a:pt x="272442" y="89225"/>
                  </a:lnTo>
                  <a:lnTo>
                    <a:pt x="4088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l3212"/>
            <p:cNvSpPr/>
            <p:nvPr/>
          </p:nvSpPr>
          <p:spPr>
            <a:xfrm>
              <a:off x="11067351" y="8066668"/>
              <a:ext cx="288043" cy="169072"/>
            </a:xfrm>
            <a:custGeom>
              <a:avLst/>
              <a:pathLst>
                <a:path w="288043" h="169072">
                  <a:moveTo>
                    <a:pt x="0" y="169072"/>
                  </a:moveTo>
                  <a:lnTo>
                    <a:pt x="68478" y="123611"/>
                  </a:lnTo>
                  <a:lnTo>
                    <a:pt x="135938" y="114741"/>
                  </a:lnTo>
                  <a:lnTo>
                    <a:pt x="201811" y="79549"/>
                  </a:lnTo>
                  <a:lnTo>
                    <a:pt x="2880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l3213"/>
            <p:cNvSpPr/>
            <p:nvPr/>
          </p:nvSpPr>
          <p:spPr>
            <a:xfrm>
              <a:off x="11067351" y="7738947"/>
              <a:ext cx="232246" cy="75982"/>
            </a:xfrm>
            <a:custGeom>
              <a:avLst/>
              <a:pathLst>
                <a:path w="232246" h="75982">
                  <a:moveTo>
                    <a:pt x="0" y="0"/>
                  </a:moveTo>
                  <a:lnTo>
                    <a:pt x="232246" y="759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l3214"/>
            <p:cNvSpPr/>
            <p:nvPr/>
          </p:nvSpPr>
          <p:spPr>
            <a:xfrm>
              <a:off x="11067351" y="7612694"/>
              <a:ext cx="67148" cy="14260"/>
            </a:xfrm>
            <a:custGeom>
              <a:avLst/>
              <a:pathLst>
                <a:path w="67148" h="14260">
                  <a:moveTo>
                    <a:pt x="0" y="14260"/>
                  </a:moveTo>
                  <a:lnTo>
                    <a:pt x="671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l3215"/>
            <p:cNvSpPr/>
            <p:nvPr/>
          </p:nvSpPr>
          <p:spPr>
            <a:xfrm>
              <a:off x="11067351" y="8418415"/>
              <a:ext cx="223550" cy="16122"/>
            </a:xfrm>
            <a:custGeom>
              <a:avLst/>
              <a:pathLst>
                <a:path w="223550" h="16122">
                  <a:moveTo>
                    <a:pt x="0" y="0"/>
                  </a:moveTo>
                  <a:lnTo>
                    <a:pt x="223550" y="161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l3216"/>
            <p:cNvSpPr/>
            <p:nvPr/>
          </p:nvSpPr>
          <p:spPr>
            <a:xfrm>
              <a:off x="11067351" y="8294313"/>
              <a:ext cx="287987" cy="50534"/>
            </a:xfrm>
            <a:custGeom>
              <a:avLst/>
              <a:pathLst>
                <a:path w="287987" h="50534">
                  <a:moveTo>
                    <a:pt x="0" y="50534"/>
                  </a:moveTo>
                  <a:lnTo>
                    <a:pt x="2879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l3217"/>
            <p:cNvSpPr/>
            <p:nvPr/>
          </p:nvSpPr>
          <p:spPr>
            <a:xfrm>
              <a:off x="11067351" y="8049625"/>
              <a:ext cx="330718" cy="79063"/>
            </a:xfrm>
            <a:custGeom>
              <a:avLst/>
              <a:pathLst>
                <a:path w="330718" h="79063">
                  <a:moveTo>
                    <a:pt x="0" y="79063"/>
                  </a:moveTo>
                  <a:lnTo>
                    <a:pt x="214130" y="0"/>
                  </a:lnTo>
                  <a:lnTo>
                    <a:pt x="285145" y="36898"/>
                  </a:lnTo>
                  <a:lnTo>
                    <a:pt x="330718" y="752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l3218"/>
            <p:cNvSpPr/>
            <p:nvPr/>
          </p:nvSpPr>
          <p:spPr>
            <a:xfrm>
              <a:off x="11067351" y="7661227"/>
              <a:ext cx="470012" cy="323275"/>
            </a:xfrm>
            <a:custGeom>
              <a:avLst/>
              <a:pathLst>
                <a:path w="470012" h="323275">
                  <a:moveTo>
                    <a:pt x="0" y="323275"/>
                  </a:moveTo>
                  <a:lnTo>
                    <a:pt x="224359" y="176691"/>
                  </a:lnTo>
                  <a:lnTo>
                    <a:pt x="338128" y="24432"/>
                  </a:lnTo>
                  <a:lnTo>
                    <a:pt x="470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l3219"/>
            <p:cNvSpPr/>
            <p:nvPr/>
          </p:nvSpPr>
          <p:spPr>
            <a:xfrm>
              <a:off x="11067351" y="7883694"/>
              <a:ext cx="132790" cy="81552"/>
            </a:xfrm>
            <a:custGeom>
              <a:avLst/>
              <a:pathLst>
                <a:path w="132790" h="81552">
                  <a:moveTo>
                    <a:pt x="0" y="0"/>
                  </a:moveTo>
                  <a:lnTo>
                    <a:pt x="79403" y="81552"/>
                  </a:lnTo>
                  <a:lnTo>
                    <a:pt x="132790" y="321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l3220"/>
            <p:cNvSpPr/>
            <p:nvPr/>
          </p:nvSpPr>
          <p:spPr>
            <a:xfrm>
              <a:off x="11067351" y="7877123"/>
              <a:ext cx="149637" cy="84791"/>
            </a:xfrm>
            <a:custGeom>
              <a:avLst/>
              <a:pathLst>
                <a:path w="149637" h="84791">
                  <a:moveTo>
                    <a:pt x="0" y="84791"/>
                  </a:moveTo>
                  <a:lnTo>
                    <a:pt x="68659" y="33050"/>
                  </a:lnTo>
                  <a:lnTo>
                    <a:pt x="14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l3221"/>
            <p:cNvSpPr/>
            <p:nvPr/>
          </p:nvSpPr>
          <p:spPr>
            <a:xfrm>
              <a:off x="11274597" y="8090775"/>
              <a:ext cx="145652" cy="92972"/>
            </a:xfrm>
            <a:custGeom>
              <a:avLst/>
              <a:pathLst>
                <a:path w="145652" h="92972">
                  <a:moveTo>
                    <a:pt x="0" y="92972"/>
                  </a:moveTo>
                  <a:lnTo>
                    <a:pt x="1456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l3222"/>
            <p:cNvSpPr/>
            <p:nvPr/>
          </p:nvSpPr>
          <p:spPr>
            <a:xfrm>
              <a:off x="11067351" y="8321753"/>
              <a:ext cx="79865" cy="56721"/>
            </a:xfrm>
            <a:custGeom>
              <a:avLst/>
              <a:pathLst>
                <a:path w="79865" h="56721">
                  <a:moveTo>
                    <a:pt x="0" y="56721"/>
                  </a:moveTo>
                  <a:lnTo>
                    <a:pt x="798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l3223"/>
            <p:cNvSpPr/>
            <p:nvPr/>
          </p:nvSpPr>
          <p:spPr>
            <a:xfrm>
              <a:off x="11144583" y="8249356"/>
              <a:ext cx="62079" cy="38555"/>
            </a:xfrm>
            <a:custGeom>
              <a:avLst/>
              <a:pathLst>
                <a:path w="62079" h="38555">
                  <a:moveTo>
                    <a:pt x="0" y="38555"/>
                  </a:moveTo>
                  <a:lnTo>
                    <a:pt x="620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l3224"/>
            <p:cNvSpPr/>
            <p:nvPr/>
          </p:nvSpPr>
          <p:spPr>
            <a:xfrm>
              <a:off x="11067351" y="8168505"/>
              <a:ext cx="266123" cy="60569"/>
            </a:xfrm>
            <a:custGeom>
              <a:avLst/>
              <a:pathLst>
                <a:path w="266123" h="60569">
                  <a:moveTo>
                    <a:pt x="0" y="0"/>
                  </a:moveTo>
                  <a:lnTo>
                    <a:pt x="66847" y="1045"/>
                  </a:lnTo>
                  <a:lnTo>
                    <a:pt x="135249" y="22274"/>
                  </a:lnTo>
                  <a:lnTo>
                    <a:pt x="192210" y="20199"/>
                  </a:lnTo>
                  <a:lnTo>
                    <a:pt x="266123" y="605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l3225"/>
            <p:cNvSpPr/>
            <p:nvPr/>
          </p:nvSpPr>
          <p:spPr>
            <a:xfrm>
              <a:off x="11067351" y="8152825"/>
              <a:ext cx="136994" cy="106950"/>
            </a:xfrm>
            <a:custGeom>
              <a:avLst/>
              <a:pathLst>
                <a:path w="136994" h="106950">
                  <a:moveTo>
                    <a:pt x="0" y="106950"/>
                  </a:moveTo>
                  <a:lnTo>
                    <a:pt x="71195" y="0"/>
                  </a:lnTo>
                  <a:lnTo>
                    <a:pt x="136994" y="391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l3226"/>
            <p:cNvSpPr/>
            <p:nvPr/>
          </p:nvSpPr>
          <p:spPr>
            <a:xfrm>
              <a:off x="11067351" y="8357499"/>
              <a:ext cx="287618" cy="68037"/>
            </a:xfrm>
            <a:custGeom>
              <a:avLst/>
              <a:pathLst>
                <a:path w="287618" h="68037">
                  <a:moveTo>
                    <a:pt x="0" y="68037"/>
                  </a:moveTo>
                  <a:lnTo>
                    <a:pt x="127991" y="0"/>
                  </a:lnTo>
                  <a:lnTo>
                    <a:pt x="287618" y="101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l3227"/>
            <p:cNvSpPr/>
            <p:nvPr/>
          </p:nvSpPr>
          <p:spPr>
            <a:xfrm>
              <a:off x="11067351" y="8181172"/>
              <a:ext cx="213003" cy="55250"/>
            </a:xfrm>
            <a:custGeom>
              <a:avLst/>
              <a:pathLst>
                <a:path w="213003" h="55250">
                  <a:moveTo>
                    <a:pt x="0" y="55250"/>
                  </a:moveTo>
                  <a:lnTo>
                    <a:pt x="69729" y="13195"/>
                  </a:lnTo>
                  <a:lnTo>
                    <a:pt x="142012" y="11599"/>
                  </a:lnTo>
                  <a:lnTo>
                    <a:pt x="2130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l3228"/>
            <p:cNvSpPr/>
            <p:nvPr/>
          </p:nvSpPr>
          <p:spPr>
            <a:xfrm>
              <a:off x="11167379" y="8082373"/>
              <a:ext cx="44899" cy="10927"/>
            </a:xfrm>
            <a:custGeom>
              <a:avLst/>
              <a:pathLst>
                <a:path w="44899" h="10927">
                  <a:moveTo>
                    <a:pt x="0" y="0"/>
                  </a:moveTo>
                  <a:lnTo>
                    <a:pt x="44899" y="109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l3229"/>
            <p:cNvSpPr/>
            <p:nvPr/>
          </p:nvSpPr>
          <p:spPr>
            <a:xfrm>
              <a:off x="11067351" y="7667746"/>
              <a:ext cx="367870" cy="211181"/>
            </a:xfrm>
            <a:custGeom>
              <a:avLst/>
              <a:pathLst>
                <a:path w="367870" h="211181">
                  <a:moveTo>
                    <a:pt x="0" y="56822"/>
                  </a:moveTo>
                  <a:lnTo>
                    <a:pt x="139329" y="0"/>
                  </a:lnTo>
                  <a:lnTo>
                    <a:pt x="205253" y="53857"/>
                  </a:lnTo>
                  <a:lnTo>
                    <a:pt x="367870" y="2111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l3230"/>
            <p:cNvSpPr/>
            <p:nvPr/>
          </p:nvSpPr>
          <p:spPr>
            <a:xfrm>
              <a:off x="11067351" y="8131374"/>
              <a:ext cx="77347" cy="24409"/>
            </a:xfrm>
            <a:custGeom>
              <a:avLst/>
              <a:pathLst>
                <a:path w="77347" h="24409">
                  <a:moveTo>
                    <a:pt x="0" y="0"/>
                  </a:moveTo>
                  <a:lnTo>
                    <a:pt x="77347" y="244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l3231"/>
            <p:cNvSpPr/>
            <p:nvPr/>
          </p:nvSpPr>
          <p:spPr>
            <a:xfrm>
              <a:off x="11067351" y="7766074"/>
              <a:ext cx="75785" cy="37313"/>
            </a:xfrm>
            <a:custGeom>
              <a:avLst/>
              <a:pathLst>
                <a:path w="75785" h="37313">
                  <a:moveTo>
                    <a:pt x="0" y="0"/>
                  </a:moveTo>
                  <a:lnTo>
                    <a:pt x="75785" y="373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l3232"/>
            <p:cNvSpPr/>
            <p:nvPr/>
          </p:nvSpPr>
          <p:spPr>
            <a:xfrm>
              <a:off x="11134703" y="7658776"/>
              <a:ext cx="302613" cy="101826"/>
            </a:xfrm>
            <a:custGeom>
              <a:avLst/>
              <a:pathLst>
                <a:path w="302613" h="101826">
                  <a:moveTo>
                    <a:pt x="0" y="0"/>
                  </a:moveTo>
                  <a:lnTo>
                    <a:pt x="66343" y="8830"/>
                  </a:lnTo>
                  <a:lnTo>
                    <a:pt x="302613" y="1018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l3233"/>
            <p:cNvSpPr/>
            <p:nvPr/>
          </p:nvSpPr>
          <p:spPr>
            <a:xfrm>
              <a:off x="11256119" y="8060805"/>
              <a:ext cx="142029" cy="36122"/>
            </a:xfrm>
            <a:custGeom>
              <a:avLst/>
              <a:pathLst>
                <a:path w="142029" h="36122">
                  <a:moveTo>
                    <a:pt x="0" y="36122"/>
                  </a:moveTo>
                  <a:lnTo>
                    <a:pt x="81159" y="32111"/>
                  </a:lnTo>
                  <a:lnTo>
                    <a:pt x="1420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l3234"/>
            <p:cNvSpPr/>
            <p:nvPr/>
          </p:nvSpPr>
          <p:spPr>
            <a:xfrm>
              <a:off x="11276228" y="8114839"/>
              <a:ext cx="214492" cy="132367"/>
            </a:xfrm>
            <a:custGeom>
              <a:avLst/>
              <a:pathLst>
                <a:path w="214492" h="132367">
                  <a:moveTo>
                    <a:pt x="0" y="132367"/>
                  </a:moveTo>
                  <a:lnTo>
                    <a:pt x="2144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l3235"/>
            <p:cNvSpPr/>
            <p:nvPr/>
          </p:nvSpPr>
          <p:spPr>
            <a:xfrm>
              <a:off x="11067351" y="7976722"/>
              <a:ext cx="76043" cy="25319"/>
            </a:xfrm>
            <a:custGeom>
              <a:avLst/>
              <a:pathLst>
                <a:path w="76043" h="25319">
                  <a:moveTo>
                    <a:pt x="0" y="25319"/>
                  </a:moveTo>
                  <a:lnTo>
                    <a:pt x="760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l3236"/>
            <p:cNvSpPr/>
            <p:nvPr/>
          </p:nvSpPr>
          <p:spPr>
            <a:xfrm>
              <a:off x="11139452" y="7714341"/>
              <a:ext cx="68352" cy="9878"/>
            </a:xfrm>
            <a:custGeom>
              <a:avLst/>
              <a:pathLst>
                <a:path w="68352" h="9878">
                  <a:moveTo>
                    <a:pt x="0" y="0"/>
                  </a:moveTo>
                  <a:lnTo>
                    <a:pt x="68352" y="98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l3237"/>
            <p:cNvSpPr/>
            <p:nvPr/>
          </p:nvSpPr>
          <p:spPr>
            <a:xfrm>
              <a:off x="11067351" y="8028687"/>
              <a:ext cx="475446" cy="281969"/>
            </a:xfrm>
            <a:custGeom>
              <a:avLst/>
              <a:pathLst>
                <a:path w="475446" h="281969">
                  <a:moveTo>
                    <a:pt x="0" y="281969"/>
                  </a:moveTo>
                  <a:lnTo>
                    <a:pt x="58598" y="230934"/>
                  </a:lnTo>
                  <a:lnTo>
                    <a:pt x="148453" y="188796"/>
                  </a:lnTo>
                  <a:lnTo>
                    <a:pt x="346279" y="79960"/>
                  </a:lnTo>
                  <a:lnTo>
                    <a:pt x="4754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l3238"/>
            <p:cNvSpPr/>
            <p:nvPr/>
          </p:nvSpPr>
          <p:spPr>
            <a:xfrm>
              <a:off x="11067351" y="7916172"/>
              <a:ext cx="133333" cy="92378"/>
            </a:xfrm>
            <a:custGeom>
              <a:avLst/>
              <a:pathLst>
                <a:path w="133333" h="92378">
                  <a:moveTo>
                    <a:pt x="0" y="92378"/>
                  </a:moveTo>
                  <a:lnTo>
                    <a:pt x="1333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l3239"/>
            <p:cNvSpPr/>
            <p:nvPr/>
          </p:nvSpPr>
          <p:spPr>
            <a:xfrm>
              <a:off x="11067351" y="8305408"/>
              <a:ext cx="210358" cy="42897"/>
            </a:xfrm>
            <a:custGeom>
              <a:avLst/>
              <a:pathLst>
                <a:path w="210358" h="42897">
                  <a:moveTo>
                    <a:pt x="0" y="42897"/>
                  </a:moveTo>
                  <a:lnTo>
                    <a:pt x="2103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l3240"/>
            <p:cNvSpPr/>
            <p:nvPr/>
          </p:nvSpPr>
          <p:spPr>
            <a:xfrm>
              <a:off x="11067351" y="8133831"/>
              <a:ext cx="293116" cy="206056"/>
            </a:xfrm>
            <a:custGeom>
              <a:avLst/>
              <a:pathLst>
                <a:path w="293116" h="206056">
                  <a:moveTo>
                    <a:pt x="0" y="206056"/>
                  </a:moveTo>
                  <a:lnTo>
                    <a:pt x="293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l3241"/>
            <p:cNvSpPr/>
            <p:nvPr/>
          </p:nvSpPr>
          <p:spPr>
            <a:xfrm>
              <a:off x="11067351" y="8167677"/>
              <a:ext cx="133876" cy="95504"/>
            </a:xfrm>
            <a:custGeom>
              <a:avLst/>
              <a:pathLst>
                <a:path w="133876" h="95504">
                  <a:moveTo>
                    <a:pt x="0" y="95504"/>
                  </a:moveTo>
                  <a:lnTo>
                    <a:pt x="1338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l3242"/>
            <p:cNvSpPr/>
            <p:nvPr/>
          </p:nvSpPr>
          <p:spPr>
            <a:xfrm>
              <a:off x="11203039" y="8386646"/>
              <a:ext cx="128985" cy="42232"/>
            </a:xfrm>
            <a:custGeom>
              <a:avLst/>
              <a:pathLst>
                <a:path w="128985" h="42232">
                  <a:moveTo>
                    <a:pt x="0" y="42232"/>
                  </a:moveTo>
                  <a:lnTo>
                    <a:pt x="1289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l3243"/>
            <p:cNvSpPr/>
            <p:nvPr/>
          </p:nvSpPr>
          <p:spPr>
            <a:xfrm>
              <a:off x="11067351" y="7975345"/>
              <a:ext cx="83152" cy="9183"/>
            </a:xfrm>
            <a:custGeom>
              <a:avLst/>
              <a:pathLst>
                <a:path w="83152" h="9183">
                  <a:moveTo>
                    <a:pt x="0" y="0"/>
                  </a:moveTo>
                  <a:lnTo>
                    <a:pt x="83152" y="91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l3244"/>
            <p:cNvSpPr/>
            <p:nvPr/>
          </p:nvSpPr>
          <p:spPr>
            <a:xfrm>
              <a:off x="11067351" y="8248108"/>
              <a:ext cx="525906" cy="142941"/>
            </a:xfrm>
            <a:custGeom>
              <a:avLst/>
              <a:pathLst>
                <a:path w="525906" h="142941">
                  <a:moveTo>
                    <a:pt x="0" y="142941"/>
                  </a:moveTo>
                  <a:lnTo>
                    <a:pt x="178712" y="108295"/>
                  </a:lnTo>
                  <a:lnTo>
                    <a:pt x="267391" y="108729"/>
                  </a:lnTo>
                  <a:lnTo>
                    <a:pt x="399275" y="105709"/>
                  </a:lnTo>
                  <a:lnTo>
                    <a:pt x="52590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l3245"/>
            <p:cNvSpPr/>
            <p:nvPr/>
          </p:nvSpPr>
          <p:spPr>
            <a:xfrm>
              <a:off x="11224597" y="7537761"/>
              <a:ext cx="107608" cy="241726"/>
            </a:xfrm>
            <a:custGeom>
              <a:avLst/>
              <a:pathLst>
                <a:path w="107608" h="241726">
                  <a:moveTo>
                    <a:pt x="0" y="241726"/>
                  </a:moveTo>
                  <a:lnTo>
                    <a:pt x="1076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l3246"/>
            <p:cNvSpPr/>
            <p:nvPr/>
          </p:nvSpPr>
          <p:spPr>
            <a:xfrm>
              <a:off x="11067351" y="8320667"/>
              <a:ext cx="396552" cy="83427"/>
            </a:xfrm>
            <a:custGeom>
              <a:avLst/>
              <a:pathLst>
                <a:path w="396552" h="83427">
                  <a:moveTo>
                    <a:pt x="0" y="83427"/>
                  </a:moveTo>
                  <a:lnTo>
                    <a:pt x="141815" y="67491"/>
                  </a:lnTo>
                  <a:lnTo>
                    <a:pt x="269746" y="44748"/>
                  </a:lnTo>
                  <a:lnTo>
                    <a:pt x="3965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l3247"/>
            <p:cNvSpPr/>
            <p:nvPr/>
          </p:nvSpPr>
          <p:spPr>
            <a:xfrm>
              <a:off x="11205585" y="7992237"/>
              <a:ext cx="61946" cy="5403"/>
            </a:xfrm>
            <a:custGeom>
              <a:avLst/>
              <a:pathLst>
                <a:path w="61946" h="5403">
                  <a:moveTo>
                    <a:pt x="0" y="5403"/>
                  </a:moveTo>
                  <a:lnTo>
                    <a:pt x="619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l3248"/>
            <p:cNvSpPr/>
            <p:nvPr/>
          </p:nvSpPr>
          <p:spPr>
            <a:xfrm>
              <a:off x="11067351" y="8072507"/>
              <a:ext cx="557247" cy="211920"/>
            </a:xfrm>
            <a:custGeom>
              <a:avLst/>
              <a:pathLst>
                <a:path w="557247" h="211920">
                  <a:moveTo>
                    <a:pt x="0" y="211920"/>
                  </a:moveTo>
                  <a:lnTo>
                    <a:pt x="271195" y="103019"/>
                  </a:lnTo>
                  <a:lnTo>
                    <a:pt x="411956" y="23720"/>
                  </a:lnTo>
                  <a:lnTo>
                    <a:pt x="55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l3249"/>
            <p:cNvSpPr/>
            <p:nvPr/>
          </p:nvSpPr>
          <p:spPr>
            <a:xfrm>
              <a:off x="11067351" y="8152013"/>
              <a:ext cx="149637" cy="20363"/>
            </a:xfrm>
            <a:custGeom>
              <a:avLst/>
              <a:pathLst>
                <a:path w="149637" h="20363">
                  <a:moveTo>
                    <a:pt x="0" y="0"/>
                  </a:moveTo>
                  <a:lnTo>
                    <a:pt x="149637" y="203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l3250"/>
            <p:cNvSpPr/>
            <p:nvPr/>
          </p:nvSpPr>
          <p:spPr>
            <a:xfrm>
              <a:off x="11139786" y="8034247"/>
              <a:ext cx="68325" cy="26534"/>
            </a:xfrm>
            <a:custGeom>
              <a:avLst/>
              <a:pathLst>
                <a:path w="68325" h="26534">
                  <a:moveTo>
                    <a:pt x="0" y="0"/>
                  </a:moveTo>
                  <a:lnTo>
                    <a:pt x="68325" y="265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l3251"/>
            <p:cNvSpPr/>
            <p:nvPr/>
          </p:nvSpPr>
          <p:spPr>
            <a:xfrm>
              <a:off x="11133293" y="7658216"/>
              <a:ext cx="212862" cy="240513"/>
            </a:xfrm>
            <a:custGeom>
              <a:avLst/>
              <a:pathLst>
                <a:path w="212862" h="240513">
                  <a:moveTo>
                    <a:pt x="0" y="121009"/>
                  </a:moveTo>
                  <a:lnTo>
                    <a:pt x="68384" y="0"/>
                  </a:lnTo>
                  <a:lnTo>
                    <a:pt x="136956" y="159931"/>
                  </a:lnTo>
                  <a:lnTo>
                    <a:pt x="212862" y="2405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l3252"/>
            <p:cNvSpPr/>
            <p:nvPr/>
          </p:nvSpPr>
          <p:spPr>
            <a:xfrm>
              <a:off x="11140358" y="7934889"/>
              <a:ext cx="598718" cy="345914"/>
            </a:xfrm>
            <a:custGeom>
              <a:avLst/>
              <a:pathLst>
                <a:path w="598718" h="345914">
                  <a:moveTo>
                    <a:pt x="0" y="329192"/>
                  </a:moveTo>
                  <a:lnTo>
                    <a:pt x="58876" y="345914"/>
                  </a:lnTo>
                  <a:lnTo>
                    <a:pt x="138043" y="259104"/>
                  </a:lnTo>
                  <a:lnTo>
                    <a:pt x="201811" y="236656"/>
                  </a:lnTo>
                  <a:lnTo>
                    <a:pt x="390592" y="99593"/>
                  </a:lnTo>
                  <a:lnTo>
                    <a:pt x="517573" y="9381"/>
                  </a:lnTo>
                  <a:lnTo>
                    <a:pt x="5987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l3253"/>
            <p:cNvSpPr/>
            <p:nvPr/>
          </p:nvSpPr>
          <p:spPr>
            <a:xfrm>
              <a:off x="11135829" y="7400448"/>
              <a:ext cx="220471" cy="347845"/>
            </a:xfrm>
            <a:custGeom>
              <a:avLst/>
              <a:pathLst>
                <a:path w="220471" h="347845">
                  <a:moveTo>
                    <a:pt x="0" y="133884"/>
                  </a:moveTo>
                  <a:lnTo>
                    <a:pt x="86089" y="0"/>
                  </a:lnTo>
                  <a:lnTo>
                    <a:pt x="152174" y="302615"/>
                  </a:lnTo>
                  <a:lnTo>
                    <a:pt x="220471" y="3478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l3254"/>
            <p:cNvSpPr/>
            <p:nvPr/>
          </p:nvSpPr>
          <p:spPr>
            <a:xfrm>
              <a:off x="11067351" y="8422454"/>
              <a:ext cx="87459" cy="10292"/>
            </a:xfrm>
            <a:custGeom>
              <a:avLst/>
              <a:pathLst>
                <a:path w="87459" h="10292">
                  <a:moveTo>
                    <a:pt x="0" y="0"/>
                  </a:moveTo>
                  <a:lnTo>
                    <a:pt x="87459" y="102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l3255"/>
            <p:cNvSpPr/>
            <p:nvPr/>
          </p:nvSpPr>
          <p:spPr>
            <a:xfrm>
              <a:off x="11270068" y="8128999"/>
              <a:ext cx="63224" cy="38324"/>
            </a:xfrm>
            <a:custGeom>
              <a:avLst/>
              <a:pathLst>
                <a:path w="63224" h="38324">
                  <a:moveTo>
                    <a:pt x="0" y="0"/>
                  </a:moveTo>
                  <a:lnTo>
                    <a:pt x="63224" y="383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l3256"/>
            <p:cNvSpPr/>
            <p:nvPr/>
          </p:nvSpPr>
          <p:spPr>
            <a:xfrm>
              <a:off x="11067351" y="8354055"/>
              <a:ext cx="398007" cy="70127"/>
            </a:xfrm>
            <a:custGeom>
              <a:avLst/>
              <a:pathLst>
                <a:path w="398007" h="70127">
                  <a:moveTo>
                    <a:pt x="0" y="70127"/>
                  </a:moveTo>
                  <a:lnTo>
                    <a:pt x="150876" y="35638"/>
                  </a:lnTo>
                  <a:lnTo>
                    <a:pt x="254710" y="40370"/>
                  </a:lnTo>
                  <a:lnTo>
                    <a:pt x="398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l3257"/>
            <p:cNvSpPr/>
            <p:nvPr/>
          </p:nvSpPr>
          <p:spPr>
            <a:xfrm>
              <a:off x="11067351" y="7830211"/>
              <a:ext cx="68422" cy="25481"/>
            </a:xfrm>
            <a:custGeom>
              <a:avLst/>
              <a:pathLst>
                <a:path w="68422" h="25481">
                  <a:moveTo>
                    <a:pt x="0" y="0"/>
                  </a:moveTo>
                  <a:lnTo>
                    <a:pt x="68422" y="254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l3258"/>
            <p:cNvSpPr/>
            <p:nvPr/>
          </p:nvSpPr>
          <p:spPr>
            <a:xfrm>
              <a:off x="11067351" y="8366379"/>
              <a:ext cx="402899" cy="15511"/>
            </a:xfrm>
            <a:custGeom>
              <a:avLst/>
              <a:pathLst>
                <a:path w="402899" h="15511">
                  <a:moveTo>
                    <a:pt x="0" y="15511"/>
                  </a:moveTo>
                  <a:lnTo>
                    <a:pt x="299269" y="9320"/>
                  </a:lnTo>
                  <a:lnTo>
                    <a:pt x="4028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l3259"/>
            <p:cNvSpPr/>
            <p:nvPr/>
          </p:nvSpPr>
          <p:spPr>
            <a:xfrm>
              <a:off x="11067351" y="8237377"/>
              <a:ext cx="127625" cy="119600"/>
            </a:xfrm>
            <a:custGeom>
              <a:avLst/>
              <a:pathLst>
                <a:path w="127625" h="119600">
                  <a:moveTo>
                    <a:pt x="0" y="119600"/>
                  </a:moveTo>
                  <a:lnTo>
                    <a:pt x="127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l3260"/>
            <p:cNvSpPr/>
            <p:nvPr/>
          </p:nvSpPr>
          <p:spPr>
            <a:xfrm>
              <a:off x="11067351" y="8351374"/>
              <a:ext cx="198913" cy="43001"/>
            </a:xfrm>
            <a:custGeom>
              <a:avLst/>
              <a:pathLst>
                <a:path w="198913" h="43001">
                  <a:moveTo>
                    <a:pt x="0" y="43001"/>
                  </a:move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l3261"/>
            <p:cNvSpPr/>
            <p:nvPr/>
          </p:nvSpPr>
          <p:spPr>
            <a:xfrm>
              <a:off x="11067351" y="7957537"/>
              <a:ext cx="68610" cy="20933"/>
            </a:xfrm>
            <a:custGeom>
              <a:avLst/>
              <a:pathLst>
                <a:path w="68610" h="20933">
                  <a:moveTo>
                    <a:pt x="0" y="20933"/>
                  </a:moveTo>
                  <a:lnTo>
                    <a:pt x="686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l3262"/>
            <p:cNvSpPr/>
            <p:nvPr/>
          </p:nvSpPr>
          <p:spPr>
            <a:xfrm>
              <a:off x="11067351" y="7871291"/>
              <a:ext cx="143287" cy="58782"/>
            </a:xfrm>
            <a:custGeom>
              <a:avLst/>
              <a:pathLst>
                <a:path w="143287" h="58782">
                  <a:moveTo>
                    <a:pt x="0" y="58782"/>
                  </a:moveTo>
                  <a:lnTo>
                    <a:pt x="67391" y="0"/>
                  </a:lnTo>
                  <a:lnTo>
                    <a:pt x="143287" y="398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l3263"/>
            <p:cNvSpPr/>
            <p:nvPr/>
          </p:nvSpPr>
          <p:spPr>
            <a:xfrm>
              <a:off x="11067351" y="7914028"/>
              <a:ext cx="79506" cy="72666"/>
            </a:xfrm>
            <a:custGeom>
              <a:avLst/>
              <a:pathLst>
                <a:path w="79506" h="72666">
                  <a:moveTo>
                    <a:pt x="0" y="0"/>
                  </a:moveTo>
                  <a:lnTo>
                    <a:pt x="79506" y="726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l3264"/>
            <p:cNvSpPr/>
            <p:nvPr/>
          </p:nvSpPr>
          <p:spPr>
            <a:xfrm>
              <a:off x="11067351" y="7768347"/>
              <a:ext cx="136050" cy="98649"/>
            </a:xfrm>
            <a:custGeom>
              <a:avLst/>
              <a:pathLst>
                <a:path w="136050" h="98649">
                  <a:moveTo>
                    <a:pt x="0" y="0"/>
                  </a:moveTo>
                  <a:lnTo>
                    <a:pt x="68840" y="64134"/>
                  </a:lnTo>
                  <a:lnTo>
                    <a:pt x="136050" y="986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l3265"/>
            <p:cNvSpPr/>
            <p:nvPr/>
          </p:nvSpPr>
          <p:spPr>
            <a:xfrm>
              <a:off x="11067351" y="8046100"/>
              <a:ext cx="142711" cy="38962"/>
            </a:xfrm>
            <a:custGeom>
              <a:avLst/>
              <a:pathLst>
                <a:path w="142711" h="38962">
                  <a:moveTo>
                    <a:pt x="0" y="38962"/>
                  </a:moveTo>
                  <a:lnTo>
                    <a:pt x="60102" y="0"/>
                  </a:lnTo>
                  <a:lnTo>
                    <a:pt x="142711" y="49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l3266"/>
            <p:cNvSpPr/>
            <p:nvPr/>
          </p:nvSpPr>
          <p:spPr>
            <a:xfrm>
              <a:off x="11223329" y="7982881"/>
              <a:ext cx="188768" cy="69721"/>
            </a:xfrm>
            <a:custGeom>
              <a:avLst/>
              <a:pathLst>
                <a:path w="188768" h="69721">
                  <a:moveTo>
                    <a:pt x="0" y="69721"/>
                  </a:moveTo>
                  <a:lnTo>
                    <a:pt x="120289" y="0"/>
                  </a:lnTo>
                  <a:lnTo>
                    <a:pt x="188768" y="278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l3267"/>
            <p:cNvSpPr/>
            <p:nvPr/>
          </p:nvSpPr>
          <p:spPr>
            <a:xfrm>
              <a:off x="11067351" y="8232945"/>
              <a:ext cx="158384" cy="114078"/>
            </a:xfrm>
            <a:custGeom>
              <a:avLst/>
              <a:pathLst>
                <a:path w="158384" h="114078">
                  <a:moveTo>
                    <a:pt x="0" y="114078"/>
                  </a:moveTo>
                  <a:lnTo>
                    <a:pt x="1583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l3268"/>
            <p:cNvSpPr/>
            <p:nvPr/>
          </p:nvSpPr>
          <p:spPr>
            <a:xfrm>
              <a:off x="11067351" y="8109780"/>
              <a:ext cx="74818" cy="11448"/>
            </a:xfrm>
            <a:custGeom>
              <a:avLst/>
              <a:pathLst>
                <a:path w="74818" h="11448">
                  <a:moveTo>
                    <a:pt x="0" y="0"/>
                  </a:moveTo>
                  <a:lnTo>
                    <a:pt x="74818" y="114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l3269"/>
            <p:cNvSpPr/>
            <p:nvPr/>
          </p:nvSpPr>
          <p:spPr>
            <a:xfrm>
              <a:off x="11209112" y="7691815"/>
              <a:ext cx="200362" cy="119619"/>
            </a:xfrm>
            <a:custGeom>
              <a:avLst/>
              <a:pathLst>
                <a:path w="200362" h="119619">
                  <a:moveTo>
                    <a:pt x="0" y="119619"/>
                  </a:moveTo>
                  <a:lnTo>
                    <a:pt x="125441" y="0"/>
                  </a:lnTo>
                  <a:lnTo>
                    <a:pt x="200362" y="859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l3270"/>
            <p:cNvSpPr/>
            <p:nvPr/>
          </p:nvSpPr>
          <p:spPr>
            <a:xfrm>
              <a:off x="11067351" y="7999858"/>
              <a:ext cx="69621" cy="157127"/>
            </a:xfrm>
            <a:custGeom>
              <a:avLst/>
              <a:pathLst>
                <a:path w="69621" h="157127">
                  <a:moveTo>
                    <a:pt x="0" y="157127"/>
                  </a:moveTo>
                  <a:lnTo>
                    <a:pt x="696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l3271"/>
            <p:cNvSpPr/>
            <p:nvPr/>
          </p:nvSpPr>
          <p:spPr>
            <a:xfrm>
              <a:off x="11067351" y="8259125"/>
              <a:ext cx="154546" cy="40525"/>
            </a:xfrm>
            <a:custGeom>
              <a:avLst/>
              <a:pathLst>
                <a:path w="154546" h="40525">
                  <a:moveTo>
                    <a:pt x="0" y="40525"/>
                  </a:moveTo>
                  <a:lnTo>
                    <a:pt x="1545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l3272"/>
            <p:cNvSpPr/>
            <p:nvPr/>
          </p:nvSpPr>
          <p:spPr>
            <a:xfrm>
              <a:off x="11067351" y="8238865"/>
              <a:ext cx="74485" cy="52999"/>
            </a:xfrm>
            <a:custGeom>
              <a:avLst/>
              <a:pathLst>
                <a:path w="74485" h="52999">
                  <a:moveTo>
                    <a:pt x="0" y="52999"/>
                  </a:moveTo>
                  <a:lnTo>
                    <a:pt x="744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l3273"/>
            <p:cNvSpPr/>
            <p:nvPr/>
          </p:nvSpPr>
          <p:spPr>
            <a:xfrm>
              <a:off x="11067351" y="8337429"/>
              <a:ext cx="205300" cy="50707"/>
            </a:xfrm>
            <a:custGeom>
              <a:avLst/>
              <a:pathLst>
                <a:path w="205300" h="50707">
                  <a:moveTo>
                    <a:pt x="0" y="50707"/>
                  </a:moveTo>
                  <a:lnTo>
                    <a:pt x="2053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l3274"/>
            <p:cNvSpPr/>
            <p:nvPr/>
          </p:nvSpPr>
          <p:spPr>
            <a:xfrm>
              <a:off x="11067351" y="8040136"/>
              <a:ext cx="74719" cy="82561"/>
            </a:xfrm>
            <a:custGeom>
              <a:avLst/>
              <a:pathLst>
                <a:path w="74719" h="82561">
                  <a:moveTo>
                    <a:pt x="0" y="0"/>
                  </a:moveTo>
                  <a:lnTo>
                    <a:pt x="74719" y="825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l3275"/>
            <p:cNvSpPr/>
            <p:nvPr/>
          </p:nvSpPr>
          <p:spPr>
            <a:xfrm>
              <a:off x="11067351" y="7809418"/>
              <a:ext cx="79891" cy="86892"/>
            </a:xfrm>
            <a:custGeom>
              <a:avLst/>
              <a:pathLst>
                <a:path w="79891" h="86892">
                  <a:moveTo>
                    <a:pt x="0" y="0"/>
                  </a:moveTo>
                  <a:lnTo>
                    <a:pt x="79891" y="868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l3276"/>
            <p:cNvSpPr/>
            <p:nvPr/>
          </p:nvSpPr>
          <p:spPr>
            <a:xfrm>
              <a:off x="11067351" y="7955849"/>
              <a:ext cx="281522" cy="159411"/>
            </a:xfrm>
            <a:custGeom>
              <a:avLst/>
              <a:pathLst>
                <a:path w="281522" h="159411">
                  <a:moveTo>
                    <a:pt x="0" y="36807"/>
                  </a:moveTo>
                  <a:lnTo>
                    <a:pt x="78386" y="0"/>
                  </a:lnTo>
                  <a:lnTo>
                    <a:pt x="153442" y="115282"/>
                  </a:lnTo>
                  <a:lnTo>
                    <a:pt x="281522" y="1594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l3277"/>
            <p:cNvSpPr/>
            <p:nvPr/>
          </p:nvSpPr>
          <p:spPr>
            <a:xfrm>
              <a:off x="11067351" y="8337979"/>
              <a:ext cx="276268" cy="41366"/>
            </a:xfrm>
            <a:custGeom>
              <a:avLst/>
              <a:pathLst>
                <a:path w="276268" h="41366">
                  <a:moveTo>
                    <a:pt x="0" y="41366"/>
                  </a:moveTo>
                  <a:lnTo>
                    <a:pt x="167029" y="23249"/>
                  </a:lnTo>
                  <a:lnTo>
                    <a:pt x="2762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l3278"/>
            <p:cNvSpPr/>
            <p:nvPr/>
          </p:nvSpPr>
          <p:spPr>
            <a:xfrm>
              <a:off x="11067351" y="8239832"/>
              <a:ext cx="346007" cy="94663"/>
            </a:xfrm>
            <a:custGeom>
              <a:avLst/>
              <a:pathLst>
                <a:path w="346007" h="94663">
                  <a:moveTo>
                    <a:pt x="0" y="0"/>
                  </a:moveTo>
                  <a:lnTo>
                    <a:pt x="346007" y="946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l3279"/>
            <p:cNvSpPr/>
            <p:nvPr/>
          </p:nvSpPr>
          <p:spPr>
            <a:xfrm>
              <a:off x="11067351" y="8165203"/>
              <a:ext cx="132978" cy="79424"/>
            </a:xfrm>
            <a:custGeom>
              <a:avLst/>
              <a:pathLst>
                <a:path w="132978" h="79424">
                  <a:moveTo>
                    <a:pt x="0" y="79424"/>
                  </a:moveTo>
                  <a:lnTo>
                    <a:pt x="67036" y="10705"/>
                  </a:lnTo>
                  <a:lnTo>
                    <a:pt x="1329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l3280"/>
            <p:cNvSpPr/>
            <p:nvPr/>
          </p:nvSpPr>
          <p:spPr>
            <a:xfrm>
              <a:off x="11067351" y="8419946"/>
              <a:ext cx="542391" cy="27639"/>
            </a:xfrm>
            <a:custGeom>
              <a:avLst/>
              <a:pathLst>
                <a:path w="542391" h="27639">
                  <a:moveTo>
                    <a:pt x="0" y="0"/>
                  </a:moveTo>
                  <a:lnTo>
                    <a:pt x="178712" y="12382"/>
                  </a:lnTo>
                  <a:lnTo>
                    <a:pt x="264855" y="18454"/>
                  </a:lnTo>
                  <a:lnTo>
                    <a:pt x="411951" y="27639"/>
                  </a:lnTo>
                  <a:lnTo>
                    <a:pt x="542391" y="112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l3281"/>
            <p:cNvSpPr/>
            <p:nvPr/>
          </p:nvSpPr>
          <p:spPr>
            <a:xfrm>
              <a:off x="11067351" y="7551712"/>
              <a:ext cx="66796" cy="80169"/>
            </a:xfrm>
            <a:custGeom>
              <a:avLst/>
              <a:pathLst>
                <a:path w="66796" h="80169">
                  <a:moveTo>
                    <a:pt x="0" y="80169"/>
                  </a:moveTo>
                  <a:lnTo>
                    <a:pt x="667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l3282"/>
            <p:cNvSpPr/>
            <p:nvPr/>
          </p:nvSpPr>
          <p:spPr>
            <a:xfrm>
              <a:off x="11067351" y="8213777"/>
              <a:ext cx="125461" cy="61316"/>
            </a:xfrm>
            <a:custGeom>
              <a:avLst/>
              <a:pathLst>
                <a:path w="125461" h="61316">
                  <a:moveTo>
                    <a:pt x="0" y="61316"/>
                  </a:moveTo>
                  <a:lnTo>
                    <a:pt x="1254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l3283"/>
            <p:cNvSpPr/>
            <p:nvPr/>
          </p:nvSpPr>
          <p:spPr>
            <a:xfrm>
              <a:off x="11067351" y="8211750"/>
              <a:ext cx="228079" cy="184661"/>
            </a:xfrm>
            <a:custGeom>
              <a:avLst/>
              <a:pathLst>
                <a:path w="228079" h="184661">
                  <a:moveTo>
                    <a:pt x="0" y="184661"/>
                  </a:moveTo>
                  <a:lnTo>
                    <a:pt x="2280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l3284"/>
            <p:cNvSpPr/>
            <p:nvPr/>
          </p:nvSpPr>
          <p:spPr>
            <a:xfrm>
              <a:off x="11067351" y="8378733"/>
              <a:ext cx="131735" cy="640"/>
            </a:xfrm>
            <a:custGeom>
              <a:avLst/>
              <a:pathLst>
                <a:path w="131735" h="640">
                  <a:moveTo>
                    <a:pt x="0" y="640"/>
                  </a:moveTo>
                  <a:lnTo>
                    <a:pt x="1317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l3285"/>
            <p:cNvSpPr/>
            <p:nvPr/>
          </p:nvSpPr>
          <p:spPr>
            <a:xfrm>
              <a:off x="11259861" y="8417183"/>
              <a:ext cx="398913" cy="29941"/>
            </a:xfrm>
            <a:custGeom>
              <a:avLst/>
              <a:pathLst>
                <a:path w="398913" h="29941">
                  <a:moveTo>
                    <a:pt x="0" y="0"/>
                  </a:moveTo>
                  <a:lnTo>
                    <a:pt x="136956" y="27611"/>
                  </a:lnTo>
                  <a:lnTo>
                    <a:pt x="266304" y="25286"/>
                  </a:lnTo>
                  <a:lnTo>
                    <a:pt x="398913" y="299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l3286"/>
            <p:cNvSpPr/>
            <p:nvPr/>
          </p:nvSpPr>
          <p:spPr>
            <a:xfrm>
              <a:off x="11067351" y="7893951"/>
              <a:ext cx="331159" cy="151782"/>
            </a:xfrm>
            <a:custGeom>
              <a:avLst/>
              <a:pathLst>
                <a:path w="331159" h="151782">
                  <a:moveTo>
                    <a:pt x="0" y="151782"/>
                  </a:moveTo>
                  <a:lnTo>
                    <a:pt x="133460" y="91880"/>
                  </a:lnTo>
                  <a:lnTo>
                    <a:pt x="200543" y="7543"/>
                  </a:lnTo>
                  <a:lnTo>
                    <a:pt x="271195" y="25457"/>
                  </a:lnTo>
                  <a:lnTo>
                    <a:pt x="3311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l3287"/>
            <p:cNvSpPr/>
            <p:nvPr/>
          </p:nvSpPr>
          <p:spPr>
            <a:xfrm>
              <a:off x="11067351" y="8317543"/>
              <a:ext cx="271177" cy="72651"/>
            </a:xfrm>
            <a:custGeom>
              <a:avLst/>
              <a:pathLst>
                <a:path w="271177" h="72651">
                  <a:moveTo>
                    <a:pt x="0" y="72651"/>
                  </a:moveTo>
                  <a:lnTo>
                    <a:pt x="133104" y="0"/>
                  </a:lnTo>
                  <a:lnTo>
                    <a:pt x="271177" y="39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l3288"/>
            <p:cNvSpPr/>
            <p:nvPr/>
          </p:nvSpPr>
          <p:spPr>
            <a:xfrm>
              <a:off x="11398148" y="8243555"/>
              <a:ext cx="155812" cy="46630"/>
            </a:xfrm>
            <a:custGeom>
              <a:avLst/>
              <a:pathLst>
                <a:path w="155812" h="46630">
                  <a:moveTo>
                    <a:pt x="0" y="46630"/>
                  </a:moveTo>
                  <a:lnTo>
                    <a:pt x="155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l3289"/>
            <p:cNvSpPr/>
            <p:nvPr/>
          </p:nvSpPr>
          <p:spPr>
            <a:xfrm>
              <a:off x="11067351" y="7824292"/>
              <a:ext cx="276087" cy="225202"/>
            </a:xfrm>
            <a:custGeom>
              <a:avLst/>
              <a:pathLst>
                <a:path w="276087" h="225202">
                  <a:moveTo>
                    <a:pt x="0" y="0"/>
                  </a:moveTo>
                  <a:lnTo>
                    <a:pt x="64673" y="3117"/>
                  </a:lnTo>
                  <a:lnTo>
                    <a:pt x="136872" y="102307"/>
                  </a:lnTo>
                  <a:lnTo>
                    <a:pt x="198732" y="195982"/>
                  </a:lnTo>
                  <a:lnTo>
                    <a:pt x="276087" y="2252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l3290"/>
            <p:cNvSpPr/>
            <p:nvPr/>
          </p:nvSpPr>
          <p:spPr>
            <a:xfrm>
              <a:off x="11200322" y="8076565"/>
              <a:ext cx="67210" cy="5284"/>
            </a:xfrm>
            <a:custGeom>
              <a:avLst/>
              <a:pathLst>
                <a:path w="67210" h="5284">
                  <a:moveTo>
                    <a:pt x="0" y="0"/>
                  </a:moveTo>
                  <a:lnTo>
                    <a:pt x="67210" y="52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l3291"/>
            <p:cNvSpPr/>
            <p:nvPr/>
          </p:nvSpPr>
          <p:spPr>
            <a:xfrm>
              <a:off x="11067351" y="8055438"/>
              <a:ext cx="160869" cy="30729"/>
            </a:xfrm>
            <a:custGeom>
              <a:avLst/>
              <a:pathLst>
                <a:path w="160869" h="30729">
                  <a:moveTo>
                    <a:pt x="0" y="0"/>
                  </a:moveTo>
                  <a:lnTo>
                    <a:pt x="78613" y="1570"/>
                  </a:lnTo>
                  <a:lnTo>
                    <a:pt x="160869" y="307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l3292"/>
            <p:cNvSpPr/>
            <p:nvPr/>
          </p:nvSpPr>
          <p:spPr>
            <a:xfrm>
              <a:off x="11067351" y="8242547"/>
              <a:ext cx="277717" cy="92119"/>
            </a:xfrm>
            <a:custGeom>
              <a:avLst/>
              <a:pathLst>
                <a:path w="277717" h="92119">
                  <a:moveTo>
                    <a:pt x="0" y="92119"/>
                  </a:moveTo>
                  <a:lnTo>
                    <a:pt x="138587" y="0"/>
                  </a:lnTo>
                  <a:lnTo>
                    <a:pt x="277717" y="42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l3293"/>
            <p:cNvSpPr/>
            <p:nvPr/>
          </p:nvSpPr>
          <p:spPr>
            <a:xfrm>
              <a:off x="11067351" y="7646127"/>
              <a:ext cx="286390" cy="530424"/>
            </a:xfrm>
            <a:custGeom>
              <a:avLst/>
              <a:pathLst>
                <a:path w="286390" h="530424">
                  <a:moveTo>
                    <a:pt x="0" y="530424"/>
                  </a:moveTo>
                  <a:lnTo>
                    <a:pt x="133129" y="182706"/>
                  </a:lnTo>
                  <a:lnTo>
                    <a:pt x="2863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l3294"/>
            <p:cNvSpPr/>
            <p:nvPr/>
          </p:nvSpPr>
          <p:spPr>
            <a:xfrm>
              <a:off x="11067351" y="8099090"/>
              <a:ext cx="309372" cy="123230"/>
            </a:xfrm>
            <a:custGeom>
              <a:avLst/>
              <a:pathLst>
                <a:path w="309372" h="123230">
                  <a:moveTo>
                    <a:pt x="0" y="123230"/>
                  </a:moveTo>
                  <a:lnTo>
                    <a:pt x="64625" y="72456"/>
                  </a:lnTo>
                  <a:lnTo>
                    <a:pt x="138176" y="21361"/>
                  </a:lnTo>
                  <a:lnTo>
                    <a:pt x="219688" y="2297"/>
                  </a:lnTo>
                  <a:lnTo>
                    <a:pt x="3093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l3295"/>
            <p:cNvSpPr/>
            <p:nvPr/>
          </p:nvSpPr>
          <p:spPr>
            <a:xfrm>
              <a:off x="11067351" y="7953962"/>
              <a:ext cx="932247" cy="201229"/>
            </a:xfrm>
            <a:custGeom>
              <a:avLst/>
              <a:pathLst>
                <a:path w="932247" h="201229">
                  <a:moveTo>
                    <a:pt x="0" y="201229"/>
                  </a:moveTo>
                  <a:lnTo>
                    <a:pt x="9416" y="199196"/>
                  </a:lnTo>
                  <a:lnTo>
                    <a:pt x="18833" y="197164"/>
                  </a:lnTo>
                  <a:lnTo>
                    <a:pt x="28249" y="195131"/>
                  </a:lnTo>
                  <a:lnTo>
                    <a:pt x="37666" y="193099"/>
                  </a:lnTo>
                  <a:lnTo>
                    <a:pt x="47083" y="191066"/>
                  </a:lnTo>
                  <a:lnTo>
                    <a:pt x="56499" y="189033"/>
                  </a:lnTo>
                  <a:lnTo>
                    <a:pt x="65916" y="187001"/>
                  </a:lnTo>
                  <a:lnTo>
                    <a:pt x="75333" y="184968"/>
                  </a:lnTo>
                  <a:lnTo>
                    <a:pt x="84749" y="182935"/>
                  </a:lnTo>
                  <a:lnTo>
                    <a:pt x="94166" y="180903"/>
                  </a:lnTo>
                  <a:lnTo>
                    <a:pt x="103583" y="178870"/>
                  </a:lnTo>
                  <a:lnTo>
                    <a:pt x="112999" y="176838"/>
                  </a:lnTo>
                  <a:lnTo>
                    <a:pt x="122416" y="174805"/>
                  </a:lnTo>
                  <a:lnTo>
                    <a:pt x="131832" y="172772"/>
                  </a:lnTo>
                  <a:lnTo>
                    <a:pt x="141249" y="170740"/>
                  </a:lnTo>
                  <a:lnTo>
                    <a:pt x="150666" y="168707"/>
                  </a:lnTo>
                  <a:lnTo>
                    <a:pt x="160082" y="166674"/>
                  </a:lnTo>
                  <a:lnTo>
                    <a:pt x="169499" y="164642"/>
                  </a:lnTo>
                  <a:lnTo>
                    <a:pt x="178916" y="162609"/>
                  </a:lnTo>
                  <a:lnTo>
                    <a:pt x="188332" y="160577"/>
                  </a:lnTo>
                  <a:lnTo>
                    <a:pt x="197749" y="158544"/>
                  </a:lnTo>
                  <a:lnTo>
                    <a:pt x="207166" y="156511"/>
                  </a:lnTo>
                  <a:lnTo>
                    <a:pt x="216582" y="154479"/>
                  </a:lnTo>
                  <a:lnTo>
                    <a:pt x="225999" y="152446"/>
                  </a:lnTo>
                  <a:lnTo>
                    <a:pt x="235416" y="150413"/>
                  </a:lnTo>
                  <a:lnTo>
                    <a:pt x="244832" y="148381"/>
                  </a:lnTo>
                  <a:lnTo>
                    <a:pt x="254249" y="146348"/>
                  </a:lnTo>
                  <a:lnTo>
                    <a:pt x="263665" y="144316"/>
                  </a:lnTo>
                  <a:lnTo>
                    <a:pt x="273082" y="142283"/>
                  </a:lnTo>
                  <a:lnTo>
                    <a:pt x="282499" y="140250"/>
                  </a:lnTo>
                  <a:lnTo>
                    <a:pt x="291915" y="138218"/>
                  </a:lnTo>
                  <a:lnTo>
                    <a:pt x="301332" y="136185"/>
                  </a:lnTo>
                  <a:lnTo>
                    <a:pt x="310749" y="134153"/>
                  </a:lnTo>
                  <a:lnTo>
                    <a:pt x="320165" y="132120"/>
                  </a:lnTo>
                  <a:lnTo>
                    <a:pt x="329582" y="130087"/>
                  </a:lnTo>
                  <a:lnTo>
                    <a:pt x="338999" y="128055"/>
                  </a:lnTo>
                  <a:lnTo>
                    <a:pt x="348415" y="126022"/>
                  </a:lnTo>
                  <a:lnTo>
                    <a:pt x="357832" y="123989"/>
                  </a:lnTo>
                  <a:lnTo>
                    <a:pt x="367248" y="121957"/>
                  </a:lnTo>
                  <a:lnTo>
                    <a:pt x="376665" y="119924"/>
                  </a:lnTo>
                  <a:lnTo>
                    <a:pt x="386082" y="117892"/>
                  </a:lnTo>
                  <a:lnTo>
                    <a:pt x="395498" y="115859"/>
                  </a:lnTo>
                  <a:lnTo>
                    <a:pt x="404915" y="113826"/>
                  </a:lnTo>
                  <a:lnTo>
                    <a:pt x="414332" y="111794"/>
                  </a:lnTo>
                  <a:lnTo>
                    <a:pt x="423748" y="109761"/>
                  </a:lnTo>
                  <a:lnTo>
                    <a:pt x="433165" y="107728"/>
                  </a:lnTo>
                  <a:lnTo>
                    <a:pt x="442582" y="105696"/>
                  </a:lnTo>
                  <a:lnTo>
                    <a:pt x="451998" y="103663"/>
                  </a:lnTo>
                  <a:lnTo>
                    <a:pt x="461415" y="101631"/>
                  </a:lnTo>
                  <a:lnTo>
                    <a:pt x="470832" y="99598"/>
                  </a:lnTo>
                  <a:lnTo>
                    <a:pt x="480248" y="97565"/>
                  </a:lnTo>
                  <a:lnTo>
                    <a:pt x="489665" y="95533"/>
                  </a:lnTo>
                  <a:lnTo>
                    <a:pt x="499081" y="93500"/>
                  </a:lnTo>
                  <a:lnTo>
                    <a:pt x="508498" y="91467"/>
                  </a:lnTo>
                  <a:lnTo>
                    <a:pt x="517915" y="89435"/>
                  </a:lnTo>
                  <a:lnTo>
                    <a:pt x="527331" y="87402"/>
                  </a:lnTo>
                  <a:lnTo>
                    <a:pt x="536748" y="85370"/>
                  </a:lnTo>
                  <a:lnTo>
                    <a:pt x="546165" y="83337"/>
                  </a:lnTo>
                  <a:lnTo>
                    <a:pt x="555581" y="81304"/>
                  </a:lnTo>
                  <a:lnTo>
                    <a:pt x="564998" y="79272"/>
                  </a:lnTo>
                  <a:lnTo>
                    <a:pt x="574415" y="77239"/>
                  </a:lnTo>
                  <a:lnTo>
                    <a:pt x="583831" y="75206"/>
                  </a:lnTo>
                  <a:lnTo>
                    <a:pt x="593248" y="73174"/>
                  </a:lnTo>
                  <a:lnTo>
                    <a:pt x="602664" y="71141"/>
                  </a:lnTo>
                  <a:lnTo>
                    <a:pt x="612081" y="69109"/>
                  </a:lnTo>
                  <a:lnTo>
                    <a:pt x="621498" y="67076"/>
                  </a:lnTo>
                  <a:lnTo>
                    <a:pt x="630914" y="65043"/>
                  </a:lnTo>
                  <a:lnTo>
                    <a:pt x="640331" y="63011"/>
                  </a:lnTo>
                  <a:lnTo>
                    <a:pt x="649748" y="60978"/>
                  </a:lnTo>
                  <a:lnTo>
                    <a:pt x="659164" y="58946"/>
                  </a:lnTo>
                  <a:lnTo>
                    <a:pt x="668581" y="56913"/>
                  </a:lnTo>
                  <a:lnTo>
                    <a:pt x="677998" y="54880"/>
                  </a:lnTo>
                  <a:lnTo>
                    <a:pt x="687414" y="52848"/>
                  </a:lnTo>
                  <a:lnTo>
                    <a:pt x="696831" y="50815"/>
                  </a:lnTo>
                  <a:lnTo>
                    <a:pt x="706248" y="48782"/>
                  </a:lnTo>
                  <a:lnTo>
                    <a:pt x="715664" y="46750"/>
                  </a:lnTo>
                  <a:lnTo>
                    <a:pt x="725081" y="44717"/>
                  </a:lnTo>
                  <a:lnTo>
                    <a:pt x="734497" y="42685"/>
                  </a:lnTo>
                  <a:lnTo>
                    <a:pt x="743914" y="40652"/>
                  </a:lnTo>
                  <a:lnTo>
                    <a:pt x="753331" y="38619"/>
                  </a:lnTo>
                  <a:lnTo>
                    <a:pt x="762747" y="36587"/>
                  </a:lnTo>
                  <a:lnTo>
                    <a:pt x="772164" y="34554"/>
                  </a:lnTo>
                  <a:lnTo>
                    <a:pt x="781581" y="32521"/>
                  </a:lnTo>
                  <a:lnTo>
                    <a:pt x="790997" y="30489"/>
                  </a:lnTo>
                  <a:lnTo>
                    <a:pt x="800414" y="28456"/>
                  </a:lnTo>
                  <a:lnTo>
                    <a:pt x="809831" y="26424"/>
                  </a:lnTo>
                  <a:lnTo>
                    <a:pt x="819247" y="24391"/>
                  </a:lnTo>
                  <a:lnTo>
                    <a:pt x="828664" y="22358"/>
                  </a:lnTo>
                  <a:lnTo>
                    <a:pt x="838081" y="20326"/>
                  </a:lnTo>
                  <a:lnTo>
                    <a:pt x="847497" y="18293"/>
                  </a:lnTo>
                  <a:lnTo>
                    <a:pt x="856914" y="16260"/>
                  </a:lnTo>
                  <a:lnTo>
                    <a:pt x="866330" y="14228"/>
                  </a:lnTo>
                  <a:lnTo>
                    <a:pt x="875747" y="12195"/>
                  </a:lnTo>
                  <a:lnTo>
                    <a:pt x="885164" y="10163"/>
                  </a:lnTo>
                  <a:lnTo>
                    <a:pt x="894580" y="8130"/>
                  </a:lnTo>
                  <a:lnTo>
                    <a:pt x="903997" y="6097"/>
                  </a:lnTo>
                  <a:lnTo>
                    <a:pt x="913414" y="4065"/>
                  </a:lnTo>
                  <a:lnTo>
                    <a:pt x="922830" y="2032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96" name="tx3296"/>
            <p:cNvSpPr/>
            <p:nvPr/>
          </p:nvSpPr>
          <p:spPr>
            <a:xfrm>
              <a:off x="11085725" y="7268574"/>
              <a:ext cx="913873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0.45 Z/year</a:t>
              </a:r>
            </a:p>
          </p:txBody>
        </p:sp>
        <p:sp>
          <p:nvSpPr>
            <p:cNvPr id="3297" name="rc3297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tx3298"/>
            <p:cNvSpPr/>
            <p:nvPr/>
          </p:nvSpPr>
          <p:spPr>
            <a:xfrm>
              <a:off x="10895953" y="84115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99" name="tx3299"/>
            <p:cNvSpPr/>
            <p:nvPr/>
          </p:nvSpPr>
          <p:spPr>
            <a:xfrm>
              <a:off x="10833797" y="809417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300" name="tx3300"/>
            <p:cNvSpPr/>
            <p:nvPr/>
          </p:nvSpPr>
          <p:spPr>
            <a:xfrm>
              <a:off x="10833797" y="777681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301" name="tx3301"/>
            <p:cNvSpPr/>
            <p:nvPr/>
          </p:nvSpPr>
          <p:spPr>
            <a:xfrm>
              <a:off x="10833797" y="7459403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302" name="pl3302"/>
            <p:cNvSpPr/>
            <p:nvPr/>
          </p:nvSpPr>
          <p:spPr>
            <a:xfrm>
              <a:off x="10985944" y="8453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l3303"/>
            <p:cNvSpPr/>
            <p:nvPr/>
          </p:nvSpPr>
          <p:spPr>
            <a:xfrm>
              <a:off x="10985944" y="81358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l3304"/>
            <p:cNvSpPr/>
            <p:nvPr/>
          </p:nvSpPr>
          <p:spPr>
            <a:xfrm>
              <a:off x="10985944" y="78185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l3305"/>
            <p:cNvSpPr/>
            <p:nvPr/>
          </p:nvSpPr>
          <p:spPr>
            <a:xfrm>
              <a:off x="10985944" y="75011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l3306"/>
            <p:cNvSpPr/>
            <p:nvPr/>
          </p:nvSpPr>
          <p:spPr>
            <a:xfrm>
              <a:off x="1106735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l3307"/>
            <p:cNvSpPr/>
            <p:nvPr/>
          </p:nvSpPr>
          <p:spPr>
            <a:xfrm>
              <a:off x="1139796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l3308"/>
            <p:cNvSpPr/>
            <p:nvPr/>
          </p:nvSpPr>
          <p:spPr>
            <a:xfrm>
              <a:off x="1172858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tx3309"/>
            <p:cNvSpPr/>
            <p:nvPr/>
          </p:nvSpPr>
          <p:spPr>
            <a:xfrm>
              <a:off x="11036273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10" name="tx3310"/>
            <p:cNvSpPr/>
            <p:nvPr/>
          </p:nvSpPr>
          <p:spPr>
            <a:xfrm>
              <a:off x="11366889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311" name="tx3311"/>
            <p:cNvSpPr/>
            <p:nvPr/>
          </p:nvSpPr>
          <p:spPr>
            <a:xfrm>
              <a:off x="11666428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312" name="tx3312"/>
            <p:cNvSpPr/>
            <p:nvPr/>
          </p:nvSpPr>
          <p:spPr>
            <a:xfrm>
              <a:off x="10912294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3313" name="tx3313"/>
            <p:cNvSpPr/>
            <p:nvPr/>
          </p:nvSpPr>
          <p:spPr>
            <a:xfrm rot="-5400000">
              <a:off x="10152384" y="7856579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pTau217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2026-02-17T12:00:23Z</dcterms:modified>
</cp:coreProperties>
</file>